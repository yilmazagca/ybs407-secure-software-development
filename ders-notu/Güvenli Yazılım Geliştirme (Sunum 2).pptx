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tags/tag65.xml" ContentType="application/vnd.openxmlformats-officedocument.presentationml.tags+xml"/>
  <Override PartName="/ppt/notesSlides/notesSlide64.xml" ContentType="application/vnd.openxmlformats-officedocument.presentationml.notesSlide+xml"/>
  <Override PartName="/ppt/tags/tag66.xml" ContentType="application/vnd.openxmlformats-officedocument.presentationml.tags+xml"/>
  <Override PartName="/ppt/notesSlides/notesSlide65.xml" ContentType="application/vnd.openxmlformats-officedocument.presentationml.notesSlide+xml"/>
  <Override PartName="/ppt/tags/tag67.xml" ContentType="application/vnd.openxmlformats-officedocument.presentationml.tags+xml"/>
  <Override PartName="/ppt/notesSlides/notesSlide66.xml" ContentType="application/vnd.openxmlformats-officedocument.presentationml.notesSlide+xml"/>
  <Override PartName="/ppt/tags/tag68.xml" ContentType="application/vnd.openxmlformats-officedocument.presentationml.tags+xml"/>
  <Override PartName="/ppt/notesSlides/notesSlide67.xml" ContentType="application/vnd.openxmlformats-officedocument.presentationml.notesSlide+xml"/>
  <Override PartName="/ppt/tags/tag69.xml" ContentType="application/vnd.openxmlformats-officedocument.presentationml.tags+xml"/>
  <Override PartName="/ppt/notesSlides/notesSlide68.xml" ContentType="application/vnd.openxmlformats-officedocument.presentationml.notesSlide+xml"/>
  <Override PartName="/ppt/tags/tag70.xml" ContentType="application/vnd.openxmlformats-officedocument.presentationml.tags+xml"/>
  <Override PartName="/ppt/notesSlides/notesSlide69.xml" ContentType="application/vnd.openxmlformats-officedocument.presentationml.notesSlide+xml"/>
  <Override PartName="/ppt/tags/tag71.xml" ContentType="application/vnd.openxmlformats-officedocument.presentationml.tags+xml"/>
  <Override PartName="/ppt/notesSlides/notesSlide70.xml" ContentType="application/vnd.openxmlformats-officedocument.presentationml.notesSlide+xml"/>
  <Override PartName="/ppt/tags/tag72.xml" ContentType="application/vnd.openxmlformats-officedocument.presentationml.tags+xml"/>
  <Override PartName="/ppt/notesSlides/notesSlide7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73"/>
  </p:notesMasterIdLst>
  <p:sldIdLst>
    <p:sldId id="419" r:id="rId2"/>
    <p:sldId id="348" r:id="rId3"/>
    <p:sldId id="351" r:id="rId4"/>
    <p:sldId id="438" r:id="rId5"/>
    <p:sldId id="423" r:id="rId6"/>
    <p:sldId id="353" r:id="rId7"/>
    <p:sldId id="425" r:id="rId8"/>
    <p:sldId id="424" r:id="rId9"/>
    <p:sldId id="410" r:id="rId10"/>
    <p:sldId id="411" r:id="rId11"/>
    <p:sldId id="426" r:id="rId12"/>
    <p:sldId id="427" r:id="rId13"/>
    <p:sldId id="428" r:id="rId14"/>
    <p:sldId id="430" r:id="rId15"/>
    <p:sldId id="429" r:id="rId16"/>
    <p:sldId id="431" r:id="rId17"/>
    <p:sldId id="432" r:id="rId18"/>
    <p:sldId id="433" r:id="rId19"/>
    <p:sldId id="434" r:id="rId20"/>
    <p:sldId id="435" r:id="rId21"/>
    <p:sldId id="436" r:id="rId22"/>
    <p:sldId id="437" r:id="rId23"/>
    <p:sldId id="440" r:id="rId24"/>
    <p:sldId id="441" r:id="rId25"/>
    <p:sldId id="442" r:id="rId26"/>
    <p:sldId id="443" r:id="rId27"/>
    <p:sldId id="439" r:id="rId28"/>
    <p:sldId id="444" r:id="rId29"/>
    <p:sldId id="445" r:id="rId30"/>
    <p:sldId id="446" r:id="rId31"/>
    <p:sldId id="447" r:id="rId32"/>
    <p:sldId id="448" r:id="rId33"/>
    <p:sldId id="468" r:id="rId34"/>
    <p:sldId id="469" r:id="rId35"/>
    <p:sldId id="470" r:id="rId36"/>
    <p:sldId id="471" r:id="rId37"/>
    <p:sldId id="420" r:id="rId38"/>
    <p:sldId id="449" r:id="rId39"/>
    <p:sldId id="450" r:id="rId40"/>
    <p:sldId id="451" r:id="rId41"/>
    <p:sldId id="452" r:id="rId42"/>
    <p:sldId id="454" r:id="rId43"/>
    <p:sldId id="453" r:id="rId44"/>
    <p:sldId id="456" r:id="rId45"/>
    <p:sldId id="455" r:id="rId46"/>
    <p:sldId id="457" r:id="rId47"/>
    <p:sldId id="458" r:id="rId48"/>
    <p:sldId id="459" r:id="rId49"/>
    <p:sldId id="460" r:id="rId50"/>
    <p:sldId id="461" r:id="rId51"/>
    <p:sldId id="462" r:id="rId52"/>
    <p:sldId id="297" r:id="rId53"/>
    <p:sldId id="463" r:id="rId54"/>
    <p:sldId id="464" r:id="rId55"/>
    <p:sldId id="465" r:id="rId56"/>
    <p:sldId id="466" r:id="rId57"/>
    <p:sldId id="467" r:id="rId58"/>
    <p:sldId id="472" r:id="rId59"/>
    <p:sldId id="473" r:id="rId60"/>
    <p:sldId id="474" r:id="rId61"/>
    <p:sldId id="476" r:id="rId62"/>
    <p:sldId id="475" r:id="rId63"/>
    <p:sldId id="477" r:id="rId64"/>
    <p:sldId id="478" r:id="rId65"/>
    <p:sldId id="479" r:id="rId66"/>
    <p:sldId id="480" r:id="rId67"/>
    <p:sldId id="481" r:id="rId68"/>
    <p:sldId id="482" r:id="rId69"/>
    <p:sldId id="483" r:id="rId70"/>
    <p:sldId id="484" r:id="rId71"/>
    <p:sldId id="279" r:id="rId72"/>
  </p:sldIdLst>
  <p:sldSz cx="9144000" cy="5143500" type="screen16x9"/>
  <p:notesSz cx="6858000" cy="9144000"/>
  <p:embeddedFontLst>
    <p:embeddedFont>
      <p:font typeface="Abadi Extra Light" panose="020B0204020104020204" pitchFamily="34" charset="0"/>
      <p:regular r:id="rId74"/>
    </p:embeddedFont>
    <p:embeddedFont>
      <p:font typeface="Amatic SC" pitchFamily="2" charset="-79"/>
      <p:regular r:id="rId75"/>
      <p:bold r:id="rId76"/>
    </p:embeddedFont>
    <p:embeddedFont>
      <p:font typeface="Consolas" panose="020B0609020204030204" pitchFamily="49" charset="0"/>
      <p:regular r:id="rId77"/>
      <p:bold r:id="rId78"/>
      <p:italic r:id="rId79"/>
      <p:boldItalic r:id="rId80"/>
    </p:embeddedFont>
    <p:embeddedFont>
      <p:font typeface="Merriweather" pitchFamily="2" charset="0"/>
      <p:regular r:id="rId81"/>
      <p:bold r:id="rId82"/>
      <p:italic r:id="rId83"/>
      <p:boldItalic r:id="rId84"/>
    </p:embeddedFont>
    <p:embeddedFont>
      <p:font typeface="Segoe UI" panose="020B0502040204020203" pitchFamily="34" charset="0"/>
      <p:regular r:id="rId85"/>
      <p:bold r:id="rId86"/>
      <p:italic r:id="rId87"/>
    </p:embeddedFont>
  </p:embeddedFontLst>
  <p:custDataLst>
    <p:tags r:id="rId8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BFBFC"/>
    <a:srgbClr val="000000"/>
    <a:srgbClr val="2C3E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67BCA2-69E6-5241-8299-4E618492CB6A}" v="6" dt="2026-09-21T12:03:17.336"/>
    <p1510:client id="{F93EBB07-2253-5A4D-9A3C-E2853CEC5871}" v="7" dt="2026-09-21T12:16:28.119"/>
  </p1510:revLst>
</p1510:revInfo>
</file>

<file path=ppt/tableStyles.xml><?xml version="1.0" encoding="utf-8"?>
<a:tblStyleLst xmlns:a="http://schemas.openxmlformats.org/drawingml/2006/main" def="{8DAEDABC-BADD-4293-A472-D3AD88E73092}">
  <a:tblStyle styleId="{8DAEDABC-BADD-4293-A472-D3AD88E73092}"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F86F0B6-B751-4789-9B5D-46EEAF9DFCF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96" autoAdjust="0"/>
    <p:restoredTop sz="72960"/>
  </p:normalViewPr>
  <p:slideViewPr>
    <p:cSldViewPr snapToGrid="0">
      <p:cViewPr varScale="1">
        <p:scale>
          <a:sx n="81" d="100"/>
          <a:sy n="81" d="100"/>
        </p:scale>
        <p:origin x="184" y="52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1.fntdata"/><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fntdata"/><Relationship Id="rId79" Type="http://schemas.openxmlformats.org/officeDocument/2006/relationships/font" Target="fonts/font6.fntdata"/><Relationship Id="rId5" Type="http://schemas.openxmlformats.org/officeDocument/2006/relationships/slide" Target="slides/slide4.xml"/><Relationship Id="rId90"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7.fntdata"/><Relationship Id="rId85" Type="http://schemas.openxmlformats.org/officeDocument/2006/relationships/font" Target="fonts/font12.fntdata"/><Relationship Id="rId93"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2.fntdata"/><Relationship Id="rId83" Type="http://schemas.openxmlformats.org/officeDocument/2006/relationships/font" Target="fonts/font10.fntdata"/><Relationship Id="rId88" Type="http://schemas.openxmlformats.org/officeDocument/2006/relationships/tags" Target="tags/tag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font" Target="fonts/font5.fntdata"/><Relationship Id="rId81" Type="http://schemas.openxmlformats.org/officeDocument/2006/relationships/font" Target="fonts/font8.fntdata"/><Relationship Id="rId86" Type="http://schemas.openxmlformats.org/officeDocument/2006/relationships/font" Target="fonts/font13.fntdata"/><Relationship Id="rId9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4.fntdata"/><Relationship Id="rId61" Type="http://schemas.openxmlformats.org/officeDocument/2006/relationships/slide" Target="slides/slide60.xml"/><Relationship Id="rId82"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ılmaz AĞCA" userId="fb01efc0-a7e8-45d9-bd17-60634972c38c" providerId="ADAL" clId="{C8C4AB3B-1E24-52A2-93B9-C31915213F40}"/>
    <pc:docChg chg="undo custSel addSld delSld modSld sldOrd">
      <pc:chgData name="Yılmaz AĞCA" userId="fb01efc0-a7e8-45d9-bd17-60634972c38c" providerId="ADAL" clId="{C8C4AB3B-1E24-52A2-93B9-C31915213F40}" dt="2026-09-21T13:04:13.311" v="526" actId="2696"/>
      <pc:docMkLst>
        <pc:docMk/>
      </pc:docMkLst>
      <pc:sldChg chg="modSp mod">
        <pc:chgData name="Yılmaz AĞCA" userId="fb01efc0-a7e8-45d9-bd17-60634972c38c" providerId="ADAL" clId="{C8C4AB3B-1E24-52A2-93B9-C31915213F40}" dt="2026-09-21T12:41:39.836" v="260" actId="6549"/>
        <pc:sldMkLst>
          <pc:docMk/>
          <pc:sldMk cId="0" sldId="259"/>
        </pc:sldMkLst>
        <pc:spChg chg="mod">
          <ac:chgData name="Yılmaz AĞCA" userId="fb01efc0-a7e8-45d9-bd17-60634972c38c" providerId="ADAL" clId="{C8C4AB3B-1E24-52A2-93B9-C31915213F40}" dt="2026-09-21T12:41:35.022" v="259" actId="20577"/>
          <ac:spMkLst>
            <pc:docMk/>
            <pc:sldMk cId="0" sldId="259"/>
            <ac:spMk id="1914" creationId="{00000000-0000-0000-0000-000000000000}"/>
          </ac:spMkLst>
        </pc:spChg>
        <pc:spChg chg="mod">
          <ac:chgData name="Yılmaz AĞCA" userId="fb01efc0-a7e8-45d9-bd17-60634972c38c" providerId="ADAL" clId="{C8C4AB3B-1E24-52A2-93B9-C31915213F40}" dt="2026-09-21T12:41:39.836" v="260" actId="6549"/>
          <ac:spMkLst>
            <pc:docMk/>
            <pc:sldMk cId="0" sldId="259"/>
            <ac:spMk id="1915" creationId="{00000000-0000-0000-0000-000000000000}"/>
          </ac:spMkLst>
        </pc:spChg>
      </pc:sldChg>
      <pc:sldChg chg="del">
        <pc:chgData name="Yılmaz AĞCA" userId="fb01efc0-a7e8-45d9-bd17-60634972c38c" providerId="ADAL" clId="{C8C4AB3B-1E24-52A2-93B9-C31915213F40}" dt="2026-09-21T13:04:13.311" v="526" actId="2696"/>
        <pc:sldMkLst>
          <pc:docMk/>
          <pc:sldMk cId="0" sldId="265"/>
        </pc:sldMkLst>
      </pc:sldChg>
      <pc:sldChg chg="modSp add mod ord">
        <pc:chgData name="Yılmaz AĞCA" userId="fb01efc0-a7e8-45d9-bd17-60634972c38c" providerId="ADAL" clId="{C8C4AB3B-1E24-52A2-93B9-C31915213F40}" dt="2026-09-21T12:28:06.794" v="104"/>
        <pc:sldMkLst>
          <pc:docMk/>
          <pc:sldMk cId="1908761660" sldId="297"/>
        </pc:sldMkLst>
        <pc:spChg chg="mod">
          <ac:chgData name="Yılmaz AĞCA" userId="fb01efc0-a7e8-45d9-bd17-60634972c38c" providerId="ADAL" clId="{C8C4AB3B-1E24-52A2-93B9-C31915213F40}" dt="2026-09-21T12:28:06.794" v="104"/>
          <ac:spMkLst>
            <pc:docMk/>
            <pc:sldMk cId="1908761660" sldId="297"/>
            <ac:spMk id="5" creationId="{C6F27E2A-FE03-48C9-8CBD-42148A154AED}"/>
          </ac:spMkLst>
        </pc:spChg>
        <pc:spChg chg="mod">
          <ac:chgData name="Yılmaz AĞCA" userId="fb01efc0-a7e8-45d9-bd17-60634972c38c" providerId="ADAL" clId="{C8C4AB3B-1E24-52A2-93B9-C31915213F40}" dt="2026-09-21T12:17:24.012" v="39" actId="404"/>
          <ac:spMkLst>
            <pc:docMk/>
            <pc:sldMk cId="1908761660" sldId="297"/>
            <ac:spMk id="7" creationId="{D3D3D4E7-280F-48E8-B201-CD068363D352}"/>
          </ac:spMkLst>
        </pc:spChg>
      </pc:sldChg>
      <pc:sldChg chg="modSp mod">
        <pc:chgData name="Yılmaz AĞCA" userId="fb01efc0-a7e8-45d9-bd17-60634972c38c" providerId="ADAL" clId="{C8C4AB3B-1E24-52A2-93B9-C31915213F40}" dt="2026-09-21T12:10:40.631" v="17" actId="20577"/>
        <pc:sldMkLst>
          <pc:docMk/>
          <pc:sldMk cId="2559498265" sldId="351"/>
        </pc:sldMkLst>
        <pc:spChg chg="mod">
          <ac:chgData name="Yılmaz AĞCA" userId="fb01efc0-a7e8-45d9-bd17-60634972c38c" providerId="ADAL" clId="{C8C4AB3B-1E24-52A2-93B9-C31915213F40}" dt="2026-09-21T12:09:41.933" v="6" actId="20577"/>
          <ac:spMkLst>
            <pc:docMk/>
            <pc:sldMk cId="2559498265" sldId="351"/>
            <ac:spMk id="2157" creationId="{725D09C7-8AE5-3911-DA66-14F93A7FE652}"/>
          </ac:spMkLst>
        </pc:spChg>
        <pc:spChg chg="mod">
          <ac:chgData name="Yılmaz AĞCA" userId="fb01efc0-a7e8-45d9-bd17-60634972c38c" providerId="ADAL" clId="{C8C4AB3B-1E24-52A2-93B9-C31915213F40}" dt="2026-09-21T12:10:40.631" v="17" actId="20577"/>
          <ac:spMkLst>
            <pc:docMk/>
            <pc:sldMk cId="2559498265" sldId="351"/>
            <ac:spMk id="2158" creationId="{75DCB393-EC22-E5EB-E838-46BA5637B843}"/>
          </ac:spMkLst>
        </pc:spChg>
      </pc:sldChg>
      <pc:sldChg chg="modSp mod">
        <pc:chgData name="Yılmaz AĞCA" userId="fb01efc0-a7e8-45d9-bd17-60634972c38c" providerId="ADAL" clId="{C8C4AB3B-1E24-52A2-93B9-C31915213F40}" dt="2026-09-21T12:11:14.062" v="20" actId="12"/>
        <pc:sldMkLst>
          <pc:docMk/>
          <pc:sldMk cId="2930726529" sldId="353"/>
        </pc:sldMkLst>
        <pc:spChg chg="mod">
          <ac:chgData name="Yılmaz AĞCA" userId="fb01efc0-a7e8-45d9-bd17-60634972c38c" providerId="ADAL" clId="{C8C4AB3B-1E24-52A2-93B9-C31915213F40}" dt="2026-09-21T12:10:08.040" v="8"/>
          <ac:spMkLst>
            <pc:docMk/>
            <pc:sldMk cId="2930726529" sldId="353"/>
            <ac:spMk id="2157" creationId="{A394E917-6D85-AE81-FF16-3E0F8E11F8F6}"/>
          </ac:spMkLst>
        </pc:spChg>
        <pc:spChg chg="mod">
          <ac:chgData name="Yılmaz AĞCA" userId="fb01efc0-a7e8-45d9-bd17-60634972c38c" providerId="ADAL" clId="{C8C4AB3B-1E24-52A2-93B9-C31915213F40}" dt="2026-09-21T12:11:14.062" v="20" actId="12"/>
          <ac:spMkLst>
            <pc:docMk/>
            <pc:sldMk cId="2930726529" sldId="353"/>
            <ac:spMk id="2158" creationId="{59462976-3EE3-20EF-B64F-BC2F3F6D1A8A}"/>
          </ac:spMkLst>
        </pc:spChg>
      </pc:sldChg>
      <pc:sldChg chg="modSp mod">
        <pc:chgData name="Yılmaz AĞCA" userId="fb01efc0-a7e8-45d9-bd17-60634972c38c" providerId="ADAL" clId="{C8C4AB3B-1E24-52A2-93B9-C31915213F40}" dt="2026-09-21T12:43:04.268" v="308" actId="20577"/>
        <pc:sldMkLst>
          <pc:docMk/>
          <pc:sldMk cId="3558533499" sldId="370"/>
        </pc:sldMkLst>
        <pc:spChg chg="mod">
          <ac:chgData name="Yılmaz AĞCA" userId="fb01efc0-a7e8-45d9-bd17-60634972c38c" providerId="ADAL" clId="{C8C4AB3B-1E24-52A2-93B9-C31915213F40}" dt="2026-09-21T12:41:49.384" v="261"/>
          <ac:spMkLst>
            <pc:docMk/>
            <pc:sldMk cId="3558533499" sldId="370"/>
            <ac:spMk id="2157" creationId="{7B690D46-9AD4-08E8-2A81-173117303398}"/>
          </ac:spMkLst>
        </pc:spChg>
        <pc:spChg chg="mod">
          <ac:chgData name="Yılmaz AĞCA" userId="fb01efc0-a7e8-45d9-bd17-60634972c38c" providerId="ADAL" clId="{C8C4AB3B-1E24-52A2-93B9-C31915213F40}" dt="2026-09-21T12:43:04.268" v="308" actId="20577"/>
          <ac:spMkLst>
            <pc:docMk/>
            <pc:sldMk cId="3558533499" sldId="370"/>
            <ac:spMk id="2158" creationId="{FCE13DD8-B6B1-026D-7B13-3F7EB24E82B7}"/>
          </ac:spMkLst>
        </pc:spChg>
      </pc:sldChg>
      <pc:sldChg chg="modSp mod">
        <pc:chgData name="Yılmaz AĞCA" userId="fb01efc0-a7e8-45d9-bd17-60634972c38c" providerId="ADAL" clId="{C8C4AB3B-1E24-52A2-93B9-C31915213F40}" dt="2026-09-21T12:44:12.899" v="317"/>
        <pc:sldMkLst>
          <pc:docMk/>
          <pc:sldMk cId="1218927144" sldId="371"/>
        </pc:sldMkLst>
        <pc:spChg chg="mod">
          <ac:chgData name="Yılmaz AĞCA" userId="fb01efc0-a7e8-45d9-bd17-60634972c38c" providerId="ADAL" clId="{C8C4AB3B-1E24-52A2-93B9-C31915213F40}" dt="2026-09-21T12:43:16.407" v="316" actId="20577"/>
          <ac:spMkLst>
            <pc:docMk/>
            <pc:sldMk cId="1218927144" sldId="371"/>
            <ac:spMk id="2157" creationId="{A3851A84-6375-E806-B50A-13DC86A5D9D5}"/>
          </ac:spMkLst>
        </pc:spChg>
        <pc:spChg chg="mod">
          <ac:chgData name="Yılmaz AĞCA" userId="fb01efc0-a7e8-45d9-bd17-60634972c38c" providerId="ADAL" clId="{C8C4AB3B-1E24-52A2-93B9-C31915213F40}" dt="2026-09-21T12:44:12.899" v="317"/>
          <ac:spMkLst>
            <pc:docMk/>
            <pc:sldMk cId="1218927144" sldId="371"/>
            <ac:spMk id="2158" creationId="{7DAC9BA4-45F2-D9E5-2A88-AA3970720EEC}"/>
          </ac:spMkLst>
        </pc:spChg>
      </pc:sldChg>
      <pc:sldChg chg="modSp mod">
        <pc:chgData name="Yılmaz AĞCA" userId="fb01efc0-a7e8-45d9-bd17-60634972c38c" providerId="ADAL" clId="{C8C4AB3B-1E24-52A2-93B9-C31915213F40}" dt="2026-09-21T12:50:32.593" v="458" actId="20577"/>
        <pc:sldMkLst>
          <pc:docMk/>
          <pc:sldMk cId="523677501" sldId="372"/>
        </pc:sldMkLst>
        <pc:spChg chg="mod">
          <ac:chgData name="Yılmaz AĞCA" userId="fb01efc0-a7e8-45d9-bd17-60634972c38c" providerId="ADAL" clId="{C8C4AB3B-1E24-52A2-93B9-C31915213F40}" dt="2026-09-21T12:49:50.871" v="410" actId="20577"/>
          <ac:spMkLst>
            <pc:docMk/>
            <pc:sldMk cId="523677501" sldId="372"/>
            <ac:spMk id="2157" creationId="{0E2746C3-98EB-D056-A69A-13B73FCB1135}"/>
          </ac:spMkLst>
        </pc:spChg>
        <pc:spChg chg="mod">
          <ac:chgData name="Yılmaz AĞCA" userId="fb01efc0-a7e8-45d9-bd17-60634972c38c" providerId="ADAL" clId="{C8C4AB3B-1E24-52A2-93B9-C31915213F40}" dt="2026-09-21T12:50:32.593" v="458" actId="20577"/>
          <ac:spMkLst>
            <pc:docMk/>
            <pc:sldMk cId="523677501" sldId="372"/>
            <ac:spMk id="2158" creationId="{22A671F9-3F5B-6B6C-1715-28CA09BFDC9E}"/>
          </ac:spMkLst>
        </pc:spChg>
      </pc:sldChg>
      <pc:sldChg chg="modSp mod">
        <pc:chgData name="Yılmaz AĞCA" userId="fb01efc0-a7e8-45d9-bd17-60634972c38c" providerId="ADAL" clId="{C8C4AB3B-1E24-52A2-93B9-C31915213F40}" dt="2026-09-21T12:53:29.963" v="461" actId="113"/>
        <pc:sldMkLst>
          <pc:docMk/>
          <pc:sldMk cId="2679416618" sldId="373"/>
        </pc:sldMkLst>
        <pc:spChg chg="mod">
          <ac:chgData name="Yılmaz AĞCA" userId="fb01efc0-a7e8-45d9-bd17-60634972c38c" providerId="ADAL" clId="{C8C4AB3B-1E24-52A2-93B9-C31915213F40}" dt="2026-09-21T12:53:25.862" v="460"/>
          <ac:spMkLst>
            <pc:docMk/>
            <pc:sldMk cId="2679416618" sldId="373"/>
            <ac:spMk id="2157" creationId="{B4AF3ADD-8EF4-72D3-0941-CBDF26A9EBAC}"/>
          </ac:spMkLst>
        </pc:spChg>
        <pc:spChg chg="mod">
          <ac:chgData name="Yılmaz AĞCA" userId="fb01efc0-a7e8-45d9-bd17-60634972c38c" providerId="ADAL" clId="{C8C4AB3B-1E24-52A2-93B9-C31915213F40}" dt="2026-09-21T12:53:29.963" v="461" actId="113"/>
          <ac:spMkLst>
            <pc:docMk/>
            <pc:sldMk cId="2679416618" sldId="373"/>
            <ac:spMk id="2158" creationId="{9DFCBBA3-8114-4D19-749F-5F3FA4A7FA72}"/>
          </ac:spMkLst>
        </pc:spChg>
      </pc:sldChg>
      <pc:sldChg chg="modSp mod">
        <pc:chgData name="Yılmaz AĞCA" userId="fb01efc0-a7e8-45d9-bd17-60634972c38c" providerId="ADAL" clId="{C8C4AB3B-1E24-52A2-93B9-C31915213F40}" dt="2026-09-21T12:56:28.499" v="486" actId="20577"/>
        <pc:sldMkLst>
          <pc:docMk/>
          <pc:sldMk cId="336132156" sldId="374"/>
        </pc:sldMkLst>
        <pc:spChg chg="mod">
          <ac:chgData name="Yılmaz AĞCA" userId="fb01efc0-a7e8-45d9-bd17-60634972c38c" providerId="ADAL" clId="{C8C4AB3B-1E24-52A2-93B9-C31915213F40}" dt="2026-09-21T12:56:02.860" v="483"/>
          <ac:spMkLst>
            <pc:docMk/>
            <pc:sldMk cId="336132156" sldId="374"/>
            <ac:spMk id="2157" creationId="{10CF665A-6131-4680-51A2-2AFAD7BC0409}"/>
          </ac:spMkLst>
        </pc:spChg>
        <pc:spChg chg="mod">
          <ac:chgData name="Yılmaz AĞCA" userId="fb01efc0-a7e8-45d9-bd17-60634972c38c" providerId="ADAL" clId="{C8C4AB3B-1E24-52A2-93B9-C31915213F40}" dt="2026-09-21T12:56:28.499" v="486" actId="20577"/>
          <ac:spMkLst>
            <pc:docMk/>
            <pc:sldMk cId="336132156" sldId="374"/>
            <ac:spMk id="2158" creationId="{17BBF18C-C739-3930-0065-FE7A5F723A9B}"/>
          </ac:spMkLst>
        </pc:spChg>
      </pc:sldChg>
      <pc:sldChg chg="modSp mod">
        <pc:chgData name="Yılmaz AĞCA" userId="fb01efc0-a7e8-45d9-bd17-60634972c38c" providerId="ADAL" clId="{C8C4AB3B-1E24-52A2-93B9-C31915213F40}" dt="2026-09-21T13:03:13.657" v="525" actId="12"/>
        <pc:sldMkLst>
          <pc:docMk/>
          <pc:sldMk cId="782488989" sldId="375"/>
        </pc:sldMkLst>
        <pc:spChg chg="mod">
          <ac:chgData name="Yılmaz AĞCA" userId="fb01efc0-a7e8-45d9-bd17-60634972c38c" providerId="ADAL" clId="{C8C4AB3B-1E24-52A2-93B9-C31915213F40}" dt="2026-09-21T13:03:02.445" v="523" actId="20577"/>
          <ac:spMkLst>
            <pc:docMk/>
            <pc:sldMk cId="782488989" sldId="375"/>
            <ac:spMk id="2157" creationId="{99316751-D027-3D26-2703-98EB75D937F0}"/>
          </ac:spMkLst>
        </pc:spChg>
        <pc:spChg chg="mod">
          <ac:chgData name="Yılmaz AĞCA" userId="fb01efc0-a7e8-45d9-bd17-60634972c38c" providerId="ADAL" clId="{C8C4AB3B-1E24-52A2-93B9-C31915213F40}" dt="2026-09-21T13:03:13.657" v="525" actId="12"/>
          <ac:spMkLst>
            <pc:docMk/>
            <pc:sldMk cId="782488989" sldId="375"/>
            <ac:spMk id="2158" creationId="{1BADBE4C-C2E8-DAFE-C744-6B09D7CF8FCE}"/>
          </ac:spMkLst>
        </pc:spChg>
      </pc:sldChg>
      <pc:sldChg chg="del">
        <pc:chgData name="Yılmaz AĞCA" userId="fb01efc0-a7e8-45d9-bd17-60634972c38c" providerId="ADAL" clId="{C8C4AB3B-1E24-52A2-93B9-C31915213F40}" dt="2026-09-21T13:04:13.311" v="526" actId="2696"/>
        <pc:sldMkLst>
          <pc:docMk/>
          <pc:sldMk cId="3829259186" sldId="376"/>
        </pc:sldMkLst>
      </pc:sldChg>
      <pc:sldChg chg="del">
        <pc:chgData name="Yılmaz AĞCA" userId="fb01efc0-a7e8-45d9-bd17-60634972c38c" providerId="ADAL" clId="{C8C4AB3B-1E24-52A2-93B9-C31915213F40}" dt="2026-09-21T13:04:13.311" v="526" actId="2696"/>
        <pc:sldMkLst>
          <pc:docMk/>
          <pc:sldMk cId="930178689" sldId="377"/>
        </pc:sldMkLst>
      </pc:sldChg>
      <pc:sldChg chg="del">
        <pc:chgData name="Yılmaz AĞCA" userId="fb01efc0-a7e8-45d9-bd17-60634972c38c" providerId="ADAL" clId="{C8C4AB3B-1E24-52A2-93B9-C31915213F40}" dt="2026-09-21T13:04:13.311" v="526" actId="2696"/>
        <pc:sldMkLst>
          <pc:docMk/>
          <pc:sldMk cId="2122037679" sldId="378"/>
        </pc:sldMkLst>
      </pc:sldChg>
      <pc:sldChg chg="del">
        <pc:chgData name="Yılmaz AĞCA" userId="fb01efc0-a7e8-45d9-bd17-60634972c38c" providerId="ADAL" clId="{C8C4AB3B-1E24-52A2-93B9-C31915213F40}" dt="2026-09-21T13:04:13.311" v="526" actId="2696"/>
        <pc:sldMkLst>
          <pc:docMk/>
          <pc:sldMk cId="1376178499" sldId="379"/>
        </pc:sldMkLst>
      </pc:sldChg>
      <pc:sldChg chg="del">
        <pc:chgData name="Yılmaz AĞCA" userId="fb01efc0-a7e8-45d9-bd17-60634972c38c" providerId="ADAL" clId="{C8C4AB3B-1E24-52A2-93B9-C31915213F40}" dt="2026-09-21T13:04:13.311" v="526" actId="2696"/>
        <pc:sldMkLst>
          <pc:docMk/>
          <pc:sldMk cId="3584888895" sldId="380"/>
        </pc:sldMkLst>
      </pc:sldChg>
      <pc:sldChg chg="del">
        <pc:chgData name="Yılmaz AĞCA" userId="fb01efc0-a7e8-45d9-bd17-60634972c38c" providerId="ADAL" clId="{C8C4AB3B-1E24-52A2-93B9-C31915213F40}" dt="2026-09-21T13:04:13.311" v="526" actId="2696"/>
        <pc:sldMkLst>
          <pc:docMk/>
          <pc:sldMk cId="1122252248" sldId="381"/>
        </pc:sldMkLst>
      </pc:sldChg>
      <pc:sldChg chg="del">
        <pc:chgData name="Yılmaz AĞCA" userId="fb01efc0-a7e8-45d9-bd17-60634972c38c" providerId="ADAL" clId="{C8C4AB3B-1E24-52A2-93B9-C31915213F40}" dt="2026-09-21T13:04:13.311" v="526" actId="2696"/>
        <pc:sldMkLst>
          <pc:docMk/>
          <pc:sldMk cId="3401591504" sldId="382"/>
        </pc:sldMkLst>
      </pc:sldChg>
      <pc:sldChg chg="del">
        <pc:chgData name="Yılmaz AĞCA" userId="fb01efc0-a7e8-45d9-bd17-60634972c38c" providerId="ADAL" clId="{C8C4AB3B-1E24-52A2-93B9-C31915213F40}" dt="2026-09-21T13:04:13.311" v="526" actId="2696"/>
        <pc:sldMkLst>
          <pc:docMk/>
          <pc:sldMk cId="3342196902" sldId="383"/>
        </pc:sldMkLst>
      </pc:sldChg>
      <pc:sldChg chg="del">
        <pc:chgData name="Yılmaz AĞCA" userId="fb01efc0-a7e8-45d9-bd17-60634972c38c" providerId="ADAL" clId="{C8C4AB3B-1E24-52A2-93B9-C31915213F40}" dt="2026-09-21T13:04:13.311" v="526" actId="2696"/>
        <pc:sldMkLst>
          <pc:docMk/>
          <pc:sldMk cId="2827882930" sldId="384"/>
        </pc:sldMkLst>
      </pc:sldChg>
      <pc:sldChg chg="del">
        <pc:chgData name="Yılmaz AĞCA" userId="fb01efc0-a7e8-45d9-bd17-60634972c38c" providerId="ADAL" clId="{C8C4AB3B-1E24-52A2-93B9-C31915213F40}" dt="2026-09-21T13:04:13.311" v="526" actId="2696"/>
        <pc:sldMkLst>
          <pc:docMk/>
          <pc:sldMk cId="4185343825" sldId="385"/>
        </pc:sldMkLst>
      </pc:sldChg>
      <pc:sldChg chg="del">
        <pc:chgData name="Yılmaz AĞCA" userId="fb01efc0-a7e8-45d9-bd17-60634972c38c" providerId="ADAL" clId="{C8C4AB3B-1E24-52A2-93B9-C31915213F40}" dt="2026-09-21T13:04:13.311" v="526" actId="2696"/>
        <pc:sldMkLst>
          <pc:docMk/>
          <pc:sldMk cId="666062993" sldId="386"/>
        </pc:sldMkLst>
      </pc:sldChg>
      <pc:sldChg chg="del">
        <pc:chgData name="Yılmaz AĞCA" userId="fb01efc0-a7e8-45d9-bd17-60634972c38c" providerId="ADAL" clId="{C8C4AB3B-1E24-52A2-93B9-C31915213F40}" dt="2026-09-21T13:04:13.311" v="526" actId="2696"/>
        <pc:sldMkLst>
          <pc:docMk/>
          <pc:sldMk cId="2823556384" sldId="387"/>
        </pc:sldMkLst>
      </pc:sldChg>
      <pc:sldChg chg="del">
        <pc:chgData name="Yılmaz AĞCA" userId="fb01efc0-a7e8-45d9-bd17-60634972c38c" providerId="ADAL" clId="{C8C4AB3B-1E24-52A2-93B9-C31915213F40}" dt="2026-09-21T13:04:13.311" v="526" actId="2696"/>
        <pc:sldMkLst>
          <pc:docMk/>
          <pc:sldMk cId="761075304" sldId="388"/>
        </pc:sldMkLst>
      </pc:sldChg>
      <pc:sldChg chg="del">
        <pc:chgData name="Yılmaz AĞCA" userId="fb01efc0-a7e8-45d9-bd17-60634972c38c" providerId="ADAL" clId="{C8C4AB3B-1E24-52A2-93B9-C31915213F40}" dt="2026-09-21T13:04:13.311" v="526" actId="2696"/>
        <pc:sldMkLst>
          <pc:docMk/>
          <pc:sldMk cId="1274441447" sldId="389"/>
        </pc:sldMkLst>
      </pc:sldChg>
      <pc:sldChg chg="del">
        <pc:chgData name="Yılmaz AĞCA" userId="fb01efc0-a7e8-45d9-bd17-60634972c38c" providerId="ADAL" clId="{C8C4AB3B-1E24-52A2-93B9-C31915213F40}" dt="2026-09-21T13:04:13.311" v="526" actId="2696"/>
        <pc:sldMkLst>
          <pc:docMk/>
          <pc:sldMk cId="276147784" sldId="390"/>
        </pc:sldMkLst>
      </pc:sldChg>
      <pc:sldChg chg="del">
        <pc:chgData name="Yılmaz AĞCA" userId="fb01efc0-a7e8-45d9-bd17-60634972c38c" providerId="ADAL" clId="{C8C4AB3B-1E24-52A2-93B9-C31915213F40}" dt="2026-09-21T13:04:13.311" v="526" actId="2696"/>
        <pc:sldMkLst>
          <pc:docMk/>
          <pc:sldMk cId="3455844342" sldId="391"/>
        </pc:sldMkLst>
      </pc:sldChg>
      <pc:sldChg chg="del">
        <pc:chgData name="Yılmaz AĞCA" userId="fb01efc0-a7e8-45d9-bd17-60634972c38c" providerId="ADAL" clId="{C8C4AB3B-1E24-52A2-93B9-C31915213F40}" dt="2026-09-21T13:04:13.311" v="526" actId="2696"/>
        <pc:sldMkLst>
          <pc:docMk/>
          <pc:sldMk cId="2432362405" sldId="392"/>
        </pc:sldMkLst>
      </pc:sldChg>
      <pc:sldChg chg="del">
        <pc:chgData name="Yılmaz AĞCA" userId="fb01efc0-a7e8-45d9-bd17-60634972c38c" providerId="ADAL" clId="{C8C4AB3B-1E24-52A2-93B9-C31915213F40}" dt="2026-09-21T13:04:13.311" v="526" actId="2696"/>
        <pc:sldMkLst>
          <pc:docMk/>
          <pc:sldMk cId="98220259" sldId="393"/>
        </pc:sldMkLst>
      </pc:sldChg>
      <pc:sldChg chg="del">
        <pc:chgData name="Yılmaz AĞCA" userId="fb01efc0-a7e8-45d9-bd17-60634972c38c" providerId="ADAL" clId="{C8C4AB3B-1E24-52A2-93B9-C31915213F40}" dt="2026-09-21T13:04:13.311" v="526" actId="2696"/>
        <pc:sldMkLst>
          <pc:docMk/>
          <pc:sldMk cId="3895115055" sldId="394"/>
        </pc:sldMkLst>
      </pc:sldChg>
      <pc:sldChg chg="del">
        <pc:chgData name="Yılmaz AĞCA" userId="fb01efc0-a7e8-45d9-bd17-60634972c38c" providerId="ADAL" clId="{C8C4AB3B-1E24-52A2-93B9-C31915213F40}" dt="2026-09-21T13:04:13.311" v="526" actId="2696"/>
        <pc:sldMkLst>
          <pc:docMk/>
          <pc:sldMk cId="1298415764" sldId="395"/>
        </pc:sldMkLst>
      </pc:sldChg>
      <pc:sldChg chg="del">
        <pc:chgData name="Yılmaz AĞCA" userId="fb01efc0-a7e8-45d9-bd17-60634972c38c" providerId="ADAL" clId="{C8C4AB3B-1E24-52A2-93B9-C31915213F40}" dt="2026-09-21T13:04:13.311" v="526" actId="2696"/>
        <pc:sldMkLst>
          <pc:docMk/>
          <pc:sldMk cId="2941307132" sldId="396"/>
        </pc:sldMkLst>
      </pc:sldChg>
      <pc:sldChg chg="del">
        <pc:chgData name="Yılmaz AĞCA" userId="fb01efc0-a7e8-45d9-bd17-60634972c38c" providerId="ADAL" clId="{C8C4AB3B-1E24-52A2-93B9-C31915213F40}" dt="2026-09-21T13:04:13.311" v="526" actId="2696"/>
        <pc:sldMkLst>
          <pc:docMk/>
          <pc:sldMk cId="3898521847" sldId="397"/>
        </pc:sldMkLst>
      </pc:sldChg>
      <pc:sldChg chg="del">
        <pc:chgData name="Yılmaz AĞCA" userId="fb01efc0-a7e8-45d9-bd17-60634972c38c" providerId="ADAL" clId="{C8C4AB3B-1E24-52A2-93B9-C31915213F40}" dt="2026-09-21T13:04:13.311" v="526" actId="2696"/>
        <pc:sldMkLst>
          <pc:docMk/>
          <pc:sldMk cId="2024868182" sldId="398"/>
        </pc:sldMkLst>
      </pc:sldChg>
      <pc:sldChg chg="ord">
        <pc:chgData name="Yılmaz AĞCA" userId="fb01efc0-a7e8-45d9-bd17-60634972c38c" providerId="ADAL" clId="{C8C4AB3B-1E24-52A2-93B9-C31915213F40}" dt="2026-09-21T12:38:22.741" v="208" actId="20578"/>
        <pc:sldMkLst>
          <pc:docMk/>
          <pc:sldMk cId="1393234757" sldId="399"/>
        </pc:sldMkLst>
      </pc:sldChg>
      <pc:sldChg chg="delSp modSp add del mod">
        <pc:chgData name="Yılmaz AĞCA" userId="fb01efc0-a7e8-45d9-bd17-60634972c38c" providerId="ADAL" clId="{C8C4AB3B-1E24-52A2-93B9-C31915213F40}" dt="2026-09-21T12:37:53.144" v="179" actId="2696"/>
        <pc:sldMkLst>
          <pc:docMk/>
          <pc:sldMk cId="372797639" sldId="400"/>
        </pc:sldMkLst>
        <pc:spChg chg="del mod">
          <ac:chgData name="Yılmaz AĞCA" userId="fb01efc0-a7e8-45d9-bd17-60634972c38c" providerId="ADAL" clId="{C8C4AB3B-1E24-52A2-93B9-C31915213F40}" dt="2026-09-21T12:13:40.163" v="31" actId="478"/>
          <ac:spMkLst>
            <pc:docMk/>
            <pc:sldMk cId="372797639" sldId="400"/>
            <ac:spMk id="2158" creationId="{EC39C961-1EC1-170C-B700-85E2BB9E455D}"/>
          </ac:spMkLst>
        </pc:spChg>
      </pc:sldChg>
      <pc:sldChg chg="modSp add mod ord">
        <pc:chgData name="Yılmaz AĞCA" userId="fb01efc0-a7e8-45d9-bd17-60634972c38c" providerId="ADAL" clId="{C8C4AB3B-1E24-52A2-93B9-C31915213F40}" dt="2026-09-21T12:28:15.819" v="105"/>
        <pc:sldMkLst>
          <pc:docMk/>
          <pc:sldMk cId="363922034" sldId="401"/>
        </pc:sldMkLst>
        <pc:spChg chg="mod">
          <ac:chgData name="Yılmaz AĞCA" userId="fb01efc0-a7e8-45d9-bd17-60634972c38c" providerId="ADAL" clId="{C8C4AB3B-1E24-52A2-93B9-C31915213F40}" dt="2026-09-21T12:28:15.819" v="105"/>
          <ac:spMkLst>
            <pc:docMk/>
            <pc:sldMk cId="363922034" sldId="401"/>
            <ac:spMk id="2157" creationId="{014CF72E-277A-9AA1-6E3E-00D884E4520D}"/>
          </ac:spMkLst>
        </pc:spChg>
        <pc:spChg chg="mod">
          <ac:chgData name="Yılmaz AĞCA" userId="fb01efc0-a7e8-45d9-bd17-60634972c38c" providerId="ADAL" clId="{C8C4AB3B-1E24-52A2-93B9-C31915213F40}" dt="2026-09-21T12:27:01.906" v="103"/>
          <ac:spMkLst>
            <pc:docMk/>
            <pc:sldMk cId="363922034" sldId="401"/>
            <ac:spMk id="2158" creationId="{5FBF60D8-8CAD-2608-E800-BCE97DF71DFB}"/>
          </ac:spMkLst>
        </pc:spChg>
      </pc:sldChg>
      <pc:sldChg chg="modSp add ord">
        <pc:chgData name="Yılmaz AĞCA" userId="fb01efc0-a7e8-45d9-bd17-60634972c38c" providerId="ADAL" clId="{C8C4AB3B-1E24-52A2-93B9-C31915213F40}" dt="2026-09-21T12:29:23.382" v="111"/>
        <pc:sldMkLst>
          <pc:docMk/>
          <pc:sldMk cId="2183814372" sldId="402"/>
        </pc:sldMkLst>
        <pc:spChg chg="mod">
          <ac:chgData name="Yılmaz AĞCA" userId="fb01efc0-a7e8-45d9-bd17-60634972c38c" providerId="ADAL" clId="{C8C4AB3B-1E24-52A2-93B9-C31915213F40}" dt="2026-09-21T12:28:45.858" v="107"/>
          <ac:spMkLst>
            <pc:docMk/>
            <pc:sldMk cId="2183814372" sldId="402"/>
            <ac:spMk id="2157" creationId="{97A753F7-7F8D-C898-1C1E-E116C3CF1FD7}"/>
          </ac:spMkLst>
        </pc:spChg>
        <pc:spChg chg="mod">
          <ac:chgData name="Yılmaz AĞCA" userId="fb01efc0-a7e8-45d9-bd17-60634972c38c" providerId="ADAL" clId="{C8C4AB3B-1E24-52A2-93B9-C31915213F40}" dt="2026-09-21T12:29:23.382" v="111"/>
          <ac:spMkLst>
            <pc:docMk/>
            <pc:sldMk cId="2183814372" sldId="402"/>
            <ac:spMk id="2158" creationId="{A5114B84-6FB5-A0E4-E9FC-67F4EC673F61}"/>
          </ac:spMkLst>
        </pc:spChg>
      </pc:sldChg>
      <pc:sldChg chg="modSp add mod ord">
        <pc:chgData name="Yılmaz AĞCA" userId="fb01efc0-a7e8-45d9-bd17-60634972c38c" providerId="ADAL" clId="{C8C4AB3B-1E24-52A2-93B9-C31915213F40}" dt="2026-09-21T12:32:53.274" v="136" actId="403"/>
        <pc:sldMkLst>
          <pc:docMk/>
          <pc:sldMk cId="3544446953" sldId="403"/>
        </pc:sldMkLst>
        <pc:spChg chg="mod">
          <ac:chgData name="Yılmaz AĞCA" userId="fb01efc0-a7e8-45d9-bd17-60634972c38c" providerId="ADAL" clId="{C8C4AB3B-1E24-52A2-93B9-C31915213F40}" dt="2026-09-21T12:28:21.448" v="106"/>
          <ac:spMkLst>
            <pc:docMk/>
            <pc:sldMk cId="3544446953" sldId="403"/>
            <ac:spMk id="5" creationId="{1377E23C-4F2F-4BBF-6F59-3A2289163081}"/>
          </ac:spMkLst>
        </pc:spChg>
        <pc:spChg chg="mod">
          <ac:chgData name="Yılmaz AĞCA" userId="fb01efc0-a7e8-45d9-bd17-60634972c38c" providerId="ADAL" clId="{C8C4AB3B-1E24-52A2-93B9-C31915213F40}" dt="2026-09-21T12:32:53.274" v="136" actId="403"/>
          <ac:spMkLst>
            <pc:docMk/>
            <pc:sldMk cId="3544446953" sldId="403"/>
            <ac:spMk id="7" creationId="{9086B7CD-B45D-EE57-9286-42990C5D8F70}"/>
          </ac:spMkLst>
        </pc:spChg>
      </pc:sldChg>
      <pc:sldChg chg="modSp add mod">
        <pc:chgData name="Yılmaz AĞCA" userId="fb01efc0-a7e8-45d9-bd17-60634972c38c" providerId="ADAL" clId="{C8C4AB3B-1E24-52A2-93B9-C31915213F40}" dt="2026-09-21T12:32:46.668" v="134" actId="404"/>
        <pc:sldMkLst>
          <pc:docMk/>
          <pc:sldMk cId="3654522156" sldId="404"/>
        </pc:sldMkLst>
        <pc:spChg chg="mod">
          <ac:chgData name="Yılmaz AĞCA" userId="fb01efc0-a7e8-45d9-bd17-60634972c38c" providerId="ADAL" clId="{C8C4AB3B-1E24-52A2-93B9-C31915213F40}" dt="2026-09-21T12:28:55.260" v="109"/>
          <ac:spMkLst>
            <pc:docMk/>
            <pc:sldMk cId="3654522156" sldId="404"/>
            <ac:spMk id="5" creationId="{9CA05AAD-534E-5834-85E8-EB624544C77F}"/>
          </ac:spMkLst>
        </pc:spChg>
        <pc:spChg chg="mod">
          <ac:chgData name="Yılmaz AĞCA" userId="fb01efc0-a7e8-45d9-bd17-60634972c38c" providerId="ADAL" clId="{C8C4AB3B-1E24-52A2-93B9-C31915213F40}" dt="2026-09-21T12:32:46.668" v="134" actId="404"/>
          <ac:spMkLst>
            <pc:docMk/>
            <pc:sldMk cId="3654522156" sldId="404"/>
            <ac:spMk id="7" creationId="{97EA9D80-2367-6734-DE3B-2A32C82A1F08}"/>
          </ac:spMkLst>
        </pc:spChg>
      </pc:sldChg>
      <pc:sldChg chg="modSp add mod">
        <pc:chgData name="Yılmaz AĞCA" userId="fb01efc0-a7e8-45d9-bd17-60634972c38c" providerId="ADAL" clId="{C8C4AB3B-1E24-52A2-93B9-C31915213F40}" dt="2026-09-21T12:32:39.024" v="129" actId="403"/>
        <pc:sldMkLst>
          <pc:docMk/>
          <pc:sldMk cId="521885632" sldId="405"/>
        </pc:sldMkLst>
        <pc:spChg chg="mod">
          <ac:chgData name="Yılmaz AĞCA" userId="fb01efc0-a7e8-45d9-bd17-60634972c38c" providerId="ADAL" clId="{C8C4AB3B-1E24-52A2-93B9-C31915213F40}" dt="2026-09-21T12:32:39.024" v="129" actId="403"/>
          <ac:spMkLst>
            <pc:docMk/>
            <pc:sldMk cId="521885632" sldId="405"/>
            <ac:spMk id="7" creationId="{B58A3C6F-87E5-A783-1A5B-EC963DD2A24E}"/>
          </ac:spMkLst>
        </pc:spChg>
      </pc:sldChg>
      <pc:sldChg chg="modSp add mod ord">
        <pc:chgData name="Yılmaz AĞCA" userId="fb01efc0-a7e8-45d9-bd17-60634972c38c" providerId="ADAL" clId="{C8C4AB3B-1E24-52A2-93B9-C31915213F40}" dt="2026-09-21T12:31:33.769" v="124" actId="20577"/>
        <pc:sldMkLst>
          <pc:docMk/>
          <pc:sldMk cId="3738611575" sldId="406"/>
        </pc:sldMkLst>
        <pc:spChg chg="mod">
          <ac:chgData name="Yılmaz AĞCA" userId="fb01efc0-a7e8-45d9-bd17-60634972c38c" providerId="ADAL" clId="{C8C4AB3B-1E24-52A2-93B9-C31915213F40}" dt="2026-09-21T12:31:33.769" v="124" actId="20577"/>
          <ac:spMkLst>
            <pc:docMk/>
            <pc:sldMk cId="3738611575" sldId="406"/>
            <ac:spMk id="2158" creationId="{EC304704-4353-7ACE-AF5E-E33B2EE316A8}"/>
          </ac:spMkLst>
        </pc:spChg>
      </pc:sldChg>
      <pc:sldChg chg="modSp add mod ord">
        <pc:chgData name="Yılmaz AĞCA" userId="fb01efc0-a7e8-45d9-bd17-60634972c38c" providerId="ADAL" clId="{C8C4AB3B-1E24-52A2-93B9-C31915213F40}" dt="2026-09-21T12:35:53.052" v="161" actId="403"/>
        <pc:sldMkLst>
          <pc:docMk/>
          <pc:sldMk cId="3241923764" sldId="407"/>
        </pc:sldMkLst>
        <pc:spChg chg="mod">
          <ac:chgData name="Yılmaz AĞCA" userId="fb01efc0-a7e8-45d9-bd17-60634972c38c" providerId="ADAL" clId="{C8C4AB3B-1E24-52A2-93B9-C31915213F40}" dt="2026-09-21T12:33:39.862" v="139"/>
          <ac:spMkLst>
            <pc:docMk/>
            <pc:sldMk cId="3241923764" sldId="407"/>
            <ac:spMk id="2157" creationId="{1C993042-4C38-25CE-80FE-016633635470}"/>
          </ac:spMkLst>
        </pc:spChg>
        <pc:spChg chg="mod">
          <ac:chgData name="Yılmaz AĞCA" userId="fb01efc0-a7e8-45d9-bd17-60634972c38c" providerId="ADAL" clId="{C8C4AB3B-1E24-52A2-93B9-C31915213F40}" dt="2026-09-21T12:35:53.052" v="161" actId="403"/>
          <ac:spMkLst>
            <pc:docMk/>
            <pc:sldMk cId="3241923764" sldId="407"/>
            <ac:spMk id="2158" creationId="{90D98450-F411-61CF-4C73-10CEC3F8FEAB}"/>
          </ac:spMkLst>
        </pc:spChg>
      </pc:sldChg>
      <pc:sldChg chg="modSp add mod">
        <pc:chgData name="Yılmaz AĞCA" userId="fb01efc0-a7e8-45d9-bd17-60634972c38c" providerId="ADAL" clId="{C8C4AB3B-1E24-52A2-93B9-C31915213F40}" dt="2026-09-21T12:35:46.901" v="160" actId="404"/>
        <pc:sldMkLst>
          <pc:docMk/>
          <pc:sldMk cId="3682420559" sldId="408"/>
        </pc:sldMkLst>
        <pc:spChg chg="mod">
          <ac:chgData name="Yılmaz AĞCA" userId="fb01efc0-a7e8-45d9-bd17-60634972c38c" providerId="ADAL" clId="{C8C4AB3B-1E24-52A2-93B9-C31915213F40}" dt="2026-09-21T12:35:13.400" v="153" actId="20577"/>
          <ac:spMkLst>
            <pc:docMk/>
            <pc:sldMk cId="3682420559" sldId="408"/>
            <ac:spMk id="2157" creationId="{64903705-2583-0000-EF98-4D3C2C3AEB70}"/>
          </ac:spMkLst>
        </pc:spChg>
        <pc:spChg chg="mod">
          <ac:chgData name="Yılmaz AĞCA" userId="fb01efc0-a7e8-45d9-bd17-60634972c38c" providerId="ADAL" clId="{C8C4AB3B-1E24-52A2-93B9-C31915213F40}" dt="2026-09-21T12:35:46.901" v="160" actId="404"/>
          <ac:spMkLst>
            <pc:docMk/>
            <pc:sldMk cId="3682420559" sldId="408"/>
            <ac:spMk id="2158" creationId="{B3D9A1A5-6F4D-7150-3A8D-820B97C61A3B}"/>
          </ac:spMkLst>
        </pc:spChg>
      </pc:sldChg>
      <pc:sldChg chg="modSp add mod">
        <pc:chgData name="Yılmaz AĞCA" userId="fb01efc0-a7e8-45d9-bd17-60634972c38c" providerId="ADAL" clId="{C8C4AB3B-1E24-52A2-93B9-C31915213F40}" dt="2026-09-21T12:36:52.389" v="177" actId="20577"/>
        <pc:sldMkLst>
          <pc:docMk/>
          <pc:sldMk cId="3603837875" sldId="409"/>
        </pc:sldMkLst>
        <pc:spChg chg="mod">
          <ac:chgData name="Yılmaz AĞCA" userId="fb01efc0-a7e8-45d9-bd17-60634972c38c" providerId="ADAL" clId="{C8C4AB3B-1E24-52A2-93B9-C31915213F40}" dt="2026-09-21T12:36:22.262" v="169" actId="12"/>
          <ac:spMkLst>
            <pc:docMk/>
            <pc:sldMk cId="3603837875" sldId="409"/>
            <ac:spMk id="2157" creationId="{E1C5BF32-ECB1-7888-531E-1275898BC3BE}"/>
          </ac:spMkLst>
        </pc:spChg>
        <pc:spChg chg="mod">
          <ac:chgData name="Yılmaz AĞCA" userId="fb01efc0-a7e8-45d9-bd17-60634972c38c" providerId="ADAL" clId="{C8C4AB3B-1E24-52A2-93B9-C31915213F40}" dt="2026-09-21T12:36:52.389" v="177" actId="20577"/>
          <ac:spMkLst>
            <pc:docMk/>
            <pc:sldMk cId="3603837875" sldId="409"/>
            <ac:spMk id="2158" creationId="{1AFC963D-67E4-DDEB-1E32-5DF286ADDE67}"/>
          </ac:spMkLst>
        </pc:spChg>
      </pc:sldChg>
      <pc:sldChg chg="modSp add mod">
        <pc:chgData name="Yılmaz AĞCA" userId="fb01efc0-a7e8-45d9-bd17-60634972c38c" providerId="ADAL" clId="{C8C4AB3B-1E24-52A2-93B9-C31915213F40}" dt="2026-09-21T12:38:11.422" v="206" actId="20577"/>
        <pc:sldMkLst>
          <pc:docMk/>
          <pc:sldMk cId="691649817" sldId="410"/>
        </pc:sldMkLst>
        <pc:spChg chg="mod">
          <ac:chgData name="Yılmaz AĞCA" userId="fb01efc0-a7e8-45d9-bd17-60634972c38c" providerId="ADAL" clId="{C8C4AB3B-1E24-52A2-93B9-C31915213F40}" dt="2026-09-21T12:38:04.146" v="189" actId="20577"/>
          <ac:spMkLst>
            <pc:docMk/>
            <pc:sldMk cId="691649817" sldId="410"/>
            <ac:spMk id="1914" creationId="{CC6D10E2-78DF-E7E7-3DE8-5737F6B94F05}"/>
          </ac:spMkLst>
        </pc:spChg>
        <pc:spChg chg="mod">
          <ac:chgData name="Yılmaz AĞCA" userId="fb01efc0-a7e8-45d9-bd17-60634972c38c" providerId="ADAL" clId="{C8C4AB3B-1E24-52A2-93B9-C31915213F40}" dt="2026-09-21T12:38:11.422" v="206" actId="20577"/>
          <ac:spMkLst>
            <pc:docMk/>
            <pc:sldMk cId="691649817" sldId="410"/>
            <ac:spMk id="1915" creationId="{A953752D-E90D-9BCA-5A75-1D68E059DE8F}"/>
          </ac:spMkLst>
        </pc:spChg>
      </pc:sldChg>
      <pc:sldChg chg="modSp add mod ord">
        <pc:chgData name="Yılmaz AĞCA" userId="fb01efc0-a7e8-45d9-bd17-60634972c38c" providerId="ADAL" clId="{C8C4AB3B-1E24-52A2-93B9-C31915213F40}" dt="2026-09-21T12:39:21.816" v="225" actId="20577"/>
        <pc:sldMkLst>
          <pc:docMk/>
          <pc:sldMk cId="209421619" sldId="411"/>
        </pc:sldMkLst>
        <pc:spChg chg="mod">
          <ac:chgData name="Yılmaz AĞCA" userId="fb01efc0-a7e8-45d9-bd17-60634972c38c" providerId="ADAL" clId="{C8C4AB3B-1E24-52A2-93B9-C31915213F40}" dt="2026-09-21T12:39:21.816" v="225" actId="20577"/>
          <ac:spMkLst>
            <pc:docMk/>
            <pc:sldMk cId="209421619" sldId="411"/>
            <ac:spMk id="2157" creationId="{C0659FBE-FF1B-7448-A882-72F2CE4B1617}"/>
          </ac:spMkLst>
        </pc:spChg>
        <pc:spChg chg="mod">
          <ac:chgData name="Yılmaz AĞCA" userId="fb01efc0-a7e8-45d9-bd17-60634972c38c" providerId="ADAL" clId="{C8C4AB3B-1E24-52A2-93B9-C31915213F40}" dt="2026-09-21T12:39:09.412" v="213" actId="20577"/>
          <ac:spMkLst>
            <pc:docMk/>
            <pc:sldMk cId="209421619" sldId="411"/>
            <ac:spMk id="2158" creationId="{AE407283-27B5-5748-FC78-142F7298D6DD}"/>
          </ac:spMkLst>
        </pc:spChg>
      </pc:sldChg>
      <pc:sldChg chg="modSp add mod">
        <pc:chgData name="Yılmaz AĞCA" userId="fb01efc0-a7e8-45d9-bd17-60634972c38c" providerId="ADAL" clId="{C8C4AB3B-1E24-52A2-93B9-C31915213F40}" dt="2026-09-21T12:45:01.930" v="326"/>
        <pc:sldMkLst>
          <pc:docMk/>
          <pc:sldMk cId="2984541422" sldId="412"/>
        </pc:sldMkLst>
        <pc:spChg chg="mod">
          <ac:chgData name="Yılmaz AĞCA" userId="fb01efc0-a7e8-45d9-bd17-60634972c38c" providerId="ADAL" clId="{C8C4AB3B-1E24-52A2-93B9-C31915213F40}" dt="2026-09-21T12:44:33.025" v="325" actId="20577"/>
          <ac:spMkLst>
            <pc:docMk/>
            <pc:sldMk cId="2984541422" sldId="412"/>
            <ac:spMk id="2157" creationId="{4772131C-D27A-0276-5CCD-3FB20580ECD2}"/>
          </ac:spMkLst>
        </pc:spChg>
        <pc:spChg chg="mod">
          <ac:chgData name="Yılmaz AĞCA" userId="fb01efc0-a7e8-45d9-bd17-60634972c38c" providerId="ADAL" clId="{C8C4AB3B-1E24-52A2-93B9-C31915213F40}" dt="2026-09-21T12:45:01.930" v="326"/>
          <ac:spMkLst>
            <pc:docMk/>
            <pc:sldMk cId="2984541422" sldId="412"/>
            <ac:spMk id="2158" creationId="{CC793672-B18C-364A-F7F0-9506B4E2295C}"/>
          </ac:spMkLst>
        </pc:spChg>
      </pc:sldChg>
      <pc:sldChg chg="addSp delSp modSp add mod">
        <pc:chgData name="Yılmaz AĞCA" userId="fb01efc0-a7e8-45d9-bd17-60634972c38c" providerId="ADAL" clId="{C8C4AB3B-1E24-52A2-93B9-C31915213F40}" dt="2026-09-21T12:47:04.643" v="382" actId="6549"/>
        <pc:sldMkLst>
          <pc:docMk/>
          <pc:sldMk cId="3070657977" sldId="413"/>
        </pc:sldMkLst>
        <pc:spChg chg="mod">
          <ac:chgData name="Yılmaz AĞCA" userId="fb01efc0-a7e8-45d9-bd17-60634972c38c" providerId="ADAL" clId="{C8C4AB3B-1E24-52A2-93B9-C31915213F40}" dt="2026-09-21T12:45:54.204" v="372" actId="20577"/>
          <ac:spMkLst>
            <pc:docMk/>
            <pc:sldMk cId="3070657977" sldId="413"/>
            <ac:spMk id="2157" creationId="{AA95ADB7-4C30-36F1-443C-4F0614EC8ADD}"/>
          </ac:spMkLst>
        </pc:spChg>
        <pc:spChg chg="del mod">
          <ac:chgData name="Yılmaz AĞCA" userId="fb01efc0-a7e8-45d9-bd17-60634972c38c" providerId="ADAL" clId="{C8C4AB3B-1E24-52A2-93B9-C31915213F40}" dt="2026-09-21T12:46:03.326" v="375" actId="478"/>
          <ac:spMkLst>
            <pc:docMk/>
            <pc:sldMk cId="3070657977" sldId="413"/>
            <ac:spMk id="2158" creationId="{CBB05568-B173-F093-4FA4-31999625D28D}"/>
          </ac:spMkLst>
        </pc:spChg>
        <pc:graphicFrameChg chg="add mod modGraphic">
          <ac:chgData name="Yılmaz AĞCA" userId="fb01efc0-a7e8-45d9-bd17-60634972c38c" providerId="ADAL" clId="{C8C4AB3B-1E24-52A2-93B9-C31915213F40}" dt="2026-09-21T12:47:04.643" v="382" actId="6549"/>
          <ac:graphicFrameMkLst>
            <pc:docMk/>
            <pc:sldMk cId="3070657977" sldId="413"/>
            <ac:graphicFrameMk id="2" creationId="{7F15C1B0-FDA0-52B4-1F03-42144905C4D6}"/>
          </ac:graphicFrameMkLst>
        </pc:graphicFrameChg>
      </pc:sldChg>
      <pc:sldChg chg="add">
        <pc:chgData name="Yılmaz AĞCA" userId="fb01efc0-a7e8-45d9-bd17-60634972c38c" providerId="ADAL" clId="{C8C4AB3B-1E24-52A2-93B9-C31915213F40}" dt="2026-09-21T12:49:01.406" v="383" actId="2890"/>
        <pc:sldMkLst>
          <pc:docMk/>
          <pc:sldMk cId="2535706922" sldId="414"/>
        </pc:sldMkLst>
      </pc:sldChg>
      <pc:sldChg chg="modSp add mod">
        <pc:chgData name="Yılmaz AĞCA" userId="fb01efc0-a7e8-45d9-bd17-60634972c38c" providerId="ADAL" clId="{C8C4AB3B-1E24-52A2-93B9-C31915213F40}" dt="2026-09-21T12:55:22.570" v="477" actId="20577"/>
        <pc:sldMkLst>
          <pc:docMk/>
          <pc:sldMk cId="1439946592" sldId="415"/>
        </pc:sldMkLst>
        <pc:spChg chg="mod">
          <ac:chgData name="Yılmaz AĞCA" userId="fb01efc0-a7e8-45d9-bd17-60634972c38c" providerId="ADAL" clId="{C8C4AB3B-1E24-52A2-93B9-C31915213F40}" dt="2026-09-21T12:55:22.570" v="477" actId="20577"/>
          <ac:spMkLst>
            <pc:docMk/>
            <pc:sldMk cId="1439946592" sldId="415"/>
            <ac:spMk id="2158" creationId="{FC340D7D-D23D-7500-0283-E05AD49F90F3}"/>
          </ac:spMkLst>
        </pc:spChg>
      </pc:sldChg>
      <pc:sldChg chg="modSp add ord">
        <pc:chgData name="Yılmaz AĞCA" userId="fb01efc0-a7e8-45d9-bd17-60634972c38c" providerId="ADAL" clId="{C8C4AB3B-1E24-52A2-93B9-C31915213F40}" dt="2026-09-21T12:55:55.846" v="482"/>
        <pc:sldMkLst>
          <pc:docMk/>
          <pc:sldMk cId="4034640585" sldId="416"/>
        </pc:sldMkLst>
        <pc:spChg chg="mod">
          <ac:chgData name="Yılmaz AĞCA" userId="fb01efc0-a7e8-45d9-bd17-60634972c38c" providerId="ADAL" clId="{C8C4AB3B-1E24-52A2-93B9-C31915213F40}" dt="2026-09-21T12:55:55.846" v="482"/>
          <ac:spMkLst>
            <pc:docMk/>
            <pc:sldMk cId="4034640585" sldId="416"/>
            <ac:spMk id="1914" creationId="{6488AFBB-CB1F-818A-72A3-8F2DA8364EC1}"/>
          </ac:spMkLst>
        </pc:spChg>
      </pc:sldChg>
      <pc:sldChg chg="modSp add mod">
        <pc:chgData name="Yılmaz AĞCA" userId="fb01efc0-a7e8-45d9-bd17-60634972c38c" providerId="ADAL" clId="{C8C4AB3B-1E24-52A2-93B9-C31915213F40}" dt="2026-09-21T13:00:02.992" v="508" actId="11"/>
        <pc:sldMkLst>
          <pc:docMk/>
          <pc:sldMk cId="3300336069" sldId="417"/>
        </pc:sldMkLst>
        <pc:spChg chg="mod">
          <ac:chgData name="Yılmaz AĞCA" userId="fb01efc0-a7e8-45d9-bd17-60634972c38c" providerId="ADAL" clId="{C8C4AB3B-1E24-52A2-93B9-C31915213F40}" dt="2026-09-21T12:57:18.267" v="494" actId="20577"/>
          <ac:spMkLst>
            <pc:docMk/>
            <pc:sldMk cId="3300336069" sldId="417"/>
            <ac:spMk id="2157" creationId="{8F34BEA2-13E1-EB55-81BD-F8130DE28605}"/>
          </ac:spMkLst>
        </pc:spChg>
        <pc:spChg chg="mod">
          <ac:chgData name="Yılmaz AĞCA" userId="fb01efc0-a7e8-45d9-bd17-60634972c38c" providerId="ADAL" clId="{C8C4AB3B-1E24-52A2-93B9-C31915213F40}" dt="2026-09-21T13:00:02.992" v="508" actId="11"/>
          <ac:spMkLst>
            <pc:docMk/>
            <pc:sldMk cId="3300336069" sldId="417"/>
            <ac:spMk id="2158" creationId="{24914FA4-3843-03A0-0F44-DFC732B18FC4}"/>
          </ac:spMkLst>
        </pc:spChg>
      </pc:sldChg>
      <pc:sldChg chg="modSp add mod">
        <pc:chgData name="Yılmaz AĞCA" userId="fb01efc0-a7e8-45d9-bd17-60634972c38c" providerId="ADAL" clId="{C8C4AB3B-1E24-52A2-93B9-C31915213F40}" dt="2026-09-21T12:59:23.606" v="505" actId="20577"/>
        <pc:sldMkLst>
          <pc:docMk/>
          <pc:sldMk cId="1506937827" sldId="418"/>
        </pc:sldMkLst>
        <pc:spChg chg="mod">
          <ac:chgData name="Yılmaz AĞCA" userId="fb01efc0-a7e8-45d9-bd17-60634972c38c" providerId="ADAL" clId="{C8C4AB3B-1E24-52A2-93B9-C31915213F40}" dt="2026-09-21T12:59:23.606" v="505" actId="20577"/>
          <ac:spMkLst>
            <pc:docMk/>
            <pc:sldMk cId="1506937827" sldId="418"/>
            <ac:spMk id="2158" creationId="{10901528-69F5-1682-1FFA-FF44C36FE6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tr-T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7"/>
        <p:cNvGrpSpPr/>
        <p:nvPr/>
      </p:nvGrpSpPr>
      <p:grpSpPr>
        <a:xfrm>
          <a:off x="0" y="0"/>
          <a:ext cx="0" cy="0"/>
          <a:chOff x="0" y="0"/>
          <a:chExt cx="0" cy="0"/>
        </a:xfrm>
      </p:grpSpPr>
      <p:sp>
        <p:nvSpPr>
          <p:cNvPr id="1888" name="Google Shape;1888;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9" name="Google Shape;1889;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1C57B080-691F-4E65-DD9C-27A1497E62B2}"/>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E3C833B3-7816-FB4C-6DEC-326FDAE769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D09D3006-BFA9-DB88-065D-673D1E00D4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9779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28BFB30C-6119-2DA2-FD88-C96AFB63044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8A24E713-01BC-EA52-1930-8369BE9F5A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E774C21E-247E-C8D1-37C3-A033BE3F17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6693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5EB27CE7-2E4A-E456-6A56-2F99C345B682}"/>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FEB3DD07-15D2-10A9-4694-64C8F414D6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48126BD6-DBF7-7589-6F8D-1265D8E95F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9706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6C923414-425E-0177-6B02-77A2EFCA96B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330F9654-8C6C-15C8-7B22-52F8B87736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E9DDBAE8-F8DC-6172-B6DF-D99EF9C225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68201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5840FB25-16F5-3BCE-A702-AB1402835A7F}"/>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375913E3-C7E3-6A72-EE53-2887B29FD6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DE19E7C6-C53E-2185-5207-5FC4BB5D19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6860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89FC82CB-2C1B-3E49-5D52-D56487C41884}"/>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4CB65C5D-5BDC-B554-6EB7-8A594D4E4D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EFB95A15-39A6-BFA2-77AC-0662EC1230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6665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66E0E7E7-6F05-8AC5-F0EB-E387E1A9905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794D8AC9-2383-7313-A312-FAC73184EB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55" name="Google Shape;2155;g35ed75ccf_0141:notes">
            <a:extLst>
              <a:ext uri="{FF2B5EF4-FFF2-40B4-BE49-F238E27FC236}">
                <a16:creationId xmlns:a16="http://schemas.microsoft.com/office/drawing/2014/main" id="{DEC2CD03-6A0C-8924-F0FB-60CCBA928D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0093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a:extLst>
            <a:ext uri="{FF2B5EF4-FFF2-40B4-BE49-F238E27FC236}">
              <a16:creationId xmlns:a16="http://schemas.microsoft.com/office/drawing/2014/main" id="{1FD6070D-220C-3573-85FA-DA8CB3CDE2A9}"/>
            </a:ext>
          </a:extLst>
        </p:cNvPr>
        <p:cNvGrpSpPr/>
        <p:nvPr/>
      </p:nvGrpSpPr>
      <p:grpSpPr>
        <a:xfrm>
          <a:off x="0" y="0"/>
          <a:ext cx="0" cy="0"/>
          <a:chOff x="0" y="0"/>
          <a:chExt cx="0" cy="0"/>
        </a:xfrm>
      </p:grpSpPr>
      <p:sp>
        <p:nvSpPr>
          <p:cNvPr id="1911" name="Google Shape;1911;g35f391192_029:notes">
            <a:extLst>
              <a:ext uri="{FF2B5EF4-FFF2-40B4-BE49-F238E27FC236}">
                <a16:creationId xmlns:a16="http://schemas.microsoft.com/office/drawing/2014/main" id="{D81B8DD8-C912-4975-3631-7B3C2347DB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1912" name="Google Shape;1912;g35f391192_029:notes">
            <a:extLst>
              <a:ext uri="{FF2B5EF4-FFF2-40B4-BE49-F238E27FC236}">
                <a16:creationId xmlns:a16="http://schemas.microsoft.com/office/drawing/2014/main" id="{EA0F4D66-B737-D210-266E-0150C3CB1C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67487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D73E140D-F17B-5A62-7DB8-0D96349C2BA4}"/>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6EACEAC4-6A1F-890B-32FD-48AE6A0EB2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45787DA1-B612-1FBE-5258-6C35A0FE26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2110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9691C1DD-448B-50FA-3D13-E74929BDC1FB}"/>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8D87FD39-514C-FBD1-D285-8395F6D486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83EA5370-6EE4-23B9-7B48-2176552298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17963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EA7449E9-C64C-EDB8-DE80-0C328467E989}"/>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8E51254E-D5D8-47F5-CB26-B75B8A7645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1D061E2F-DE27-A0DB-D14C-EB800E15E4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502761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CF292273-314B-7EE7-7918-07A61F2AC704}"/>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562B1A54-A851-8AF7-3B39-683C61BFC6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6FD744C4-58B3-32F7-FE58-52C94068BA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77232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1C94C018-B24B-0BD4-15AF-A3C0E1C71CE0}"/>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BE7288CE-0DF4-F668-2A90-93151D993F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9CF4FD37-77A8-42F9-5C0D-665CF43C23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941848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C8036E7A-6D83-0FD3-A8F7-F4319C4792A1}"/>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03CF7608-72A7-DB22-82D6-AA106389B4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D5D79623-2A6A-2832-6CC3-E2C579667B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71862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F835D35D-DB83-1181-D184-547B16DC867C}"/>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C80955F8-F071-4351-2BD9-9E050CC96B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6DDA9359-91F8-00D5-AC5F-B08E4E6711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93629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E05C2899-2961-8E09-958E-F4DFBA74DC4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78172467-9002-F260-C761-F298FF04B1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198C1EF1-62D1-9C19-2EC5-BAFC946B74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9409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398241F3-9B63-DA99-F2A7-A4B6D64EE72C}"/>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36955FFB-C1AA-887F-94CC-C7D0B97F65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0A1399EB-28E4-FF0D-C76B-93B6A75890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54034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a:extLst>
            <a:ext uri="{FF2B5EF4-FFF2-40B4-BE49-F238E27FC236}">
              <a16:creationId xmlns:a16="http://schemas.microsoft.com/office/drawing/2014/main" id="{573CEE50-B84A-E84A-8317-0155D185B7B5}"/>
            </a:ext>
          </a:extLst>
        </p:cNvPr>
        <p:cNvGrpSpPr/>
        <p:nvPr/>
      </p:nvGrpSpPr>
      <p:grpSpPr>
        <a:xfrm>
          <a:off x="0" y="0"/>
          <a:ext cx="0" cy="0"/>
          <a:chOff x="0" y="0"/>
          <a:chExt cx="0" cy="0"/>
        </a:xfrm>
      </p:grpSpPr>
      <p:sp>
        <p:nvSpPr>
          <p:cNvPr id="1911" name="Google Shape;1911;g35f391192_029:notes">
            <a:extLst>
              <a:ext uri="{FF2B5EF4-FFF2-40B4-BE49-F238E27FC236}">
                <a16:creationId xmlns:a16="http://schemas.microsoft.com/office/drawing/2014/main" id="{E999FB0C-ECE2-2544-C082-5FAC7E2595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1912" name="Google Shape;1912;g35f391192_029:notes">
            <a:extLst>
              <a:ext uri="{FF2B5EF4-FFF2-40B4-BE49-F238E27FC236}">
                <a16:creationId xmlns:a16="http://schemas.microsoft.com/office/drawing/2014/main" id="{A9B314D8-72E4-10FE-6F63-A2735CF0FF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220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778EAEC9-3DA6-E6EF-FDC2-435CCD98E6D4}"/>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7E91F647-8EA6-2AFE-AA0B-923126AB5D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B2909BC0-D659-233F-7203-F39AA8C01F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754685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B0A1CF88-AE2B-A2CA-7DFB-E996726CD240}"/>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7B8510D7-B70A-D401-BF40-E5ACC11CB9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012DC865-70CC-9D8A-7E5B-174B6FE68F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062676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50DF989E-02D2-8439-4DE8-3DA4157382E3}"/>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EF44BAE4-E8AB-A956-FEC6-09156EC6D3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D0B5F174-BC0F-A942-BE68-E583124120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83659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F25B1B27-8EFB-5EB7-019D-E7E4F06298AC}"/>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81CE826C-2EFC-5823-0B68-1DFE4CD085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F9CBEBF8-D0FF-49C1-C8E2-232F6813AA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0678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CDB40754-C502-3E51-B1DD-0917AAF7F47B}"/>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22A121CE-A66E-BFDD-0B77-AFCC16323D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B5979AA8-FE33-4ED4-213B-6B94EF6311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351516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C1006648-43F5-884B-AF26-A47F185199BA}"/>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B4F1F3CF-BD8C-0D06-A800-1957CFE346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77ABE35B-0CA4-B32A-6D02-E8A6D717D8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531655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60517347-D031-DEE8-122C-D85DEE06F9E1}"/>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A5451AFD-9357-A6B1-60E0-67A2D923F7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3C3AEC3C-24F1-C7A6-AD8E-F207A61DC8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82737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5177C37A-AB68-3BD0-E307-823E0C38647D}"/>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E3BCB21A-2F22-AE80-B213-2CD1764A33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6C70C6C3-B129-B475-1DBD-578F0259F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848384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3663CEC3-6BF6-3FCD-4AF8-9E931F01E1FC}"/>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EA698994-9EC6-BD5E-D0D6-D1536B87F0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363C6677-1AD5-2AA6-E395-8150B40820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597392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5D6DB05B-23AE-352A-1462-2D6FD31B1380}"/>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2CE1E619-6848-F080-EC7F-C41303AF73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F2D718F1-58DD-8E01-510B-877F5B43FD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90077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B8859A70-CC54-2A8C-3702-725EE28FAE0E}"/>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0F6503F0-B573-A528-4251-92381BAA46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026D4947-AB17-E3D0-40CD-86C4601730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254106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0B6728D8-1CCB-8D89-AA48-05B6D8F0A4DB}"/>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B70A4C82-EC6D-A8DC-A8DF-01AF3CC374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C28BB352-789E-2CFB-C3DA-370A2C2CEA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736408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95FAAEB3-0DC0-8714-3D51-6589ECE70080}"/>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74288D7C-E8E9-1BD7-0A1B-E7C1034F86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61C69BA1-3258-1173-2CD7-006965CC24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031188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a:extLst>
            <a:ext uri="{FF2B5EF4-FFF2-40B4-BE49-F238E27FC236}">
              <a16:creationId xmlns:a16="http://schemas.microsoft.com/office/drawing/2014/main" id="{7AA2502E-9366-A2C1-4027-81B0C8EF1EFF}"/>
            </a:ext>
          </a:extLst>
        </p:cNvPr>
        <p:cNvGrpSpPr/>
        <p:nvPr/>
      </p:nvGrpSpPr>
      <p:grpSpPr>
        <a:xfrm>
          <a:off x="0" y="0"/>
          <a:ext cx="0" cy="0"/>
          <a:chOff x="0" y="0"/>
          <a:chExt cx="0" cy="0"/>
        </a:xfrm>
      </p:grpSpPr>
      <p:sp>
        <p:nvSpPr>
          <p:cNvPr id="1911" name="Google Shape;1911;g35f391192_029:notes">
            <a:extLst>
              <a:ext uri="{FF2B5EF4-FFF2-40B4-BE49-F238E27FC236}">
                <a16:creationId xmlns:a16="http://schemas.microsoft.com/office/drawing/2014/main" id="{5BF8A0BA-4E17-95D8-7102-ED3913E020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1912" name="Google Shape;1912;g35f391192_029:notes">
            <a:extLst>
              <a:ext uri="{FF2B5EF4-FFF2-40B4-BE49-F238E27FC236}">
                <a16:creationId xmlns:a16="http://schemas.microsoft.com/office/drawing/2014/main" id="{F06B851B-7A63-CCC8-5FCE-29DF648A26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08670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B051B15F-A7C8-324A-592D-0AA5ADDD8A1D}"/>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775AB01B-6035-4FB2-918C-50AE15D472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2C73A6EA-F0D3-9F19-8129-8EF066E716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001622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AC9DFFF2-ED73-C9A9-B608-64721072AC0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AAD991EE-11D9-2ED8-D294-4EFE6D40FE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3C498930-0F1D-27D8-DF26-13124CC54A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615721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2B39F4A5-6316-1953-89C8-2A1CD7BD5FEE}"/>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17727CE6-2D54-0168-FECD-C428EB2D6C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38FF7690-14D0-6163-782D-D9760B635D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987111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a:extLst>
            <a:ext uri="{FF2B5EF4-FFF2-40B4-BE49-F238E27FC236}">
              <a16:creationId xmlns:a16="http://schemas.microsoft.com/office/drawing/2014/main" id="{D2238DBD-007C-D423-1D8E-45FD13EFB8AB}"/>
            </a:ext>
          </a:extLst>
        </p:cNvPr>
        <p:cNvGrpSpPr/>
        <p:nvPr/>
      </p:nvGrpSpPr>
      <p:grpSpPr>
        <a:xfrm>
          <a:off x="0" y="0"/>
          <a:ext cx="0" cy="0"/>
          <a:chOff x="0" y="0"/>
          <a:chExt cx="0" cy="0"/>
        </a:xfrm>
      </p:grpSpPr>
      <p:sp>
        <p:nvSpPr>
          <p:cNvPr id="1911" name="Google Shape;1911;g35f391192_029:notes">
            <a:extLst>
              <a:ext uri="{FF2B5EF4-FFF2-40B4-BE49-F238E27FC236}">
                <a16:creationId xmlns:a16="http://schemas.microsoft.com/office/drawing/2014/main" id="{66EDDB1D-C20D-74AE-9A5F-85D5053B3C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1912" name="Google Shape;1912;g35f391192_029:notes">
            <a:extLst>
              <a:ext uri="{FF2B5EF4-FFF2-40B4-BE49-F238E27FC236}">
                <a16:creationId xmlns:a16="http://schemas.microsoft.com/office/drawing/2014/main" id="{79B9D924-F9F4-BF35-B73E-4D39820E6C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39191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EB96D985-14C8-8B11-0517-D4C7092470E0}"/>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4429D04A-8E3C-D3CE-CF42-47DC162D08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066984EC-4DCF-8FF6-DB9F-52C1B14A7C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971698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09DA10A0-939C-8EF7-AB8F-BC10F6FFF8D5}"/>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FFA0DAE0-08F2-D888-620E-0A1F253057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CF470A2E-71E3-7CE5-B6CE-FCC66C7546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04848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723ABDD4-A2AC-E91F-14E1-EE794238660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01B2105F-4E43-BDB1-C737-1F45F146B9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4B9DFA8C-E9F3-9050-ACDD-99516CC6FA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93577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a:extLst>
            <a:ext uri="{FF2B5EF4-FFF2-40B4-BE49-F238E27FC236}">
              <a16:creationId xmlns:a16="http://schemas.microsoft.com/office/drawing/2014/main" id="{688B0B57-AD33-A2AE-DA03-2FFB446AE1C3}"/>
            </a:ext>
          </a:extLst>
        </p:cNvPr>
        <p:cNvGrpSpPr/>
        <p:nvPr/>
      </p:nvGrpSpPr>
      <p:grpSpPr>
        <a:xfrm>
          <a:off x="0" y="0"/>
          <a:ext cx="0" cy="0"/>
          <a:chOff x="0" y="0"/>
          <a:chExt cx="0" cy="0"/>
        </a:xfrm>
      </p:grpSpPr>
      <p:sp>
        <p:nvSpPr>
          <p:cNvPr id="1911" name="Google Shape;1911;g35f391192_029:notes">
            <a:extLst>
              <a:ext uri="{FF2B5EF4-FFF2-40B4-BE49-F238E27FC236}">
                <a16:creationId xmlns:a16="http://schemas.microsoft.com/office/drawing/2014/main" id="{D71F3D22-E4D2-A2F8-1B37-E149B9CBAB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1912" name="Google Shape;1912;g35f391192_029:notes">
            <a:extLst>
              <a:ext uri="{FF2B5EF4-FFF2-40B4-BE49-F238E27FC236}">
                <a16:creationId xmlns:a16="http://schemas.microsoft.com/office/drawing/2014/main" id="{AE30BC61-2E48-5ABD-A8C9-4A932A3242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94993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90DC7C5C-C4CF-58B7-80EA-8A5EE150B57F}"/>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578B670B-A031-8ACD-3FAA-4753B896BB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C3D6B6C8-2F8F-DCA9-DE64-F8909321B8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945079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F35B527B-A893-9E37-0755-75250A7E5D13}"/>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8C5B18A5-DC1E-1D10-1CC2-8A939EA611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98FD9738-FCB5-5231-88B9-FE5942DFAA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660569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a:extLst>
            <a:ext uri="{FF2B5EF4-FFF2-40B4-BE49-F238E27FC236}">
              <a16:creationId xmlns:a16="http://schemas.microsoft.com/office/drawing/2014/main" id="{C23181D8-E18A-2D98-5E41-C68510841055}"/>
            </a:ext>
          </a:extLst>
        </p:cNvPr>
        <p:cNvGrpSpPr/>
        <p:nvPr/>
      </p:nvGrpSpPr>
      <p:grpSpPr>
        <a:xfrm>
          <a:off x="0" y="0"/>
          <a:ext cx="0" cy="0"/>
          <a:chOff x="0" y="0"/>
          <a:chExt cx="0" cy="0"/>
        </a:xfrm>
      </p:grpSpPr>
      <p:sp>
        <p:nvSpPr>
          <p:cNvPr id="1911" name="Google Shape;1911;g35f391192_029:notes">
            <a:extLst>
              <a:ext uri="{FF2B5EF4-FFF2-40B4-BE49-F238E27FC236}">
                <a16:creationId xmlns:a16="http://schemas.microsoft.com/office/drawing/2014/main" id="{FF625853-3A70-4EDA-312F-C14A16CA35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1912" name="Google Shape;1912;g35f391192_029:notes">
            <a:extLst>
              <a:ext uri="{FF2B5EF4-FFF2-40B4-BE49-F238E27FC236}">
                <a16:creationId xmlns:a16="http://schemas.microsoft.com/office/drawing/2014/main" id="{EE5B01E6-AEE3-5801-E8B6-F132B02582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92418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65B8F1E4-62B3-D13A-7AF8-46C6A050F2F8}"/>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15E78120-78C5-E7AA-AE16-B39BF22290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8AFE921E-D039-5A59-B824-2F94E844F0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947008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FBD15BCE-16E9-4D27-BAC6-B60ABB9D450D}"/>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07D97EF5-AA57-396C-BE1F-4DB69C183D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BF6E6959-7A7A-5E82-72CA-10D26662FB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037627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59EBE15C-C20E-622B-1639-CD94B61DF261}"/>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F8FA5CC0-A31D-B3F9-3A69-120EA3FB0C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5CFC3956-F872-FE96-7DF1-43D58052D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57890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EC900F58-B5BC-579A-BA97-12ED7BB85BD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0DC1F688-7073-A580-B4E3-0F8017CD50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FD6E89BD-0678-1EA0-BF8F-A22CD64619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47933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201FD727-434C-93CB-BBE3-C8B64295FF1C}"/>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DA0F20C9-F916-FEF8-7846-8553C259FD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980940B9-338A-BBBC-422D-8871A91164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35599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28C3698A-BB21-5549-060E-05FD0C627E08}"/>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0E9D3D1B-9FA5-532F-7C03-6AA3690B1C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733C3FC1-12DA-7CD3-5EDD-AB90BA8E7E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285484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0E3FBB9A-9643-D1C9-C84A-4CB8BADF5878}"/>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5F8609FF-EBA0-8F0E-F3E4-66E594968D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1AF47919-93D2-F5F7-5B01-25B77FD04F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33955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a:xfrm>
            <a:off x="381000" y="685800"/>
            <a:ext cx="6096000" cy="3429000"/>
          </a:xfrm>
        </p:spPr>
        <p:txBody>
          <a:bodyPr/>
          <a:lstStyle/>
          <a:p>
            <a:endParaRPr lang="tr-TR"/>
          </a:p>
        </p:txBody>
      </p:sp>
      <p:sp>
        <p:nvSpPr>
          <p:cNvPr id="3" name="Not Yer Tutucusu 2"/>
          <p:cNvSpPr>
            <a:spLocks noGrp="1"/>
          </p:cNvSpPr>
          <p:nvPr>
            <p:ph type="body" idx="1"/>
          </p:nvPr>
        </p:nvSpPr>
        <p:spPr/>
        <p:txBody>
          <a:bodyPr/>
          <a:lstStyle/>
          <a:p>
            <a:endParaRPr lang="tr-TR"/>
          </a:p>
        </p:txBody>
      </p:sp>
    </p:spTree>
    <p:extLst>
      <p:ext uri="{BB962C8B-B14F-4D97-AF65-F5344CB8AC3E}">
        <p14:creationId xmlns:p14="http://schemas.microsoft.com/office/powerpoint/2010/main" val="41043992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5151C98C-E655-C515-1100-53681F13A2E8}"/>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65D835A0-2DD3-B609-8494-7BD67639F6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D521AB52-0533-0E34-EDEC-ABDEB0D509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49443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706DB935-A69B-0834-5D46-3AEF3A70CEC0}"/>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A70CD110-1CD9-C11C-47D5-13B79A0480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6A62C67C-56EF-903D-12E0-DC0CC81D19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87958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0">
          <a:extLst>
            <a:ext uri="{FF2B5EF4-FFF2-40B4-BE49-F238E27FC236}">
              <a16:creationId xmlns:a16="http://schemas.microsoft.com/office/drawing/2014/main" id="{5AABD9D5-72D6-B190-8612-86453C2AF77B}"/>
            </a:ext>
          </a:extLst>
        </p:cNvPr>
        <p:cNvGrpSpPr/>
        <p:nvPr/>
      </p:nvGrpSpPr>
      <p:grpSpPr>
        <a:xfrm>
          <a:off x="0" y="0"/>
          <a:ext cx="0" cy="0"/>
          <a:chOff x="0" y="0"/>
          <a:chExt cx="0" cy="0"/>
        </a:xfrm>
      </p:grpSpPr>
      <p:sp>
        <p:nvSpPr>
          <p:cNvPr id="1911" name="Google Shape;1911;g35f391192_029:notes">
            <a:extLst>
              <a:ext uri="{FF2B5EF4-FFF2-40B4-BE49-F238E27FC236}">
                <a16:creationId xmlns:a16="http://schemas.microsoft.com/office/drawing/2014/main" id="{F2F25868-FE2D-9B1C-3C36-93A9C2BCA8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1912" name="Google Shape;1912;g35f391192_029:notes">
            <a:extLst>
              <a:ext uri="{FF2B5EF4-FFF2-40B4-BE49-F238E27FC236}">
                <a16:creationId xmlns:a16="http://schemas.microsoft.com/office/drawing/2014/main" id="{E988FDFA-C945-8592-E49E-659D4B9495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71758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D18249E1-9219-E134-A1E4-2AEF998B18A1}"/>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60EAE6FB-0FE1-2291-32A5-F9A3FBAFEE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3953D492-D573-C7CC-3DD0-2BA37A56C2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b="1" dirty="0"/>
              <a:t>MITRE</a:t>
            </a:r>
            <a:r>
              <a:rPr lang="tr-TR" dirty="0"/>
              <a:t>, ABD'de merkezli, kâr amacı gütmeyen bir kuruluştur. ABD hükümetinin araştırma ve geliştirme merkezlerini (</a:t>
            </a:r>
            <a:r>
              <a:rPr lang="tr-TR" dirty="0" err="1"/>
              <a:t>federally</a:t>
            </a:r>
            <a:r>
              <a:rPr lang="tr-TR" dirty="0"/>
              <a:t> </a:t>
            </a:r>
            <a:r>
              <a:rPr lang="tr-TR" dirty="0" err="1"/>
              <a:t>funded</a:t>
            </a:r>
            <a:r>
              <a:rPr lang="tr-TR" dirty="0"/>
              <a:t> R&amp;D </a:t>
            </a:r>
            <a:r>
              <a:rPr lang="tr-TR" dirty="0" err="1"/>
              <a:t>centers</a:t>
            </a:r>
            <a:r>
              <a:rPr lang="tr-TR" dirty="0"/>
              <a:t>) işletir.</a:t>
            </a:r>
            <a:endParaRPr dirty="0"/>
          </a:p>
        </p:txBody>
      </p:sp>
    </p:spTree>
    <p:extLst>
      <p:ext uri="{BB962C8B-B14F-4D97-AF65-F5344CB8AC3E}">
        <p14:creationId xmlns:p14="http://schemas.microsoft.com/office/powerpoint/2010/main" val="36825561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D18D610F-1BCC-1824-F595-419AEFC4271B}"/>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9E5EB1F2-A8FD-AD4E-9215-8ABAEFF81A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47CA3D70-6ACC-B100-1FFD-01EAEBF021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423936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7BF1B98B-6949-70F5-B8DE-127167344DB0}"/>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A301C193-F585-3F9A-26BC-23ABADD641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B20A659F-86E0-3FB5-24EB-88660D20FF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3481670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8553B06C-B51A-6136-3A6A-587F69F9C5DB}"/>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695640C3-C946-82BA-C3B2-954BBC6A85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85696F0B-3978-7C26-44B9-756E2D7A1A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431643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1C327CFD-4B4B-6B88-E5D5-3944AB8ECDED}"/>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B4CD4616-89DF-CAC4-6700-5721BB96F2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0FB0D21C-9458-915E-F075-7B8A267289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454673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8FEED-35D2-43FD-1DB1-2C43E3CB1D5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8FF00572-AB29-AB4C-C4E5-82A8B958F2A4}"/>
              </a:ext>
            </a:extLst>
          </p:cNvPr>
          <p:cNvSpPr>
            <a:spLocks noGrp="1" noRot="1" noChangeAspect="1"/>
          </p:cNvSpPr>
          <p:nvPr>
            <p:ph type="sldImg"/>
          </p:nvPr>
        </p:nvSpPr>
        <p:spPr>
          <a:xfrm>
            <a:off x="381000" y="685800"/>
            <a:ext cx="6096000" cy="3429000"/>
          </a:xfrm>
        </p:spPr>
        <p:txBody>
          <a:bodyPr/>
          <a:lstStyle/>
          <a:p>
            <a:endParaRPr lang="tr-TR"/>
          </a:p>
        </p:txBody>
      </p:sp>
      <p:sp>
        <p:nvSpPr>
          <p:cNvPr id="3" name="Not Yer Tutucusu 2">
            <a:extLst>
              <a:ext uri="{FF2B5EF4-FFF2-40B4-BE49-F238E27FC236}">
                <a16:creationId xmlns:a16="http://schemas.microsoft.com/office/drawing/2014/main" id="{E6D579BE-0FB2-2ADA-CF94-EBEDB739AEA4}"/>
              </a:ext>
            </a:extLst>
          </p:cNvPr>
          <p:cNvSpPr>
            <a:spLocks noGrp="1"/>
          </p:cNvSpPr>
          <p:nvPr>
            <p:ph type="body" idx="1"/>
          </p:nvPr>
        </p:nvSpPr>
        <p:spPr/>
        <p:txBody>
          <a:bodyPr/>
          <a:lstStyle/>
          <a:p>
            <a:endParaRPr lang="tr-TR"/>
          </a:p>
        </p:txBody>
      </p:sp>
    </p:spTree>
    <p:extLst>
      <p:ext uri="{BB962C8B-B14F-4D97-AF65-F5344CB8AC3E}">
        <p14:creationId xmlns:p14="http://schemas.microsoft.com/office/powerpoint/2010/main" val="53106754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9BC0F-45E9-8FA4-98E9-FB78CC2710D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7063E72-A460-9159-CCC6-B9FA8590FEBD}"/>
              </a:ext>
            </a:extLst>
          </p:cNvPr>
          <p:cNvSpPr>
            <a:spLocks noGrp="1" noRot="1" noChangeAspect="1"/>
          </p:cNvSpPr>
          <p:nvPr>
            <p:ph type="sldImg"/>
          </p:nvPr>
        </p:nvSpPr>
        <p:spPr>
          <a:xfrm>
            <a:off x="381000" y="685800"/>
            <a:ext cx="6096000" cy="3429000"/>
          </a:xfrm>
        </p:spPr>
        <p:txBody>
          <a:bodyPr/>
          <a:lstStyle/>
          <a:p>
            <a:endParaRPr lang="tr-TR"/>
          </a:p>
        </p:txBody>
      </p:sp>
      <p:sp>
        <p:nvSpPr>
          <p:cNvPr id="3" name="Not Yer Tutucusu 2">
            <a:extLst>
              <a:ext uri="{FF2B5EF4-FFF2-40B4-BE49-F238E27FC236}">
                <a16:creationId xmlns:a16="http://schemas.microsoft.com/office/drawing/2014/main" id="{0E7AAC3D-1009-068D-0605-F8F8D0D23A69}"/>
              </a:ext>
            </a:extLst>
          </p:cNvPr>
          <p:cNvSpPr>
            <a:spLocks noGrp="1"/>
          </p:cNvSpPr>
          <p:nvPr>
            <p:ph type="body" idx="1"/>
          </p:nvPr>
        </p:nvSpPr>
        <p:spPr/>
        <p:txBody>
          <a:bodyPr/>
          <a:lstStyle/>
          <a:p>
            <a:endParaRPr lang="tr-TR"/>
          </a:p>
        </p:txBody>
      </p:sp>
    </p:spTree>
    <p:extLst>
      <p:ext uri="{BB962C8B-B14F-4D97-AF65-F5344CB8AC3E}">
        <p14:creationId xmlns:p14="http://schemas.microsoft.com/office/powerpoint/2010/main" val="39019432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73179-1CFD-7516-C823-19907F7F392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B485346-9D97-6E5E-0865-5295883162AF}"/>
              </a:ext>
            </a:extLst>
          </p:cNvPr>
          <p:cNvSpPr>
            <a:spLocks noGrp="1" noRot="1" noChangeAspect="1"/>
          </p:cNvSpPr>
          <p:nvPr>
            <p:ph type="sldImg"/>
          </p:nvPr>
        </p:nvSpPr>
        <p:spPr>
          <a:xfrm>
            <a:off x="381000" y="685800"/>
            <a:ext cx="6096000" cy="3429000"/>
          </a:xfrm>
        </p:spPr>
        <p:txBody>
          <a:bodyPr/>
          <a:lstStyle/>
          <a:p>
            <a:endParaRPr lang="tr-TR"/>
          </a:p>
        </p:txBody>
      </p:sp>
      <p:sp>
        <p:nvSpPr>
          <p:cNvPr id="3" name="Not Yer Tutucusu 2">
            <a:extLst>
              <a:ext uri="{FF2B5EF4-FFF2-40B4-BE49-F238E27FC236}">
                <a16:creationId xmlns:a16="http://schemas.microsoft.com/office/drawing/2014/main" id="{2A213861-1100-D70D-F98F-8A3BCAC24FAF}"/>
              </a:ext>
            </a:extLst>
          </p:cNvPr>
          <p:cNvSpPr>
            <a:spLocks noGrp="1"/>
          </p:cNvSpPr>
          <p:nvPr>
            <p:ph type="body" idx="1"/>
          </p:nvPr>
        </p:nvSpPr>
        <p:spPr/>
        <p:txBody>
          <a:bodyPr/>
          <a:lstStyle/>
          <a:p>
            <a:endParaRPr lang="tr-TR"/>
          </a:p>
        </p:txBody>
      </p:sp>
    </p:spTree>
    <p:extLst>
      <p:ext uri="{BB962C8B-B14F-4D97-AF65-F5344CB8AC3E}">
        <p14:creationId xmlns:p14="http://schemas.microsoft.com/office/powerpoint/2010/main" val="29910681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1308F5C3-BEEA-5831-BD2A-D72B80881296}"/>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C4F3238F-8873-178A-A37D-35549F2485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95B574DB-F31A-A467-E9FB-AA75D9F0AD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80213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58F87-F79F-9BA4-8579-DF0986A8669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75696B4A-6669-5F47-54BC-2DB237588569}"/>
              </a:ext>
            </a:extLst>
          </p:cNvPr>
          <p:cNvSpPr>
            <a:spLocks noGrp="1" noRot="1" noChangeAspect="1"/>
          </p:cNvSpPr>
          <p:nvPr>
            <p:ph type="sldImg"/>
          </p:nvPr>
        </p:nvSpPr>
        <p:spPr>
          <a:xfrm>
            <a:off x="381000" y="685800"/>
            <a:ext cx="6096000" cy="3429000"/>
          </a:xfrm>
        </p:spPr>
        <p:txBody>
          <a:bodyPr/>
          <a:lstStyle/>
          <a:p>
            <a:endParaRPr lang="tr-TR"/>
          </a:p>
        </p:txBody>
      </p:sp>
      <p:sp>
        <p:nvSpPr>
          <p:cNvPr id="3" name="Not Yer Tutucusu 2">
            <a:extLst>
              <a:ext uri="{FF2B5EF4-FFF2-40B4-BE49-F238E27FC236}">
                <a16:creationId xmlns:a16="http://schemas.microsoft.com/office/drawing/2014/main" id="{9765083A-2832-267B-6949-80327600EF86}"/>
              </a:ext>
            </a:extLst>
          </p:cNvPr>
          <p:cNvSpPr>
            <a:spLocks noGrp="1"/>
          </p:cNvSpPr>
          <p:nvPr>
            <p:ph type="body" idx="1"/>
          </p:nvPr>
        </p:nvSpPr>
        <p:spPr/>
        <p:txBody>
          <a:bodyPr/>
          <a:lstStyle/>
          <a:p>
            <a:endParaRPr lang="tr-TR"/>
          </a:p>
        </p:txBody>
      </p:sp>
    </p:spTree>
    <p:extLst>
      <p:ext uri="{BB962C8B-B14F-4D97-AF65-F5344CB8AC3E}">
        <p14:creationId xmlns:p14="http://schemas.microsoft.com/office/powerpoint/2010/main" val="8484840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E05AFAB7-10A6-53C7-4C05-3748E84707BC}"/>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BC6C0C07-4C42-8065-1C42-D38F49DEA1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938DB9F5-0C26-F0B0-B06A-509EE33D64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529030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4DF93-D5AF-E0F6-C682-1828AD82564A}"/>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8073478-3529-5D9E-7807-9F015422054B}"/>
              </a:ext>
            </a:extLst>
          </p:cNvPr>
          <p:cNvSpPr>
            <a:spLocks noGrp="1" noRot="1" noChangeAspect="1"/>
          </p:cNvSpPr>
          <p:nvPr>
            <p:ph type="sldImg"/>
          </p:nvPr>
        </p:nvSpPr>
        <p:spPr>
          <a:xfrm>
            <a:off x="381000" y="685800"/>
            <a:ext cx="6096000" cy="3429000"/>
          </a:xfrm>
        </p:spPr>
        <p:txBody>
          <a:bodyPr/>
          <a:lstStyle/>
          <a:p>
            <a:endParaRPr lang="tr-TR"/>
          </a:p>
        </p:txBody>
      </p:sp>
      <p:sp>
        <p:nvSpPr>
          <p:cNvPr id="3" name="Not Yer Tutucusu 2">
            <a:extLst>
              <a:ext uri="{FF2B5EF4-FFF2-40B4-BE49-F238E27FC236}">
                <a16:creationId xmlns:a16="http://schemas.microsoft.com/office/drawing/2014/main" id="{F1D18027-6D33-E077-E66B-2B384763103A}"/>
              </a:ext>
            </a:extLst>
          </p:cNvPr>
          <p:cNvSpPr>
            <a:spLocks noGrp="1"/>
          </p:cNvSpPr>
          <p:nvPr>
            <p:ph type="body" idx="1"/>
          </p:nvPr>
        </p:nvSpPr>
        <p:spPr/>
        <p:txBody>
          <a:bodyPr/>
          <a:lstStyle/>
          <a:p>
            <a:endParaRPr lang="tr-TR"/>
          </a:p>
        </p:txBody>
      </p:sp>
    </p:spTree>
    <p:extLst>
      <p:ext uri="{BB962C8B-B14F-4D97-AF65-F5344CB8AC3E}">
        <p14:creationId xmlns:p14="http://schemas.microsoft.com/office/powerpoint/2010/main" val="29423624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54ACFB6B-0340-5FF4-ED8B-CDAAA122A5B5}"/>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9BFBFDC9-EB23-AAFD-3A05-EDB16A46D8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EFF17EC7-314F-4A7F-ABF1-10B2DECA29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7249420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0D51F0BC-832D-43BF-371D-B0E7D25E9CE4}"/>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791A4095-8A9F-ECF6-A880-6C790DED04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2893C9AF-EB6E-9233-CD52-24EE5009D9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500561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a:extLst>
            <a:ext uri="{FF2B5EF4-FFF2-40B4-BE49-F238E27FC236}">
              <a16:creationId xmlns:a16="http://schemas.microsoft.com/office/drawing/2014/main" id="{EE617475-E731-909C-C303-31E3CF509004}"/>
            </a:ext>
          </a:extLst>
        </p:cNvPr>
        <p:cNvGrpSpPr/>
        <p:nvPr/>
      </p:nvGrpSpPr>
      <p:grpSpPr>
        <a:xfrm>
          <a:off x="0" y="0"/>
          <a:ext cx="0" cy="0"/>
          <a:chOff x="0" y="0"/>
          <a:chExt cx="0" cy="0"/>
        </a:xfrm>
      </p:grpSpPr>
      <p:sp>
        <p:nvSpPr>
          <p:cNvPr id="2154" name="Google Shape;2154;g35ed75ccf_0141:notes">
            <a:extLst>
              <a:ext uri="{FF2B5EF4-FFF2-40B4-BE49-F238E27FC236}">
                <a16:creationId xmlns:a16="http://schemas.microsoft.com/office/drawing/2014/main" id="{771582A2-4198-F5DE-B572-E1BBC4676E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dirty="0"/>
          </a:p>
        </p:txBody>
      </p:sp>
      <p:sp>
        <p:nvSpPr>
          <p:cNvPr id="2155" name="Google Shape;2155;g35ed75ccf_0141:notes">
            <a:extLst>
              <a:ext uri="{FF2B5EF4-FFF2-40B4-BE49-F238E27FC236}">
                <a16:creationId xmlns:a16="http://schemas.microsoft.com/office/drawing/2014/main" id="{9F098724-6EB5-764B-57D3-24C84DD70B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527527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8"/>
        <p:cNvGrpSpPr/>
        <p:nvPr/>
      </p:nvGrpSpPr>
      <p:grpSpPr>
        <a:xfrm>
          <a:off x="0" y="0"/>
          <a:ext cx="0" cy="0"/>
          <a:chOff x="0" y="0"/>
          <a:chExt cx="0" cy="0"/>
        </a:xfrm>
      </p:grpSpPr>
      <p:sp>
        <p:nvSpPr>
          <p:cNvPr id="2139" name="Google Shape;2139;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tr-TR"/>
          </a:p>
        </p:txBody>
      </p:sp>
      <p:sp>
        <p:nvSpPr>
          <p:cNvPr id="2140" name="Google Shape;2140;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mailto:agca.yilmaz@gmail.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mailto:agca.yilmaz@gmail.com"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mailto:agca.yilmaz@gmail.com"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mailto:agca.yilmaz@gmail.com"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1"/>
        </a:solidFill>
        <a:effectLst/>
      </p:bgPr>
    </p:bg>
    <p:spTree>
      <p:nvGrpSpPr>
        <p:cNvPr id="1" name="Shape 9"/>
        <p:cNvGrpSpPr/>
        <p:nvPr/>
      </p:nvGrpSpPr>
      <p:grpSpPr>
        <a:xfrm>
          <a:off x="0" y="0"/>
          <a:ext cx="0" cy="0"/>
          <a:chOff x="0" y="0"/>
          <a:chExt cx="0" cy="0"/>
        </a:xfrm>
      </p:grpSpPr>
      <p:grpSp>
        <p:nvGrpSpPr>
          <p:cNvPr id="42" name="Google Shape;42;p2"/>
          <p:cNvGrpSpPr/>
          <p:nvPr/>
        </p:nvGrpSpPr>
        <p:grpSpPr>
          <a:xfrm>
            <a:off x="7117967" y="3590460"/>
            <a:ext cx="2026022" cy="1547117"/>
            <a:chOff x="6445945" y="4797602"/>
            <a:chExt cx="2706053" cy="2066404"/>
          </a:xfrm>
        </p:grpSpPr>
        <p:sp>
          <p:nvSpPr>
            <p:cNvPr id="43" name="Google Shape;43;p2"/>
            <p:cNvSpPr/>
            <p:nvPr/>
          </p:nvSpPr>
          <p:spPr>
            <a:xfrm>
              <a:off x="6700941" y="5054790"/>
              <a:ext cx="111855" cy="1511843"/>
            </a:xfrm>
            <a:custGeom>
              <a:avLst/>
              <a:gdLst/>
              <a:ahLst/>
              <a:cxnLst/>
              <a:rect l="l" t="t" r="r" b="b"/>
              <a:pathLst>
                <a:path w="1684" h="22761" extrusionOk="0">
                  <a:moveTo>
                    <a:pt x="1549" y="1"/>
                  </a:moveTo>
                  <a:lnTo>
                    <a:pt x="1515" y="68"/>
                  </a:lnTo>
                  <a:lnTo>
                    <a:pt x="1381" y="1448"/>
                  </a:lnTo>
                  <a:lnTo>
                    <a:pt x="1246" y="2862"/>
                  </a:lnTo>
                  <a:lnTo>
                    <a:pt x="1077" y="5623"/>
                  </a:lnTo>
                  <a:lnTo>
                    <a:pt x="741" y="11178"/>
                  </a:lnTo>
                  <a:lnTo>
                    <a:pt x="0" y="22625"/>
                  </a:lnTo>
                  <a:lnTo>
                    <a:pt x="34" y="22659"/>
                  </a:lnTo>
                  <a:lnTo>
                    <a:pt x="34" y="22726"/>
                  </a:lnTo>
                  <a:lnTo>
                    <a:pt x="101" y="22760"/>
                  </a:lnTo>
                  <a:lnTo>
                    <a:pt x="135" y="22760"/>
                  </a:lnTo>
                  <a:lnTo>
                    <a:pt x="269" y="22726"/>
                  </a:lnTo>
                  <a:lnTo>
                    <a:pt x="303" y="22659"/>
                  </a:lnTo>
                  <a:lnTo>
                    <a:pt x="303" y="22625"/>
                  </a:lnTo>
                  <a:lnTo>
                    <a:pt x="1010" y="11448"/>
                  </a:lnTo>
                  <a:lnTo>
                    <a:pt x="1414" y="5758"/>
                  </a:lnTo>
                  <a:lnTo>
                    <a:pt x="1583" y="2930"/>
                  </a:lnTo>
                  <a:lnTo>
                    <a:pt x="1650" y="1482"/>
                  </a:lnTo>
                  <a:lnTo>
                    <a:pt x="1684" y="68"/>
                  </a:lnTo>
                  <a:lnTo>
                    <a:pt x="165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 name="Google Shape;44;p2"/>
            <p:cNvSpPr/>
            <p:nvPr/>
          </p:nvSpPr>
          <p:spPr>
            <a:xfrm>
              <a:off x="6457170" y="4802119"/>
              <a:ext cx="333242" cy="1894170"/>
            </a:xfrm>
            <a:custGeom>
              <a:avLst/>
              <a:gdLst/>
              <a:ahLst/>
              <a:cxnLst/>
              <a:rect l="l" t="t" r="r" b="b"/>
              <a:pathLst>
                <a:path w="5017" h="28517" extrusionOk="0">
                  <a:moveTo>
                    <a:pt x="3838" y="0"/>
                  </a:moveTo>
                  <a:lnTo>
                    <a:pt x="3535" y="34"/>
                  </a:lnTo>
                  <a:lnTo>
                    <a:pt x="3266" y="101"/>
                  </a:lnTo>
                  <a:lnTo>
                    <a:pt x="2963" y="236"/>
                  </a:lnTo>
                  <a:lnTo>
                    <a:pt x="2694" y="404"/>
                  </a:lnTo>
                  <a:lnTo>
                    <a:pt x="2458" y="606"/>
                  </a:lnTo>
                  <a:lnTo>
                    <a:pt x="2290" y="875"/>
                  </a:lnTo>
                  <a:lnTo>
                    <a:pt x="2155" y="1145"/>
                  </a:lnTo>
                  <a:lnTo>
                    <a:pt x="2020" y="1414"/>
                  </a:lnTo>
                  <a:lnTo>
                    <a:pt x="1919" y="1717"/>
                  </a:lnTo>
                  <a:lnTo>
                    <a:pt x="1852" y="2020"/>
                  </a:lnTo>
                  <a:lnTo>
                    <a:pt x="1751" y="2626"/>
                  </a:lnTo>
                  <a:lnTo>
                    <a:pt x="1515" y="4714"/>
                  </a:lnTo>
                  <a:lnTo>
                    <a:pt x="1313" y="6801"/>
                  </a:lnTo>
                  <a:lnTo>
                    <a:pt x="977" y="11010"/>
                  </a:lnTo>
                  <a:lnTo>
                    <a:pt x="640" y="15353"/>
                  </a:lnTo>
                  <a:lnTo>
                    <a:pt x="337" y="19696"/>
                  </a:lnTo>
                  <a:lnTo>
                    <a:pt x="135" y="24039"/>
                  </a:lnTo>
                  <a:lnTo>
                    <a:pt x="0" y="28382"/>
                  </a:lnTo>
                  <a:lnTo>
                    <a:pt x="0" y="28450"/>
                  </a:lnTo>
                  <a:lnTo>
                    <a:pt x="34" y="28483"/>
                  </a:lnTo>
                  <a:lnTo>
                    <a:pt x="135" y="28517"/>
                  </a:lnTo>
                  <a:lnTo>
                    <a:pt x="236" y="28483"/>
                  </a:lnTo>
                  <a:lnTo>
                    <a:pt x="270" y="28450"/>
                  </a:lnTo>
                  <a:lnTo>
                    <a:pt x="270" y="28382"/>
                  </a:lnTo>
                  <a:lnTo>
                    <a:pt x="404" y="24645"/>
                  </a:lnTo>
                  <a:lnTo>
                    <a:pt x="606" y="20908"/>
                  </a:lnTo>
                  <a:lnTo>
                    <a:pt x="808" y="17171"/>
                  </a:lnTo>
                  <a:lnTo>
                    <a:pt x="1044" y="13400"/>
                  </a:lnTo>
                  <a:lnTo>
                    <a:pt x="1347" y="9663"/>
                  </a:lnTo>
                  <a:lnTo>
                    <a:pt x="1684" y="5926"/>
                  </a:lnTo>
                  <a:lnTo>
                    <a:pt x="1852" y="4108"/>
                  </a:lnTo>
                  <a:lnTo>
                    <a:pt x="1953" y="3165"/>
                  </a:lnTo>
                  <a:lnTo>
                    <a:pt x="2088" y="2256"/>
                  </a:lnTo>
                  <a:lnTo>
                    <a:pt x="2155" y="1852"/>
                  </a:lnTo>
                  <a:lnTo>
                    <a:pt x="2290" y="1448"/>
                  </a:lnTo>
                  <a:lnTo>
                    <a:pt x="2492" y="1077"/>
                  </a:lnTo>
                  <a:lnTo>
                    <a:pt x="2727" y="741"/>
                  </a:lnTo>
                  <a:lnTo>
                    <a:pt x="2963" y="539"/>
                  </a:lnTo>
                  <a:lnTo>
                    <a:pt x="3199" y="404"/>
                  </a:lnTo>
                  <a:lnTo>
                    <a:pt x="3468" y="303"/>
                  </a:lnTo>
                  <a:lnTo>
                    <a:pt x="3771" y="269"/>
                  </a:lnTo>
                  <a:lnTo>
                    <a:pt x="4074" y="269"/>
                  </a:lnTo>
                  <a:lnTo>
                    <a:pt x="4377" y="337"/>
                  </a:lnTo>
                  <a:lnTo>
                    <a:pt x="4646" y="438"/>
                  </a:lnTo>
                  <a:lnTo>
                    <a:pt x="4916" y="572"/>
                  </a:lnTo>
                  <a:lnTo>
                    <a:pt x="4983" y="606"/>
                  </a:lnTo>
                  <a:lnTo>
                    <a:pt x="5017" y="572"/>
                  </a:lnTo>
                  <a:lnTo>
                    <a:pt x="5017" y="505"/>
                  </a:lnTo>
                  <a:lnTo>
                    <a:pt x="4983" y="438"/>
                  </a:lnTo>
                  <a:lnTo>
                    <a:pt x="4714" y="236"/>
                  </a:lnTo>
                  <a:lnTo>
                    <a:pt x="4444" y="135"/>
                  </a:lnTo>
                  <a:lnTo>
                    <a:pt x="4141" y="34"/>
                  </a:lnTo>
                  <a:lnTo>
                    <a:pt x="383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 name="Google Shape;45;p2"/>
            <p:cNvSpPr/>
            <p:nvPr/>
          </p:nvSpPr>
          <p:spPr>
            <a:xfrm>
              <a:off x="8109762" y="4967577"/>
              <a:ext cx="60511" cy="60444"/>
            </a:xfrm>
            <a:custGeom>
              <a:avLst/>
              <a:gdLst/>
              <a:ahLst/>
              <a:cxnLst/>
              <a:rect l="l" t="t" r="r" b="b"/>
              <a:pathLst>
                <a:path w="911" h="910" extrusionOk="0">
                  <a:moveTo>
                    <a:pt x="405" y="0"/>
                  </a:moveTo>
                  <a:lnTo>
                    <a:pt x="304" y="34"/>
                  </a:lnTo>
                  <a:lnTo>
                    <a:pt x="203" y="101"/>
                  </a:lnTo>
                  <a:lnTo>
                    <a:pt x="136" y="169"/>
                  </a:lnTo>
                  <a:lnTo>
                    <a:pt x="68" y="236"/>
                  </a:lnTo>
                  <a:lnTo>
                    <a:pt x="1" y="337"/>
                  </a:lnTo>
                  <a:lnTo>
                    <a:pt x="1" y="438"/>
                  </a:lnTo>
                  <a:lnTo>
                    <a:pt x="1" y="573"/>
                  </a:lnTo>
                  <a:lnTo>
                    <a:pt x="68" y="674"/>
                  </a:lnTo>
                  <a:lnTo>
                    <a:pt x="102" y="741"/>
                  </a:lnTo>
                  <a:lnTo>
                    <a:pt x="203" y="842"/>
                  </a:lnTo>
                  <a:lnTo>
                    <a:pt x="304" y="876"/>
                  </a:lnTo>
                  <a:lnTo>
                    <a:pt x="405" y="910"/>
                  </a:lnTo>
                  <a:lnTo>
                    <a:pt x="506" y="910"/>
                  </a:lnTo>
                  <a:lnTo>
                    <a:pt x="641" y="876"/>
                  </a:lnTo>
                  <a:lnTo>
                    <a:pt x="742" y="809"/>
                  </a:lnTo>
                  <a:lnTo>
                    <a:pt x="809" y="708"/>
                  </a:lnTo>
                  <a:lnTo>
                    <a:pt x="876" y="607"/>
                  </a:lnTo>
                  <a:lnTo>
                    <a:pt x="910" y="506"/>
                  </a:lnTo>
                  <a:lnTo>
                    <a:pt x="910" y="371"/>
                  </a:lnTo>
                  <a:lnTo>
                    <a:pt x="876" y="270"/>
                  </a:lnTo>
                  <a:lnTo>
                    <a:pt x="809" y="169"/>
                  </a:lnTo>
                  <a:lnTo>
                    <a:pt x="742" y="68"/>
                  </a:lnTo>
                  <a:lnTo>
                    <a:pt x="641" y="34"/>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 name="Google Shape;46;p2"/>
            <p:cNvSpPr/>
            <p:nvPr/>
          </p:nvSpPr>
          <p:spPr>
            <a:xfrm>
              <a:off x="6797054" y="5021247"/>
              <a:ext cx="2354943" cy="156624"/>
            </a:xfrm>
            <a:custGeom>
              <a:avLst/>
              <a:gdLst/>
              <a:ahLst/>
              <a:cxnLst/>
              <a:rect l="l" t="t" r="r" b="b"/>
              <a:pathLst>
                <a:path w="35454" h="2358" extrusionOk="0">
                  <a:moveTo>
                    <a:pt x="641" y="1"/>
                  </a:moveTo>
                  <a:lnTo>
                    <a:pt x="68" y="34"/>
                  </a:lnTo>
                  <a:lnTo>
                    <a:pt x="35" y="34"/>
                  </a:lnTo>
                  <a:lnTo>
                    <a:pt x="1" y="68"/>
                  </a:lnTo>
                  <a:lnTo>
                    <a:pt x="1" y="135"/>
                  </a:lnTo>
                  <a:lnTo>
                    <a:pt x="35" y="135"/>
                  </a:lnTo>
                  <a:lnTo>
                    <a:pt x="573" y="236"/>
                  </a:lnTo>
                  <a:lnTo>
                    <a:pt x="1112" y="304"/>
                  </a:lnTo>
                  <a:lnTo>
                    <a:pt x="2189" y="405"/>
                  </a:lnTo>
                  <a:lnTo>
                    <a:pt x="4344" y="506"/>
                  </a:lnTo>
                  <a:lnTo>
                    <a:pt x="8856" y="842"/>
                  </a:lnTo>
                  <a:lnTo>
                    <a:pt x="18114" y="1448"/>
                  </a:lnTo>
                  <a:lnTo>
                    <a:pt x="22457" y="1718"/>
                  </a:lnTo>
                  <a:lnTo>
                    <a:pt x="26801" y="1987"/>
                  </a:lnTo>
                  <a:lnTo>
                    <a:pt x="31110" y="2189"/>
                  </a:lnTo>
                  <a:lnTo>
                    <a:pt x="35453" y="2357"/>
                  </a:lnTo>
                  <a:lnTo>
                    <a:pt x="35453" y="2021"/>
                  </a:lnTo>
                  <a:lnTo>
                    <a:pt x="31177" y="1819"/>
                  </a:lnTo>
                  <a:lnTo>
                    <a:pt x="26935" y="1617"/>
                  </a:lnTo>
                  <a:lnTo>
                    <a:pt x="22659" y="1415"/>
                  </a:lnTo>
                  <a:lnTo>
                    <a:pt x="18384" y="1179"/>
                  </a:lnTo>
                  <a:lnTo>
                    <a:pt x="9394" y="607"/>
                  </a:lnTo>
                  <a:lnTo>
                    <a:pt x="4849" y="270"/>
                  </a:lnTo>
                  <a:lnTo>
                    <a:pt x="3671" y="169"/>
                  </a:lnTo>
                  <a:lnTo>
                    <a:pt x="2459" y="68"/>
                  </a:lnTo>
                  <a:lnTo>
                    <a:pt x="124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 name="Google Shape;47;p2"/>
            <p:cNvSpPr/>
            <p:nvPr/>
          </p:nvSpPr>
          <p:spPr>
            <a:xfrm>
              <a:off x="6785895" y="4797602"/>
              <a:ext cx="2366102" cy="170042"/>
            </a:xfrm>
            <a:custGeom>
              <a:avLst/>
              <a:gdLst/>
              <a:ahLst/>
              <a:cxnLst/>
              <a:rect l="l" t="t" r="r" b="b"/>
              <a:pathLst>
                <a:path w="35622" h="2560" extrusionOk="0">
                  <a:moveTo>
                    <a:pt x="7677" y="506"/>
                  </a:moveTo>
                  <a:lnTo>
                    <a:pt x="8081" y="539"/>
                  </a:lnTo>
                  <a:lnTo>
                    <a:pt x="8485" y="607"/>
                  </a:lnTo>
                  <a:lnTo>
                    <a:pt x="9428" y="674"/>
                  </a:lnTo>
                  <a:lnTo>
                    <a:pt x="10101" y="775"/>
                  </a:lnTo>
                  <a:lnTo>
                    <a:pt x="10404" y="809"/>
                  </a:lnTo>
                  <a:lnTo>
                    <a:pt x="10606" y="876"/>
                  </a:lnTo>
                  <a:lnTo>
                    <a:pt x="9259" y="809"/>
                  </a:lnTo>
                  <a:lnTo>
                    <a:pt x="6869" y="674"/>
                  </a:lnTo>
                  <a:lnTo>
                    <a:pt x="7071" y="573"/>
                  </a:lnTo>
                  <a:lnTo>
                    <a:pt x="7273" y="539"/>
                  </a:lnTo>
                  <a:lnTo>
                    <a:pt x="7475" y="506"/>
                  </a:lnTo>
                  <a:close/>
                  <a:moveTo>
                    <a:pt x="2021" y="1"/>
                  </a:moveTo>
                  <a:lnTo>
                    <a:pt x="1953" y="34"/>
                  </a:lnTo>
                  <a:lnTo>
                    <a:pt x="1920" y="68"/>
                  </a:lnTo>
                  <a:lnTo>
                    <a:pt x="1920" y="102"/>
                  </a:lnTo>
                  <a:lnTo>
                    <a:pt x="1920" y="236"/>
                  </a:lnTo>
                  <a:lnTo>
                    <a:pt x="1920" y="371"/>
                  </a:lnTo>
                  <a:lnTo>
                    <a:pt x="2021" y="337"/>
                  </a:lnTo>
                  <a:lnTo>
                    <a:pt x="2054" y="304"/>
                  </a:lnTo>
                  <a:lnTo>
                    <a:pt x="2054" y="236"/>
                  </a:lnTo>
                  <a:lnTo>
                    <a:pt x="2593" y="304"/>
                  </a:lnTo>
                  <a:lnTo>
                    <a:pt x="3165" y="438"/>
                  </a:lnTo>
                  <a:lnTo>
                    <a:pt x="3502" y="472"/>
                  </a:lnTo>
                  <a:lnTo>
                    <a:pt x="2391" y="405"/>
                  </a:lnTo>
                  <a:lnTo>
                    <a:pt x="1381" y="371"/>
                  </a:lnTo>
                  <a:lnTo>
                    <a:pt x="1078" y="337"/>
                  </a:lnTo>
                  <a:lnTo>
                    <a:pt x="607" y="304"/>
                  </a:lnTo>
                  <a:lnTo>
                    <a:pt x="405" y="270"/>
                  </a:lnTo>
                  <a:lnTo>
                    <a:pt x="203" y="236"/>
                  </a:lnTo>
                  <a:lnTo>
                    <a:pt x="102" y="169"/>
                  </a:lnTo>
                  <a:lnTo>
                    <a:pt x="102" y="102"/>
                  </a:lnTo>
                  <a:lnTo>
                    <a:pt x="135" y="68"/>
                  </a:lnTo>
                  <a:lnTo>
                    <a:pt x="102" y="34"/>
                  </a:lnTo>
                  <a:lnTo>
                    <a:pt x="34" y="135"/>
                  </a:lnTo>
                  <a:lnTo>
                    <a:pt x="0" y="203"/>
                  </a:lnTo>
                  <a:lnTo>
                    <a:pt x="0" y="236"/>
                  </a:lnTo>
                  <a:lnTo>
                    <a:pt x="68" y="304"/>
                  </a:lnTo>
                  <a:lnTo>
                    <a:pt x="270" y="405"/>
                  </a:lnTo>
                  <a:lnTo>
                    <a:pt x="539" y="472"/>
                  </a:lnTo>
                  <a:lnTo>
                    <a:pt x="1112" y="539"/>
                  </a:lnTo>
                  <a:lnTo>
                    <a:pt x="1381" y="573"/>
                  </a:lnTo>
                  <a:lnTo>
                    <a:pt x="6330" y="876"/>
                  </a:lnTo>
                  <a:lnTo>
                    <a:pt x="16464" y="1482"/>
                  </a:lnTo>
                  <a:lnTo>
                    <a:pt x="26026" y="2021"/>
                  </a:lnTo>
                  <a:lnTo>
                    <a:pt x="35621" y="2559"/>
                  </a:lnTo>
                  <a:lnTo>
                    <a:pt x="35621" y="2290"/>
                  </a:lnTo>
                  <a:lnTo>
                    <a:pt x="18316" y="1314"/>
                  </a:lnTo>
                  <a:lnTo>
                    <a:pt x="10976" y="910"/>
                  </a:lnTo>
                  <a:lnTo>
                    <a:pt x="10943" y="809"/>
                  </a:lnTo>
                  <a:lnTo>
                    <a:pt x="10909" y="741"/>
                  </a:lnTo>
                  <a:lnTo>
                    <a:pt x="10741" y="640"/>
                  </a:lnTo>
                  <a:lnTo>
                    <a:pt x="10539" y="573"/>
                  </a:lnTo>
                  <a:lnTo>
                    <a:pt x="10337" y="539"/>
                  </a:lnTo>
                  <a:lnTo>
                    <a:pt x="9865" y="506"/>
                  </a:lnTo>
                  <a:lnTo>
                    <a:pt x="9529" y="506"/>
                  </a:lnTo>
                  <a:lnTo>
                    <a:pt x="7710" y="304"/>
                  </a:lnTo>
                  <a:lnTo>
                    <a:pt x="7374" y="270"/>
                  </a:lnTo>
                  <a:lnTo>
                    <a:pt x="7172" y="270"/>
                  </a:lnTo>
                  <a:lnTo>
                    <a:pt x="7104" y="337"/>
                  </a:lnTo>
                  <a:lnTo>
                    <a:pt x="7003" y="405"/>
                  </a:lnTo>
                  <a:lnTo>
                    <a:pt x="6835" y="640"/>
                  </a:lnTo>
                  <a:lnTo>
                    <a:pt x="6835" y="674"/>
                  </a:lnTo>
                  <a:lnTo>
                    <a:pt x="5522" y="573"/>
                  </a:lnTo>
                  <a:lnTo>
                    <a:pt x="5488" y="506"/>
                  </a:lnTo>
                  <a:lnTo>
                    <a:pt x="5455" y="438"/>
                  </a:lnTo>
                  <a:lnTo>
                    <a:pt x="5421" y="438"/>
                  </a:lnTo>
                  <a:lnTo>
                    <a:pt x="4546" y="371"/>
                  </a:lnTo>
                  <a:lnTo>
                    <a:pt x="3704" y="270"/>
                  </a:lnTo>
                  <a:lnTo>
                    <a:pt x="2862" y="135"/>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8" name="Google Shape;48;p2"/>
            <p:cNvSpPr/>
            <p:nvPr/>
          </p:nvSpPr>
          <p:spPr>
            <a:xfrm>
              <a:off x="8024808" y="4983253"/>
              <a:ext cx="31351" cy="31351"/>
            </a:xfrm>
            <a:custGeom>
              <a:avLst/>
              <a:gdLst/>
              <a:ahLst/>
              <a:cxnLst/>
              <a:rect l="l" t="t" r="r" b="b"/>
              <a:pathLst>
                <a:path w="472" h="472" extrusionOk="0">
                  <a:moveTo>
                    <a:pt x="102" y="0"/>
                  </a:moveTo>
                  <a:lnTo>
                    <a:pt x="68" y="68"/>
                  </a:lnTo>
                  <a:lnTo>
                    <a:pt x="1" y="101"/>
                  </a:lnTo>
                  <a:lnTo>
                    <a:pt x="1" y="169"/>
                  </a:lnTo>
                  <a:lnTo>
                    <a:pt x="1" y="303"/>
                  </a:lnTo>
                  <a:lnTo>
                    <a:pt x="34" y="371"/>
                  </a:lnTo>
                  <a:lnTo>
                    <a:pt x="68" y="371"/>
                  </a:lnTo>
                  <a:lnTo>
                    <a:pt x="102" y="438"/>
                  </a:lnTo>
                  <a:lnTo>
                    <a:pt x="203" y="438"/>
                  </a:lnTo>
                  <a:lnTo>
                    <a:pt x="270" y="472"/>
                  </a:lnTo>
                  <a:lnTo>
                    <a:pt x="337" y="438"/>
                  </a:lnTo>
                  <a:lnTo>
                    <a:pt x="405" y="404"/>
                  </a:lnTo>
                  <a:lnTo>
                    <a:pt x="438" y="337"/>
                  </a:lnTo>
                  <a:lnTo>
                    <a:pt x="472" y="270"/>
                  </a:lnTo>
                  <a:lnTo>
                    <a:pt x="472" y="169"/>
                  </a:lnTo>
                  <a:lnTo>
                    <a:pt x="438" y="101"/>
                  </a:lnTo>
                  <a:lnTo>
                    <a:pt x="371" y="34"/>
                  </a:lnTo>
                  <a:lnTo>
                    <a:pt x="337" y="34"/>
                  </a:lnTo>
                  <a:lnTo>
                    <a:pt x="27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9" name="Google Shape;49;p2"/>
            <p:cNvSpPr/>
            <p:nvPr/>
          </p:nvSpPr>
          <p:spPr>
            <a:xfrm>
              <a:off x="8239485" y="6776727"/>
              <a:ext cx="93988" cy="67153"/>
            </a:xfrm>
            <a:custGeom>
              <a:avLst/>
              <a:gdLst/>
              <a:ahLst/>
              <a:cxnLst/>
              <a:rect l="l" t="t" r="r" b="b"/>
              <a:pathLst>
                <a:path w="1415" h="1011" extrusionOk="0">
                  <a:moveTo>
                    <a:pt x="438" y="1"/>
                  </a:moveTo>
                  <a:lnTo>
                    <a:pt x="203" y="102"/>
                  </a:lnTo>
                  <a:lnTo>
                    <a:pt x="34" y="237"/>
                  </a:lnTo>
                  <a:lnTo>
                    <a:pt x="1" y="270"/>
                  </a:lnTo>
                  <a:lnTo>
                    <a:pt x="1" y="304"/>
                  </a:lnTo>
                  <a:lnTo>
                    <a:pt x="34" y="338"/>
                  </a:lnTo>
                  <a:lnTo>
                    <a:pt x="68" y="338"/>
                  </a:lnTo>
                  <a:lnTo>
                    <a:pt x="102" y="405"/>
                  </a:lnTo>
                  <a:lnTo>
                    <a:pt x="236" y="506"/>
                  </a:lnTo>
                  <a:lnTo>
                    <a:pt x="371" y="607"/>
                  </a:lnTo>
                  <a:lnTo>
                    <a:pt x="405" y="641"/>
                  </a:lnTo>
                  <a:lnTo>
                    <a:pt x="472" y="607"/>
                  </a:lnTo>
                  <a:lnTo>
                    <a:pt x="472" y="573"/>
                  </a:lnTo>
                  <a:lnTo>
                    <a:pt x="472" y="506"/>
                  </a:lnTo>
                  <a:lnTo>
                    <a:pt x="371" y="371"/>
                  </a:lnTo>
                  <a:lnTo>
                    <a:pt x="775" y="405"/>
                  </a:lnTo>
                  <a:lnTo>
                    <a:pt x="1179" y="405"/>
                  </a:lnTo>
                  <a:lnTo>
                    <a:pt x="1145" y="674"/>
                  </a:lnTo>
                  <a:lnTo>
                    <a:pt x="1179" y="944"/>
                  </a:lnTo>
                  <a:lnTo>
                    <a:pt x="1213" y="1011"/>
                  </a:lnTo>
                  <a:lnTo>
                    <a:pt x="1246" y="1011"/>
                  </a:lnTo>
                  <a:lnTo>
                    <a:pt x="1314" y="977"/>
                  </a:lnTo>
                  <a:lnTo>
                    <a:pt x="1347" y="944"/>
                  </a:lnTo>
                  <a:lnTo>
                    <a:pt x="1381" y="775"/>
                  </a:lnTo>
                  <a:lnTo>
                    <a:pt x="1415" y="607"/>
                  </a:lnTo>
                  <a:lnTo>
                    <a:pt x="1415" y="270"/>
                  </a:lnTo>
                  <a:lnTo>
                    <a:pt x="1415" y="237"/>
                  </a:lnTo>
                  <a:lnTo>
                    <a:pt x="1381" y="203"/>
                  </a:lnTo>
                  <a:lnTo>
                    <a:pt x="1314" y="169"/>
                  </a:lnTo>
                  <a:lnTo>
                    <a:pt x="539" y="169"/>
                  </a:lnTo>
                  <a:lnTo>
                    <a:pt x="573" y="102"/>
                  </a:lnTo>
                  <a:lnTo>
                    <a:pt x="573" y="35"/>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0" name="Google Shape;50;p2"/>
            <p:cNvSpPr/>
            <p:nvPr/>
          </p:nvSpPr>
          <p:spPr>
            <a:xfrm>
              <a:off x="7863799" y="6727574"/>
              <a:ext cx="290798" cy="96180"/>
            </a:xfrm>
            <a:custGeom>
              <a:avLst/>
              <a:gdLst/>
              <a:ahLst/>
              <a:cxnLst/>
              <a:rect l="l" t="t" r="r" b="b"/>
              <a:pathLst>
                <a:path w="4378" h="1448" extrusionOk="0">
                  <a:moveTo>
                    <a:pt x="371" y="169"/>
                  </a:moveTo>
                  <a:lnTo>
                    <a:pt x="842" y="270"/>
                  </a:lnTo>
                  <a:lnTo>
                    <a:pt x="1314" y="303"/>
                  </a:lnTo>
                  <a:lnTo>
                    <a:pt x="1785" y="337"/>
                  </a:lnTo>
                  <a:lnTo>
                    <a:pt x="2256" y="404"/>
                  </a:lnTo>
                  <a:lnTo>
                    <a:pt x="3233" y="606"/>
                  </a:lnTo>
                  <a:lnTo>
                    <a:pt x="3569" y="640"/>
                  </a:lnTo>
                  <a:lnTo>
                    <a:pt x="3704" y="674"/>
                  </a:lnTo>
                  <a:lnTo>
                    <a:pt x="3839" y="707"/>
                  </a:lnTo>
                  <a:lnTo>
                    <a:pt x="3940" y="775"/>
                  </a:lnTo>
                  <a:lnTo>
                    <a:pt x="4007" y="876"/>
                  </a:lnTo>
                  <a:lnTo>
                    <a:pt x="4007" y="1010"/>
                  </a:lnTo>
                  <a:lnTo>
                    <a:pt x="3973" y="1179"/>
                  </a:lnTo>
                  <a:lnTo>
                    <a:pt x="1987" y="1010"/>
                  </a:lnTo>
                  <a:lnTo>
                    <a:pt x="1112" y="909"/>
                  </a:lnTo>
                  <a:lnTo>
                    <a:pt x="674" y="876"/>
                  </a:lnTo>
                  <a:lnTo>
                    <a:pt x="236" y="909"/>
                  </a:lnTo>
                  <a:lnTo>
                    <a:pt x="371" y="169"/>
                  </a:lnTo>
                  <a:close/>
                  <a:moveTo>
                    <a:pt x="741" y="0"/>
                  </a:moveTo>
                  <a:lnTo>
                    <a:pt x="304" y="34"/>
                  </a:lnTo>
                  <a:lnTo>
                    <a:pt x="203" y="34"/>
                  </a:lnTo>
                  <a:lnTo>
                    <a:pt x="34" y="68"/>
                  </a:lnTo>
                  <a:lnTo>
                    <a:pt x="34" y="101"/>
                  </a:lnTo>
                  <a:lnTo>
                    <a:pt x="169" y="135"/>
                  </a:lnTo>
                  <a:lnTo>
                    <a:pt x="68" y="505"/>
                  </a:lnTo>
                  <a:lnTo>
                    <a:pt x="0" y="909"/>
                  </a:lnTo>
                  <a:lnTo>
                    <a:pt x="34" y="977"/>
                  </a:lnTo>
                  <a:lnTo>
                    <a:pt x="68" y="1044"/>
                  </a:lnTo>
                  <a:lnTo>
                    <a:pt x="169" y="1044"/>
                  </a:lnTo>
                  <a:lnTo>
                    <a:pt x="236" y="1010"/>
                  </a:lnTo>
                  <a:lnTo>
                    <a:pt x="640" y="1111"/>
                  </a:lnTo>
                  <a:lnTo>
                    <a:pt x="1112" y="1179"/>
                  </a:lnTo>
                  <a:lnTo>
                    <a:pt x="1987" y="1246"/>
                  </a:lnTo>
                  <a:lnTo>
                    <a:pt x="4108" y="1448"/>
                  </a:lnTo>
                  <a:lnTo>
                    <a:pt x="4142" y="1414"/>
                  </a:lnTo>
                  <a:lnTo>
                    <a:pt x="4209" y="1381"/>
                  </a:lnTo>
                  <a:lnTo>
                    <a:pt x="4209" y="1347"/>
                  </a:lnTo>
                  <a:lnTo>
                    <a:pt x="4209" y="1280"/>
                  </a:lnTo>
                  <a:lnTo>
                    <a:pt x="4209" y="1246"/>
                  </a:lnTo>
                  <a:lnTo>
                    <a:pt x="4377" y="741"/>
                  </a:lnTo>
                  <a:lnTo>
                    <a:pt x="4377" y="674"/>
                  </a:lnTo>
                  <a:lnTo>
                    <a:pt x="4377" y="640"/>
                  </a:lnTo>
                  <a:lnTo>
                    <a:pt x="4344" y="606"/>
                  </a:lnTo>
                  <a:lnTo>
                    <a:pt x="4276" y="573"/>
                  </a:lnTo>
                  <a:lnTo>
                    <a:pt x="3199" y="337"/>
                  </a:lnTo>
                  <a:lnTo>
                    <a:pt x="2088" y="135"/>
                  </a:lnTo>
                  <a:lnTo>
                    <a:pt x="1213" y="34"/>
                  </a:lnTo>
                  <a:lnTo>
                    <a:pt x="74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1" name="Google Shape;51;p2"/>
            <p:cNvSpPr/>
            <p:nvPr/>
          </p:nvSpPr>
          <p:spPr>
            <a:xfrm>
              <a:off x="6705391" y="6564308"/>
              <a:ext cx="2446606" cy="190168"/>
            </a:xfrm>
            <a:custGeom>
              <a:avLst/>
              <a:gdLst/>
              <a:ahLst/>
              <a:cxnLst/>
              <a:rect l="l" t="t" r="r" b="b"/>
              <a:pathLst>
                <a:path w="36834" h="2863" extrusionOk="0">
                  <a:moveTo>
                    <a:pt x="606" y="0"/>
                  </a:moveTo>
                  <a:lnTo>
                    <a:pt x="34" y="34"/>
                  </a:lnTo>
                  <a:lnTo>
                    <a:pt x="0" y="68"/>
                  </a:lnTo>
                  <a:lnTo>
                    <a:pt x="34" y="101"/>
                  </a:lnTo>
                  <a:lnTo>
                    <a:pt x="573" y="202"/>
                  </a:lnTo>
                  <a:lnTo>
                    <a:pt x="1111" y="270"/>
                  </a:lnTo>
                  <a:lnTo>
                    <a:pt x="2189" y="337"/>
                  </a:lnTo>
                  <a:lnTo>
                    <a:pt x="4377" y="405"/>
                  </a:lnTo>
                  <a:lnTo>
                    <a:pt x="9192" y="674"/>
                  </a:lnTo>
                  <a:lnTo>
                    <a:pt x="13973" y="977"/>
                  </a:lnTo>
                  <a:lnTo>
                    <a:pt x="18787" y="1314"/>
                  </a:lnTo>
                  <a:lnTo>
                    <a:pt x="23299" y="1684"/>
                  </a:lnTo>
                  <a:lnTo>
                    <a:pt x="27810" y="2054"/>
                  </a:lnTo>
                  <a:lnTo>
                    <a:pt x="36833" y="2862"/>
                  </a:lnTo>
                  <a:lnTo>
                    <a:pt x="36833" y="2559"/>
                  </a:lnTo>
                  <a:lnTo>
                    <a:pt x="32389" y="2122"/>
                  </a:lnTo>
                  <a:lnTo>
                    <a:pt x="27945" y="1751"/>
                  </a:lnTo>
                  <a:lnTo>
                    <a:pt x="23501" y="1415"/>
                  </a:lnTo>
                  <a:lnTo>
                    <a:pt x="19057" y="1078"/>
                  </a:lnTo>
                  <a:lnTo>
                    <a:pt x="14242" y="775"/>
                  </a:lnTo>
                  <a:lnTo>
                    <a:pt x="9461" y="472"/>
                  </a:lnTo>
                  <a:lnTo>
                    <a:pt x="4647" y="202"/>
                  </a:lnTo>
                  <a:lnTo>
                    <a:pt x="2357" y="34"/>
                  </a:lnTo>
                  <a:lnTo>
                    <a:pt x="117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2" name="Google Shape;52;p2"/>
            <p:cNvSpPr/>
            <p:nvPr/>
          </p:nvSpPr>
          <p:spPr>
            <a:xfrm>
              <a:off x="7671506" y="6765568"/>
              <a:ext cx="85021" cy="22451"/>
            </a:xfrm>
            <a:custGeom>
              <a:avLst/>
              <a:gdLst/>
              <a:ahLst/>
              <a:cxnLst/>
              <a:rect l="l" t="t" r="r" b="b"/>
              <a:pathLst>
                <a:path w="1280" h="338" extrusionOk="0">
                  <a:moveTo>
                    <a:pt x="67" y="1"/>
                  </a:moveTo>
                  <a:lnTo>
                    <a:pt x="0" y="34"/>
                  </a:lnTo>
                  <a:lnTo>
                    <a:pt x="0" y="68"/>
                  </a:lnTo>
                  <a:lnTo>
                    <a:pt x="0" y="102"/>
                  </a:lnTo>
                  <a:lnTo>
                    <a:pt x="34" y="169"/>
                  </a:lnTo>
                  <a:lnTo>
                    <a:pt x="202" y="236"/>
                  </a:lnTo>
                  <a:lnTo>
                    <a:pt x="370" y="270"/>
                  </a:lnTo>
                  <a:lnTo>
                    <a:pt x="741" y="304"/>
                  </a:lnTo>
                  <a:lnTo>
                    <a:pt x="1044" y="337"/>
                  </a:lnTo>
                  <a:lnTo>
                    <a:pt x="1178" y="304"/>
                  </a:lnTo>
                  <a:lnTo>
                    <a:pt x="1246" y="270"/>
                  </a:lnTo>
                  <a:lnTo>
                    <a:pt x="1279" y="203"/>
                  </a:lnTo>
                  <a:lnTo>
                    <a:pt x="1279" y="169"/>
                  </a:lnTo>
                  <a:lnTo>
                    <a:pt x="1279" y="135"/>
                  </a:lnTo>
                  <a:lnTo>
                    <a:pt x="1178" y="68"/>
                  </a:lnTo>
                  <a:lnTo>
                    <a:pt x="808" y="68"/>
                  </a:lnTo>
                  <a:lnTo>
                    <a:pt x="438" y="34"/>
                  </a:lnTo>
                  <a:lnTo>
                    <a:pt x="6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3" name="Google Shape;53;p2"/>
            <p:cNvSpPr/>
            <p:nvPr/>
          </p:nvSpPr>
          <p:spPr>
            <a:xfrm>
              <a:off x="7678215" y="6696223"/>
              <a:ext cx="87279" cy="20192"/>
            </a:xfrm>
            <a:custGeom>
              <a:avLst/>
              <a:gdLst/>
              <a:ahLst/>
              <a:cxnLst/>
              <a:rect l="l" t="t" r="r" b="b"/>
              <a:pathLst>
                <a:path w="1314" h="304" extrusionOk="0">
                  <a:moveTo>
                    <a:pt x="404" y="1"/>
                  </a:moveTo>
                  <a:lnTo>
                    <a:pt x="236" y="35"/>
                  </a:lnTo>
                  <a:lnTo>
                    <a:pt x="34" y="68"/>
                  </a:lnTo>
                  <a:lnTo>
                    <a:pt x="0" y="102"/>
                  </a:lnTo>
                  <a:lnTo>
                    <a:pt x="34" y="136"/>
                  </a:lnTo>
                  <a:lnTo>
                    <a:pt x="168" y="203"/>
                  </a:lnTo>
                  <a:lnTo>
                    <a:pt x="303" y="270"/>
                  </a:lnTo>
                  <a:lnTo>
                    <a:pt x="673" y="304"/>
                  </a:lnTo>
                  <a:lnTo>
                    <a:pt x="1010" y="304"/>
                  </a:lnTo>
                  <a:lnTo>
                    <a:pt x="1145" y="270"/>
                  </a:lnTo>
                  <a:lnTo>
                    <a:pt x="1212" y="237"/>
                  </a:lnTo>
                  <a:lnTo>
                    <a:pt x="1279" y="203"/>
                  </a:lnTo>
                  <a:lnTo>
                    <a:pt x="1313" y="136"/>
                  </a:lnTo>
                  <a:lnTo>
                    <a:pt x="1279" y="102"/>
                  </a:lnTo>
                  <a:lnTo>
                    <a:pt x="1178" y="35"/>
                  </a:lnTo>
                  <a:lnTo>
                    <a:pt x="1044" y="1"/>
                  </a:lnTo>
                  <a:lnTo>
                    <a:pt x="774" y="35"/>
                  </a:lnTo>
                  <a:lnTo>
                    <a:pt x="4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4" name="Google Shape;54;p2"/>
            <p:cNvSpPr/>
            <p:nvPr/>
          </p:nvSpPr>
          <p:spPr>
            <a:xfrm>
              <a:off x="7687116" y="6729766"/>
              <a:ext cx="91796" cy="29159"/>
            </a:xfrm>
            <a:custGeom>
              <a:avLst/>
              <a:gdLst/>
              <a:ahLst/>
              <a:cxnLst/>
              <a:rect l="l" t="t" r="r" b="b"/>
              <a:pathLst>
                <a:path w="1382" h="439" extrusionOk="0">
                  <a:moveTo>
                    <a:pt x="135" y="1"/>
                  </a:moveTo>
                  <a:lnTo>
                    <a:pt x="1" y="35"/>
                  </a:lnTo>
                  <a:lnTo>
                    <a:pt x="1" y="68"/>
                  </a:lnTo>
                  <a:lnTo>
                    <a:pt x="102" y="169"/>
                  </a:lnTo>
                  <a:lnTo>
                    <a:pt x="203" y="237"/>
                  </a:lnTo>
                  <a:lnTo>
                    <a:pt x="472" y="304"/>
                  </a:lnTo>
                  <a:lnTo>
                    <a:pt x="842" y="371"/>
                  </a:lnTo>
                  <a:lnTo>
                    <a:pt x="1246" y="439"/>
                  </a:lnTo>
                  <a:lnTo>
                    <a:pt x="1347" y="405"/>
                  </a:lnTo>
                  <a:lnTo>
                    <a:pt x="1381" y="338"/>
                  </a:lnTo>
                  <a:lnTo>
                    <a:pt x="1347" y="237"/>
                  </a:lnTo>
                  <a:lnTo>
                    <a:pt x="1280" y="203"/>
                  </a:lnTo>
                  <a:lnTo>
                    <a:pt x="910" y="102"/>
                  </a:lnTo>
                  <a:lnTo>
                    <a:pt x="539" y="35"/>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5" name="Google Shape;55;p2"/>
            <p:cNvSpPr/>
            <p:nvPr/>
          </p:nvSpPr>
          <p:spPr>
            <a:xfrm>
              <a:off x="6445945" y="6685064"/>
              <a:ext cx="1552095" cy="178942"/>
            </a:xfrm>
            <a:custGeom>
              <a:avLst/>
              <a:gdLst/>
              <a:ahLst/>
              <a:cxnLst/>
              <a:rect l="l" t="t" r="r" b="b"/>
              <a:pathLst>
                <a:path w="23367" h="2694" extrusionOk="0">
                  <a:moveTo>
                    <a:pt x="68" y="1"/>
                  </a:moveTo>
                  <a:lnTo>
                    <a:pt x="1" y="34"/>
                  </a:lnTo>
                  <a:lnTo>
                    <a:pt x="1" y="102"/>
                  </a:lnTo>
                  <a:lnTo>
                    <a:pt x="68" y="371"/>
                  </a:lnTo>
                  <a:lnTo>
                    <a:pt x="169" y="573"/>
                  </a:lnTo>
                  <a:lnTo>
                    <a:pt x="338" y="775"/>
                  </a:lnTo>
                  <a:lnTo>
                    <a:pt x="540" y="910"/>
                  </a:lnTo>
                  <a:lnTo>
                    <a:pt x="742" y="1044"/>
                  </a:lnTo>
                  <a:lnTo>
                    <a:pt x="977" y="1145"/>
                  </a:lnTo>
                  <a:lnTo>
                    <a:pt x="1482" y="1280"/>
                  </a:lnTo>
                  <a:lnTo>
                    <a:pt x="1954" y="1381"/>
                  </a:lnTo>
                  <a:lnTo>
                    <a:pt x="2425" y="1448"/>
                  </a:lnTo>
                  <a:lnTo>
                    <a:pt x="3401" y="1549"/>
                  </a:lnTo>
                  <a:lnTo>
                    <a:pt x="5287" y="1684"/>
                  </a:lnTo>
                  <a:lnTo>
                    <a:pt x="9529" y="2054"/>
                  </a:lnTo>
                  <a:lnTo>
                    <a:pt x="13738" y="2391"/>
                  </a:lnTo>
                  <a:lnTo>
                    <a:pt x="18114" y="2694"/>
                  </a:lnTo>
                  <a:lnTo>
                    <a:pt x="23367" y="2694"/>
                  </a:lnTo>
                  <a:lnTo>
                    <a:pt x="19225" y="2458"/>
                  </a:lnTo>
                  <a:lnTo>
                    <a:pt x="15084" y="2189"/>
                  </a:lnTo>
                  <a:lnTo>
                    <a:pt x="11246" y="1920"/>
                  </a:lnTo>
                  <a:lnTo>
                    <a:pt x="7408" y="1583"/>
                  </a:lnTo>
                  <a:lnTo>
                    <a:pt x="3435" y="1213"/>
                  </a:lnTo>
                  <a:lnTo>
                    <a:pt x="2593" y="1145"/>
                  </a:lnTo>
                  <a:lnTo>
                    <a:pt x="2088" y="1112"/>
                  </a:lnTo>
                  <a:lnTo>
                    <a:pt x="1550" y="1044"/>
                  </a:lnTo>
                  <a:lnTo>
                    <a:pt x="1078" y="910"/>
                  </a:lnTo>
                  <a:lnTo>
                    <a:pt x="843" y="809"/>
                  </a:lnTo>
                  <a:lnTo>
                    <a:pt x="674" y="708"/>
                  </a:lnTo>
                  <a:lnTo>
                    <a:pt x="472" y="573"/>
                  </a:lnTo>
                  <a:lnTo>
                    <a:pt x="338" y="438"/>
                  </a:lnTo>
                  <a:lnTo>
                    <a:pt x="237" y="270"/>
                  </a:lnTo>
                  <a:lnTo>
                    <a:pt x="169" y="68"/>
                  </a:lnTo>
                  <a:lnTo>
                    <a:pt x="1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0" name="Google Shape;10;p2"/>
          <p:cNvGrpSpPr/>
          <p:nvPr/>
        </p:nvGrpSpPr>
        <p:grpSpPr>
          <a:xfrm>
            <a:off x="1907265" y="-6002"/>
            <a:ext cx="5329471" cy="1572280"/>
            <a:chOff x="1045264" y="-6007"/>
            <a:chExt cx="7118300" cy="2100014"/>
          </a:xfrm>
        </p:grpSpPr>
        <p:sp>
          <p:nvSpPr>
            <p:cNvPr id="11" name="Google Shape;11;p2"/>
            <p:cNvSpPr/>
            <p:nvPr/>
          </p:nvSpPr>
          <p:spPr>
            <a:xfrm>
              <a:off x="1803411" y="-6007"/>
              <a:ext cx="5944150" cy="724669"/>
            </a:xfrm>
            <a:custGeom>
              <a:avLst/>
              <a:gdLst/>
              <a:ahLst/>
              <a:cxnLst/>
              <a:rect l="l" t="t" r="r" b="b"/>
              <a:pathLst>
                <a:path w="89490" h="10910" extrusionOk="0">
                  <a:moveTo>
                    <a:pt x="89187" y="1"/>
                  </a:moveTo>
                  <a:lnTo>
                    <a:pt x="87840" y="2458"/>
                  </a:lnTo>
                  <a:lnTo>
                    <a:pt x="87133" y="3671"/>
                  </a:lnTo>
                  <a:lnTo>
                    <a:pt x="86426" y="4883"/>
                  </a:lnTo>
                  <a:lnTo>
                    <a:pt x="85551" y="6297"/>
                  </a:lnTo>
                  <a:lnTo>
                    <a:pt x="84642" y="7677"/>
                  </a:lnTo>
                  <a:lnTo>
                    <a:pt x="83733" y="9057"/>
                  </a:lnTo>
                  <a:lnTo>
                    <a:pt x="82823" y="10438"/>
                  </a:lnTo>
                  <a:lnTo>
                    <a:pt x="82756" y="10404"/>
                  </a:lnTo>
                  <a:lnTo>
                    <a:pt x="69289" y="10471"/>
                  </a:lnTo>
                  <a:lnTo>
                    <a:pt x="55822" y="10539"/>
                  </a:lnTo>
                  <a:lnTo>
                    <a:pt x="28887" y="10606"/>
                  </a:lnTo>
                  <a:lnTo>
                    <a:pt x="14477" y="10606"/>
                  </a:lnTo>
                  <a:lnTo>
                    <a:pt x="7272" y="10640"/>
                  </a:lnTo>
                  <a:lnTo>
                    <a:pt x="67" y="10707"/>
                  </a:lnTo>
                  <a:lnTo>
                    <a:pt x="0" y="10741"/>
                  </a:lnTo>
                  <a:lnTo>
                    <a:pt x="0" y="10775"/>
                  </a:lnTo>
                  <a:lnTo>
                    <a:pt x="0" y="10842"/>
                  </a:lnTo>
                  <a:lnTo>
                    <a:pt x="67" y="10876"/>
                  </a:lnTo>
                  <a:lnTo>
                    <a:pt x="6801" y="10909"/>
                  </a:lnTo>
                  <a:lnTo>
                    <a:pt x="13535" y="10876"/>
                  </a:lnTo>
                  <a:lnTo>
                    <a:pt x="27002" y="10808"/>
                  </a:lnTo>
                  <a:lnTo>
                    <a:pt x="53936" y="10741"/>
                  </a:lnTo>
                  <a:lnTo>
                    <a:pt x="68346" y="10674"/>
                  </a:lnTo>
                  <a:lnTo>
                    <a:pt x="82756" y="10640"/>
                  </a:lnTo>
                  <a:lnTo>
                    <a:pt x="82823" y="10674"/>
                  </a:lnTo>
                  <a:lnTo>
                    <a:pt x="82857" y="10640"/>
                  </a:lnTo>
                  <a:lnTo>
                    <a:pt x="83362" y="10000"/>
                  </a:lnTo>
                  <a:lnTo>
                    <a:pt x="83867" y="9360"/>
                  </a:lnTo>
                  <a:lnTo>
                    <a:pt x="84776" y="8014"/>
                  </a:lnTo>
                  <a:lnTo>
                    <a:pt x="85685" y="6633"/>
                  </a:lnTo>
                  <a:lnTo>
                    <a:pt x="86527" y="5219"/>
                  </a:lnTo>
                  <a:lnTo>
                    <a:pt x="87301" y="3940"/>
                  </a:lnTo>
                  <a:lnTo>
                    <a:pt x="88042" y="2661"/>
                  </a:lnTo>
                  <a:lnTo>
                    <a:pt x="88783" y="1347"/>
                  </a:lnTo>
                  <a:lnTo>
                    <a:pt x="8949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 name="Google Shape;12;p2"/>
            <p:cNvSpPr/>
            <p:nvPr/>
          </p:nvSpPr>
          <p:spPr>
            <a:xfrm>
              <a:off x="1045264" y="-6007"/>
              <a:ext cx="7118300" cy="2100014"/>
            </a:xfrm>
            <a:custGeom>
              <a:avLst/>
              <a:gdLst/>
              <a:ahLst/>
              <a:cxnLst/>
              <a:rect l="l" t="t" r="r" b="b"/>
              <a:pathLst>
                <a:path w="107167" h="31616" extrusionOk="0">
                  <a:moveTo>
                    <a:pt x="98850" y="8889"/>
                  </a:moveTo>
                  <a:lnTo>
                    <a:pt x="99456" y="9057"/>
                  </a:lnTo>
                  <a:lnTo>
                    <a:pt x="100062" y="9192"/>
                  </a:lnTo>
                  <a:lnTo>
                    <a:pt x="100702" y="9360"/>
                  </a:lnTo>
                  <a:lnTo>
                    <a:pt x="101308" y="9529"/>
                  </a:lnTo>
                  <a:lnTo>
                    <a:pt x="102048" y="9798"/>
                  </a:lnTo>
                  <a:lnTo>
                    <a:pt x="102789" y="10168"/>
                  </a:lnTo>
                  <a:lnTo>
                    <a:pt x="103496" y="10572"/>
                  </a:lnTo>
                  <a:lnTo>
                    <a:pt x="104136" y="11078"/>
                  </a:lnTo>
                  <a:lnTo>
                    <a:pt x="104675" y="11515"/>
                  </a:lnTo>
                  <a:lnTo>
                    <a:pt x="105146" y="12054"/>
                  </a:lnTo>
                  <a:lnTo>
                    <a:pt x="105550" y="12593"/>
                  </a:lnTo>
                  <a:lnTo>
                    <a:pt x="105920" y="13199"/>
                  </a:lnTo>
                  <a:lnTo>
                    <a:pt x="106223" y="13805"/>
                  </a:lnTo>
                  <a:lnTo>
                    <a:pt x="106493" y="14444"/>
                  </a:lnTo>
                  <a:lnTo>
                    <a:pt x="106695" y="15118"/>
                  </a:lnTo>
                  <a:lnTo>
                    <a:pt x="106829" y="15791"/>
                  </a:lnTo>
                  <a:lnTo>
                    <a:pt x="106728" y="15825"/>
                  </a:lnTo>
                  <a:lnTo>
                    <a:pt x="106594" y="15825"/>
                  </a:lnTo>
                  <a:lnTo>
                    <a:pt x="106493" y="15858"/>
                  </a:lnTo>
                  <a:lnTo>
                    <a:pt x="106459" y="15892"/>
                  </a:lnTo>
                  <a:lnTo>
                    <a:pt x="106425" y="15926"/>
                  </a:lnTo>
                  <a:lnTo>
                    <a:pt x="106425" y="15959"/>
                  </a:lnTo>
                  <a:lnTo>
                    <a:pt x="106459" y="15993"/>
                  </a:lnTo>
                  <a:lnTo>
                    <a:pt x="106560" y="16027"/>
                  </a:lnTo>
                  <a:lnTo>
                    <a:pt x="106661" y="16060"/>
                  </a:lnTo>
                  <a:lnTo>
                    <a:pt x="106863" y="16027"/>
                  </a:lnTo>
                  <a:lnTo>
                    <a:pt x="106930" y="16262"/>
                  </a:lnTo>
                  <a:lnTo>
                    <a:pt x="106930" y="16296"/>
                  </a:lnTo>
                  <a:lnTo>
                    <a:pt x="106998" y="16330"/>
                  </a:lnTo>
                  <a:lnTo>
                    <a:pt x="106964" y="16969"/>
                  </a:lnTo>
                  <a:lnTo>
                    <a:pt x="106526" y="17037"/>
                  </a:lnTo>
                  <a:lnTo>
                    <a:pt x="106493" y="16767"/>
                  </a:lnTo>
                  <a:lnTo>
                    <a:pt x="106459" y="16532"/>
                  </a:lnTo>
                  <a:lnTo>
                    <a:pt x="106493" y="16431"/>
                  </a:lnTo>
                  <a:lnTo>
                    <a:pt x="106425" y="16094"/>
                  </a:lnTo>
                  <a:lnTo>
                    <a:pt x="106324" y="15757"/>
                  </a:lnTo>
                  <a:lnTo>
                    <a:pt x="106190" y="15421"/>
                  </a:lnTo>
                  <a:lnTo>
                    <a:pt x="106055" y="15118"/>
                  </a:lnTo>
                  <a:lnTo>
                    <a:pt x="105887" y="14815"/>
                  </a:lnTo>
                  <a:lnTo>
                    <a:pt x="105685" y="14512"/>
                  </a:lnTo>
                  <a:lnTo>
                    <a:pt x="105281" y="13939"/>
                  </a:lnTo>
                  <a:lnTo>
                    <a:pt x="104809" y="13434"/>
                  </a:lnTo>
                  <a:lnTo>
                    <a:pt x="104271" y="12929"/>
                  </a:lnTo>
                  <a:lnTo>
                    <a:pt x="103732" y="12458"/>
                  </a:lnTo>
                  <a:lnTo>
                    <a:pt x="103193" y="12054"/>
                  </a:lnTo>
                  <a:lnTo>
                    <a:pt x="102587" y="11583"/>
                  </a:lnTo>
                  <a:lnTo>
                    <a:pt x="101947" y="11212"/>
                  </a:lnTo>
                  <a:lnTo>
                    <a:pt x="101274" y="10876"/>
                  </a:lnTo>
                  <a:lnTo>
                    <a:pt x="100601" y="10572"/>
                  </a:lnTo>
                  <a:lnTo>
                    <a:pt x="99995" y="10337"/>
                  </a:lnTo>
                  <a:lnTo>
                    <a:pt x="99355" y="10168"/>
                  </a:lnTo>
                  <a:lnTo>
                    <a:pt x="98715" y="10000"/>
                  </a:lnTo>
                  <a:lnTo>
                    <a:pt x="98379" y="9966"/>
                  </a:lnTo>
                  <a:lnTo>
                    <a:pt x="98042" y="9933"/>
                  </a:lnTo>
                  <a:lnTo>
                    <a:pt x="98850" y="8889"/>
                  </a:lnTo>
                  <a:close/>
                  <a:moveTo>
                    <a:pt x="106324" y="19865"/>
                  </a:moveTo>
                  <a:lnTo>
                    <a:pt x="106392" y="19899"/>
                  </a:lnTo>
                  <a:lnTo>
                    <a:pt x="106324" y="20303"/>
                  </a:lnTo>
                  <a:lnTo>
                    <a:pt x="106257" y="20639"/>
                  </a:lnTo>
                  <a:lnTo>
                    <a:pt x="106190" y="20774"/>
                  </a:lnTo>
                  <a:lnTo>
                    <a:pt x="106156" y="20942"/>
                  </a:lnTo>
                  <a:lnTo>
                    <a:pt x="106055" y="20808"/>
                  </a:lnTo>
                  <a:lnTo>
                    <a:pt x="106021" y="20639"/>
                  </a:lnTo>
                  <a:lnTo>
                    <a:pt x="106021" y="20471"/>
                  </a:lnTo>
                  <a:lnTo>
                    <a:pt x="106089" y="20303"/>
                  </a:lnTo>
                  <a:lnTo>
                    <a:pt x="106190" y="20067"/>
                  </a:lnTo>
                  <a:lnTo>
                    <a:pt x="106324" y="19865"/>
                  </a:lnTo>
                  <a:close/>
                  <a:moveTo>
                    <a:pt x="91712" y="20168"/>
                  </a:moveTo>
                  <a:lnTo>
                    <a:pt x="91881" y="20202"/>
                  </a:lnTo>
                  <a:lnTo>
                    <a:pt x="91813" y="20740"/>
                  </a:lnTo>
                  <a:lnTo>
                    <a:pt x="91780" y="21313"/>
                  </a:lnTo>
                  <a:lnTo>
                    <a:pt x="91746" y="20740"/>
                  </a:lnTo>
                  <a:lnTo>
                    <a:pt x="91712" y="20168"/>
                  </a:lnTo>
                  <a:close/>
                  <a:moveTo>
                    <a:pt x="64004" y="14242"/>
                  </a:moveTo>
                  <a:lnTo>
                    <a:pt x="64004" y="14276"/>
                  </a:lnTo>
                  <a:lnTo>
                    <a:pt x="64004" y="14343"/>
                  </a:lnTo>
                  <a:lnTo>
                    <a:pt x="64239" y="14848"/>
                  </a:lnTo>
                  <a:lnTo>
                    <a:pt x="64475" y="15387"/>
                  </a:lnTo>
                  <a:lnTo>
                    <a:pt x="64643" y="15926"/>
                  </a:lnTo>
                  <a:lnTo>
                    <a:pt x="64812" y="16498"/>
                  </a:lnTo>
                  <a:lnTo>
                    <a:pt x="64913" y="17037"/>
                  </a:lnTo>
                  <a:lnTo>
                    <a:pt x="64980" y="17609"/>
                  </a:lnTo>
                  <a:lnTo>
                    <a:pt x="65014" y="18181"/>
                  </a:lnTo>
                  <a:lnTo>
                    <a:pt x="64946" y="18754"/>
                  </a:lnTo>
                  <a:lnTo>
                    <a:pt x="64879" y="19057"/>
                  </a:lnTo>
                  <a:lnTo>
                    <a:pt x="64812" y="19326"/>
                  </a:lnTo>
                  <a:lnTo>
                    <a:pt x="64711" y="19562"/>
                  </a:lnTo>
                  <a:lnTo>
                    <a:pt x="64576" y="19798"/>
                  </a:lnTo>
                  <a:lnTo>
                    <a:pt x="64441" y="20033"/>
                  </a:lnTo>
                  <a:lnTo>
                    <a:pt x="64273" y="20235"/>
                  </a:lnTo>
                  <a:lnTo>
                    <a:pt x="64105" y="20437"/>
                  </a:lnTo>
                  <a:lnTo>
                    <a:pt x="63936" y="20639"/>
                  </a:lnTo>
                  <a:lnTo>
                    <a:pt x="63499" y="20942"/>
                  </a:lnTo>
                  <a:lnTo>
                    <a:pt x="63061" y="21212"/>
                  </a:lnTo>
                  <a:lnTo>
                    <a:pt x="62556" y="21380"/>
                  </a:lnTo>
                  <a:lnTo>
                    <a:pt x="61984" y="21548"/>
                  </a:lnTo>
                  <a:lnTo>
                    <a:pt x="61445" y="21616"/>
                  </a:lnTo>
                  <a:lnTo>
                    <a:pt x="60906" y="21683"/>
                  </a:lnTo>
                  <a:lnTo>
                    <a:pt x="60334" y="21717"/>
                  </a:lnTo>
                  <a:lnTo>
                    <a:pt x="59795" y="21750"/>
                  </a:lnTo>
                  <a:lnTo>
                    <a:pt x="57573" y="21750"/>
                  </a:lnTo>
                  <a:lnTo>
                    <a:pt x="52792" y="21851"/>
                  </a:lnTo>
                  <a:lnTo>
                    <a:pt x="48045" y="21919"/>
                  </a:lnTo>
                  <a:lnTo>
                    <a:pt x="43298" y="22020"/>
                  </a:lnTo>
                  <a:lnTo>
                    <a:pt x="42961" y="21986"/>
                  </a:lnTo>
                  <a:lnTo>
                    <a:pt x="42658" y="21952"/>
                  </a:lnTo>
                  <a:lnTo>
                    <a:pt x="42355" y="21851"/>
                  </a:lnTo>
                  <a:lnTo>
                    <a:pt x="42119" y="21717"/>
                  </a:lnTo>
                  <a:lnTo>
                    <a:pt x="41884" y="21582"/>
                  </a:lnTo>
                  <a:lnTo>
                    <a:pt x="41715" y="21380"/>
                  </a:lnTo>
                  <a:lnTo>
                    <a:pt x="41513" y="21178"/>
                  </a:lnTo>
                  <a:lnTo>
                    <a:pt x="41379" y="20942"/>
                  </a:lnTo>
                  <a:lnTo>
                    <a:pt x="41244" y="20707"/>
                  </a:lnTo>
                  <a:lnTo>
                    <a:pt x="41143" y="20437"/>
                  </a:lnTo>
                  <a:lnTo>
                    <a:pt x="40941" y="19865"/>
                  </a:lnTo>
                  <a:lnTo>
                    <a:pt x="40840" y="19259"/>
                  </a:lnTo>
                  <a:lnTo>
                    <a:pt x="40739" y="18687"/>
                  </a:lnTo>
                  <a:lnTo>
                    <a:pt x="40672" y="18114"/>
                  </a:lnTo>
                  <a:lnTo>
                    <a:pt x="40672" y="17575"/>
                  </a:lnTo>
                  <a:lnTo>
                    <a:pt x="40705" y="17037"/>
                  </a:lnTo>
                  <a:lnTo>
                    <a:pt x="40739" y="16498"/>
                  </a:lnTo>
                  <a:lnTo>
                    <a:pt x="40840" y="15959"/>
                  </a:lnTo>
                  <a:lnTo>
                    <a:pt x="40941" y="15421"/>
                  </a:lnTo>
                  <a:lnTo>
                    <a:pt x="41076" y="14882"/>
                  </a:lnTo>
                  <a:lnTo>
                    <a:pt x="41210" y="14343"/>
                  </a:lnTo>
                  <a:lnTo>
                    <a:pt x="52624" y="14242"/>
                  </a:lnTo>
                  <a:close/>
                  <a:moveTo>
                    <a:pt x="89288" y="20639"/>
                  </a:moveTo>
                  <a:lnTo>
                    <a:pt x="89322" y="20774"/>
                  </a:lnTo>
                  <a:lnTo>
                    <a:pt x="89389" y="20875"/>
                  </a:lnTo>
                  <a:lnTo>
                    <a:pt x="89457" y="20942"/>
                  </a:lnTo>
                  <a:lnTo>
                    <a:pt x="89558" y="21010"/>
                  </a:lnTo>
                  <a:lnTo>
                    <a:pt x="89793" y="21043"/>
                  </a:lnTo>
                  <a:lnTo>
                    <a:pt x="89928" y="21077"/>
                  </a:lnTo>
                  <a:lnTo>
                    <a:pt x="90029" y="21043"/>
                  </a:lnTo>
                  <a:lnTo>
                    <a:pt x="89928" y="22121"/>
                  </a:lnTo>
                  <a:lnTo>
                    <a:pt x="89861" y="23232"/>
                  </a:lnTo>
                  <a:lnTo>
                    <a:pt x="89760" y="25420"/>
                  </a:lnTo>
                  <a:lnTo>
                    <a:pt x="89558" y="25521"/>
                  </a:lnTo>
                  <a:lnTo>
                    <a:pt x="89389" y="25656"/>
                  </a:lnTo>
                  <a:lnTo>
                    <a:pt x="89255" y="25790"/>
                  </a:lnTo>
                  <a:lnTo>
                    <a:pt x="89154" y="25959"/>
                  </a:lnTo>
                  <a:lnTo>
                    <a:pt x="89120" y="25790"/>
                  </a:lnTo>
                  <a:lnTo>
                    <a:pt x="89086" y="25790"/>
                  </a:lnTo>
                  <a:lnTo>
                    <a:pt x="88985" y="25117"/>
                  </a:lnTo>
                  <a:lnTo>
                    <a:pt x="88985" y="24444"/>
                  </a:lnTo>
                  <a:lnTo>
                    <a:pt x="88985" y="23770"/>
                  </a:lnTo>
                  <a:lnTo>
                    <a:pt x="89019" y="23097"/>
                  </a:lnTo>
                  <a:lnTo>
                    <a:pt x="89053" y="22255"/>
                  </a:lnTo>
                  <a:lnTo>
                    <a:pt x="89086" y="21851"/>
                  </a:lnTo>
                  <a:lnTo>
                    <a:pt x="89154" y="21447"/>
                  </a:lnTo>
                  <a:lnTo>
                    <a:pt x="89221" y="21043"/>
                  </a:lnTo>
                  <a:lnTo>
                    <a:pt x="89255" y="20841"/>
                  </a:lnTo>
                  <a:lnTo>
                    <a:pt x="89288" y="20639"/>
                  </a:lnTo>
                  <a:close/>
                  <a:moveTo>
                    <a:pt x="92015" y="20202"/>
                  </a:moveTo>
                  <a:lnTo>
                    <a:pt x="92015" y="20235"/>
                  </a:lnTo>
                  <a:lnTo>
                    <a:pt x="92015" y="20303"/>
                  </a:lnTo>
                  <a:lnTo>
                    <a:pt x="92083" y="20370"/>
                  </a:lnTo>
                  <a:lnTo>
                    <a:pt x="92015" y="21043"/>
                  </a:lnTo>
                  <a:lnTo>
                    <a:pt x="91982" y="21717"/>
                  </a:lnTo>
                  <a:lnTo>
                    <a:pt x="91914" y="23097"/>
                  </a:lnTo>
                  <a:lnTo>
                    <a:pt x="91679" y="26598"/>
                  </a:lnTo>
                  <a:lnTo>
                    <a:pt x="91645" y="26598"/>
                  </a:lnTo>
                  <a:lnTo>
                    <a:pt x="91813" y="23501"/>
                  </a:lnTo>
                  <a:lnTo>
                    <a:pt x="91914" y="21851"/>
                  </a:lnTo>
                  <a:lnTo>
                    <a:pt x="91948" y="21010"/>
                  </a:lnTo>
                  <a:lnTo>
                    <a:pt x="91948" y="20202"/>
                  </a:lnTo>
                  <a:close/>
                  <a:moveTo>
                    <a:pt x="91140" y="19865"/>
                  </a:moveTo>
                  <a:lnTo>
                    <a:pt x="91275" y="19932"/>
                  </a:lnTo>
                  <a:lnTo>
                    <a:pt x="91342" y="20000"/>
                  </a:lnTo>
                  <a:lnTo>
                    <a:pt x="91376" y="20067"/>
                  </a:lnTo>
                  <a:lnTo>
                    <a:pt x="91443" y="20235"/>
                  </a:lnTo>
                  <a:lnTo>
                    <a:pt x="91477" y="20303"/>
                  </a:lnTo>
                  <a:lnTo>
                    <a:pt x="91544" y="20303"/>
                  </a:lnTo>
                  <a:lnTo>
                    <a:pt x="91510" y="21818"/>
                  </a:lnTo>
                  <a:lnTo>
                    <a:pt x="91443" y="23333"/>
                  </a:lnTo>
                  <a:lnTo>
                    <a:pt x="91275" y="26329"/>
                  </a:lnTo>
                  <a:lnTo>
                    <a:pt x="91241" y="26363"/>
                  </a:lnTo>
                  <a:lnTo>
                    <a:pt x="91207" y="26363"/>
                  </a:lnTo>
                  <a:lnTo>
                    <a:pt x="91106" y="26531"/>
                  </a:lnTo>
                  <a:lnTo>
                    <a:pt x="91005" y="26666"/>
                  </a:lnTo>
                  <a:lnTo>
                    <a:pt x="91005" y="26666"/>
                  </a:lnTo>
                  <a:lnTo>
                    <a:pt x="91106" y="23501"/>
                  </a:lnTo>
                  <a:lnTo>
                    <a:pt x="91174" y="21683"/>
                  </a:lnTo>
                  <a:lnTo>
                    <a:pt x="91174" y="20774"/>
                  </a:lnTo>
                  <a:lnTo>
                    <a:pt x="91140" y="19865"/>
                  </a:lnTo>
                  <a:close/>
                  <a:moveTo>
                    <a:pt x="91039" y="19865"/>
                  </a:moveTo>
                  <a:lnTo>
                    <a:pt x="90972" y="20707"/>
                  </a:lnTo>
                  <a:lnTo>
                    <a:pt x="90938" y="21548"/>
                  </a:lnTo>
                  <a:lnTo>
                    <a:pt x="90938" y="23232"/>
                  </a:lnTo>
                  <a:lnTo>
                    <a:pt x="90770" y="26733"/>
                  </a:lnTo>
                  <a:lnTo>
                    <a:pt x="90669" y="26733"/>
                  </a:lnTo>
                  <a:lnTo>
                    <a:pt x="90568" y="26700"/>
                  </a:lnTo>
                  <a:lnTo>
                    <a:pt x="90366" y="26598"/>
                  </a:lnTo>
                  <a:lnTo>
                    <a:pt x="90231" y="26497"/>
                  </a:lnTo>
                  <a:lnTo>
                    <a:pt x="90130" y="26396"/>
                  </a:lnTo>
                  <a:lnTo>
                    <a:pt x="89928" y="26161"/>
                  </a:lnTo>
                  <a:lnTo>
                    <a:pt x="89995" y="25588"/>
                  </a:lnTo>
                  <a:lnTo>
                    <a:pt x="90063" y="25521"/>
                  </a:lnTo>
                  <a:lnTo>
                    <a:pt x="90063" y="25454"/>
                  </a:lnTo>
                  <a:lnTo>
                    <a:pt x="90029" y="25386"/>
                  </a:lnTo>
                  <a:lnTo>
                    <a:pt x="90130" y="24141"/>
                  </a:lnTo>
                  <a:lnTo>
                    <a:pt x="90231" y="22895"/>
                  </a:lnTo>
                  <a:lnTo>
                    <a:pt x="90298" y="21649"/>
                  </a:lnTo>
                  <a:lnTo>
                    <a:pt x="90298" y="21043"/>
                  </a:lnTo>
                  <a:lnTo>
                    <a:pt x="90298" y="20437"/>
                  </a:lnTo>
                  <a:lnTo>
                    <a:pt x="90568" y="20168"/>
                  </a:lnTo>
                  <a:lnTo>
                    <a:pt x="90837" y="19966"/>
                  </a:lnTo>
                  <a:lnTo>
                    <a:pt x="90938" y="19899"/>
                  </a:lnTo>
                  <a:lnTo>
                    <a:pt x="91039" y="19865"/>
                  </a:lnTo>
                  <a:close/>
                  <a:moveTo>
                    <a:pt x="92756" y="19798"/>
                  </a:moveTo>
                  <a:lnTo>
                    <a:pt x="92891" y="19831"/>
                  </a:lnTo>
                  <a:lnTo>
                    <a:pt x="93059" y="19899"/>
                  </a:lnTo>
                  <a:lnTo>
                    <a:pt x="93227" y="20000"/>
                  </a:lnTo>
                  <a:lnTo>
                    <a:pt x="93396" y="20168"/>
                  </a:lnTo>
                  <a:lnTo>
                    <a:pt x="93429" y="20404"/>
                  </a:lnTo>
                  <a:lnTo>
                    <a:pt x="93396" y="20639"/>
                  </a:lnTo>
                  <a:lnTo>
                    <a:pt x="93396" y="21144"/>
                  </a:lnTo>
                  <a:lnTo>
                    <a:pt x="93328" y="23265"/>
                  </a:lnTo>
                  <a:lnTo>
                    <a:pt x="93295" y="24343"/>
                  </a:lnTo>
                  <a:lnTo>
                    <a:pt x="93261" y="25420"/>
                  </a:lnTo>
                  <a:lnTo>
                    <a:pt x="93261" y="25959"/>
                  </a:lnTo>
                  <a:lnTo>
                    <a:pt x="93194" y="26531"/>
                  </a:lnTo>
                  <a:lnTo>
                    <a:pt x="93126" y="26767"/>
                  </a:lnTo>
                  <a:lnTo>
                    <a:pt x="93025" y="26935"/>
                  </a:lnTo>
                  <a:lnTo>
                    <a:pt x="92857" y="27036"/>
                  </a:lnTo>
                  <a:lnTo>
                    <a:pt x="92655" y="27104"/>
                  </a:lnTo>
                  <a:lnTo>
                    <a:pt x="92453" y="27104"/>
                  </a:lnTo>
                  <a:lnTo>
                    <a:pt x="92251" y="27070"/>
                  </a:lnTo>
                  <a:lnTo>
                    <a:pt x="92015" y="27036"/>
                  </a:lnTo>
                  <a:lnTo>
                    <a:pt x="91847" y="26935"/>
                  </a:lnTo>
                  <a:lnTo>
                    <a:pt x="91881" y="26902"/>
                  </a:lnTo>
                  <a:lnTo>
                    <a:pt x="91881" y="26834"/>
                  </a:lnTo>
                  <a:lnTo>
                    <a:pt x="92116" y="23366"/>
                  </a:lnTo>
                  <a:lnTo>
                    <a:pt x="92251" y="21784"/>
                  </a:lnTo>
                  <a:lnTo>
                    <a:pt x="92285" y="21010"/>
                  </a:lnTo>
                  <a:lnTo>
                    <a:pt x="92318" y="20202"/>
                  </a:lnTo>
                  <a:lnTo>
                    <a:pt x="92352" y="20168"/>
                  </a:lnTo>
                  <a:lnTo>
                    <a:pt x="92419" y="20000"/>
                  </a:lnTo>
                  <a:lnTo>
                    <a:pt x="92520" y="19899"/>
                  </a:lnTo>
                  <a:lnTo>
                    <a:pt x="92655" y="19831"/>
                  </a:lnTo>
                  <a:lnTo>
                    <a:pt x="92756" y="19798"/>
                  </a:lnTo>
                  <a:close/>
                  <a:moveTo>
                    <a:pt x="90467" y="14444"/>
                  </a:moveTo>
                  <a:lnTo>
                    <a:pt x="90265" y="14781"/>
                  </a:lnTo>
                  <a:lnTo>
                    <a:pt x="90096" y="15118"/>
                  </a:lnTo>
                  <a:lnTo>
                    <a:pt x="89962" y="15522"/>
                  </a:lnTo>
                  <a:lnTo>
                    <a:pt x="89827" y="15926"/>
                  </a:lnTo>
                  <a:lnTo>
                    <a:pt x="89659" y="16767"/>
                  </a:lnTo>
                  <a:lnTo>
                    <a:pt x="89524" y="17542"/>
                  </a:lnTo>
                  <a:lnTo>
                    <a:pt x="89423" y="18249"/>
                  </a:lnTo>
                  <a:lnTo>
                    <a:pt x="89356" y="18990"/>
                  </a:lnTo>
                  <a:lnTo>
                    <a:pt x="89322" y="19730"/>
                  </a:lnTo>
                  <a:lnTo>
                    <a:pt x="89356" y="20471"/>
                  </a:lnTo>
                  <a:lnTo>
                    <a:pt x="89288" y="20505"/>
                  </a:lnTo>
                  <a:lnTo>
                    <a:pt x="89288" y="20572"/>
                  </a:lnTo>
                  <a:lnTo>
                    <a:pt x="89288" y="20606"/>
                  </a:lnTo>
                  <a:lnTo>
                    <a:pt x="89255" y="20505"/>
                  </a:lnTo>
                  <a:lnTo>
                    <a:pt x="89086" y="20774"/>
                  </a:lnTo>
                  <a:lnTo>
                    <a:pt x="88952" y="21077"/>
                  </a:lnTo>
                  <a:lnTo>
                    <a:pt x="88884" y="21414"/>
                  </a:lnTo>
                  <a:lnTo>
                    <a:pt x="88817" y="21750"/>
                  </a:lnTo>
                  <a:lnTo>
                    <a:pt x="88783" y="22457"/>
                  </a:lnTo>
                  <a:lnTo>
                    <a:pt x="88783" y="23097"/>
                  </a:lnTo>
                  <a:lnTo>
                    <a:pt x="88750" y="23871"/>
                  </a:lnTo>
                  <a:lnTo>
                    <a:pt x="88716" y="24679"/>
                  </a:lnTo>
                  <a:lnTo>
                    <a:pt x="88750" y="25083"/>
                  </a:lnTo>
                  <a:lnTo>
                    <a:pt x="88783" y="25487"/>
                  </a:lnTo>
                  <a:lnTo>
                    <a:pt x="88851" y="25858"/>
                  </a:lnTo>
                  <a:lnTo>
                    <a:pt x="88952" y="26262"/>
                  </a:lnTo>
                  <a:lnTo>
                    <a:pt x="88985" y="26295"/>
                  </a:lnTo>
                  <a:lnTo>
                    <a:pt x="88918" y="26598"/>
                  </a:lnTo>
                  <a:lnTo>
                    <a:pt x="88851" y="26868"/>
                  </a:lnTo>
                  <a:lnTo>
                    <a:pt x="88716" y="27137"/>
                  </a:lnTo>
                  <a:lnTo>
                    <a:pt x="88548" y="27407"/>
                  </a:lnTo>
                  <a:lnTo>
                    <a:pt x="88413" y="27036"/>
                  </a:lnTo>
                  <a:lnTo>
                    <a:pt x="88278" y="26666"/>
                  </a:lnTo>
                  <a:lnTo>
                    <a:pt x="88211" y="26262"/>
                  </a:lnTo>
                  <a:lnTo>
                    <a:pt x="88177" y="25858"/>
                  </a:lnTo>
                  <a:lnTo>
                    <a:pt x="88110" y="25083"/>
                  </a:lnTo>
                  <a:lnTo>
                    <a:pt x="88076" y="24275"/>
                  </a:lnTo>
                  <a:lnTo>
                    <a:pt x="88009" y="22558"/>
                  </a:lnTo>
                  <a:lnTo>
                    <a:pt x="88009" y="21717"/>
                  </a:lnTo>
                  <a:lnTo>
                    <a:pt x="88043" y="20841"/>
                  </a:lnTo>
                  <a:lnTo>
                    <a:pt x="88110" y="20000"/>
                  </a:lnTo>
                  <a:lnTo>
                    <a:pt x="88211" y="19192"/>
                  </a:lnTo>
                  <a:lnTo>
                    <a:pt x="88346" y="18350"/>
                  </a:lnTo>
                  <a:lnTo>
                    <a:pt x="88514" y="17542"/>
                  </a:lnTo>
                  <a:lnTo>
                    <a:pt x="88750" y="16734"/>
                  </a:lnTo>
                  <a:lnTo>
                    <a:pt x="89053" y="15959"/>
                  </a:lnTo>
                  <a:lnTo>
                    <a:pt x="89389" y="15185"/>
                  </a:lnTo>
                  <a:lnTo>
                    <a:pt x="89726" y="14444"/>
                  </a:lnTo>
                  <a:close/>
                  <a:moveTo>
                    <a:pt x="99692" y="22558"/>
                  </a:moveTo>
                  <a:lnTo>
                    <a:pt x="99826" y="22626"/>
                  </a:lnTo>
                  <a:lnTo>
                    <a:pt x="99961" y="22727"/>
                  </a:lnTo>
                  <a:lnTo>
                    <a:pt x="100096" y="22861"/>
                  </a:lnTo>
                  <a:lnTo>
                    <a:pt x="100230" y="23030"/>
                  </a:lnTo>
                  <a:lnTo>
                    <a:pt x="100264" y="23198"/>
                  </a:lnTo>
                  <a:lnTo>
                    <a:pt x="100264" y="23366"/>
                  </a:lnTo>
                  <a:lnTo>
                    <a:pt x="100230" y="23737"/>
                  </a:lnTo>
                  <a:lnTo>
                    <a:pt x="100264" y="23804"/>
                  </a:lnTo>
                  <a:lnTo>
                    <a:pt x="100331" y="23838"/>
                  </a:lnTo>
                  <a:lnTo>
                    <a:pt x="99860" y="24309"/>
                  </a:lnTo>
                  <a:lnTo>
                    <a:pt x="99389" y="24780"/>
                  </a:lnTo>
                  <a:lnTo>
                    <a:pt x="98547" y="25790"/>
                  </a:lnTo>
                  <a:lnTo>
                    <a:pt x="97907" y="26464"/>
                  </a:lnTo>
                  <a:lnTo>
                    <a:pt x="97200" y="27104"/>
                  </a:lnTo>
                  <a:lnTo>
                    <a:pt x="96527" y="27710"/>
                  </a:lnTo>
                  <a:lnTo>
                    <a:pt x="95887" y="28383"/>
                  </a:lnTo>
                  <a:lnTo>
                    <a:pt x="95584" y="28383"/>
                  </a:lnTo>
                  <a:lnTo>
                    <a:pt x="95450" y="28349"/>
                  </a:lnTo>
                  <a:lnTo>
                    <a:pt x="95349" y="28282"/>
                  </a:lnTo>
                  <a:lnTo>
                    <a:pt x="95180" y="28080"/>
                  </a:lnTo>
                  <a:lnTo>
                    <a:pt x="95012" y="27878"/>
                  </a:lnTo>
                  <a:lnTo>
                    <a:pt x="94978" y="27811"/>
                  </a:lnTo>
                  <a:lnTo>
                    <a:pt x="94945" y="27710"/>
                  </a:lnTo>
                  <a:lnTo>
                    <a:pt x="94945" y="27508"/>
                  </a:lnTo>
                  <a:lnTo>
                    <a:pt x="95012" y="27339"/>
                  </a:lnTo>
                  <a:lnTo>
                    <a:pt x="95147" y="27137"/>
                  </a:lnTo>
                  <a:lnTo>
                    <a:pt x="95416" y="26801"/>
                  </a:lnTo>
                  <a:lnTo>
                    <a:pt x="95652" y="26531"/>
                  </a:lnTo>
                  <a:lnTo>
                    <a:pt x="96931" y="24949"/>
                  </a:lnTo>
                  <a:lnTo>
                    <a:pt x="97604" y="24208"/>
                  </a:lnTo>
                  <a:lnTo>
                    <a:pt x="98278" y="23467"/>
                  </a:lnTo>
                  <a:lnTo>
                    <a:pt x="98682" y="23063"/>
                  </a:lnTo>
                  <a:lnTo>
                    <a:pt x="98884" y="22861"/>
                  </a:lnTo>
                  <a:lnTo>
                    <a:pt x="99119" y="22693"/>
                  </a:lnTo>
                  <a:lnTo>
                    <a:pt x="99254" y="22626"/>
                  </a:lnTo>
                  <a:lnTo>
                    <a:pt x="99389" y="22558"/>
                  </a:lnTo>
                  <a:close/>
                  <a:moveTo>
                    <a:pt x="100870" y="23905"/>
                  </a:moveTo>
                  <a:lnTo>
                    <a:pt x="100971" y="23972"/>
                  </a:lnTo>
                  <a:lnTo>
                    <a:pt x="98648" y="26464"/>
                  </a:lnTo>
                  <a:lnTo>
                    <a:pt x="97402" y="27743"/>
                  </a:lnTo>
                  <a:lnTo>
                    <a:pt x="96796" y="28383"/>
                  </a:lnTo>
                  <a:lnTo>
                    <a:pt x="96258" y="29090"/>
                  </a:lnTo>
                  <a:lnTo>
                    <a:pt x="96123" y="28989"/>
                  </a:lnTo>
                  <a:lnTo>
                    <a:pt x="96022" y="28922"/>
                  </a:lnTo>
                  <a:lnTo>
                    <a:pt x="96022" y="28888"/>
                  </a:lnTo>
                  <a:lnTo>
                    <a:pt x="96359" y="28652"/>
                  </a:lnTo>
                  <a:lnTo>
                    <a:pt x="96695" y="28383"/>
                  </a:lnTo>
                  <a:lnTo>
                    <a:pt x="96998" y="28080"/>
                  </a:lnTo>
                  <a:lnTo>
                    <a:pt x="97301" y="27777"/>
                  </a:lnTo>
                  <a:lnTo>
                    <a:pt x="97874" y="27137"/>
                  </a:lnTo>
                  <a:lnTo>
                    <a:pt x="98446" y="26497"/>
                  </a:lnTo>
                  <a:lnTo>
                    <a:pt x="99624" y="25184"/>
                  </a:lnTo>
                  <a:lnTo>
                    <a:pt x="100230" y="24511"/>
                  </a:lnTo>
                  <a:lnTo>
                    <a:pt x="100870" y="23905"/>
                  </a:lnTo>
                  <a:close/>
                  <a:moveTo>
                    <a:pt x="101308" y="24511"/>
                  </a:moveTo>
                  <a:lnTo>
                    <a:pt x="101409" y="24780"/>
                  </a:lnTo>
                  <a:lnTo>
                    <a:pt x="101510" y="25016"/>
                  </a:lnTo>
                  <a:lnTo>
                    <a:pt x="101543" y="25252"/>
                  </a:lnTo>
                  <a:lnTo>
                    <a:pt x="101038" y="25790"/>
                  </a:lnTo>
                  <a:lnTo>
                    <a:pt x="100466" y="26295"/>
                  </a:lnTo>
                  <a:lnTo>
                    <a:pt x="99321" y="27339"/>
                  </a:lnTo>
                  <a:lnTo>
                    <a:pt x="98783" y="27878"/>
                  </a:lnTo>
                  <a:lnTo>
                    <a:pt x="98244" y="28417"/>
                  </a:lnTo>
                  <a:lnTo>
                    <a:pt x="97806" y="29023"/>
                  </a:lnTo>
                  <a:lnTo>
                    <a:pt x="97604" y="29326"/>
                  </a:lnTo>
                  <a:lnTo>
                    <a:pt x="97402" y="29629"/>
                  </a:lnTo>
                  <a:lnTo>
                    <a:pt x="96965" y="29561"/>
                  </a:lnTo>
                  <a:lnTo>
                    <a:pt x="96763" y="29494"/>
                  </a:lnTo>
                  <a:lnTo>
                    <a:pt x="96594" y="29393"/>
                  </a:lnTo>
                  <a:lnTo>
                    <a:pt x="96931" y="29090"/>
                  </a:lnTo>
                  <a:lnTo>
                    <a:pt x="97234" y="28787"/>
                  </a:lnTo>
                  <a:lnTo>
                    <a:pt x="97840" y="28147"/>
                  </a:lnTo>
                  <a:lnTo>
                    <a:pt x="98412" y="27508"/>
                  </a:lnTo>
                  <a:lnTo>
                    <a:pt x="98985" y="26868"/>
                  </a:lnTo>
                  <a:lnTo>
                    <a:pt x="100129" y="25689"/>
                  </a:lnTo>
                  <a:lnTo>
                    <a:pt x="101308" y="24511"/>
                  </a:lnTo>
                  <a:close/>
                  <a:moveTo>
                    <a:pt x="101274" y="25858"/>
                  </a:moveTo>
                  <a:lnTo>
                    <a:pt x="101308" y="25891"/>
                  </a:lnTo>
                  <a:lnTo>
                    <a:pt x="101442" y="26026"/>
                  </a:lnTo>
                  <a:lnTo>
                    <a:pt x="101611" y="26093"/>
                  </a:lnTo>
                  <a:lnTo>
                    <a:pt x="101813" y="26127"/>
                  </a:lnTo>
                  <a:lnTo>
                    <a:pt x="101981" y="26093"/>
                  </a:lnTo>
                  <a:lnTo>
                    <a:pt x="101678" y="26666"/>
                  </a:lnTo>
                  <a:lnTo>
                    <a:pt x="101308" y="27205"/>
                  </a:lnTo>
                  <a:lnTo>
                    <a:pt x="100870" y="27710"/>
                  </a:lnTo>
                  <a:lnTo>
                    <a:pt x="100432" y="28181"/>
                  </a:lnTo>
                  <a:lnTo>
                    <a:pt x="99456" y="29191"/>
                  </a:lnTo>
                  <a:lnTo>
                    <a:pt x="98783" y="29797"/>
                  </a:lnTo>
                  <a:lnTo>
                    <a:pt x="98547" y="29999"/>
                  </a:lnTo>
                  <a:lnTo>
                    <a:pt x="98345" y="30100"/>
                  </a:lnTo>
                  <a:lnTo>
                    <a:pt x="98345" y="29864"/>
                  </a:lnTo>
                  <a:lnTo>
                    <a:pt x="98379" y="29831"/>
                  </a:lnTo>
                  <a:lnTo>
                    <a:pt x="98379" y="29763"/>
                  </a:lnTo>
                  <a:lnTo>
                    <a:pt x="98345" y="29696"/>
                  </a:lnTo>
                  <a:lnTo>
                    <a:pt x="98244" y="29460"/>
                  </a:lnTo>
                  <a:lnTo>
                    <a:pt x="98210" y="29393"/>
                  </a:lnTo>
                  <a:lnTo>
                    <a:pt x="98109" y="29292"/>
                  </a:lnTo>
                  <a:lnTo>
                    <a:pt x="98042" y="29225"/>
                  </a:lnTo>
                  <a:lnTo>
                    <a:pt x="97941" y="29191"/>
                  </a:lnTo>
                  <a:lnTo>
                    <a:pt x="98682" y="28383"/>
                  </a:lnTo>
                  <a:lnTo>
                    <a:pt x="99456" y="27575"/>
                  </a:lnTo>
                  <a:lnTo>
                    <a:pt x="100365" y="26733"/>
                  </a:lnTo>
                  <a:lnTo>
                    <a:pt x="100836" y="26295"/>
                  </a:lnTo>
                  <a:lnTo>
                    <a:pt x="101274" y="25858"/>
                  </a:lnTo>
                  <a:close/>
                  <a:moveTo>
                    <a:pt x="106930" y="17171"/>
                  </a:moveTo>
                  <a:lnTo>
                    <a:pt x="106930" y="18114"/>
                  </a:lnTo>
                  <a:lnTo>
                    <a:pt x="106897" y="19023"/>
                  </a:lnTo>
                  <a:lnTo>
                    <a:pt x="106863" y="19495"/>
                  </a:lnTo>
                  <a:lnTo>
                    <a:pt x="106829" y="19932"/>
                  </a:lnTo>
                  <a:lnTo>
                    <a:pt x="106728" y="20404"/>
                  </a:lnTo>
                  <a:lnTo>
                    <a:pt x="106627" y="20841"/>
                  </a:lnTo>
                  <a:lnTo>
                    <a:pt x="106425" y="21380"/>
                  </a:lnTo>
                  <a:lnTo>
                    <a:pt x="106190" y="21919"/>
                  </a:lnTo>
                  <a:lnTo>
                    <a:pt x="105954" y="22457"/>
                  </a:lnTo>
                  <a:lnTo>
                    <a:pt x="105685" y="22996"/>
                  </a:lnTo>
                  <a:lnTo>
                    <a:pt x="105382" y="23535"/>
                  </a:lnTo>
                  <a:lnTo>
                    <a:pt x="105079" y="24040"/>
                  </a:lnTo>
                  <a:lnTo>
                    <a:pt x="104405" y="25016"/>
                  </a:lnTo>
                  <a:lnTo>
                    <a:pt x="104069" y="25487"/>
                  </a:lnTo>
                  <a:lnTo>
                    <a:pt x="103698" y="25925"/>
                  </a:lnTo>
                  <a:lnTo>
                    <a:pt x="102890" y="26801"/>
                  </a:lnTo>
                  <a:lnTo>
                    <a:pt x="102015" y="27642"/>
                  </a:lnTo>
                  <a:lnTo>
                    <a:pt x="101173" y="28450"/>
                  </a:lnTo>
                  <a:lnTo>
                    <a:pt x="100298" y="29225"/>
                  </a:lnTo>
                  <a:lnTo>
                    <a:pt x="99422" y="29965"/>
                  </a:lnTo>
                  <a:lnTo>
                    <a:pt x="98513" y="30672"/>
                  </a:lnTo>
                  <a:lnTo>
                    <a:pt x="97571" y="31346"/>
                  </a:lnTo>
                  <a:lnTo>
                    <a:pt x="97571" y="31177"/>
                  </a:lnTo>
                  <a:lnTo>
                    <a:pt x="97604" y="31043"/>
                  </a:lnTo>
                  <a:lnTo>
                    <a:pt x="97705" y="30740"/>
                  </a:lnTo>
                  <a:lnTo>
                    <a:pt x="97874" y="30403"/>
                  </a:lnTo>
                  <a:lnTo>
                    <a:pt x="98109" y="30134"/>
                  </a:lnTo>
                  <a:lnTo>
                    <a:pt x="98109" y="30201"/>
                  </a:lnTo>
                  <a:lnTo>
                    <a:pt x="98109" y="30268"/>
                  </a:lnTo>
                  <a:lnTo>
                    <a:pt x="98143" y="30302"/>
                  </a:lnTo>
                  <a:lnTo>
                    <a:pt x="98210" y="30336"/>
                  </a:lnTo>
                  <a:lnTo>
                    <a:pt x="98311" y="30302"/>
                  </a:lnTo>
                  <a:lnTo>
                    <a:pt x="98345" y="30235"/>
                  </a:lnTo>
                  <a:lnTo>
                    <a:pt x="98480" y="30235"/>
                  </a:lnTo>
                  <a:lnTo>
                    <a:pt x="98581" y="30167"/>
                  </a:lnTo>
                  <a:lnTo>
                    <a:pt x="98783" y="29999"/>
                  </a:lnTo>
                  <a:lnTo>
                    <a:pt x="100230" y="28619"/>
                  </a:lnTo>
                  <a:lnTo>
                    <a:pt x="100803" y="28080"/>
                  </a:lnTo>
                  <a:lnTo>
                    <a:pt x="101341" y="27474"/>
                  </a:lnTo>
                  <a:lnTo>
                    <a:pt x="101577" y="27171"/>
                  </a:lnTo>
                  <a:lnTo>
                    <a:pt x="101813" y="26834"/>
                  </a:lnTo>
                  <a:lnTo>
                    <a:pt x="102015" y="26497"/>
                  </a:lnTo>
                  <a:lnTo>
                    <a:pt x="102183" y="26127"/>
                  </a:lnTo>
                  <a:lnTo>
                    <a:pt x="102217" y="26060"/>
                  </a:lnTo>
                  <a:lnTo>
                    <a:pt x="102183" y="25992"/>
                  </a:lnTo>
                  <a:lnTo>
                    <a:pt x="102419" y="25858"/>
                  </a:lnTo>
                  <a:lnTo>
                    <a:pt x="102654" y="25656"/>
                  </a:lnTo>
                  <a:lnTo>
                    <a:pt x="102857" y="25454"/>
                  </a:lnTo>
                  <a:lnTo>
                    <a:pt x="103092" y="25218"/>
                  </a:lnTo>
                  <a:lnTo>
                    <a:pt x="103732" y="24410"/>
                  </a:lnTo>
                  <a:lnTo>
                    <a:pt x="104405" y="23669"/>
                  </a:lnTo>
                  <a:lnTo>
                    <a:pt x="104742" y="23265"/>
                  </a:lnTo>
                  <a:lnTo>
                    <a:pt x="105079" y="22895"/>
                  </a:lnTo>
                  <a:lnTo>
                    <a:pt x="105348" y="22491"/>
                  </a:lnTo>
                  <a:lnTo>
                    <a:pt x="105617" y="22053"/>
                  </a:lnTo>
                  <a:lnTo>
                    <a:pt x="105819" y="21616"/>
                  </a:lnTo>
                  <a:lnTo>
                    <a:pt x="105988" y="21144"/>
                  </a:lnTo>
                  <a:lnTo>
                    <a:pt x="106055" y="21144"/>
                  </a:lnTo>
                  <a:lnTo>
                    <a:pt x="106156" y="21111"/>
                  </a:lnTo>
                  <a:lnTo>
                    <a:pt x="106190" y="21111"/>
                  </a:lnTo>
                  <a:lnTo>
                    <a:pt x="106190" y="21144"/>
                  </a:lnTo>
                  <a:lnTo>
                    <a:pt x="106223" y="21111"/>
                  </a:lnTo>
                  <a:lnTo>
                    <a:pt x="106358" y="20976"/>
                  </a:lnTo>
                  <a:lnTo>
                    <a:pt x="106425" y="20774"/>
                  </a:lnTo>
                  <a:lnTo>
                    <a:pt x="106493" y="20370"/>
                  </a:lnTo>
                  <a:lnTo>
                    <a:pt x="106560" y="20033"/>
                  </a:lnTo>
                  <a:lnTo>
                    <a:pt x="106526" y="19697"/>
                  </a:lnTo>
                  <a:lnTo>
                    <a:pt x="106560" y="19663"/>
                  </a:lnTo>
                  <a:lnTo>
                    <a:pt x="106526" y="19596"/>
                  </a:lnTo>
                  <a:lnTo>
                    <a:pt x="106560" y="18990"/>
                  </a:lnTo>
                  <a:lnTo>
                    <a:pt x="106594" y="18417"/>
                  </a:lnTo>
                  <a:lnTo>
                    <a:pt x="106627" y="17845"/>
                  </a:lnTo>
                  <a:lnTo>
                    <a:pt x="106627" y="17508"/>
                  </a:lnTo>
                  <a:lnTo>
                    <a:pt x="106560" y="17239"/>
                  </a:lnTo>
                  <a:lnTo>
                    <a:pt x="106930" y="17171"/>
                  </a:lnTo>
                  <a:close/>
                  <a:moveTo>
                    <a:pt x="1" y="1"/>
                  </a:moveTo>
                  <a:lnTo>
                    <a:pt x="607" y="1011"/>
                  </a:lnTo>
                  <a:lnTo>
                    <a:pt x="1246" y="2021"/>
                  </a:lnTo>
                  <a:lnTo>
                    <a:pt x="2559" y="3974"/>
                  </a:lnTo>
                  <a:lnTo>
                    <a:pt x="4175" y="6263"/>
                  </a:lnTo>
                  <a:lnTo>
                    <a:pt x="5792" y="8519"/>
                  </a:lnTo>
                  <a:lnTo>
                    <a:pt x="7408" y="10640"/>
                  </a:lnTo>
                  <a:lnTo>
                    <a:pt x="9091" y="12727"/>
                  </a:lnTo>
                  <a:lnTo>
                    <a:pt x="9394" y="13098"/>
                  </a:lnTo>
                  <a:lnTo>
                    <a:pt x="9764" y="13468"/>
                  </a:lnTo>
                  <a:lnTo>
                    <a:pt x="10101" y="13805"/>
                  </a:lnTo>
                  <a:lnTo>
                    <a:pt x="10505" y="14074"/>
                  </a:lnTo>
                  <a:lnTo>
                    <a:pt x="10943" y="14343"/>
                  </a:lnTo>
                  <a:lnTo>
                    <a:pt x="11380" y="14512"/>
                  </a:lnTo>
                  <a:lnTo>
                    <a:pt x="11616" y="14579"/>
                  </a:lnTo>
                  <a:lnTo>
                    <a:pt x="11852" y="14646"/>
                  </a:lnTo>
                  <a:lnTo>
                    <a:pt x="12357" y="14646"/>
                  </a:lnTo>
                  <a:lnTo>
                    <a:pt x="12357" y="14747"/>
                  </a:lnTo>
                  <a:lnTo>
                    <a:pt x="12390" y="14781"/>
                  </a:lnTo>
                  <a:lnTo>
                    <a:pt x="12424" y="14781"/>
                  </a:lnTo>
                  <a:lnTo>
                    <a:pt x="19090" y="14714"/>
                  </a:lnTo>
                  <a:lnTo>
                    <a:pt x="25723" y="14613"/>
                  </a:lnTo>
                  <a:lnTo>
                    <a:pt x="32389" y="14478"/>
                  </a:lnTo>
                  <a:lnTo>
                    <a:pt x="39056" y="14377"/>
                  </a:lnTo>
                  <a:lnTo>
                    <a:pt x="41008" y="14343"/>
                  </a:lnTo>
                  <a:lnTo>
                    <a:pt x="40806" y="14882"/>
                  </a:lnTo>
                  <a:lnTo>
                    <a:pt x="40672" y="15454"/>
                  </a:lnTo>
                  <a:lnTo>
                    <a:pt x="40537" y="16027"/>
                  </a:lnTo>
                  <a:lnTo>
                    <a:pt x="40470" y="16599"/>
                  </a:lnTo>
                  <a:lnTo>
                    <a:pt x="40436" y="17171"/>
                  </a:lnTo>
                  <a:lnTo>
                    <a:pt x="40436" y="17744"/>
                  </a:lnTo>
                  <a:lnTo>
                    <a:pt x="40470" y="18350"/>
                  </a:lnTo>
                  <a:lnTo>
                    <a:pt x="40503" y="18922"/>
                  </a:lnTo>
                  <a:lnTo>
                    <a:pt x="40571" y="19360"/>
                  </a:lnTo>
                  <a:lnTo>
                    <a:pt x="40672" y="19831"/>
                  </a:lnTo>
                  <a:lnTo>
                    <a:pt x="40806" y="20303"/>
                  </a:lnTo>
                  <a:lnTo>
                    <a:pt x="40975" y="20740"/>
                  </a:lnTo>
                  <a:lnTo>
                    <a:pt x="41177" y="21178"/>
                  </a:lnTo>
                  <a:lnTo>
                    <a:pt x="41446" y="21548"/>
                  </a:lnTo>
                  <a:lnTo>
                    <a:pt x="41614" y="21717"/>
                  </a:lnTo>
                  <a:lnTo>
                    <a:pt x="41783" y="21851"/>
                  </a:lnTo>
                  <a:lnTo>
                    <a:pt x="41985" y="21986"/>
                  </a:lnTo>
                  <a:lnTo>
                    <a:pt x="42187" y="22121"/>
                  </a:lnTo>
                  <a:lnTo>
                    <a:pt x="42389" y="22188"/>
                  </a:lnTo>
                  <a:lnTo>
                    <a:pt x="42624" y="22255"/>
                  </a:lnTo>
                  <a:lnTo>
                    <a:pt x="42860" y="22289"/>
                  </a:lnTo>
                  <a:lnTo>
                    <a:pt x="43567" y="22289"/>
                  </a:lnTo>
                  <a:lnTo>
                    <a:pt x="44038" y="22255"/>
                  </a:lnTo>
                  <a:lnTo>
                    <a:pt x="46968" y="22222"/>
                  </a:lnTo>
                  <a:lnTo>
                    <a:pt x="52792" y="22087"/>
                  </a:lnTo>
                  <a:lnTo>
                    <a:pt x="58347" y="21986"/>
                  </a:lnTo>
                  <a:lnTo>
                    <a:pt x="59526" y="21986"/>
                  </a:lnTo>
                  <a:lnTo>
                    <a:pt x="60738" y="21952"/>
                  </a:lnTo>
                  <a:lnTo>
                    <a:pt x="61310" y="21919"/>
                  </a:lnTo>
                  <a:lnTo>
                    <a:pt x="61916" y="21818"/>
                  </a:lnTo>
                  <a:lnTo>
                    <a:pt x="62489" y="21683"/>
                  </a:lnTo>
                  <a:lnTo>
                    <a:pt x="63061" y="21515"/>
                  </a:lnTo>
                  <a:lnTo>
                    <a:pt x="63499" y="21313"/>
                  </a:lnTo>
                  <a:lnTo>
                    <a:pt x="63903" y="21043"/>
                  </a:lnTo>
                  <a:lnTo>
                    <a:pt x="64239" y="20740"/>
                  </a:lnTo>
                  <a:lnTo>
                    <a:pt x="64542" y="20370"/>
                  </a:lnTo>
                  <a:lnTo>
                    <a:pt x="64778" y="19966"/>
                  </a:lnTo>
                  <a:lnTo>
                    <a:pt x="64980" y="19562"/>
                  </a:lnTo>
                  <a:lnTo>
                    <a:pt x="65115" y="19091"/>
                  </a:lnTo>
                  <a:lnTo>
                    <a:pt x="65216" y="18619"/>
                  </a:lnTo>
                  <a:lnTo>
                    <a:pt x="65283" y="18047"/>
                  </a:lnTo>
                  <a:lnTo>
                    <a:pt x="65283" y="17474"/>
                  </a:lnTo>
                  <a:lnTo>
                    <a:pt x="65182" y="16936"/>
                  </a:lnTo>
                  <a:lnTo>
                    <a:pt x="65081" y="16363"/>
                  </a:lnTo>
                  <a:lnTo>
                    <a:pt x="64913" y="15825"/>
                  </a:lnTo>
                  <a:lnTo>
                    <a:pt x="64711" y="15286"/>
                  </a:lnTo>
                  <a:lnTo>
                    <a:pt x="64239" y="14242"/>
                  </a:lnTo>
                  <a:lnTo>
                    <a:pt x="71848" y="14242"/>
                  </a:lnTo>
                  <a:lnTo>
                    <a:pt x="77774" y="14276"/>
                  </a:lnTo>
                  <a:lnTo>
                    <a:pt x="89625" y="14444"/>
                  </a:lnTo>
                  <a:lnTo>
                    <a:pt x="89389" y="14747"/>
                  </a:lnTo>
                  <a:lnTo>
                    <a:pt x="89187" y="15118"/>
                  </a:lnTo>
                  <a:lnTo>
                    <a:pt x="88985" y="15454"/>
                  </a:lnTo>
                  <a:lnTo>
                    <a:pt x="88817" y="15825"/>
                  </a:lnTo>
                  <a:lnTo>
                    <a:pt x="88514" y="16599"/>
                  </a:lnTo>
                  <a:lnTo>
                    <a:pt x="88278" y="17373"/>
                  </a:lnTo>
                  <a:lnTo>
                    <a:pt x="88110" y="18181"/>
                  </a:lnTo>
                  <a:lnTo>
                    <a:pt x="87975" y="18990"/>
                  </a:lnTo>
                  <a:lnTo>
                    <a:pt x="87874" y="19798"/>
                  </a:lnTo>
                  <a:lnTo>
                    <a:pt x="87773" y="20572"/>
                  </a:lnTo>
                  <a:lnTo>
                    <a:pt x="87740" y="21582"/>
                  </a:lnTo>
                  <a:lnTo>
                    <a:pt x="87740" y="22558"/>
                  </a:lnTo>
                  <a:lnTo>
                    <a:pt x="87773" y="23568"/>
                  </a:lnTo>
                  <a:lnTo>
                    <a:pt x="87841" y="24545"/>
                  </a:lnTo>
                  <a:lnTo>
                    <a:pt x="87874" y="25353"/>
                  </a:lnTo>
                  <a:lnTo>
                    <a:pt x="87942" y="26161"/>
                  </a:lnTo>
                  <a:lnTo>
                    <a:pt x="88043" y="26565"/>
                  </a:lnTo>
                  <a:lnTo>
                    <a:pt x="88110" y="26935"/>
                  </a:lnTo>
                  <a:lnTo>
                    <a:pt x="88245" y="27339"/>
                  </a:lnTo>
                  <a:lnTo>
                    <a:pt x="88413" y="27676"/>
                  </a:lnTo>
                  <a:lnTo>
                    <a:pt x="88480" y="27710"/>
                  </a:lnTo>
                  <a:lnTo>
                    <a:pt x="88514" y="27743"/>
                  </a:lnTo>
                  <a:lnTo>
                    <a:pt x="88581" y="27743"/>
                  </a:lnTo>
                  <a:lnTo>
                    <a:pt x="88615" y="27710"/>
                  </a:lnTo>
                  <a:lnTo>
                    <a:pt x="88851" y="27407"/>
                  </a:lnTo>
                  <a:lnTo>
                    <a:pt x="89053" y="27036"/>
                  </a:lnTo>
                  <a:lnTo>
                    <a:pt x="89154" y="26700"/>
                  </a:lnTo>
                  <a:lnTo>
                    <a:pt x="89187" y="26497"/>
                  </a:lnTo>
                  <a:lnTo>
                    <a:pt x="89221" y="26295"/>
                  </a:lnTo>
                  <a:lnTo>
                    <a:pt x="89255" y="26295"/>
                  </a:lnTo>
                  <a:lnTo>
                    <a:pt x="89255" y="26262"/>
                  </a:lnTo>
                  <a:lnTo>
                    <a:pt x="89288" y="26228"/>
                  </a:lnTo>
                  <a:lnTo>
                    <a:pt x="89255" y="26194"/>
                  </a:lnTo>
                  <a:lnTo>
                    <a:pt x="89288" y="26093"/>
                  </a:lnTo>
                  <a:lnTo>
                    <a:pt x="89356" y="25992"/>
                  </a:lnTo>
                  <a:lnTo>
                    <a:pt x="89457" y="25858"/>
                  </a:lnTo>
                  <a:lnTo>
                    <a:pt x="89591" y="25757"/>
                  </a:lnTo>
                  <a:lnTo>
                    <a:pt x="89726" y="25723"/>
                  </a:lnTo>
                  <a:lnTo>
                    <a:pt x="89692" y="26228"/>
                  </a:lnTo>
                  <a:lnTo>
                    <a:pt x="89692" y="26295"/>
                  </a:lnTo>
                  <a:lnTo>
                    <a:pt x="89726" y="26329"/>
                  </a:lnTo>
                  <a:lnTo>
                    <a:pt x="89827" y="26329"/>
                  </a:lnTo>
                  <a:lnTo>
                    <a:pt x="89995" y="26565"/>
                  </a:lnTo>
                  <a:lnTo>
                    <a:pt x="90197" y="26733"/>
                  </a:lnTo>
                  <a:lnTo>
                    <a:pt x="90433" y="26868"/>
                  </a:lnTo>
                  <a:lnTo>
                    <a:pt x="90669" y="26969"/>
                  </a:lnTo>
                  <a:lnTo>
                    <a:pt x="90770" y="26969"/>
                  </a:lnTo>
                  <a:lnTo>
                    <a:pt x="90770" y="27171"/>
                  </a:lnTo>
                  <a:lnTo>
                    <a:pt x="90770" y="27205"/>
                  </a:lnTo>
                  <a:lnTo>
                    <a:pt x="90803" y="27238"/>
                  </a:lnTo>
                  <a:lnTo>
                    <a:pt x="90871" y="27272"/>
                  </a:lnTo>
                  <a:lnTo>
                    <a:pt x="90972" y="27238"/>
                  </a:lnTo>
                  <a:lnTo>
                    <a:pt x="91005" y="27205"/>
                  </a:lnTo>
                  <a:lnTo>
                    <a:pt x="91005" y="27171"/>
                  </a:lnTo>
                  <a:lnTo>
                    <a:pt x="91005" y="26935"/>
                  </a:lnTo>
                  <a:lnTo>
                    <a:pt x="91140" y="26868"/>
                  </a:lnTo>
                  <a:lnTo>
                    <a:pt x="91241" y="26767"/>
                  </a:lnTo>
                  <a:lnTo>
                    <a:pt x="91241" y="26834"/>
                  </a:lnTo>
                  <a:lnTo>
                    <a:pt x="91308" y="26868"/>
                  </a:lnTo>
                  <a:lnTo>
                    <a:pt x="91679" y="26868"/>
                  </a:lnTo>
                  <a:lnTo>
                    <a:pt x="91679" y="26902"/>
                  </a:lnTo>
                  <a:lnTo>
                    <a:pt x="91712" y="26935"/>
                  </a:lnTo>
                  <a:lnTo>
                    <a:pt x="91746" y="26935"/>
                  </a:lnTo>
                  <a:lnTo>
                    <a:pt x="91914" y="27104"/>
                  </a:lnTo>
                  <a:lnTo>
                    <a:pt x="92116" y="27238"/>
                  </a:lnTo>
                  <a:lnTo>
                    <a:pt x="92285" y="27306"/>
                  </a:lnTo>
                  <a:lnTo>
                    <a:pt x="92487" y="27339"/>
                  </a:lnTo>
                  <a:lnTo>
                    <a:pt x="92689" y="27339"/>
                  </a:lnTo>
                  <a:lnTo>
                    <a:pt x="92891" y="27238"/>
                  </a:lnTo>
                  <a:lnTo>
                    <a:pt x="93059" y="27104"/>
                  </a:lnTo>
                  <a:lnTo>
                    <a:pt x="93194" y="26935"/>
                  </a:lnTo>
                  <a:lnTo>
                    <a:pt x="93295" y="26801"/>
                  </a:lnTo>
                  <a:lnTo>
                    <a:pt x="93328" y="26632"/>
                  </a:lnTo>
                  <a:lnTo>
                    <a:pt x="93396" y="26329"/>
                  </a:lnTo>
                  <a:lnTo>
                    <a:pt x="93429" y="25992"/>
                  </a:lnTo>
                  <a:lnTo>
                    <a:pt x="93429" y="25656"/>
                  </a:lnTo>
                  <a:lnTo>
                    <a:pt x="93530" y="23265"/>
                  </a:lnTo>
                  <a:lnTo>
                    <a:pt x="93598" y="21144"/>
                  </a:lnTo>
                  <a:lnTo>
                    <a:pt x="93631" y="20740"/>
                  </a:lnTo>
                  <a:lnTo>
                    <a:pt x="93631" y="20336"/>
                  </a:lnTo>
                  <a:lnTo>
                    <a:pt x="93631" y="20134"/>
                  </a:lnTo>
                  <a:lnTo>
                    <a:pt x="93598" y="19966"/>
                  </a:lnTo>
                  <a:lnTo>
                    <a:pt x="93530" y="19764"/>
                  </a:lnTo>
                  <a:lnTo>
                    <a:pt x="93463" y="19596"/>
                  </a:lnTo>
                  <a:lnTo>
                    <a:pt x="93328" y="19461"/>
                  </a:lnTo>
                  <a:lnTo>
                    <a:pt x="93160" y="19394"/>
                  </a:lnTo>
                  <a:lnTo>
                    <a:pt x="93025" y="19360"/>
                  </a:lnTo>
                  <a:lnTo>
                    <a:pt x="92857" y="19394"/>
                  </a:lnTo>
                  <a:lnTo>
                    <a:pt x="92722" y="19495"/>
                  </a:lnTo>
                  <a:lnTo>
                    <a:pt x="92554" y="19596"/>
                  </a:lnTo>
                  <a:lnTo>
                    <a:pt x="92285" y="19831"/>
                  </a:lnTo>
                  <a:lnTo>
                    <a:pt x="92251" y="19798"/>
                  </a:lnTo>
                  <a:lnTo>
                    <a:pt x="92217" y="19798"/>
                  </a:lnTo>
                  <a:lnTo>
                    <a:pt x="92184" y="19831"/>
                  </a:lnTo>
                  <a:lnTo>
                    <a:pt x="92150" y="19865"/>
                  </a:lnTo>
                  <a:lnTo>
                    <a:pt x="92150" y="19932"/>
                  </a:lnTo>
                  <a:lnTo>
                    <a:pt x="91914" y="19966"/>
                  </a:lnTo>
                  <a:lnTo>
                    <a:pt x="91679" y="19966"/>
                  </a:lnTo>
                  <a:lnTo>
                    <a:pt x="91645" y="19932"/>
                  </a:lnTo>
                  <a:lnTo>
                    <a:pt x="91578" y="19932"/>
                  </a:lnTo>
                  <a:lnTo>
                    <a:pt x="91544" y="19966"/>
                  </a:lnTo>
                  <a:lnTo>
                    <a:pt x="91510" y="19899"/>
                  </a:lnTo>
                  <a:lnTo>
                    <a:pt x="91342" y="19764"/>
                  </a:lnTo>
                  <a:lnTo>
                    <a:pt x="91241" y="19663"/>
                  </a:lnTo>
                  <a:lnTo>
                    <a:pt x="91140" y="19663"/>
                  </a:lnTo>
                  <a:lnTo>
                    <a:pt x="90904" y="19730"/>
                  </a:lnTo>
                  <a:lnTo>
                    <a:pt x="90669" y="19865"/>
                  </a:lnTo>
                  <a:lnTo>
                    <a:pt x="90433" y="20033"/>
                  </a:lnTo>
                  <a:lnTo>
                    <a:pt x="90265" y="20235"/>
                  </a:lnTo>
                  <a:lnTo>
                    <a:pt x="90231" y="20202"/>
                  </a:lnTo>
                  <a:lnTo>
                    <a:pt x="90164" y="20202"/>
                  </a:lnTo>
                  <a:lnTo>
                    <a:pt x="90130" y="20235"/>
                  </a:lnTo>
                  <a:lnTo>
                    <a:pt x="90063" y="20808"/>
                  </a:lnTo>
                  <a:lnTo>
                    <a:pt x="89659" y="20808"/>
                  </a:lnTo>
                  <a:lnTo>
                    <a:pt x="89591" y="20740"/>
                  </a:lnTo>
                  <a:lnTo>
                    <a:pt x="89625" y="19899"/>
                  </a:lnTo>
                  <a:lnTo>
                    <a:pt x="89659" y="19057"/>
                  </a:lnTo>
                  <a:lnTo>
                    <a:pt x="89692" y="18215"/>
                  </a:lnTo>
                  <a:lnTo>
                    <a:pt x="89827" y="17340"/>
                  </a:lnTo>
                  <a:lnTo>
                    <a:pt x="89962" y="16633"/>
                  </a:lnTo>
                  <a:lnTo>
                    <a:pt x="90130" y="15892"/>
                  </a:lnTo>
                  <a:lnTo>
                    <a:pt x="90366" y="15185"/>
                  </a:lnTo>
                  <a:lnTo>
                    <a:pt x="90467" y="14815"/>
                  </a:lnTo>
                  <a:lnTo>
                    <a:pt x="90500" y="14478"/>
                  </a:lnTo>
                  <a:lnTo>
                    <a:pt x="90500" y="14444"/>
                  </a:lnTo>
                  <a:lnTo>
                    <a:pt x="92756" y="14478"/>
                  </a:lnTo>
                  <a:lnTo>
                    <a:pt x="92992" y="14545"/>
                  </a:lnTo>
                  <a:lnTo>
                    <a:pt x="93497" y="14545"/>
                  </a:lnTo>
                  <a:lnTo>
                    <a:pt x="93732" y="14512"/>
                  </a:lnTo>
                  <a:lnTo>
                    <a:pt x="93901" y="14512"/>
                  </a:lnTo>
                  <a:lnTo>
                    <a:pt x="93968" y="14478"/>
                  </a:lnTo>
                  <a:lnTo>
                    <a:pt x="94002" y="14411"/>
                  </a:lnTo>
                  <a:lnTo>
                    <a:pt x="94271" y="14276"/>
                  </a:lnTo>
                  <a:lnTo>
                    <a:pt x="94507" y="14141"/>
                  </a:lnTo>
                  <a:lnTo>
                    <a:pt x="94743" y="13973"/>
                  </a:lnTo>
                  <a:lnTo>
                    <a:pt x="94978" y="13771"/>
                  </a:lnTo>
                  <a:lnTo>
                    <a:pt x="95382" y="13367"/>
                  </a:lnTo>
                  <a:lnTo>
                    <a:pt x="95753" y="12929"/>
                  </a:lnTo>
                  <a:lnTo>
                    <a:pt x="96325" y="12155"/>
                  </a:lnTo>
                  <a:lnTo>
                    <a:pt x="96392" y="12155"/>
                  </a:lnTo>
                  <a:lnTo>
                    <a:pt x="96426" y="12121"/>
                  </a:lnTo>
                  <a:lnTo>
                    <a:pt x="96426" y="12054"/>
                  </a:lnTo>
                  <a:lnTo>
                    <a:pt x="97907" y="10135"/>
                  </a:lnTo>
                  <a:lnTo>
                    <a:pt x="98446" y="10303"/>
                  </a:lnTo>
                  <a:lnTo>
                    <a:pt x="98985" y="10404"/>
                  </a:lnTo>
                  <a:lnTo>
                    <a:pt x="99557" y="10505"/>
                  </a:lnTo>
                  <a:lnTo>
                    <a:pt x="100096" y="10640"/>
                  </a:lnTo>
                  <a:lnTo>
                    <a:pt x="100769" y="10876"/>
                  </a:lnTo>
                  <a:lnTo>
                    <a:pt x="101442" y="11179"/>
                  </a:lnTo>
                  <a:lnTo>
                    <a:pt x="102082" y="11549"/>
                  </a:lnTo>
                  <a:lnTo>
                    <a:pt x="102722" y="11953"/>
                  </a:lnTo>
                  <a:lnTo>
                    <a:pt x="103294" y="12391"/>
                  </a:lnTo>
                  <a:lnTo>
                    <a:pt x="103867" y="12862"/>
                  </a:lnTo>
                  <a:lnTo>
                    <a:pt x="104405" y="13367"/>
                  </a:lnTo>
                  <a:lnTo>
                    <a:pt x="104910" y="13906"/>
                  </a:lnTo>
                  <a:lnTo>
                    <a:pt x="105382" y="14512"/>
                  </a:lnTo>
                  <a:lnTo>
                    <a:pt x="105584" y="14815"/>
                  </a:lnTo>
                  <a:lnTo>
                    <a:pt x="105752" y="15118"/>
                  </a:lnTo>
                  <a:lnTo>
                    <a:pt x="105920" y="15454"/>
                  </a:lnTo>
                  <a:lnTo>
                    <a:pt x="106055" y="15791"/>
                  </a:lnTo>
                  <a:lnTo>
                    <a:pt x="106156" y="16128"/>
                  </a:lnTo>
                  <a:lnTo>
                    <a:pt x="106223" y="16498"/>
                  </a:lnTo>
                  <a:lnTo>
                    <a:pt x="106257" y="16565"/>
                  </a:lnTo>
                  <a:lnTo>
                    <a:pt x="106291" y="16599"/>
                  </a:lnTo>
                  <a:lnTo>
                    <a:pt x="106291" y="16902"/>
                  </a:lnTo>
                  <a:lnTo>
                    <a:pt x="106324" y="17171"/>
                  </a:lnTo>
                  <a:lnTo>
                    <a:pt x="106358" y="17239"/>
                  </a:lnTo>
                  <a:lnTo>
                    <a:pt x="106425" y="17272"/>
                  </a:lnTo>
                  <a:lnTo>
                    <a:pt x="106392" y="17542"/>
                  </a:lnTo>
                  <a:lnTo>
                    <a:pt x="106392" y="17878"/>
                  </a:lnTo>
                  <a:lnTo>
                    <a:pt x="106425" y="18417"/>
                  </a:lnTo>
                  <a:lnTo>
                    <a:pt x="106392" y="19023"/>
                  </a:lnTo>
                  <a:lnTo>
                    <a:pt x="106324" y="19596"/>
                  </a:lnTo>
                  <a:lnTo>
                    <a:pt x="106223" y="19663"/>
                  </a:lnTo>
                  <a:lnTo>
                    <a:pt x="106156" y="19730"/>
                  </a:lnTo>
                  <a:lnTo>
                    <a:pt x="105988" y="19966"/>
                  </a:lnTo>
                  <a:lnTo>
                    <a:pt x="105887" y="20202"/>
                  </a:lnTo>
                  <a:lnTo>
                    <a:pt x="105819" y="20404"/>
                  </a:lnTo>
                  <a:lnTo>
                    <a:pt x="105786" y="20673"/>
                  </a:lnTo>
                  <a:lnTo>
                    <a:pt x="105786" y="20808"/>
                  </a:lnTo>
                  <a:lnTo>
                    <a:pt x="105853" y="20976"/>
                  </a:lnTo>
                  <a:lnTo>
                    <a:pt x="105718" y="21313"/>
                  </a:lnTo>
                  <a:lnTo>
                    <a:pt x="105550" y="21683"/>
                  </a:lnTo>
                  <a:lnTo>
                    <a:pt x="105382" y="21986"/>
                  </a:lnTo>
                  <a:lnTo>
                    <a:pt x="105180" y="22323"/>
                  </a:lnTo>
                  <a:lnTo>
                    <a:pt x="104742" y="22929"/>
                  </a:lnTo>
                  <a:lnTo>
                    <a:pt x="104237" y="23501"/>
                  </a:lnTo>
                  <a:lnTo>
                    <a:pt x="103059" y="24814"/>
                  </a:lnTo>
                  <a:lnTo>
                    <a:pt x="102722" y="25184"/>
                  </a:lnTo>
                  <a:lnTo>
                    <a:pt x="102553" y="25420"/>
                  </a:lnTo>
                  <a:lnTo>
                    <a:pt x="102351" y="25622"/>
                  </a:lnTo>
                  <a:lnTo>
                    <a:pt x="102116" y="25757"/>
                  </a:lnTo>
                  <a:lnTo>
                    <a:pt x="101880" y="25858"/>
                  </a:lnTo>
                  <a:lnTo>
                    <a:pt x="101745" y="25891"/>
                  </a:lnTo>
                  <a:lnTo>
                    <a:pt x="101644" y="25891"/>
                  </a:lnTo>
                  <a:lnTo>
                    <a:pt x="101510" y="25858"/>
                  </a:lnTo>
                  <a:lnTo>
                    <a:pt x="101375" y="25790"/>
                  </a:lnTo>
                  <a:lnTo>
                    <a:pt x="101341" y="25790"/>
                  </a:lnTo>
                  <a:lnTo>
                    <a:pt x="101712" y="25420"/>
                  </a:lnTo>
                  <a:lnTo>
                    <a:pt x="101779" y="25386"/>
                  </a:lnTo>
                  <a:lnTo>
                    <a:pt x="101813" y="25319"/>
                  </a:lnTo>
                  <a:lnTo>
                    <a:pt x="101813" y="25285"/>
                  </a:lnTo>
                  <a:lnTo>
                    <a:pt x="101813" y="25252"/>
                  </a:lnTo>
                  <a:lnTo>
                    <a:pt x="101813" y="25218"/>
                  </a:lnTo>
                  <a:lnTo>
                    <a:pt x="101712" y="24881"/>
                  </a:lnTo>
                  <a:lnTo>
                    <a:pt x="101577" y="24545"/>
                  </a:lnTo>
                  <a:lnTo>
                    <a:pt x="101476" y="24343"/>
                  </a:lnTo>
                  <a:lnTo>
                    <a:pt x="101510" y="24309"/>
                  </a:lnTo>
                  <a:lnTo>
                    <a:pt x="101543" y="24275"/>
                  </a:lnTo>
                  <a:lnTo>
                    <a:pt x="101510" y="24208"/>
                  </a:lnTo>
                  <a:lnTo>
                    <a:pt x="101442" y="24174"/>
                  </a:lnTo>
                  <a:lnTo>
                    <a:pt x="101375" y="24208"/>
                  </a:lnTo>
                  <a:lnTo>
                    <a:pt x="101308" y="24141"/>
                  </a:lnTo>
                  <a:lnTo>
                    <a:pt x="101207" y="24141"/>
                  </a:lnTo>
                  <a:lnTo>
                    <a:pt x="101173" y="24174"/>
                  </a:lnTo>
                  <a:lnTo>
                    <a:pt x="101173" y="24208"/>
                  </a:lnTo>
                  <a:lnTo>
                    <a:pt x="101207" y="24242"/>
                  </a:lnTo>
                  <a:lnTo>
                    <a:pt x="101207" y="24275"/>
                  </a:lnTo>
                  <a:lnTo>
                    <a:pt x="101207" y="24309"/>
                  </a:lnTo>
                  <a:lnTo>
                    <a:pt x="101240" y="24343"/>
                  </a:lnTo>
                  <a:lnTo>
                    <a:pt x="100062" y="25555"/>
                  </a:lnTo>
                  <a:lnTo>
                    <a:pt x="98884" y="26733"/>
                  </a:lnTo>
                  <a:lnTo>
                    <a:pt x="97638" y="28013"/>
                  </a:lnTo>
                  <a:lnTo>
                    <a:pt x="97066" y="28652"/>
                  </a:lnTo>
                  <a:lnTo>
                    <a:pt x="96796" y="28989"/>
                  </a:lnTo>
                  <a:lnTo>
                    <a:pt x="96561" y="29359"/>
                  </a:lnTo>
                  <a:lnTo>
                    <a:pt x="96325" y="29191"/>
                  </a:lnTo>
                  <a:lnTo>
                    <a:pt x="96998" y="28585"/>
                  </a:lnTo>
                  <a:lnTo>
                    <a:pt x="97604" y="27912"/>
                  </a:lnTo>
                  <a:lnTo>
                    <a:pt x="98816" y="26598"/>
                  </a:lnTo>
                  <a:lnTo>
                    <a:pt x="101308" y="23871"/>
                  </a:lnTo>
                  <a:lnTo>
                    <a:pt x="101341" y="23804"/>
                  </a:lnTo>
                  <a:lnTo>
                    <a:pt x="101308" y="23770"/>
                  </a:lnTo>
                  <a:lnTo>
                    <a:pt x="101240" y="23737"/>
                  </a:lnTo>
                  <a:lnTo>
                    <a:pt x="101173" y="23770"/>
                  </a:lnTo>
                  <a:lnTo>
                    <a:pt x="101072" y="23871"/>
                  </a:lnTo>
                  <a:lnTo>
                    <a:pt x="101005" y="23770"/>
                  </a:lnTo>
                  <a:lnTo>
                    <a:pt x="101106" y="23669"/>
                  </a:lnTo>
                  <a:lnTo>
                    <a:pt x="101139" y="23636"/>
                  </a:lnTo>
                  <a:lnTo>
                    <a:pt x="101139" y="23602"/>
                  </a:lnTo>
                  <a:lnTo>
                    <a:pt x="101072" y="23602"/>
                  </a:lnTo>
                  <a:lnTo>
                    <a:pt x="100971" y="23703"/>
                  </a:lnTo>
                  <a:lnTo>
                    <a:pt x="100870" y="23568"/>
                  </a:lnTo>
                  <a:lnTo>
                    <a:pt x="100803" y="23501"/>
                  </a:lnTo>
                  <a:lnTo>
                    <a:pt x="100735" y="23535"/>
                  </a:lnTo>
                  <a:lnTo>
                    <a:pt x="100466" y="23737"/>
                  </a:lnTo>
                  <a:lnTo>
                    <a:pt x="100466" y="23501"/>
                  </a:lnTo>
                  <a:lnTo>
                    <a:pt x="100466" y="23232"/>
                  </a:lnTo>
                  <a:lnTo>
                    <a:pt x="100399" y="22962"/>
                  </a:lnTo>
                  <a:lnTo>
                    <a:pt x="100331" y="22727"/>
                  </a:lnTo>
                  <a:lnTo>
                    <a:pt x="100230" y="22525"/>
                  </a:lnTo>
                  <a:lnTo>
                    <a:pt x="100129" y="22457"/>
                  </a:lnTo>
                  <a:lnTo>
                    <a:pt x="100062" y="22390"/>
                  </a:lnTo>
                  <a:lnTo>
                    <a:pt x="99961" y="22323"/>
                  </a:lnTo>
                  <a:lnTo>
                    <a:pt x="99826" y="22289"/>
                  </a:lnTo>
                  <a:lnTo>
                    <a:pt x="99557" y="22289"/>
                  </a:lnTo>
                  <a:lnTo>
                    <a:pt x="99220" y="22390"/>
                  </a:lnTo>
                  <a:lnTo>
                    <a:pt x="98951" y="22525"/>
                  </a:lnTo>
                  <a:lnTo>
                    <a:pt x="98715" y="22727"/>
                  </a:lnTo>
                  <a:lnTo>
                    <a:pt x="98480" y="22929"/>
                  </a:lnTo>
                  <a:lnTo>
                    <a:pt x="97672" y="23737"/>
                  </a:lnTo>
                  <a:lnTo>
                    <a:pt x="96931" y="24612"/>
                  </a:lnTo>
                  <a:lnTo>
                    <a:pt x="96291" y="25386"/>
                  </a:lnTo>
                  <a:lnTo>
                    <a:pt x="95652" y="26161"/>
                  </a:lnTo>
                  <a:lnTo>
                    <a:pt x="95147" y="26767"/>
                  </a:lnTo>
                  <a:lnTo>
                    <a:pt x="94911" y="27070"/>
                  </a:lnTo>
                  <a:lnTo>
                    <a:pt x="94810" y="27272"/>
                  </a:lnTo>
                  <a:lnTo>
                    <a:pt x="94743" y="27440"/>
                  </a:lnTo>
                  <a:lnTo>
                    <a:pt x="94709" y="27541"/>
                  </a:lnTo>
                  <a:lnTo>
                    <a:pt x="94709" y="27676"/>
                  </a:lnTo>
                  <a:lnTo>
                    <a:pt x="94743" y="27777"/>
                  </a:lnTo>
                  <a:lnTo>
                    <a:pt x="94776" y="27912"/>
                  </a:lnTo>
                  <a:lnTo>
                    <a:pt x="94911" y="28114"/>
                  </a:lnTo>
                  <a:lnTo>
                    <a:pt x="95046" y="28316"/>
                  </a:lnTo>
                  <a:lnTo>
                    <a:pt x="95248" y="28484"/>
                  </a:lnTo>
                  <a:lnTo>
                    <a:pt x="95416" y="28585"/>
                  </a:lnTo>
                  <a:lnTo>
                    <a:pt x="95584" y="28619"/>
                  </a:lnTo>
                  <a:lnTo>
                    <a:pt x="95786" y="28585"/>
                  </a:lnTo>
                  <a:lnTo>
                    <a:pt x="95854" y="28585"/>
                  </a:lnTo>
                  <a:lnTo>
                    <a:pt x="95854" y="28551"/>
                  </a:lnTo>
                  <a:lnTo>
                    <a:pt x="95887" y="28551"/>
                  </a:lnTo>
                  <a:lnTo>
                    <a:pt x="95921" y="28518"/>
                  </a:lnTo>
                  <a:lnTo>
                    <a:pt x="96628" y="27945"/>
                  </a:lnTo>
                  <a:lnTo>
                    <a:pt x="97268" y="27339"/>
                  </a:lnTo>
                  <a:lnTo>
                    <a:pt x="97907" y="26733"/>
                  </a:lnTo>
                  <a:lnTo>
                    <a:pt x="98513" y="26093"/>
                  </a:lnTo>
                  <a:lnTo>
                    <a:pt x="99119" y="25386"/>
                  </a:lnTo>
                  <a:lnTo>
                    <a:pt x="99725" y="24713"/>
                  </a:lnTo>
                  <a:lnTo>
                    <a:pt x="99995" y="24376"/>
                  </a:lnTo>
                  <a:lnTo>
                    <a:pt x="100331" y="24073"/>
                  </a:lnTo>
                  <a:lnTo>
                    <a:pt x="100500" y="23939"/>
                  </a:lnTo>
                  <a:lnTo>
                    <a:pt x="100601" y="23838"/>
                  </a:lnTo>
                  <a:lnTo>
                    <a:pt x="100702" y="23838"/>
                  </a:lnTo>
                  <a:lnTo>
                    <a:pt x="100803" y="23871"/>
                  </a:lnTo>
                  <a:lnTo>
                    <a:pt x="100230" y="24444"/>
                  </a:lnTo>
                  <a:lnTo>
                    <a:pt x="99658" y="25050"/>
                  </a:lnTo>
                  <a:lnTo>
                    <a:pt x="98513" y="26262"/>
                  </a:lnTo>
                  <a:lnTo>
                    <a:pt x="97907" y="26935"/>
                  </a:lnTo>
                  <a:lnTo>
                    <a:pt x="97268" y="27609"/>
                  </a:lnTo>
                  <a:lnTo>
                    <a:pt x="96965" y="27912"/>
                  </a:lnTo>
                  <a:lnTo>
                    <a:pt x="96628" y="28215"/>
                  </a:lnTo>
                  <a:lnTo>
                    <a:pt x="96291" y="28518"/>
                  </a:lnTo>
                  <a:lnTo>
                    <a:pt x="95955" y="28821"/>
                  </a:lnTo>
                  <a:lnTo>
                    <a:pt x="95955" y="28787"/>
                  </a:lnTo>
                  <a:lnTo>
                    <a:pt x="95921" y="28686"/>
                  </a:lnTo>
                  <a:lnTo>
                    <a:pt x="95887" y="28686"/>
                  </a:lnTo>
                  <a:lnTo>
                    <a:pt x="95887" y="28652"/>
                  </a:lnTo>
                  <a:lnTo>
                    <a:pt x="95820" y="28652"/>
                  </a:lnTo>
                  <a:lnTo>
                    <a:pt x="95753" y="28686"/>
                  </a:lnTo>
                  <a:lnTo>
                    <a:pt x="95753" y="28753"/>
                  </a:lnTo>
                  <a:lnTo>
                    <a:pt x="95820" y="28922"/>
                  </a:lnTo>
                  <a:lnTo>
                    <a:pt x="95887" y="29056"/>
                  </a:lnTo>
                  <a:lnTo>
                    <a:pt x="96022" y="29191"/>
                  </a:lnTo>
                  <a:lnTo>
                    <a:pt x="96157" y="29258"/>
                  </a:lnTo>
                  <a:lnTo>
                    <a:pt x="96224" y="29258"/>
                  </a:lnTo>
                  <a:lnTo>
                    <a:pt x="96291" y="29427"/>
                  </a:lnTo>
                  <a:lnTo>
                    <a:pt x="96392" y="29561"/>
                  </a:lnTo>
                  <a:lnTo>
                    <a:pt x="96561" y="29662"/>
                  </a:lnTo>
                  <a:lnTo>
                    <a:pt x="96729" y="29730"/>
                  </a:lnTo>
                  <a:lnTo>
                    <a:pt x="97133" y="29831"/>
                  </a:lnTo>
                  <a:lnTo>
                    <a:pt x="97436" y="29898"/>
                  </a:lnTo>
                  <a:lnTo>
                    <a:pt x="97537" y="29864"/>
                  </a:lnTo>
                  <a:lnTo>
                    <a:pt x="97571" y="29831"/>
                  </a:lnTo>
                  <a:lnTo>
                    <a:pt x="97571" y="29730"/>
                  </a:lnTo>
                  <a:lnTo>
                    <a:pt x="97503" y="29662"/>
                  </a:lnTo>
                  <a:lnTo>
                    <a:pt x="97806" y="29359"/>
                  </a:lnTo>
                  <a:lnTo>
                    <a:pt x="97975" y="29460"/>
                  </a:lnTo>
                  <a:lnTo>
                    <a:pt x="98042" y="29561"/>
                  </a:lnTo>
                  <a:lnTo>
                    <a:pt x="98076" y="29662"/>
                  </a:lnTo>
                  <a:lnTo>
                    <a:pt x="98109" y="29797"/>
                  </a:lnTo>
                  <a:lnTo>
                    <a:pt x="97941" y="30033"/>
                  </a:lnTo>
                  <a:lnTo>
                    <a:pt x="97773" y="30235"/>
                  </a:lnTo>
                  <a:lnTo>
                    <a:pt x="97604" y="30470"/>
                  </a:lnTo>
                  <a:lnTo>
                    <a:pt x="97470" y="30740"/>
                  </a:lnTo>
                  <a:lnTo>
                    <a:pt x="97402" y="30908"/>
                  </a:lnTo>
                  <a:lnTo>
                    <a:pt x="97369" y="31110"/>
                  </a:lnTo>
                  <a:lnTo>
                    <a:pt x="97369" y="31312"/>
                  </a:lnTo>
                  <a:lnTo>
                    <a:pt x="97402" y="31379"/>
                  </a:lnTo>
                  <a:lnTo>
                    <a:pt x="97470" y="31447"/>
                  </a:lnTo>
                  <a:lnTo>
                    <a:pt x="97436" y="31514"/>
                  </a:lnTo>
                  <a:lnTo>
                    <a:pt x="97470" y="31581"/>
                  </a:lnTo>
                  <a:lnTo>
                    <a:pt x="97537" y="31615"/>
                  </a:lnTo>
                  <a:lnTo>
                    <a:pt x="97604" y="31581"/>
                  </a:lnTo>
                  <a:lnTo>
                    <a:pt x="98547" y="30908"/>
                  </a:lnTo>
                  <a:lnTo>
                    <a:pt x="99490" y="30201"/>
                  </a:lnTo>
                  <a:lnTo>
                    <a:pt x="100399" y="29494"/>
                  </a:lnTo>
                  <a:lnTo>
                    <a:pt x="101274" y="28720"/>
                  </a:lnTo>
                  <a:lnTo>
                    <a:pt x="102149" y="27912"/>
                  </a:lnTo>
                  <a:lnTo>
                    <a:pt x="102958" y="27070"/>
                  </a:lnTo>
                  <a:lnTo>
                    <a:pt x="103732" y="26228"/>
                  </a:lnTo>
                  <a:lnTo>
                    <a:pt x="104473" y="25319"/>
                  </a:lnTo>
                  <a:lnTo>
                    <a:pt x="104809" y="24848"/>
                  </a:lnTo>
                  <a:lnTo>
                    <a:pt x="105146" y="24343"/>
                  </a:lnTo>
                  <a:lnTo>
                    <a:pt x="105449" y="23838"/>
                  </a:lnTo>
                  <a:lnTo>
                    <a:pt x="105752" y="23299"/>
                  </a:lnTo>
                  <a:lnTo>
                    <a:pt x="106257" y="22222"/>
                  </a:lnTo>
                  <a:lnTo>
                    <a:pt x="106728" y="21111"/>
                  </a:lnTo>
                  <a:lnTo>
                    <a:pt x="106897" y="20606"/>
                  </a:lnTo>
                  <a:lnTo>
                    <a:pt x="106998" y="20067"/>
                  </a:lnTo>
                  <a:lnTo>
                    <a:pt x="107065" y="19528"/>
                  </a:lnTo>
                  <a:lnTo>
                    <a:pt x="107099" y="18990"/>
                  </a:lnTo>
                  <a:lnTo>
                    <a:pt x="107166" y="17104"/>
                  </a:lnTo>
                  <a:lnTo>
                    <a:pt x="107166" y="17037"/>
                  </a:lnTo>
                  <a:lnTo>
                    <a:pt x="107166" y="16969"/>
                  </a:lnTo>
                  <a:lnTo>
                    <a:pt x="107132" y="16027"/>
                  </a:lnTo>
                  <a:lnTo>
                    <a:pt x="107099" y="15993"/>
                  </a:lnTo>
                  <a:lnTo>
                    <a:pt x="107031" y="15993"/>
                  </a:lnTo>
                  <a:lnTo>
                    <a:pt x="106998" y="16027"/>
                  </a:lnTo>
                  <a:lnTo>
                    <a:pt x="106998" y="15993"/>
                  </a:lnTo>
                  <a:lnTo>
                    <a:pt x="107099" y="15892"/>
                  </a:lnTo>
                  <a:lnTo>
                    <a:pt x="107132" y="15825"/>
                  </a:lnTo>
                  <a:lnTo>
                    <a:pt x="107099" y="15791"/>
                  </a:lnTo>
                  <a:lnTo>
                    <a:pt x="107031" y="15724"/>
                  </a:lnTo>
                  <a:lnTo>
                    <a:pt x="106964" y="15724"/>
                  </a:lnTo>
                  <a:lnTo>
                    <a:pt x="106829" y="15050"/>
                  </a:lnTo>
                  <a:lnTo>
                    <a:pt x="106627" y="14411"/>
                  </a:lnTo>
                  <a:lnTo>
                    <a:pt x="106392" y="13805"/>
                  </a:lnTo>
                  <a:lnTo>
                    <a:pt x="106089" y="13199"/>
                  </a:lnTo>
                  <a:lnTo>
                    <a:pt x="105752" y="12626"/>
                  </a:lnTo>
                  <a:lnTo>
                    <a:pt x="105382" y="12088"/>
                  </a:lnTo>
                  <a:lnTo>
                    <a:pt x="104944" y="11549"/>
                  </a:lnTo>
                  <a:lnTo>
                    <a:pt x="104439" y="11078"/>
                  </a:lnTo>
                  <a:lnTo>
                    <a:pt x="104170" y="10842"/>
                  </a:lnTo>
                  <a:lnTo>
                    <a:pt x="103867" y="10606"/>
                  </a:lnTo>
                  <a:lnTo>
                    <a:pt x="103261" y="10202"/>
                  </a:lnTo>
                  <a:lnTo>
                    <a:pt x="102621" y="9865"/>
                  </a:lnTo>
                  <a:lnTo>
                    <a:pt x="101981" y="9562"/>
                  </a:lnTo>
                  <a:lnTo>
                    <a:pt x="101274" y="9293"/>
                  </a:lnTo>
                  <a:lnTo>
                    <a:pt x="100500" y="9024"/>
                  </a:lnTo>
                  <a:lnTo>
                    <a:pt x="100129" y="8923"/>
                  </a:lnTo>
                  <a:lnTo>
                    <a:pt x="99725" y="8822"/>
                  </a:lnTo>
                  <a:lnTo>
                    <a:pt x="99321" y="8788"/>
                  </a:lnTo>
                  <a:lnTo>
                    <a:pt x="98951" y="8754"/>
                  </a:lnTo>
                  <a:lnTo>
                    <a:pt x="99187" y="8485"/>
                  </a:lnTo>
                  <a:lnTo>
                    <a:pt x="105718" y="1"/>
                  </a:lnTo>
                  <a:lnTo>
                    <a:pt x="105415" y="1"/>
                  </a:lnTo>
                  <a:lnTo>
                    <a:pt x="99826" y="7273"/>
                  </a:lnTo>
                  <a:lnTo>
                    <a:pt x="97739" y="9933"/>
                  </a:lnTo>
                  <a:lnTo>
                    <a:pt x="97537" y="9966"/>
                  </a:lnTo>
                  <a:lnTo>
                    <a:pt x="97672" y="10034"/>
                  </a:lnTo>
                  <a:lnTo>
                    <a:pt x="96695" y="11313"/>
                  </a:lnTo>
                  <a:lnTo>
                    <a:pt x="96224" y="11919"/>
                  </a:lnTo>
                  <a:lnTo>
                    <a:pt x="69424" y="12054"/>
                  </a:lnTo>
                  <a:lnTo>
                    <a:pt x="42624" y="12088"/>
                  </a:lnTo>
                  <a:lnTo>
                    <a:pt x="34308" y="12088"/>
                  </a:lnTo>
                  <a:lnTo>
                    <a:pt x="25959" y="12054"/>
                  </a:lnTo>
                  <a:lnTo>
                    <a:pt x="17643" y="12020"/>
                  </a:lnTo>
                  <a:lnTo>
                    <a:pt x="13502" y="12054"/>
                  </a:lnTo>
                  <a:lnTo>
                    <a:pt x="9327" y="12088"/>
                  </a:lnTo>
                  <a:lnTo>
                    <a:pt x="9259" y="12121"/>
                  </a:lnTo>
                  <a:lnTo>
                    <a:pt x="9226" y="12189"/>
                  </a:lnTo>
                  <a:lnTo>
                    <a:pt x="9259" y="12256"/>
                  </a:lnTo>
                  <a:lnTo>
                    <a:pt x="9327" y="12290"/>
                  </a:lnTo>
                  <a:lnTo>
                    <a:pt x="16027" y="12357"/>
                  </a:lnTo>
                  <a:lnTo>
                    <a:pt x="22760" y="12357"/>
                  </a:lnTo>
                  <a:lnTo>
                    <a:pt x="36194" y="12323"/>
                  </a:lnTo>
                  <a:lnTo>
                    <a:pt x="63027" y="12290"/>
                  </a:lnTo>
                  <a:lnTo>
                    <a:pt x="79558" y="12256"/>
                  </a:lnTo>
                  <a:lnTo>
                    <a:pt x="96056" y="12155"/>
                  </a:lnTo>
                  <a:lnTo>
                    <a:pt x="95584" y="12795"/>
                  </a:lnTo>
                  <a:lnTo>
                    <a:pt x="95315" y="13131"/>
                  </a:lnTo>
                  <a:lnTo>
                    <a:pt x="95046" y="13401"/>
                  </a:lnTo>
                  <a:lnTo>
                    <a:pt x="94743" y="13704"/>
                  </a:lnTo>
                  <a:lnTo>
                    <a:pt x="94439" y="13939"/>
                  </a:lnTo>
                  <a:lnTo>
                    <a:pt x="94136" y="14108"/>
                  </a:lnTo>
                  <a:lnTo>
                    <a:pt x="93800" y="14276"/>
                  </a:lnTo>
                  <a:lnTo>
                    <a:pt x="87100" y="14175"/>
                  </a:lnTo>
                  <a:lnTo>
                    <a:pt x="80366" y="14074"/>
                  </a:lnTo>
                  <a:lnTo>
                    <a:pt x="73666" y="14040"/>
                  </a:lnTo>
                  <a:lnTo>
                    <a:pt x="66966" y="14007"/>
                  </a:lnTo>
                  <a:lnTo>
                    <a:pt x="53533" y="14007"/>
                  </a:lnTo>
                  <a:lnTo>
                    <a:pt x="46833" y="14074"/>
                  </a:lnTo>
                  <a:lnTo>
                    <a:pt x="40133" y="14141"/>
                  </a:lnTo>
                  <a:lnTo>
                    <a:pt x="26295" y="14310"/>
                  </a:lnTo>
                  <a:lnTo>
                    <a:pt x="19393" y="14444"/>
                  </a:lnTo>
                  <a:lnTo>
                    <a:pt x="12458" y="14613"/>
                  </a:lnTo>
                  <a:lnTo>
                    <a:pt x="12458" y="14613"/>
                  </a:lnTo>
                  <a:lnTo>
                    <a:pt x="12491" y="14512"/>
                  </a:lnTo>
                  <a:lnTo>
                    <a:pt x="12491" y="14444"/>
                  </a:lnTo>
                  <a:lnTo>
                    <a:pt x="12458" y="14377"/>
                  </a:lnTo>
                  <a:lnTo>
                    <a:pt x="12357" y="14343"/>
                  </a:lnTo>
                  <a:lnTo>
                    <a:pt x="12087" y="14343"/>
                  </a:lnTo>
                  <a:lnTo>
                    <a:pt x="11784" y="14310"/>
                  </a:lnTo>
                  <a:lnTo>
                    <a:pt x="11549" y="14276"/>
                  </a:lnTo>
                  <a:lnTo>
                    <a:pt x="11279" y="14175"/>
                  </a:lnTo>
                  <a:lnTo>
                    <a:pt x="11044" y="14074"/>
                  </a:lnTo>
                  <a:lnTo>
                    <a:pt x="10808" y="13939"/>
                  </a:lnTo>
                  <a:lnTo>
                    <a:pt x="10337" y="13603"/>
                  </a:lnTo>
                  <a:lnTo>
                    <a:pt x="9933" y="13232"/>
                  </a:lnTo>
                  <a:lnTo>
                    <a:pt x="9562" y="12795"/>
                  </a:lnTo>
                  <a:lnTo>
                    <a:pt x="8855" y="11953"/>
                  </a:lnTo>
                  <a:lnTo>
                    <a:pt x="7206" y="9865"/>
                  </a:lnTo>
                  <a:lnTo>
                    <a:pt x="5623" y="7778"/>
                  </a:lnTo>
                  <a:lnTo>
                    <a:pt x="4108" y="5691"/>
                  </a:lnTo>
                  <a:lnTo>
                    <a:pt x="2694" y="3603"/>
                  </a:lnTo>
                  <a:lnTo>
                    <a:pt x="2088" y="2728"/>
                  </a:lnTo>
                  <a:lnTo>
                    <a:pt x="1516" y="1819"/>
                  </a:lnTo>
                  <a:lnTo>
                    <a:pt x="943" y="910"/>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 name="Google Shape;13;p2"/>
            <p:cNvSpPr/>
            <p:nvPr/>
          </p:nvSpPr>
          <p:spPr>
            <a:xfrm>
              <a:off x="1324836" y="-6007"/>
              <a:ext cx="487541" cy="711252"/>
            </a:xfrm>
            <a:custGeom>
              <a:avLst/>
              <a:gdLst/>
              <a:ahLst/>
              <a:cxnLst/>
              <a:rect l="l" t="t" r="r" b="b"/>
              <a:pathLst>
                <a:path w="7340" h="10708" extrusionOk="0">
                  <a:moveTo>
                    <a:pt x="0" y="1"/>
                  </a:moveTo>
                  <a:lnTo>
                    <a:pt x="236" y="405"/>
                  </a:lnTo>
                  <a:lnTo>
                    <a:pt x="472" y="775"/>
                  </a:lnTo>
                  <a:lnTo>
                    <a:pt x="977" y="1516"/>
                  </a:lnTo>
                  <a:lnTo>
                    <a:pt x="1953" y="3031"/>
                  </a:lnTo>
                  <a:lnTo>
                    <a:pt x="2963" y="4512"/>
                  </a:lnTo>
                  <a:lnTo>
                    <a:pt x="7037" y="10640"/>
                  </a:lnTo>
                  <a:lnTo>
                    <a:pt x="7104" y="10674"/>
                  </a:lnTo>
                  <a:lnTo>
                    <a:pt x="7138" y="10707"/>
                  </a:lnTo>
                  <a:lnTo>
                    <a:pt x="7205" y="10707"/>
                  </a:lnTo>
                  <a:lnTo>
                    <a:pt x="7272" y="10674"/>
                  </a:lnTo>
                  <a:lnTo>
                    <a:pt x="7306" y="10640"/>
                  </a:lnTo>
                  <a:lnTo>
                    <a:pt x="7340" y="10606"/>
                  </a:lnTo>
                  <a:lnTo>
                    <a:pt x="7340" y="10539"/>
                  </a:lnTo>
                  <a:lnTo>
                    <a:pt x="7306" y="10471"/>
                  </a:lnTo>
                  <a:lnTo>
                    <a:pt x="3401" y="4546"/>
                  </a:lnTo>
                  <a:lnTo>
                    <a:pt x="1381" y="1583"/>
                  </a:lnTo>
                  <a:lnTo>
                    <a:pt x="909" y="876"/>
                  </a:lnTo>
                  <a:lnTo>
                    <a:pt x="472" y="135"/>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999" y="2430147"/>
            <a:ext cx="1642550" cy="1505293"/>
            <a:chOff x="-7997" y="3247832"/>
            <a:chExt cx="2193869" cy="2010543"/>
          </a:xfrm>
        </p:grpSpPr>
        <p:sp>
          <p:nvSpPr>
            <p:cNvPr id="15" name="Google Shape;15;p2"/>
            <p:cNvSpPr/>
            <p:nvPr/>
          </p:nvSpPr>
          <p:spPr>
            <a:xfrm>
              <a:off x="-7997" y="4475586"/>
              <a:ext cx="315374" cy="89538"/>
            </a:xfrm>
            <a:custGeom>
              <a:avLst/>
              <a:gdLst/>
              <a:ahLst/>
              <a:cxnLst/>
              <a:rect l="l" t="t" r="r" b="b"/>
              <a:pathLst>
                <a:path w="4748" h="1348" extrusionOk="0">
                  <a:moveTo>
                    <a:pt x="4714" y="1"/>
                  </a:moveTo>
                  <a:lnTo>
                    <a:pt x="3737" y="203"/>
                  </a:lnTo>
                  <a:lnTo>
                    <a:pt x="2727" y="438"/>
                  </a:lnTo>
                  <a:lnTo>
                    <a:pt x="1751" y="708"/>
                  </a:lnTo>
                  <a:lnTo>
                    <a:pt x="774" y="943"/>
                  </a:lnTo>
                  <a:lnTo>
                    <a:pt x="0" y="1112"/>
                  </a:lnTo>
                  <a:lnTo>
                    <a:pt x="0" y="1347"/>
                  </a:lnTo>
                  <a:lnTo>
                    <a:pt x="1313" y="1044"/>
                  </a:lnTo>
                  <a:lnTo>
                    <a:pt x="2188" y="842"/>
                  </a:lnTo>
                  <a:lnTo>
                    <a:pt x="3064" y="640"/>
                  </a:lnTo>
                  <a:lnTo>
                    <a:pt x="3905" y="371"/>
                  </a:lnTo>
                  <a:lnTo>
                    <a:pt x="4343" y="236"/>
                  </a:lnTo>
                  <a:lnTo>
                    <a:pt x="4747" y="68"/>
                  </a:lnTo>
                  <a:lnTo>
                    <a:pt x="4747" y="34"/>
                  </a:lnTo>
                  <a:lnTo>
                    <a:pt x="471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 name="Google Shape;16;p2"/>
            <p:cNvSpPr/>
            <p:nvPr/>
          </p:nvSpPr>
          <p:spPr>
            <a:xfrm>
              <a:off x="-7997" y="4374956"/>
              <a:ext cx="310857" cy="96246"/>
            </a:xfrm>
            <a:custGeom>
              <a:avLst/>
              <a:gdLst/>
              <a:ahLst/>
              <a:cxnLst/>
              <a:rect l="l" t="t" r="r" b="b"/>
              <a:pathLst>
                <a:path w="4680" h="1449" extrusionOk="0">
                  <a:moveTo>
                    <a:pt x="4646" y="0"/>
                  </a:moveTo>
                  <a:lnTo>
                    <a:pt x="4209" y="68"/>
                  </a:lnTo>
                  <a:lnTo>
                    <a:pt x="3737" y="169"/>
                  </a:lnTo>
                  <a:lnTo>
                    <a:pt x="2828" y="371"/>
                  </a:lnTo>
                  <a:lnTo>
                    <a:pt x="1044" y="909"/>
                  </a:lnTo>
                  <a:lnTo>
                    <a:pt x="0" y="1145"/>
                  </a:lnTo>
                  <a:lnTo>
                    <a:pt x="0" y="1448"/>
                  </a:lnTo>
                  <a:lnTo>
                    <a:pt x="1111" y="1145"/>
                  </a:lnTo>
                  <a:lnTo>
                    <a:pt x="2895" y="640"/>
                  </a:lnTo>
                  <a:lnTo>
                    <a:pt x="3804" y="371"/>
                  </a:lnTo>
                  <a:lnTo>
                    <a:pt x="4242" y="202"/>
                  </a:lnTo>
                  <a:lnTo>
                    <a:pt x="4680" y="34"/>
                  </a:lnTo>
                  <a:lnTo>
                    <a:pt x="468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 name="Google Shape;17;p2"/>
            <p:cNvSpPr/>
            <p:nvPr/>
          </p:nvSpPr>
          <p:spPr>
            <a:xfrm>
              <a:off x="-7997" y="4187113"/>
              <a:ext cx="257188" cy="62703"/>
            </a:xfrm>
            <a:custGeom>
              <a:avLst/>
              <a:gdLst/>
              <a:ahLst/>
              <a:cxnLst/>
              <a:rect l="l" t="t" r="r" b="b"/>
              <a:pathLst>
                <a:path w="3872" h="944" extrusionOk="0">
                  <a:moveTo>
                    <a:pt x="3064" y="0"/>
                  </a:moveTo>
                  <a:lnTo>
                    <a:pt x="2323" y="135"/>
                  </a:lnTo>
                  <a:lnTo>
                    <a:pt x="1582" y="270"/>
                  </a:lnTo>
                  <a:lnTo>
                    <a:pt x="842" y="472"/>
                  </a:lnTo>
                  <a:lnTo>
                    <a:pt x="0" y="707"/>
                  </a:lnTo>
                  <a:lnTo>
                    <a:pt x="0" y="943"/>
                  </a:lnTo>
                  <a:lnTo>
                    <a:pt x="909" y="674"/>
                  </a:lnTo>
                  <a:lnTo>
                    <a:pt x="1616" y="505"/>
                  </a:lnTo>
                  <a:lnTo>
                    <a:pt x="2357" y="337"/>
                  </a:lnTo>
                  <a:lnTo>
                    <a:pt x="3838" y="34"/>
                  </a:lnTo>
                  <a:lnTo>
                    <a:pt x="3872" y="34"/>
                  </a:lnTo>
                  <a:lnTo>
                    <a:pt x="383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 name="Google Shape;18;p2"/>
            <p:cNvSpPr/>
            <p:nvPr/>
          </p:nvSpPr>
          <p:spPr>
            <a:xfrm>
              <a:off x="-7997" y="4238524"/>
              <a:ext cx="261705" cy="85087"/>
            </a:xfrm>
            <a:custGeom>
              <a:avLst/>
              <a:gdLst/>
              <a:ahLst/>
              <a:cxnLst/>
              <a:rect l="l" t="t" r="r" b="b"/>
              <a:pathLst>
                <a:path w="3940" h="1281" extrusionOk="0">
                  <a:moveTo>
                    <a:pt x="3905" y="1"/>
                  </a:moveTo>
                  <a:lnTo>
                    <a:pt x="3535" y="68"/>
                  </a:lnTo>
                  <a:lnTo>
                    <a:pt x="3165" y="169"/>
                  </a:lnTo>
                  <a:lnTo>
                    <a:pt x="2390" y="371"/>
                  </a:lnTo>
                  <a:lnTo>
                    <a:pt x="909" y="842"/>
                  </a:lnTo>
                  <a:lnTo>
                    <a:pt x="0" y="1078"/>
                  </a:lnTo>
                  <a:lnTo>
                    <a:pt x="0" y="1280"/>
                  </a:lnTo>
                  <a:lnTo>
                    <a:pt x="976" y="1011"/>
                  </a:lnTo>
                  <a:lnTo>
                    <a:pt x="2458" y="607"/>
                  </a:lnTo>
                  <a:lnTo>
                    <a:pt x="3232" y="337"/>
                  </a:lnTo>
                  <a:lnTo>
                    <a:pt x="3569" y="203"/>
                  </a:lnTo>
                  <a:lnTo>
                    <a:pt x="3939" y="34"/>
                  </a:lnTo>
                  <a:lnTo>
                    <a:pt x="39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 name="Google Shape;19;p2"/>
            <p:cNvSpPr/>
            <p:nvPr/>
          </p:nvSpPr>
          <p:spPr>
            <a:xfrm>
              <a:off x="-7997" y="4634336"/>
              <a:ext cx="373494" cy="98505"/>
            </a:xfrm>
            <a:custGeom>
              <a:avLst/>
              <a:gdLst/>
              <a:ahLst/>
              <a:cxnLst/>
              <a:rect l="l" t="t" r="r" b="b"/>
              <a:pathLst>
                <a:path w="5623" h="1483" extrusionOk="0">
                  <a:moveTo>
                    <a:pt x="5589" y="1"/>
                  </a:moveTo>
                  <a:lnTo>
                    <a:pt x="4646" y="304"/>
                  </a:lnTo>
                  <a:lnTo>
                    <a:pt x="3703" y="540"/>
                  </a:lnTo>
                  <a:lnTo>
                    <a:pt x="2761" y="775"/>
                  </a:lnTo>
                  <a:lnTo>
                    <a:pt x="1784" y="910"/>
                  </a:lnTo>
                  <a:lnTo>
                    <a:pt x="909" y="1045"/>
                  </a:lnTo>
                  <a:lnTo>
                    <a:pt x="0" y="1179"/>
                  </a:lnTo>
                  <a:lnTo>
                    <a:pt x="0" y="1482"/>
                  </a:lnTo>
                  <a:lnTo>
                    <a:pt x="909" y="1314"/>
                  </a:lnTo>
                  <a:lnTo>
                    <a:pt x="1852" y="1146"/>
                  </a:lnTo>
                  <a:lnTo>
                    <a:pt x="2828" y="1011"/>
                  </a:lnTo>
                  <a:lnTo>
                    <a:pt x="3333" y="944"/>
                  </a:lnTo>
                  <a:lnTo>
                    <a:pt x="3804" y="843"/>
                  </a:lnTo>
                  <a:lnTo>
                    <a:pt x="4310" y="708"/>
                  </a:lnTo>
                  <a:lnTo>
                    <a:pt x="4747" y="540"/>
                  </a:lnTo>
                  <a:lnTo>
                    <a:pt x="5185" y="304"/>
                  </a:lnTo>
                  <a:lnTo>
                    <a:pt x="5589" y="35"/>
                  </a:lnTo>
                  <a:lnTo>
                    <a:pt x="5623" y="35"/>
                  </a:lnTo>
                  <a:lnTo>
                    <a:pt x="558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 name="Google Shape;20;p2"/>
            <p:cNvSpPr/>
            <p:nvPr/>
          </p:nvSpPr>
          <p:spPr>
            <a:xfrm>
              <a:off x="-7997" y="4558348"/>
              <a:ext cx="225903" cy="69345"/>
            </a:xfrm>
            <a:custGeom>
              <a:avLst/>
              <a:gdLst/>
              <a:ahLst/>
              <a:cxnLst/>
              <a:rect l="l" t="t" r="r" b="b"/>
              <a:pathLst>
                <a:path w="3401" h="1044" extrusionOk="0">
                  <a:moveTo>
                    <a:pt x="3367" y="0"/>
                  </a:moveTo>
                  <a:lnTo>
                    <a:pt x="2525" y="236"/>
                  </a:lnTo>
                  <a:lnTo>
                    <a:pt x="1683" y="438"/>
                  </a:lnTo>
                  <a:lnTo>
                    <a:pt x="0" y="775"/>
                  </a:lnTo>
                  <a:lnTo>
                    <a:pt x="0" y="1044"/>
                  </a:lnTo>
                  <a:lnTo>
                    <a:pt x="236" y="977"/>
                  </a:lnTo>
                  <a:lnTo>
                    <a:pt x="1044" y="842"/>
                  </a:lnTo>
                  <a:lnTo>
                    <a:pt x="1852" y="640"/>
                  </a:lnTo>
                  <a:lnTo>
                    <a:pt x="2626" y="371"/>
                  </a:lnTo>
                  <a:lnTo>
                    <a:pt x="2996" y="236"/>
                  </a:lnTo>
                  <a:lnTo>
                    <a:pt x="3367" y="34"/>
                  </a:lnTo>
                  <a:lnTo>
                    <a:pt x="340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1" name="Google Shape;21;p2"/>
            <p:cNvSpPr/>
            <p:nvPr/>
          </p:nvSpPr>
          <p:spPr>
            <a:xfrm>
              <a:off x="-7997" y="4685813"/>
              <a:ext cx="382461" cy="93988"/>
            </a:xfrm>
            <a:custGeom>
              <a:avLst/>
              <a:gdLst/>
              <a:ahLst/>
              <a:cxnLst/>
              <a:rect l="l" t="t" r="r" b="b"/>
              <a:pathLst>
                <a:path w="5758" h="1415" extrusionOk="0">
                  <a:moveTo>
                    <a:pt x="5757" y="0"/>
                  </a:moveTo>
                  <a:lnTo>
                    <a:pt x="5286" y="34"/>
                  </a:lnTo>
                  <a:lnTo>
                    <a:pt x="4815" y="101"/>
                  </a:lnTo>
                  <a:lnTo>
                    <a:pt x="3905" y="270"/>
                  </a:lnTo>
                  <a:lnTo>
                    <a:pt x="2087" y="707"/>
                  </a:lnTo>
                  <a:lnTo>
                    <a:pt x="0" y="1179"/>
                  </a:lnTo>
                  <a:lnTo>
                    <a:pt x="0" y="1414"/>
                  </a:lnTo>
                  <a:lnTo>
                    <a:pt x="2121" y="909"/>
                  </a:lnTo>
                  <a:lnTo>
                    <a:pt x="3973" y="539"/>
                  </a:lnTo>
                  <a:lnTo>
                    <a:pt x="4882" y="337"/>
                  </a:lnTo>
                  <a:lnTo>
                    <a:pt x="5320" y="202"/>
                  </a:lnTo>
                  <a:lnTo>
                    <a:pt x="5757" y="34"/>
                  </a:lnTo>
                  <a:lnTo>
                    <a:pt x="575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 name="Google Shape;22;p2"/>
            <p:cNvSpPr/>
            <p:nvPr/>
          </p:nvSpPr>
          <p:spPr>
            <a:xfrm>
              <a:off x="1658012" y="4408499"/>
              <a:ext cx="382461" cy="335500"/>
            </a:xfrm>
            <a:custGeom>
              <a:avLst/>
              <a:gdLst/>
              <a:ahLst/>
              <a:cxnLst/>
              <a:rect l="l" t="t" r="r" b="b"/>
              <a:pathLst>
                <a:path w="5758" h="5051" extrusionOk="0">
                  <a:moveTo>
                    <a:pt x="2627" y="169"/>
                  </a:moveTo>
                  <a:lnTo>
                    <a:pt x="1852" y="202"/>
                  </a:lnTo>
                  <a:lnTo>
                    <a:pt x="1145" y="303"/>
                  </a:lnTo>
                  <a:lnTo>
                    <a:pt x="1482" y="202"/>
                  </a:lnTo>
                  <a:lnTo>
                    <a:pt x="1852" y="169"/>
                  </a:lnTo>
                  <a:close/>
                  <a:moveTo>
                    <a:pt x="1044" y="303"/>
                  </a:moveTo>
                  <a:lnTo>
                    <a:pt x="1044" y="337"/>
                  </a:lnTo>
                  <a:lnTo>
                    <a:pt x="1078" y="371"/>
                  </a:lnTo>
                  <a:lnTo>
                    <a:pt x="2425" y="371"/>
                  </a:lnTo>
                  <a:lnTo>
                    <a:pt x="3132" y="404"/>
                  </a:lnTo>
                  <a:lnTo>
                    <a:pt x="3873" y="404"/>
                  </a:lnTo>
                  <a:lnTo>
                    <a:pt x="4176" y="505"/>
                  </a:lnTo>
                  <a:lnTo>
                    <a:pt x="4479" y="607"/>
                  </a:lnTo>
                  <a:lnTo>
                    <a:pt x="4815" y="809"/>
                  </a:lnTo>
                  <a:lnTo>
                    <a:pt x="5085" y="1011"/>
                  </a:lnTo>
                  <a:lnTo>
                    <a:pt x="5287" y="1280"/>
                  </a:lnTo>
                  <a:lnTo>
                    <a:pt x="5421" y="1549"/>
                  </a:lnTo>
                  <a:lnTo>
                    <a:pt x="5388" y="1516"/>
                  </a:lnTo>
                  <a:lnTo>
                    <a:pt x="5219" y="1415"/>
                  </a:lnTo>
                  <a:lnTo>
                    <a:pt x="5219" y="1347"/>
                  </a:lnTo>
                  <a:lnTo>
                    <a:pt x="5152" y="1314"/>
                  </a:lnTo>
                  <a:lnTo>
                    <a:pt x="4613" y="1213"/>
                  </a:lnTo>
                  <a:lnTo>
                    <a:pt x="4041" y="1179"/>
                  </a:lnTo>
                  <a:lnTo>
                    <a:pt x="3502" y="1145"/>
                  </a:lnTo>
                  <a:lnTo>
                    <a:pt x="2930" y="1179"/>
                  </a:lnTo>
                  <a:lnTo>
                    <a:pt x="2290" y="1179"/>
                  </a:lnTo>
                  <a:lnTo>
                    <a:pt x="1617" y="1145"/>
                  </a:lnTo>
                  <a:lnTo>
                    <a:pt x="977" y="1145"/>
                  </a:lnTo>
                  <a:lnTo>
                    <a:pt x="304" y="1213"/>
                  </a:lnTo>
                  <a:lnTo>
                    <a:pt x="438" y="977"/>
                  </a:lnTo>
                  <a:lnTo>
                    <a:pt x="573" y="741"/>
                  </a:lnTo>
                  <a:lnTo>
                    <a:pt x="741" y="539"/>
                  </a:lnTo>
                  <a:lnTo>
                    <a:pt x="943" y="337"/>
                  </a:lnTo>
                  <a:lnTo>
                    <a:pt x="1044" y="303"/>
                  </a:lnTo>
                  <a:close/>
                  <a:moveTo>
                    <a:pt x="3772" y="1347"/>
                  </a:moveTo>
                  <a:lnTo>
                    <a:pt x="4445" y="1415"/>
                  </a:lnTo>
                  <a:lnTo>
                    <a:pt x="5118" y="1516"/>
                  </a:lnTo>
                  <a:lnTo>
                    <a:pt x="5152" y="1516"/>
                  </a:lnTo>
                  <a:lnTo>
                    <a:pt x="5287" y="1617"/>
                  </a:lnTo>
                  <a:lnTo>
                    <a:pt x="5489" y="1785"/>
                  </a:lnTo>
                  <a:lnTo>
                    <a:pt x="5522" y="2122"/>
                  </a:lnTo>
                  <a:lnTo>
                    <a:pt x="5522" y="2458"/>
                  </a:lnTo>
                  <a:lnTo>
                    <a:pt x="5455" y="2795"/>
                  </a:lnTo>
                  <a:lnTo>
                    <a:pt x="5320" y="3132"/>
                  </a:lnTo>
                  <a:lnTo>
                    <a:pt x="5186" y="2896"/>
                  </a:lnTo>
                  <a:lnTo>
                    <a:pt x="4984" y="2660"/>
                  </a:lnTo>
                  <a:lnTo>
                    <a:pt x="4613" y="2256"/>
                  </a:lnTo>
                  <a:lnTo>
                    <a:pt x="4142" y="1718"/>
                  </a:lnTo>
                  <a:lnTo>
                    <a:pt x="3974" y="1516"/>
                  </a:lnTo>
                  <a:lnTo>
                    <a:pt x="3873" y="1415"/>
                  </a:lnTo>
                  <a:lnTo>
                    <a:pt x="3704" y="1347"/>
                  </a:lnTo>
                  <a:close/>
                  <a:moveTo>
                    <a:pt x="270" y="1280"/>
                  </a:moveTo>
                  <a:lnTo>
                    <a:pt x="539" y="1347"/>
                  </a:lnTo>
                  <a:lnTo>
                    <a:pt x="809" y="1381"/>
                  </a:lnTo>
                  <a:lnTo>
                    <a:pt x="1347" y="1415"/>
                  </a:lnTo>
                  <a:lnTo>
                    <a:pt x="1920" y="1415"/>
                  </a:lnTo>
                  <a:lnTo>
                    <a:pt x="2425" y="1381"/>
                  </a:lnTo>
                  <a:lnTo>
                    <a:pt x="3098" y="1347"/>
                  </a:lnTo>
                  <a:lnTo>
                    <a:pt x="3704" y="1347"/>
                  </a:lnTo>
                  <a:lnTo>
                    <a:pt x="3704" y="1381"/>
                  </a:lnTo>
                  <a:lnTo>
                    <a:pt x="3738" y="1482"/>
                  </a:lnTo>
                  <a:lnTo>
                    <a:pt x="3805" y="1617"/>
                  </a:lnTo>
                  <a:lnTo>
                    <a:pt x="3974" y="1886"/>
                  </a:lnTo>
                  <a:lnTo>
                    <a:pt x="4378" y="2290"/>
                  </a:lnTo>
                  <a:lnTo>
                    <a:pt x="4782" y="2829"/>
                  </a:lnTo>
                  <a:lnTo>
                    <a:pt x="5017" y="3098"/>
                  </a:lnTo>
                  <a:lnTo>
                    <a:pt x="5118" y="3199"/>
                  </a:lnTo>
                  <a:lnTo>
                    <a:pt x="5253" y="3266"/>
                  </a:lnTo>
                  <a:lnTo>
                    <a:pt x="5017" y="3704"/>
                  </a:lnTo>
                  <a:lnTo>
                    <a:pt x="4714" y="4108"/>
                  </a:lnTo>
                  <a:lnTo>
                    <a:pt x="4512" y="4344"/>
                  </a:lnTo>
                  <a:lnTo>
                    <a:pt x="4310" y="4512"/>
                  </a:lnTo>
                  <a:lnTo>
                    <a:pt x="4075" y="4647"/>
                  </a:lnTo>
                  <a:lnTo>
                    <a:pt x="3839" y="4748"/>
                  </a:lnTo>
                  <a:lnTo>
                    <a:pt x="3603" y="4815"/>
                  </a:lnTo>
                  <a:lnTo>
                    <a:pt x="3334" y="4849"/>
                  </a:lnTo>
                  <a:lnTo>
                    <a:pt x="3064" y="4849"/>
                  </a:lnTo>
                  <a:lnTo>
                    <a:pt x="2761" y="4815"/>
                  </a:lnTo>
                  <a:lnTo>
                    <a:pt x="2324" y="4714"/>
                  </a:lnTo>
                  <a:lnTo>
                    <a:pt x="1920" y="4613"/>
                  </a:lnTo>
                  <a:lnTo>
                    <a:pt x="1516" y="4445"/>
                  </a:lnTo>
                  <a:lnTo>
                    <a:pt x="1145" y="4243"/>
                  </a:lnTo>
                  <a:lnTo>
                    <a:pt x="910" y="4074"/>
                  </a:lnTo>
                  <a:lnTo>
                    <a:pt x="708" y="3872"/>
                  </a:lnTo>
                  <a:lnTo>
                    <a:pt x="539" y="3603"/>
                  </a:lnTo>
                  <a:lnTo>
                    <a:pt x="438" y="3334"/>
                  </a:lnTo>
                  <a:lnTo>
                    <a:pt x="337" y="3064"/>
                  </a:lnTo>
                  <a:lnTo>
                    <a:pt x="304" y="2761"/>
                  </a:lnTo>
                  <a:lnTo>
                    <a:pt x="203" y="2189"/>
                  </a:lnTo>
                  <a:lnTo>
                    <a:pt x="203" y="1953"/>
                  </a:lnTo>
                  <a:lnTo>
                    <a:pt x="203" y="1718"/>
                  </a:lnTo>
                  <a:lnTo>
                    <a:pt x="236" y="1482"/>
                  </a:lnTo>
                  <a:lnTo>
                    <a:pt x="270" y="1280"/>
                  </a:lnTo>
                  <a:close/>
                  <a:moveTo>
                    <a:pt x="1684" y="0"/>
                  </a:moveTo>
                  <a:lnTo>
                    <a:pt x="1347" y="34"/>
                  </a:lnTo>
                  <a:lnTo>
                    <a:pt x="1011" y="101"/>
                  </a:lnTo>
                  <a:lnTo>
                    <a:pt x="708" y="236"/>
                  </a:lnTo>
                  <a:lnTo>
                    <a:pt x="405" y="371"/>
                  </a:lnTo>
                  <a:lnTo>
                    <a:pt x="371" y="438"/>
                  </a:lnTo>
                  <a:lnTo>
                    <a:pt x="371" y="472"/>
                  </a:lnTo>
                  <a:lnTo>
                    <a:pt x="405" y="539"/>
                  </a:lnTo>
                  <a:lnTo>
                    <a:pt x="438" y="573"/>
                  </a:lnTo>
                  <a:lnTo>
                    <a:pt x="304" y="708"/>
                  </a:lnTo>
                  <a:lnTo>
                    <a:pt x="203" y="910"/>
                  </a:lnTo>
                  <a:lnTo>
                    <a:pt x="102" y="1112"/>
                  </a:lnTo>
                  <a:lnTo>
                    <a:pt x="34" y="1314"/>
                  </a:lnTo>
                  <a:lnTo>
                    <a:pt x="1" y="1549"/>
                  </a:lnTo>
                  <a:lnTo>
                    <a:pt x="1" y="1819"/>
                  </a:lnTo>
                  <a:lnTo>
                    <a:pt x="1" y="2324"/>
                  </a:lnTo>
                  <a:lnTo>
                    <a:pt x="68" y="2829"/>
                  </a:lnTo>
                  <a:lnTo>
                    <a:pt x="203" y="3300"/>
                  </a:lnTo>
                  <a:lnTo>
                    <a:pt x="371" y="3704"/>
                  </a:lnTo>
                  <a:lnTo>
                    <a:pt x="573" y="4041"/>
                  </a:lnTo>
                  <a:lnTo>
                    <a:pt x="741" y="4209"/>
                  </a:lnTo>
                  <a:lnTo>
                    <a:pt x="943" y="4377"/>
                  </a:lnTo>
                  <a:lnTo>
                    <a:pt x="1145" y="4512"/>
                  </a:lnTo>
                  <a:lnTo>
                    <a:pt x="1347" y="4613"/>
                  </a:lnTo>
                  <a:lnTo>
                    <a:pt x="1819" y="4781"/>
                  </a:lnTo>
                  <a:lnTo>
                    <a:pt x="2290" y="4916"/>
                  </a:lnTo>
                  <a:lnTo>
                    <a:pt x="2829" y="5017"/>
                  </a:lnTo>
                  <a:lnTo>
                    <a:pt x="3098" y="5051"/>
                  </a:lnTo>
                  <a:lnTo>
                    <a:pt x="3367" y="5051"/>
                  </a:lnTo>
                  <a:lnTo>
                    <a:pt x="3637" y="5017"/>
                  </a:lnTo>
                  <a:lnTo>
                    <a:pt x="3906" y="4950"/>
                  </a:lnTo>
                  <a:lnTo>
                    <a:pt x="4142" y="4849"/>
                  </a:lnTo>
                  <a:lnTo>
                    <a:pt x="4411" y="4680"/>
                  </a:lnTo>
                  <a:lnTo>
                    <a:pt x="4782" y="4310"/>
                  </a:lnTo>
                  <a:lnTo>
                    <a:pt x="5152" y="3872"/>
                  </a:lnTo>
                  <a:lnTo>
                    <a:pt x="5320" y="3637"/>
                  </a:lnTo>
                  <a:lnTo>
                    <a:pt x="5455" y="3401"/>
                  </a:lnTo>
                  <a:lnTo>
                    <a:pt x="5556" y="3132"/>
                  </a:lnTo>
                  <a:lnTo>
                    <a:pt x="5657" y="2896"/>
                  </a:lnTo>
                  <a:lnTo>
                    <a:pt x="5724" y="2627"/>
                  </a:lnTo>
                  <a:lnTo>
                    <a:pt x="5758" y="2357"/>
                  </a:lnTo>
                  <a:lnTo>
                    <a:pt x="5758" y="2088"/>
                  </a:lnTo>
                  <a:lnTo>
                    <a:pt x="5724" y="1819"/>
                  </a:lnTo>
                  <a:lnTo>
                    <a:pt x="5657" y="1583"/>
                  </a:lnTo>
                  <a:lnTo>
                    <a:pt x="5556" y="1347"/>
                  </a:lnTo>
                  <a:lnTo>
                    <a:pt x="5421" y="1112"/>
                  </a:lnTo>
                  <a:lnTo>
                    <a:pt x="5219" y="876"/>
                  </a:lnTo>
                  <a:lnTo>
                    <a:pt x="4984" y="674"/>
                  </a:lnTo>
                  <a:lnTo>
                    <a:pt x="4748" y="505"/>
                  </a:lnTo>
                  <a:lnTo>
                    <a:pt x="4479" y="371"/>
                  </a:lnTo>
                  <a:lnTo>
                    <a:pt x="4176" y="270"/>
                  </a:lnTo>
                  <a:lnTo>
                    <a:pt x="3906" y="202"/>
                  </a:lnTo>
                  <a:lnTo>
                    <a:pt x="3603" y="135"/>
                  </a:lnTo>
                  <a:lnTo>
                    <a:pt x="2997" y="68"/>
                  </a:lnTo>
                  <a:lnTo>
                    <a:pt x="232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 name="Google Shape;23;p2"/>
            <p:cNvSpPr/>
            <p:nvPr/>
          </p:nvSpPr>
          <p:spPr>
            <a:xfrm>
              <a:off x="-7997" y="4735032"/>
              <a:ext cx="375752" cy="102888"/>
            </a:xfrm>
            <a:custGeom>
              <a:avLst/>
              <a:gdLst/>
              <a:ahLst/>
              <a:cxnLst/>
              <a:rect l="l" t="t" r="r" b="b"/>
              <a:pathLst>
                <a:path w="5657" h="1549" extrusionOk="0">
                  <a:moveTo>
                    <a:pt x="5623" y="0"/>
                  </a:moveTo>
                  <a:lnTo>
                    <a:pt x="4512" y="269"/>
                  </a:lnTo>
                  <a:lnTo>
                    <a:pt x="3400" y="572"/>
                  </a:lnTo>
                  <a:lnTo>
                    <a:pt x="2289" y="875"/>
                  </a:lnTo>
                  <a:lnTo>
                    <a:pt x="1178" y="1145"/>
                  </a:lnTo>
                  <a:lnTo>
                    <a:pt x="606" y="1246"/>
                  </a:lnTo>
                  <a:lnTo>
                    <a:pt x="0" y="1347"/>
                  </a:lnTo>
                  <a:lnTo>
                    <a:pt x="0" y="1549"/>
                  </a:lnTo>
                  <a:lnTo>
                    <a:pt x="1246" y="1347"/>
                  </a:lnTo>
                  <a:lnTo>
                    <a:pt x="2357" y="1111"/>
                  </a:lnTo>
                  <a:lnTo>
                    <a:pt x="3468" y="808"/>
                  </a:lnTo>
                  <a:lnTo>
                    <a:pt x="4579" y="471"/>
                  </a:lnTo>
                  <a:lnTo>
                    <a:pt x="5656" y="34"/>
                  </a:lnTo>
                  <a:lnTo>
                    <a:pt x="562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 name="Google Shape;24;p2"/>
            <p:cNvSpPr/>
            <p:nvPr/>
          </p:nvSpPr>
          <p:spPr>
            <a:xfrm>
              <a:off x="-7997" y="3985853"/>
              <a:ext cx="216936" cy="73862"/>
            </a:xfrm>
            <a:custGeom>
              <a:avLst/>
              <a:gdLst/>
              <a:ahLst/>
              <a:cxnLst/>
              <a:rect l="l" t="t" r="r" b="b"/>
              <a:pathLst>
                <a:path w="3266" h="1112" extrusionOk="0">
                  <a:moveTo>
                    <a:pt x="3030" y="0"/>
                  </a:moveTo>
                  <a:lnTo>
                    <a:pt x="2794" y="34"/>
                  </a:lnTo>
                  <a:lnTo>
                    <a:pt x="1986" y="236"/>
                  </a:lnTo>
                  <a:lnTo>
                    <a:pt x="1178" y="472"/>
                  </a:lnTo>
                  <a:lnTo>
                    <a:pt x="640" y="606"/>
                  </a:lnTo>
                  <a:lnTo>
                    <a:pt x="0" y="741"/>
                  </a:lnTo>
                  <a:lnTo>
                    <a:pt x="0" y="1111"/>
                  </a:lnTo>
                  <a:lnTo>
                    <a:pt x="774" y="876"/>
                  </a:lnTo>
                  <a:lnTo>
                    <a:pt x="1953" y="539"/>
                  </a:lnTo>
                  <a:lnTo>
                    <a:pt x="2592" y="404"/>
                  </a:lnTo>
                  <a:lnTo>
                    <a:pt x="2929" y="303"/>
                  </a:lnTo>
                  <a:lnTo>
                    <a:pt x="3030" y="236"/>
                  </a:lnTo>
                  <a:lnTo>
                    <a:pt x="3131" y="135"/>
                  </a:lnTo>
                  <a:lnTo>
                    <a:pt x="3131" y="135"/>
                  </a:lnTo>
                  <a:lnTo>
                    <a:pt x="3097" y="202"/>
                  </a:lnTo>
                  <a:lnTo>
                    <a:pt x="3131" y="236"/>
                  </a:lnTo>
                  <a:lnTo>
                    <a:pt x="3232" y="236"/>
                  </a:lnTo>
                  <a:lnTo>
                    <a:pt x="3266" y="169"/>
                  </a:lnTo>
                  <a:lnTo>
                    <a:pt x="3266" y="135"/>
                  </a:lnTo>
                  <a:lnTo>
                    <a:pt x="3266" y="68"/>
                  </a:lnTo>
                  <a:lnTo>
                    <a:pt x="316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 name="Google Shape;25;p2"/>
            <p:cNvSpPr/>
            <p:nvPr/>
          </p:nvSpPr>
          <p:spPr>
            <a:xfrm>
              <a:off x="-7997" y="4424175"/>
              <a:ext cx="324275" cy="93988"/>
            </a:xfrm>
            <a:custGeom>
              <a:avLst/>
              <a:gdLst/>
              <a:ahLst/>
              <a:cxnLst/>
              <a:rect l="l" t="t" r="r" b="b"/>
              <a:pathLst>
                <a:path w="4882" h="1415" extrusionOk="0">
                  <a:moveTo>
                    <a:pt x="4848" y="0"/>
                  </a:moveTo>
                  <a:lnTo>
                    <a:pt x="4411" y="168"/>
                  </a:lnTo>
                  <a:lnTo>
                    <a:pt x="3939" y="303"/>
                  </a:lnTo>
                  <a:lnTo>
                    <a:pt x="3030" y="505"/>
                  </a:lnTo>
                  <a:lnTo>
                    <a:pt x="2087" y="674"/>
                  </a:lnTo>
                  <a:lnTo>
                    <a:pt x="1178" y="842"/>
                  </a:lnTo>
                  <a:lnTo>
                    <a:pt x="0" y="1145"/>
                  </a:lnTo>
                  <a:lnTo>
                    <a:pt x="0" y="1414"/>
                  </a:lnTo>
                  <a:lnTo>
                    <a:pt x="741" y="1212"/>
                  </a:lnTo>
                  <a:lnTo>
                    <a:pt x="1481" y="1010"/>
                  </a:lnTo>
                  <a:lnTo>
                    <a:pt x="2357" y="842"/>
                  </a:lnTo>
                  <a:lnTo>
                    <a:pt x="3232" y="674"/>
                  </a:lnTo>
                  <a:lnTo>
                    <a:pt x="3636" y="573"/>
                  </a:lnTo>
                  <a:lnTo>
                    <a:pt x="4074" y="438"/>
                  </a:lnTo>
                  <a:lnTo>
                    <a:pt x="4478" y="269"/>
                  </a:lnTo>
                  <a:lnTo>
                    <a:pt x="4848" y="34"/>
                  </a:lnTo>
                  <a:lnTo>
                    <a:pt x="4882" y="34"/>
                  </a:lnTo>
                  <a:lnTo>
                    <a:pt x="484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 name="Google Shape;26;p2"/>
            <p:cNvSpPr/>
            <p:nvPr/>
          </p:nvSpPr>
          <p:spPr>
            <a:xfrm>
              <a:off x="-7997" y="4030555"/>
              <a:ext cx="216936" cy="67153"/>
            </a:xfrm>
            <a:custGeom>
              <a:avLst/>
              <a:gdLst/>
              <a:ahLst/>
              <a:cxnLst/>
              <a:rect l="l" t="t" r="r" b="b"/>
              <a:pathLst>
                <a:path w="3266" h="1011" extrusionOk="0">
                  <a:moveTo>
                    <a:pt x="3266" y="1"/>
                  </a:moveTo>
                  <a:lnTo>
                    <a:pt x="2929" y="135"/>
                  </a:lnTo>
                  <a:lnTo>
                    <a:pt x="2592" y="270"/>
                  </a:lnTo>
                  <a:lnTo>
                    <a:pt x="2256" y="337"/>
                  </a:lnTo>
                  <a:lnTo>
                    <a:pt x="1919" y="438"/>
                  </a:lnTo>
                  <a:lnTo>
                    <a:pt x="1212" y="539"/>
                  </a:lnTo>
                  <a:lnTo>
                    <a:pt x="505" y="640"/>
                  </a:lnTo>
                  <a:lnTo>
                    <a:pt x="0" y="775"/>
                  </a:lnTo>
                  <a:lnTo>
                    <a:pt x="0" y="1011"/>
                  </a:lnTo>
                  <a:lnTo>
                    <a:pt x="370" y="910"/>
                  </a:lnTo>
                  <a:lnTo>
                    <a:pt x="774" y="809"/>
                  </a:lnTo>
                  <a:lnTo>
                    <a:pt x="1448" y="674"/>
                  </a:lnTo>
                  <a:lnTo>
                    <a:pt x="2087" y="539"/>
                  </a:lnTo>
                  <a:lnTo>
                    <a:pt x="2390" y="438"/>
                  </a:lnTo>
                  <a:lnTo>
                    <a:pt x="2693" y="337"/>
                  </a:lnTo>
                  <a:lnTo>
                    <a:pt x="2963" y="203"/>
                  </a:lnTo>
                  <a:lnTo>
                    <a:pt x="326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 name="Google Shape;27;p2"/>
            <p:cNvSpPr/>
            <p:nvPr/>
          </p:nvSpPr>
          <p:spPr>
            <a:xfrm>
              <a:off x="-7997" y="4126735"/>
              <a:ext cx="239320" cy="73862"/>
            </a:xfrm>
            <a:custGeom>
              <a:avLst/>
              <a:gdLst/>
              <a:ahLst/>
              <a:cxnLst/>
              <a:rect l="l" t="t" r="r" b="b"/>
              <a:pathLst>
                <a:path w="3603" h="1112" extrusionOk="0">
                  <a:moveTo>
                    <a:pt x="3569" y="0"/>
                  </a:moveTo>
                  <a:lnTo>
                    <a:pt x="2020" y="505"/>
                  </a:lnTo>
                  <a:lnTo>
                    <a:pt x="1246" y="707"/>
                  </a:lnTo>
                  <a:lnTo>
                    <a:pt x="438" y="909"/>
                  </a:lnTo>
                  <a:lnTo>
                    <a:pt x="0" y="943"/>
                  </a:lnTo>
                  <a:lnTo>
                    <a:pt x="0" y="1111"/>
                  </a:lnTo>
                  <a:lnTo>
                    <a:pt x="741" y="1010"/>
                  </a:lnTo>
                  <a:lnTo>
                    <a:pt x="1481" y="842"/>
                  </a:lnTo>
                  <a:lnTo>
                    <a:pt x="2188" y="606"/>
                  </a:lnTo>
                  <a:lnTo>
                    <a:pt x="2895" y="337"/>
                  </a:lnTo>
                  <a:lnTo>
                    <a:pt x="3602" y="34"/>
                  </a:lnTo>
                  <a:lnTo>
                    <a:pt x="360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 name="Google Shape;28;p2"/>
            <p:cNvSpPr/>
            <p:nvPr/>
          </p:nvSpPr>
          <p:spPr>
            <a:xfrm>
              <a:off x="-7997" y="4310127"/>
              <a:ext cx="143140" cy="53736"/>
            </a:xfrm>
            <a:custGeom>
              <a:avLst/>
              <a:gdLst/>
              <a:ahLst/>
              <a:cxnLst/>
              <a:rect l="l" t="t" r="r" b="b"/>
              <a:pathLst>
                <a:path w="2155" h="809" extrusionOk="0">
                  <a:moveTo>
                    <a:pt x="2121" y="0"/>
                  </a:moveTo>
                  <a:lnTo>
                    <a:pt x="1582" y="236"/>
                  </a:lnTo>
                  <a:lnTo>
                    <a:pt x="1077" y="370"/>
                  </a:lnTo>
                  <a:lnTo>
                    <a:pt x="539" y="505"/>
                  </a:lnTo>
                  <a:lnTo>
                    <a:pt x="0" y="640"/>
                  </a:lnTo>
                  <a:lnTo>
                    <a:pt x="0" y="808"/>
                  </a:lnTo>
                  <a:lnTo>
                    <a:pt x="572" y="707"/>
                  </a:lnTo>
                  <a:lnTo>
                    <a:pt x="1111" y="539"/>
                  </a:lnTo>
                  <a:lnTo>
                    <a:pt x="1380" y="471"/>
                  </a:lnTo>
                  <a:lnTo>
                    <a:pt x="1650" y="337"/>
                  </a:lnTo>
                  <a:lnTo>
                    <a:pt x="1885" y="202"/>
                  </a:lnTo>
                  <a:lnTo>
                    <a:pt x="2155" y="67"/>
                  </a:lnTo>
                  <a:lnTo>
                    <a:pt x="2155" y="34"/>
                  </a:lnTo>
                  <a:lnTo>
                    <a:pt x="21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 name="Google Shape;29;p2"/>
            <p:cNvSpPr/>
            <p:nvPr/>
          </p:nvSpPr>
          <p:spPr>
            <a:xfrm>
              <a:off x="-7997" y="4075257"/>
              <a:ext cx="248287" cy="91796"/>
            </a:xfrm>
            <a:custGeom>
              <a:avLst/>
              <a:gdLst/>
              <a:ahLst/>
              <a:cxnLst/>
              <a:rect l="l" t="t" r="r" b="b"/>
              <a:pathLst>
                <a:path w="3738" h="1382" extrusionOk="0">
                  <a:moveTo>
                    <a:pt x="3670" y="1"/>
                  </a:moveTo>
                  <a:lnTo>
                    <a:pt x="0" y="1078"/>
                  </a:lnTo>
                  <a:lnTo>
                    <a:pt x="0" y="1381"/>
                  </a:lnTo>
                  <a:lnTo>
                    <a:pt x="976" y="1146"/>
                  </a:lnTo>
                  <a:lnTo>
                    <a:pt x="1919" y="843"/>
                  </a:lnTo>
                  <a:lnTo>
                    <a:pt x="2828" y="506"/>
                  </a:lnTo>
                  <a:lnTo>
                    <a:pt x="3266" y="304"/>
                  </a:lnTo>
                  <a:lnTo>
                    <a:pt x="3703" y="102"/>
                  </a:lnTo>
                  <a:lnTo>
                    <a:pt x="3737" y="68"/>
                  </a:lnTo>
                  <a:lnTo>
                    <a:pt x="3737" y="35"/>
                  </a:lnTo>
                  <a:lnTo>
                    <a:pt x="37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 name="Google Shape;30;p2"/>
            <p:cNvSpPr/>
            <p:nvPr/>
          </p:nvSpPr>
          <p:spPr>
            <a:xfrm>
              <a:off x="381106" y="3464768"/>
              <a:ext cx="715702" cy="201327"/>
            </a:xfrm>
            <a:custGeom>
              <a:avLst/>
              <a:gdLst/>
              <a:ahLst/>
              <a:cxnLst/>
              <a:rect l="l" t="t" r="r" b="b"/>
              <a:pathLst>
                <a:path w="10775" h="3031" extrusionOk="0">
                  <a:moveTo>
                    <a:pt x="10673" y="1"/>
                  </a:moveTo>
                  <a:lnTo>
                    <a:pt x="5320" y="1448"/>
                  </a:lnTo>
                  <a:lnTo>
                    <a:pt x="2525" y="2223"/>
                  </a:lnTo>
                  <a:lnTo>
                    <a:pt x="1246" y="2559"/>
                  </a:lnTo>
                  <a:lnTo>
                    <a:pt x="606" y="2761"/>
                  </a:lnTo>
                  <a:lnTo>
                    <a:pt x="303" y="2862"/>
                  </a:lnTo>
                  <a:lnTo>
                    <a:pt x="0" y="2997"/>
                  </a:lnTo>
                  <a:lnTo>
                    <a:pt x="0" y="3031"/>
                  </a:lnTo>
                  <a:lnTo>
                    <a:pt x="573" y="2930"/>
                  </a:lnTo>
                  <a:lnTo>
                    <a:pt x="1179" y="2795"/>
                  </a:lnTo>
                  <a:lnTo>
                    <a:pt x="2323" y="2458"/>
                  </a:lnTo>
                  <a:lnTo>
                    <a:pt x="5118" y="1684"/>
                  </a:lnTo>
                  <a:lnTo>
                    <a:pt x="10740" y="169"/>
                  </a:lnTo>
                  <a:lnTo>
                    <a:pt x="10774" y="102"/>
                  </a:lnTo>
                  <a:lnTo>
                    <a:pt x="10774" y="68"/>
                  </a:lnTo>
                  <a:lnTo>
                    <a:pt x="107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 name="Google Shape;31;p2"/>
            <p:cNvSpPr/>
            <p:nvPr/>
          </p:nvSpPr>
          <p:spPr>
            <a:xfrm>
              <a:off x="1067649" y="4327995"/>
              <a:ext cx="51477" cy="26901"/>
            </a:xfrm>
            <a:custGeom>
              <a:avLst/>
              <a:gdLst/>
              <a:ahLst/>
              <a:cxnLst/>
              <a:rect l="l" t="t" r="r" b="b"/>
              <a:pathLst>
                <a:path w="775" h="405" extrusionOk="0">
                  <a:moveTo>
                    <a:pt x="135" y="0"/>
                  </a:moveTo>
                  <a:lnTo>
                    <a:pt x="34" y="34"/>
                  </a:lnTo>
                  <a:lnTo>
                    <a:pt x="0" y="135"/>
                  </a:lnTo>
                  <a:lnTo>
                    <a:pt x="0" y="202"/>
                  </a:lnTo>
                  <a:lnTo>
                    <a:pt x="34" y="236"/>
                  </a:lnTo>
                  <a:lnTo>
                    <a:pt x="68" y="270"/>
                  </a:lnTo>
                  <a:lnTo>
                    <a:pt x="303" y="270"/>
                  </a:lnTo>
                  <a:lnTo>
                    <a:pt x="404" y="337"/>
                  </a:lnTo>
                  <a:lnTo>
                    <a:pt x="505" y="404"/>
                  </a:lnTo>
                  <a:lnTo>
                    <a:pt x="606" y="404"/>
                  </a:lnTo>
                  <a:lnTo>
                    <a:pt x="741" y="337"/>
                  </a:lnTo>
                  <a:lnTo>
                    <a:pt x="741" y="303"/>
                  </a:lnTo>
                  <a:lnTo>
                    <a:pt x="775" y="270"/>
                  </a:lnTo>
                  <a:lnTo>
                    <a:pt x="741" y="169"/>
                  </a:lnTo>
                  <a:lnTo>
                    <a:pt x="674" y="101"/>
                  </a:lnTo>
                  <a:lnTo>
                    <a:pt x="606" y="101"/>
                  </a:lnTo>
                  <a:lnTo>
                    <a:pt x="573" y="135"/>
                  </a:lnTo>
                  <a:lnTo>
                    <a:pt x="505" y="68"/>
                  </a:lnTo>
                  <a:lnTo>
                    <a:pt x="40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 name="Google Shape;32;p2"/>
            <p:cNvSpPr/>
            <p:nvPr/>
          </p:nvSpPr>
          <p:spPr>
            <a:xfrm>
              <a:off x="2042664" y="4482294"/>
              <a:ext cx="64895" cy="24643"/>
            </a:xfrm>
            <a:custGeom>
              <a:avLst/>
              <a:gdLst/>
              <a:ahLst/>
              <a:cxnLst/>
              <a:rect l="l" t="t" r="r" b="b"/>
              <a:pathLst>
                <a:path w="977" h="371" extrusionOk="0">
                  <a:moveTo>
                    <a:pt x="236" y="1"/>
                  </a:moveTo>
                  <a:lnTo>
                    <a:pt x="135" y="34"/>
                  </a:lnTo>
                  <a:lnTo>
                    <a:pt x="34" y="102"/>
                  </a:lnTo>
                  <a:lnTo>
                    <a:pt x="1" y="102"/>
                  </a:lnTo>
                  <a:lnTo>
                    <a:pt x="1" y="135"/>
                  </a:lnTo>
                  <a:lnTo>
                    <a:pt x="1" y="169"/>
                  </a:lnTo>
                  <a:lnTo>
                    <a:pt x="34" y="203"/>
                  </a:lnTo>
                  <a:lnTo>
                    <a:pt x="203" y="236"/>
                  </a:lnTo>
                  <a:lnTo>
                    <a:pt x="371" y="270"/>
                  </a:lnTo>
                  <a:lnTo>
                    <a:pt x="607" y="304"/>
                  </a:lnTo>
                  <a:lnTo>
                    <a:pt x="809" y="371"/>
                  </a:lnTo>
                  <a:lnTo>
                    <a:pt x="910" y="371"/>
                  </a:lnTo>
                  <a:lnTo>
                    <a:pt x="977" y="304"/>
                  </a:lnTo>
                  <a:lnTo>
                    <a:pt x="977" y="203"/>
                  </a:lnTo>
                  <a:lnTo>
                    <a:pt x="910" y="135"/>
                  </a:lnTo>
                  <a:lnTo>
                    <a:pt x="708"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 name="Google Shape;33;p2"/>
            <p:cNvSpPr/>
            <p:nvPr/>
          </p:nvSpPr>
          <p:spPr>
            <a:xfrm>
              <a:off x="-7997" y="3247832"/>
              <a:ext cx="2193869" cy="2010543"/>
            </a:xfrm>
            <a:custGeom>
              <a:avLst/>
              <a:gdLst/>
              <a:ahLst/>
              <a:cxnLst/>
              <a:rect l="l" t="t" r="r" b="b"/>
              <a:pathLst>
                <a:path w="33029" h="30269" extrusionOk="0">
                  <a:moveTo>
                    <a:pt x="18484" y="16498"/>
                  </a:moveTo>
                  <a:lnTo>
                    <a:pt x="18080" y="16700"/>
                  </a:lnTo>
                  <a:lnTo>
                    <a:pt x="17777" y="16868"/>
                  </a:lnTo>
                  <a:lnTo>
                    <a:pt x="17642" y="16969"/>
                  </a:lnTo>
                  <a:lnTo>
                    <a:pt x="17507" y="17104"/>
                  </a:lnTo>
                  <a:lnTo>
                    <a:pt x="17642" y="16868"/>
                  </a:lnTo>
                  <a:lnTo>
                    <a:pt x="17844" y="16633"/>
                  </a:lnTo>
                  <a:lnTo>
                    <a:pt x="18181" y="16565"/>
                  </a:lnTo>
                  <a:lnTo>
                    <a:pt x="18484" y="16498"/>
                  </a:lnTo>
                  <a:close/>
                  <a:moveTo>
                    <a:pt x="19022" y="16464"/>
                  </a:moveTo>
                  <a:lnTo>
                    <a:pt x="19325" y="16498"/>
                  </a:lnTo>
                  <a:lnTo>
                    <a:pt x="19628" y="16532"/>
                  </a:lnTo>
                  <a:lnTo>
                    <a:pt x="20234" y="16633"/>
                  </a:lnTo>
                  <a:lnTo>
                    <a:pt x="20841" y="16835"/>
                  </a:lnTo>
                  <a:lnTo>
                    <a:pt x="21413" y="17037"/>
                  </a:lnTo>
                  <a:lnTo>
                    <a:pt x="21682" y="17104"/>
                  </a:lnTo>
                  <a:lnTo>
                    <a:pt x="21918" y="17205"/>
                  </a:lnTo>
                  <a:lnTo>
                    <a:pt x="22120" y="17373"/>
                  </a:lnTo>
                  <a:lnTo>
                    <a:pt x="22322" y="17542"/>
                  </a:lnTo>
                  <a:lnTo>
                    <a:pt x="22389" y="17744"/>
                  </a:lnTo>
                  <a:lnTo>
                    <a:pt x="22457" y="17912"/>
                  </a:lnTo>
                  <a:lnTo>
                    <a:pt x="22423" y="17912"/>
                  </a:lnTo>
                  <a:lnTo>
                    <a:pt x="21952" y="17878"/>
                  </a:lnTo>
                  <a:lnTo>
                    <a:pt x="21480" y="17777"/>
                  </a:lnTo>
                  <a:lnTo>
                    <a:pt x="20975" y="17676"/>
                  </a:lnTo>
                  <a:lnTo>
                    <a:pt x="20538" y="17575"/>
                  </a:lnTo>
                  <a:lnTo>
                    <a:pt x="19830" y="17373"/>
                  </a:lnTo>
                  <a:lnTo>
                    <a:pt x="19494" y="17306"/>
                  </a:lnTo>
                  <a:lnTo>
                    <a:pt x="19157" y="17272"/>
                  </a:lnTo>
                  <a:lnTo>
                    <a:pt x="18888" y="17272"/>
                  </a:lnTo>
                  <a:lnTo>
                    <a:pt x="18618" y="17373"/>
                  </a:lnTo>
                  <a:lnTo>
                    <a:pt x="18383" y="17474"/>
                  </a:lnTo>
                  <a:lnTo>
                    <a:pt x="18147" y="17643"/>
                  </a:lnTo>
                  <a:lnTo>
                    <a:pt x="17911" y="17811"/>
                  </a:lnTo>
                  <a:lnTo>
                    <a:pt x="17709" y="18013"/>
                  </a:lnTo>
                  <a:lnTo>
                    <a:pt x="17373" y="18417"/>
                  </a:lnTo>
                  <a:lnTo>
                    <a:pt x="17373" y="18316"/>
                  </a:lnTo>
                  <a:lnTo>
                    <a:pt x="17339" y="18013"/>
                  </a:lnTo>
                  <a:lnTo>
                    <a:pt x="17339" y="17777"/>
                  </a:lnTo>
                  <a:lnTo>
                    <a:pt x="17373" y="17508"/>
                  </a:lnTo>
                  <a:lnTo>
                    <a:pt x="17440" y="17272"/>
                  </a:lnTo>
                  <a:lnTo>
                    <a:pt x="17608" y="17205"/>
                  </a:lnTo>
                  <a:lnTo>
                    <a:pt x="17810" y="17104"/>
                  </a:lnTo>
                  <a:lnTo>
                    <a:pt x="18147" y="16868"/>
                  </a:lnTo>
                  <a:lnTo>
                    <a:pt x="18585" y="16666"/>
                  </a:lnTo>
                  <a:lnTo>
                    <a:pt x="19022" y="16464"/>
                  </a:lnTo>
                  <a:close/>
                  <a:moveTo>
                    <a:pt x="23803" y="18047"/>
                  </a:moveTo>
                  <a:lnTo>
                    <a:pt x="24039" y="18081"/>
                  </a:lnTo>
                  <a:lnTo>
                    <a:pt x="24207" y="18148"/>
                  </a:lnTo>
                  <a:lnTo>
                    <a:pt x="24376" y="18249"/>
                  </a:lnTo>
                  <a:lnTo>
                    <a:pt x="24510" y="18384"/>
                  </a:lnTo>
                  <a:lnTo>
                    <a:pt x="24510" y="18451"/>
                  </a:lnTo>
                  <a:lnTo>
                    <a:pt x="23467" y="18249"/>
                  </a:lnTo>
                  <a:lnTo>
                    <a:pt x="23500" y="18114"/>
                  </a:lnTo>
                  <a:lnTo>
                    <a:pt x="23669" y="18081"/>
                  </a:lnTo>
                  <a:lnTo>
                    <a:pt x="23803" y="18047"/>
                  </a:lnTo>
                  <a:close/>
                  <a:moveTo>
                    <a:pt x="16363" y="17609"/>
                  </a:moveTo>
                  <a:lnTo>
                    <a:pt x="16396" y="18316"/>
                  </a:lnTo>
                  <a:lnTo>
                    <a:pt x="16497" y="18990"/>
                  </a:lnTo>
                  <a:lnTo>
                    <a:pt x="15925" y="19259"/>
                  </a:lnTo>
                  <a:lnTo>
                    <a:pt x="15656" y="19326"/>
                  </a:lnTo>
                  <a:lnTo>
                    <a:pt x="15487" y="19360"/>
                  </a:lnTo>
                  <a:lnTo>
                    <a:pt x="15353" y="19326"/>
                  </a:lnTo>
                  <a:lnTo>
                    <a:pt x="15184" y="19259"/>
                  </a:lnTo>
                  <a:lnTo>
                    <a:pt x="14982" y="19158"/>
                  </a:lnTo>
                  <a:lnTo>
                    <a:pt x="14679" y="18889"/>
                  </a:lnTo>
                  <a:lnTo>
                    <a:pt x="14545" y="18720"/>
                  </a:lnTo>
                  <a:lnTo>
                    <a:pt x="14477" y="18653"/>
                  </a:lnTo>
                  <a:lnTo>
                    <a:pt x="14477" y="18586"/>
                  </a:lnTo>
                  <a:lnTo>
                    <a:pt x="14477" y="18518"/>
                  </a:lnTo>
                  <a:lnTo>
                    <a:pt x="14511" y="18417"/>
                  </a:lnTo>
                  <a:lnTo>
                    <a:pt x="14545" y="18350"/>
                  </a:lnTo>
                  <a:lnTo>
                    <a:pt x="14646" y="18283"/>
                  </a:lnTo>
                  <a:lnTo>
                    <a:pt x="14848" y="18182"/>
                  </a:lnTo>
                  <a:lnTo>
                    <a:pt x="15050" y="18081"/>
                  </a:lnTo>
                  <a:lnTo>
                    <a:pt x="15521" y="17979"/>
                  </a:lnTo>
                  <a:lnTo>
                    <a:pt x="15992" y="17845"/>
                  </a:lnTo>
                  <a:lnTo>
                    <a:pt x="16194" y="17744"/>
                  </a:lnTo>
                  <a:lnTo>
                    <a:pt x="16363" y="17609"/>
                  </a:lnTo>
                  <a:close/>
                  <a:moveTo>
                    <a:pt x="19393" y="17508"/>
                  </a:moveTo>
                  <a:lnTo>
                    <a:pt x="19797" y="17542"/>
                  </a:lnTo>
                  <a:lnTo>
                    <a:pt x="21110" y="17878"/>
                  </a:lnTo>
                  <a:lnTo>
                    <a:pt x="21750" y="18013"/>
                  </a:lnTo>
                  <a:lnTo>
                    <a:pt x="22423" y="18114"/>
                  </a:lnTo>
                  <a:lnTo>
                    <a:pt x="22457" y="18114"/>
                  </a:lnTo>
                  <a:lnTo>
                    <a:pt x="22389" y="18485"/>
                  </a:lnTo>
                  <a:lnTo>
                    <a:pt x="22322" y="18821"/>
                  </a:lnTo>
                  <a:lnTo>
                    <a:pt x="22221" y="19225"/>
                  </a:lnTo>
                  <a:lnTo>
                    <a:pt x="22053" y="19596"/>
                  </a:lnTo>
                  <a:lnTo>
                    <a:pt x="21884" y="19966"/>
                  </a:lnTo>
                  <a:lnTo>
                    <a:pt x="21615" y="20303"/>
                  </a:lnTo>
                  <a:lnTo>
                    <a:pt x="21447" y="20471"/>
                  </a:lnTo>
                  <a:lnTo>
                    <a:pt x="21245" y="20606"/>
                  </a:lnTo>
                  <a:lnTo>
                    <a:pt x="21043" y="20707"/>
                  </a:lnTo>
                  <a:lnTo>
                    <a:pt x="20807" y="20774"/>
                  </a:lnTo>
                  <a:lnTo>
                    <a:pt x="20571" y="20841"/>
                  </a:lnTo>
                  <a:lnTo>
                    <a:pt x="20302" y="20875"/>
                  </a:lnTo>
                  <a:lnTo>
                    <a:pt x="19797" y="20875"/>
                  </a:lnTo>
                  <a:lnTo>
                    <a:pt x="19258" y="20808"/>
                  </a:lnTo>
                  <a:lnTo>
                    <a:pt x="18753" y="20707"/>
                  </a:lnTo>
                  <a:lnTo>
                    <a:pt x="18282" y="20572"/>
                  </a:lnTo>
                  <a:lnTo>
                    <a:pt x="17878" y="20370"/>
                  </a:lnTo>
                  <a:lnTo>
                    <a:pt x="17709" y="20235"/>
                  </a:lnTo>
                  <a:lnTo>
                    <a:pt x="17608" y="20033"/>
                  </a:lnTo>
                  <a:lnTo>
                    <a:pt x="17507" y="19831"/>
                  </a:lnTo>
                  <a:lnTo>
                    <a:pt x="17440" y="19596"/>
                  </a:lnTo>
                  <a:lnTo>
                    <a:pt x="17373" y="19057"/>
                  </a:lnTo>
                  <a:lnTo>
                    <a:pt x="17373" y="18552"/>
                  </a:lnTo>
                  <a:lnTo>
                    <a:pt x="17406" y="18552"/>
                  </a:lnTo>
                  <a:lnTo>
                    <a:pt x="17979" y="18114"/>
                  </a:lnTo>
                  <a:lnTo>
                    <a:pt x="18214" y="17912"/>
                  </a:lnTo>
                  <a:lnTo>
                    <a:pt x="18484" y="17710"/>
                  </a:lnTo>
                  <a:lnTo>
                    <a:pt x="18753" y="17575"/>
                  </a:lnTo>
                  <a:lnTo>
                    <a:pt x="19056" y="17508"/>
                  </a:lnTo>
                  <a:close/>
                  <a:moveTo>
                    <a:pt x="31412" y="19865"/>
                  </a:moveTo>
                  <a:lnTo>
                    <a:pt x="31513" y="20067"/>
                  </a:lnTo>
                  <a:lnTo>
                    <a:pt x="31715" y="20269"/>
                  </a:lnTo>
                  <a:lnTo>
                    <a:pt x="32052" y="20606"/>
                  </a:lnTo>
                  <a:lnTo>
                    <a:pt x="32456" y="21010"/>
                  </a:lnTo>
                  <a:lnTo>
                    <a:pt x="32658" y="21212"/>
                  </a:lnTo>
                  <a:lnTo>
                    <a:pt x="32860" y="21346"/>
                  </a:lnTo>
                  <a:lnTo>
                    <a:pt x="32422" y="21616"/>
                  </a:lnTo>
                  <a:lnTo>
                    <a:pt x="32187" y="21717"/>
                  </a:lnTo>
                  <a:lnTo>
                    <a:pt x="31884" y="21750"/>
                  </a:lnTo>
                  <a:lnTo>
                    <a:pt x="31715" y="21717"/>
                  </a:lnTo>
                  <a:lnTo>
                    <a:pt x="31581" y="21683"/>
                  </a:lnTo>
                  <a:lnTo>
                    <a:pt x="31446" y="21616"/>
                  </a:lnTo>
                  <a:lnTo>
                    <a:pt x="31311" y="21515"/>
                  </a:lnTo>
                  <a:lnTo>
                    <a:pt x="31076" y="21313"/>
                  </a:lnTo>
                  <a:lnTo>
                    <a:pt x="30840" y="21111"/>
                  </a:lnTo>
                  <a:lnTo>
                    <a:pt x="30806" y="21077"/>
                  </a:lnTo>
                  <a:lnTo>
                    <a:pt x="30773" y="21111"/>
                  </a:lnTo>
                  <a:lnTo>
                    <a:pt x="30773" y="21111"/>
                  </a:lnTo>
                  <a:lnTo>
                    <a:pt x="31143" y="20505"/>
                  </a:lnTo>
                  <a:lnTo>
                    <a:pt x="31412" y="19865"/>
                  </a:lnTo>
                  <a:close/>
                  <a:moveTo>
                    <a:pt x="16127" y="1381"/>
                  </a:moveTo>
                  <a:lnTo>
                    <a:pt x="16430" y="1415"/>
                  </a:lnTo>
                  <a:lnTo>
                    <a:pt x="16699" y="1448"/>
                  </a:lnTo>
                  <a:lnTo>
                    <a:pt x="16935" y="1516"/>
                  </a:lnTo>
                  <a:lnTo>
                    <a:pt x="17137" y="1617"/>
                  </a:lnTo>
                  <a:lnTo>
                    <a:pt x="17339" y="1718"/>
                  </a:lnTo>
                  <a:lnTo>
                    <a:pt x="17507" y="1886"/>
                  </a:lnTo>
                  <a:lnTo>
                    <a:pt x="17676" y="2055"/>
                  </a:lnTo>
                  <a:lnTo>
                    <a:pt x="17810" y="2257"/>
                  </a:lnTo>
                  <a:lnTo>
                    <a:pt x="18046" y="2661"/>
                  </a:lnTo>
                  <a:lnTo>
                    <a:pt x="18248" y="3132"/>
                  </a:lnTo>
                  <a:lnTo>
                    <a:pt x="18416" y="3637"/>
                  </a:lnTo>
                  <a:lnTo>
                    <a:pt x="18551" y="4142"/>
                  </a:lnTo>
                  <a:lnTo>
                    <a:pt x="19022" y="6229"/>
                  </a:lnTo>
                  <a:lnTo>
                    <a:pt x="19460" y="8317"/>
                  </a:lnTo>
                  <a:lnTo>
                    <a:pt x="19898" y="10303"/>
                  </a:lnTo>
                  <a:lnTo>
                    <a:pt x="20335" y="12290"/>
                  </a:lnTo>
                  <a:lnTo>
                    <a:pt x="20605" y="13300"/>
                  </a:lnTo>
                  <a:lnTo>
                    <a:pt x="20874" y="14276"/>
                  </a:lnTo>
                  <a:lnTo>
                    <a:pt x="21177" y="15252"/>
                  </a:lnTo>
                  <a:lnTo>
                    <a:pt x="21514" y="16229"/>
                  </a:lnTo>
                  <a:lnTo>
                    <a:pt x="20874" y="16027"/>
                  </a:lnTo>
                  <a:lnTo>
                    <a:pt x="20234" y="15892"/>
                  </a:lnTo>
                  <a:lnTo>
                    <a:pt x="19258" y="15724"/>
                  </a:lnTo>
                  <a:lnTo>
                    <a:pt x="18753" y="15656"/>
                  </a:lnTo>
                  <a:lnTo>
                    <a:pt x="18248" y="15623"/>
                  </a:lnTo>
                  <a:lnTo>
                    <a:pt x="17238" y="15623"/>
                  </a:lnTo>
                  <a:lnTo>
                    <a:pt x="16733" y="15690"/>
                  </a:lnTo>
                  <a:lnTo>
                    <a:pt x="16228" y="15791"/>
                  </a:lnTo>
                  <a:lnTo>
                    <a:pt x="16161" y="15757"/>
                  </a:lnTo>
                  <a:lnTo>
                    <a:pt x="16093" y="15791"/>
                  </a:lnTo>
                  <a:lnTo>
                    <a:pt x="16060" y="15825"/>
                  </a:lnTo>
                  <a:lnTo>
                    <a:pt x="15959" y="16027"/>
                  </a:lnTo>
                  <a:lnTo>
                    <a:pt x="15858" y="16229"/>
                  </a:lnTo>
                  <a:lnTo>
                    <a:pt x="15824" y="16464"/>
                  </a:lnTo>
                  <a:lnTo>
                    <a:pt x="15858" y="16700"/>
                  </a:lnTo>
                  <a:lnTo>
                    <a:pt x="15891" y="16767"/>
                  </a:lnTo>
                  <a:lnTo>
                    <a:pt x="15959" y="16767"/>
                  </a:lnTo>
                  <a:lnTo>
                    <a:pt x="15992" y="16734"/>
                  </a:lnTo>
                  <a:lnTo>
                    <a:pt x="16026" y="16700"/>
                  </a:lnTo>
                  <a:lnTo>
                    <a:pt x="16060" y="16464"/>
                  </a:lnTo>
                  <a:lnTo>
                    <a:pt x="16093" y="16296"/>
                  </a:lnTo>
                  <a:lnTo>
                    <a:pt x="16161" y="16094"/>
                  </a:lnTo>
                  <a:lnTo>
                    <a:pt x="16262" y="15926"/>
                  </a:lnTo>
                  <a:lnTo>
                    <a:pt x="16262" y="15892"/>
                  </a:lnTo>
                  <a:lnTo>
                    <a:pt x="18349" y="15926"/>
                  </a:lnTo>
                  <a:lnTo>
                    <a:pt x="19393" y="15993"/>
                  </a:lnTo>
                  <a:lnTo>
                    <a:pt x="19898" y="16060"/>
                  </a:lnTo>
                  <a:lnTo>
                    <a:pt x="20437" y="16161"/>
                  </a:lnTo>
                  <a:lnTo>
                    <a:pt x="21043" y="16296"/>
                  </a:lnTo>
                  <a:lnTo>
                    <a:pt x="21615" y="16464"/>
                  </a:lnTo>
                  <a:lnTo>
                    <a:pt x="22793" y="16801"/>
                  </a:lnTo>
                  <a:lnTo>
                    <a:pt x="22827" y="16868"/>
                  </a:lnTo>
                  <a:lnTo>
                    <a:pt x="22894" y="16936"/>
                  </a:lnTo>
                  <a:lnTo>
                    <a:pt x="22962" y="16969"/>
                  </a:lnTo>
                  <a:lnTo>
                    <a:pt x="23029" y="16936"/>
                  </a:lnTo>
                  <a:lnTo>
                    <a:pt x="23096" y="16902"/>
                  </a:lnTo>
                  <a:lnTo>
                    <a:pt x="23736" y="17037"/>
                  </a:lnTo>
                  <a:lnTo>
                    <a:pt x="24409" y="17171"/>
                  </a:lnTo>
                  <a:lnTo>
                    <a:pt x="24914" y="17239"/>
                  </a:lnTo>
                  <a:lnTo>
                    <a:pt x="25386" y="17306"/>
                  </a:lnTo>
                  <a:lnTo>
                    <a:pt x="26396" y="17340"/>
                  </a:lnTo>
                  <a:lnTo>
                    <a:pt x="27372" y="17373"/>
                  </a:lnTo>
                  <a:lnTo>
                    <a:pt x="28382" y="17441"/>
                  </a:lnTo>
                  <a:lnTo>
                    <a:pt x="29359" y="17542"/>
                  </a:lnTo>
                  <a:lnTo>
                    <a:pt x="29830" y="17609"/>
                  </a:lnTo>
                  <a:lnTo>
                    <a:pt x="30335" y="17710"/>
                  </a:lnTo>
                  <a:lnTo>
                    <a:pt x="30806" y="17845"/>
                  </a:lnTo>
                  <a:lnTo>
                    <a:pt x="31244" y="18047"/>
                  </a:lnTo>
                  <a:lnTo>
                    <a:pt x="31715" y="18249"/>
                  </a:lnTo>
                  <a:lnTo>
                    <a:pt x="32153" y="18518"/>
                  </a:lnTo>
                  <a:lnTo>
                    <a:pt x="32052" y="19057"/>
                  </a:lnTo>
                  <a:lnTo>
                    <a:pt x="32018" y="19259"/>
                  </a:lnTo>
                  <a:lnTo>
                    <a:pt x="31951" y="19360"/>
                  </a:lnTo>
                  <a:lnTo>
                    <a:pt x="31884" y="19394"/>
                  </a:lnTo>
                  <a:lnTo>
                    <a:pt x="31816" y="19427"/>
                  </a:lnTo>
                  <a:lnTo>
                    <a:pt x="31715" y="19394"/>
                  </a:lnTo>
                  <a:lnTo>
                    <a:pt x="31581" y="19360"/>
                  </a:lnTo>
                  <a:lnTo>
                    <a:pt x="31581" y="19293"/>
                  </a:lnTo>
                  <a:lnTo>
                    <a:pt x="31581" y="19259"/>
                  </a:lnTo>
                  <a:lnTo>
                    <a:pt x="31581" y="19192"/>
                  </a:lnTo>
                  <a:lnTo>
                    <a:pt x="31513" y="19158"/>
                  </a:lnTo>
                  <a:lnTo>
                    <a:pt x="31412" y="19158"/>
                  </a:lnTo>
                  <a:lnTo>
                    <a:pt x="31379" y="19192"/>
                  </a:lnTo>
                  <a:lnTo>
                    <a:pt x="31345" y="19225"/>
                  </a:lnTo>
                  <a:lnTo>
                    <a:pt x="31278" y="19562"/>
                  </a:lnTo>
                  <a:lnTo>
                    <a:pt x="31143" y="19899"/>
                  </a:lnTo>
                  <a:lnTo>
                    <a:pt x="31008" y="20202"/>
                  </a:lnTo>
                  <a:lnTo>
                    <a:pt x="30874" y="20505"/>
                  </a:lnTo>
                  <a:lnTo>
                    <a:pt x="30503" y="21077"/>
                  </a:lnTo>
                  <a:lnTo>
                    <a:pt x="30099" y="21616"/>
                  </a:lnTo>
                  <a:lnTo>
                    <a:pt x="29864" y="21851"/>
                  </a:lnTo>
                  <a:lnTo>
                    <a:pt x="29662" y="22087"/>
                  </a:lnTo>
                  <a:lnTo>
                    <a:pt x="29426" y="22289"/>
                  </a:lnTo>
                  <a:lnTo>
                    <a:pt x="29157" y="22491"/>
                  </a:lnTo>
                  <a:lnTo>
                    <a:pt x="28921" y="22626"/>
                  </a:lnTo>
                  <a:lnTo>
                    <a:pt x="28685" y="22693"/>
                  </a:lnTo>
                  <a:lnTo>
                    <a:pt x="28416" y="22727"/>
                  </a:lnTo>
                  <a:lnTo>
                    <a:pt x="28180" y="22727"/>
                  </a:lnTo>
                  <a:lnTo>
                    <a:pt x="27944" y="22693"/>
                  </a:lnTo>
                  <a:lnTo>
                    <a:pt x="27675" y="22659"/>
                  </a:lnTo>
                  <a:lnTo>
                    <a:pt x="27204" y="22491"/>
                  </a:lnTo>
                  <a:lnTo>
                    <a:pt x="26598" y="22255"/>
                  </a:lnTo>
                  <a:lnTo>
                    <a:pt x="26295" y="22121"/>
                  </a:lnTo>
                  <a:lnTo>
                    <a:pt x="26025" y="21952"/>
                  </a:lnTo>
                  <a:lnTo>
                    <a:pt x="25790" y="21784"/>
                  </a:lnTo>
                  <a:lnTo>
                    <a:pt x="25554" y="21582"/>
                  </a:lnTo>
                  <a:lnTo>
                    <a:pt x="25352" y="21346"/>
                  </a:lnTo>
                  <a:lnTo>
                    <a:pt x="25150" y="21077"/>
                  </a:lnTo>
                  <a:lnTo>
                    <a:pt x="25083" y="20909"/>
                  </a:lnTo>
                  <a:lnTo>
                    <a:pt x="25015" y="20740"/>
                  </a:lnTo>
                  <a:lnTo>
                    <a:pt x="24914" y="20370"/>
                  </a:lnTo>
                  <a:lnTo>
                    <a:pt x="24813" y="19629"/>
                  </a:lnTo>
                  <a:lnTo>
                    <a:pt x="24746" y="18922"/>
                  </a:lnTo>
                  <a:lnTo>
                    <a:pt x="24679" y="18619"/>
                  </a:lnTo>
                  <a:lnTo>
                    <a:pt x="24780" y="18619"/>
                  </a:lnTo>
                  <a:lnTo>
                    <a:pt x="24813" y="18586"/>
                  </a:lnTo>
                  <a:lnTo>
                    <a:pt x="24847" y="18518"/>
                  </a:lnTo>
                  <a:lnTo>
                    <a:pt x="24847" y="18451"/>
                  </a:lnTo>
                  <a:lnTo>
                    <a:pt x="24746" y="18316"/>
                  </a:lnTo>
                  <a:lnTo>
                    <a:pt x="24746" y="18283"/>
                  </a:lnTo>
                  <a:lnTo>
                    <a:pt x="24712" y="18249"/>
                  </a:lnTo>
                  <a:lnTo>
                    <a:pt x="24679" y="18249"/>
                  </a:lnTo>
                  <a:lnTo>
                    <a:pt x="24544" y="18114"/>
                  </a:lnTo>
                  <a:lnTo>
                    <a:pt x="24409" y="17979"/>
                  </a:lnTo>
                  <a:lnTo>
                    <a:pt x="24241" y="17912"/>
                  </a:lnTo>
                  <a:lnTo>
                    <a:pt x="24039" y="17845"/>
                  </a:lnTo>
                  <a:lnTo>
                    <a:pt x="23803" y="17845"/>
                  </a:lnTo>
                  <a:lnTo>
                    <a:pt x="23500" y="17878"/>
                  </a:lnTo>
                  <a:lnTo>
                    <a:pt x="23467" y="17845"/>
                  </a:lnTo>
                  <a:lnTo>
                    <a:pt x="23332" y="17845"/>
                  </a:lnTo>
                  <a:lnTo>
                    <a:pt x="23298" y="17912"/>
                  </a:lnTo>
                  <a:lnTo>
                    <a:pt x="23164" y="18215"/>
                  </a:lnTo>
                  <a:lnTo>
                    <a:pt x="23130" y="18283"/>
                  </a:lnTo>
                  <a:lnTo>
                    <a:pt x="23130" y="18350"/>
                  </a:lnTo>
                  <a:lnTo>
                    <a:pt x="22962" y="18754"/>
                  </a:lnTo>
                  <a:lnTo>
                    <a:pt x="22726" y="19158"/>
                  </a:lnTo>
                  <a:lnTo>
                    <a:pt x="22490" y="19528"/>
                  </a:lnTo>
                  <a:lnTo>
                    <a:pt x="22221" y="19899"/>
                  </a:lnTo>
                  <a:lnTo>
                    <a:pt x="22389" y="19596"/>
                  </a:lnTo>
                  <a:lnTo>
                    <a:pt x="22524" y="19225"/>
                  </a:lnTo>
                  <a:lnTo>
                    <a:pt x="22625" y="18889"/>
                  </a:lnTo>
                  <a:lnTo>
                    <a:pt x="22692" y="18518"/>
                  </a:lnTo>
                  <a:lnTo>
                    <a:pt x="22692" y="18182"/>
                  </a:lnTo>
                  <a:lnTo>
                    <a:pt x="22659" y="17845"/>
                  </a:lnTo>
                  <a:lnTo>
                    <a:pt x="22558" y="17542"/>
                  </a:lnTo>
                  <a:lnTo>
                    <a:pt x="22423" y="17272"/>
                  </a:lnTo>
                  <a:lnTo>
                    <a:pt x="22221" y="17104"/>
                  </a:lnTo>
                  <a:lnTo>
                    <a:pt x="22019" y="16936"/>
                  </a:lnTo>
                  <a:lnTo>
                    <a:pt x="21750" y="16801"/>
                  </a:lnTo>
                  <a:lnTo>
                    <a:pt x="21447" y="16700"/>
                  </a:lnTo>
                  <a:lnTo>
                    <a:pt x="20841" y="16532"/>
                  </a:lnTo>
                  <a:lnTo>
                    <a:pt x="20335" y="16397"/>
                  </a:lnTo>
                  <a:lnTo>
                    <a:pt x="19696" y="16262"/>
                  </a:lnTo>
                  <a:lnTo>
                    <a:pt x="19359" y="16229"/>
                  </a:lnTo>
                  <a:lnTo>
                    <a:pt x="19022" y="16195"/>
                  </a:lnTo>
                  <a:lnTo>
                    <a:pt x="18686" y="16229"/>
                  </a:lnTo>
                  <a:lnTo>
                    <a:pt x="18383" y="16262"/>
                  </a:lnTo>
                  <a:lnTo>
                    <a:pt x="18046" y="16330"/>
                  </a:lnTo>
                  <a:lnTo>
                    <a:pt x="17709" y="16397"/>
                  </a:lnTo>
                  <a:lnTo>
                    <a:pt x="17676" y="16431"/>
                  </a:lnTo>
                  <a:lnTo>
                    <a:pt x="17642" y="16464"/>
                  </a:lnTo>
                  <a:lnTo>
                    <a:pt x="17642" y="16565"/>
                  </a:lnTo>
                  <a:lnTo>
                    <a:pt x="17440" y="16767"/>
                  </a:lnTo>
                  <a:lnTo>
                    <a:pt x="17305" y="17003"/>
                  </a:lnTo>
                  <a:lnTo>
                    <a:pt x="17204" y="17272"/>
                  </a:lnTo>
                  <a:lnTo>
                    <a:pt x="17137" y="17542"/>
                  </a:lnTo>
                  <a:lnTo>
                    <a:pt x="17070" y="17845"/>
                  </a:lnTo>
                  <a:lnTo>
                    <a:pt x="17070" y="18148"/>
                  </a:lnTo>
                  <a:lnTo>
                    <a:pt x="17137" y="18788"/>
                  </a:lnTo>
                  <a:lnTo>
                    <a:pt x="17204" y="19461"/>
                  </a:lnTo>
                  <a:lnTo>
                    <a:pt x="17238" y="19798"/>
                  </a:lnTo>
                  <a:lnTo>
                    <a:pt x="17339" y="20134"/>
                  </a:lnTo>
                  <a:lnTo>
                    <a:pt x="17440" y="20336"/>
                  </a:lnTo>
                  <a:lnTo>
                    <a:pt x="17608" y="20505"/>
                  </a:lnTo>
                  <a:lnTo>
                    <a:pt x="17777" y="20639"/>
                  </a:lnTo>
                  <a:lnTo>
                    <a:pt x="18012" y="20740"/>
                  </a:lnTo>
                  <a:lnTo>
                    <a:pt x="18248" y="20808"/>
                  </a:lnTo>
                  <a:lnTo>
                    <a:pt x="18484" y="20875"/>
                  </a:lnTo>
                  <a:lnTo>
                    <a:pt x="18921" y="20976"/>
                  </a:lnTo>
                  <a:lnTo>
                    <a:pt x="19527" y="21077"/>
                  </a:lnTo>
                  <a:lnTo>
                    <a:pt x="19830" y="21111"/>
                  </a:lnTo>
                  <a:lnTo>
                    <a:pt x="20133" y="21111"/>
                  </a:lnTo>
                  <a:lnTo>
                    <a:pt x="20403" y="21077"/>
                  </a:lnTo>
                  <a:lnTo>
                    <a:pt x="20706" y="21010"/>
                  </a:lnTo>
                  <a:lnTo>
                    <a:pt x="21009" y="20942"/>
                  </a:lnTo>
                  <a:lnTo>
                    <a:pt x="21278" y="20841"/>
                  </a:lnTo>
                  <a:lnTo>
                    <a:pt x="21379" y="20808"/>
                  </a:lnTo>
                  <a:lnTo>
                    <a:pt x="21379" y="20808"/>
                  </a:lnTo>
                  <a:lnTo>
                    <a:pt x="21043" y="21043"/>
                  </a:lnTo>
                  <a:lnTo>
                    <a:pt x="20874" y="21144"/>
                  </a:lnTo>
                  <a:lnTo>
                    <a:pt x="20672" y="21178"/>
                  </a:lnTo>
                  <a:lnTo>
                    <a:pt x="20437" y="21212"/>
                  </a:lnTo>
                  <a:lnTo>
                    <a:pt x="20167" y="21245"/>
                  </a:lnTo>
                  <a:lnTo>
                    <a:pt x="19696" y="21212"/>
                  </a:lnTo>
                  <a:lnTo>
                    <a:pt x="19258" y="21178"/>
                  </a:lnTo>
                  <a:lnTo>
                    <a:pt x="18854" y="21144"/>
                  </a:lnTo>
                  <a:lnTo>
                    <a:pt x="18450" y="21077"/>
                  </a:lnTo>
                  <a:lnTo>
                    <a:pt x="18113" y="20942"/>
                  </a:lnTo>
                  <a:lnTo>
                    <a:pt x="17777" y="20740"/>
                  </a:lnTo>
                  <a:lnTo>
                    <a:pt x="17474" y="20538"/>
                  </a:lnTo>
                  <a:lnTo>
                    <a:pt x="17238" y="20235"/>
                  </a:lnTo>
                  <a:lnTo>
                    <a:pt x="17036" y="19899"/>
                  </a:lnTo>
                  <a:lnTo>
                    <a:pt x="16868" y="19528"/>
                  </a:lnTo>
                  <a:lnTo>
                    <a:pt x="16733" y="18990"/>
                  </a:lnTo>
                  <a:lnTo>
                    <a:pt x="16666" y="18417"/>
                  </a:lnTo>
                  <a:lnTo>
                    <a:pt x="16497" y="17306"/>
                  </a:lnTo>
                  <a:lnTo>
                    <a:pt x="16565" y="17306"/>
                  </a:lnTo>
                  <a:lnTo>
                    <a:pt x="16666" y="17272"/>
                  </a:lnTo>
                  <a:lnTo>
                    <a:pt x="16699" y="17205"/>
                  </a:lnTo>
                  <a:lnTo>
                    <a:pt x="16699" y="17138"/>
                  </a:lnTo>
                  <a:lnTo>
                    <a:pt x="16699" y="17104"/>
                  </a:lnTo>
                  <a:lnTo>
                    <a:pt x="16666" y="17070"/>
                  </a:lnTo>
                  <a:lnTo>
                    <a:pt x="16598" y="17037"/>
                  </a:lnTo>
                  <a:lnTo>
                    <a:pt x="16430" y="17037"/>
                  </a:lnTo>
                  <a:lnTo>
                    <a:pt x="16329" y="16969"/>
                  </a:lnTo>
                  <a:lnTo>
                    <a:pt x="16262" y="16902"/>
                  </a:lnTo>
                  <a:lnTo>
                    <a:pt x="16161" y="16835"/>
                  </a:lnTo>
                  <a:lnTo>
                    <a:pt x="16026" y="16801"/>
                  </a:lnTo>
                  <a:lnTo>
                    <a:pt x="15925" y="16835"/>
                  </a:lnTo>
                  <a:lnTo>
                    <a:pt x="15858" y="16868"/>
                  </a:lnTo>
                  <a:lnTo>
                    <a:pt x="15824" y="16936"/>
                  </a:lnTo>
                  <a:lnTo>
                    <a:pt x="15858" y="17003"/>
                  </a:lnTo>
                  <a:lnTo>
                    <a:pt x="15891" y="17003"/>
                  </a:lnTo>
                  <a:lnTo>
                    <a:pt x="15992" y="17037"/>
                  </a:lnTo>
                  <a:lnTo>
                    <a:pt x="16060" y="17070"/>
                  </a:lnTo>
                  <a:lnTo>
                    <a:pt x="16194" y="17205"/>
                  </a:lnTo>
                  <a:lnTo>
                    <a:pt x="16329" y="17272"/>
                  </a:lnTo>
                  <a:lnTo>
                    <a:pt x="16329" y="17474"/>
                  </a:lnTo>
                  <a:lnTo>
                    <a:pt x="15555" y="17710"/>
                  </a:lnTo>
                  <a:lnTo>
                    <a:pt x="15184" y="17845"/>
                  </a:lnTo>
                  <a:lnTo>
                    <a:pt x="14814" y="17979"/>
                  </a:lnTo>
                  <a:lnTo>
                    <a:pt x="14612" y="18081"/>
                  </a:lnTo>
                  <a:lnTo>
                    <a:pt x="14376" y="18215"/>
                  </a:lnTo>
                  <a:lnTo>
                    <a:pt x="14275" y="18316"/>
                  </a:lnTo>
                  <a:lnTo>
                    <a:pt x="14174" y="18384"/>
                  </a:lnTo>
                  <a:lnTo>
                    <a:pt x="14141" y="18518"/>
                  </a:lnTo>
                  <a:lnTo>
                    <a:pt x="14141" y="18619"/>
                  </a:lnTo>
                  <a:lnTo>
                    <a:pt x="14208" y="18720"/>
                  </a:lnTo>
                  <a:lnTo>
                    <a:pt x="14309" y="18855"/>
                  </a:lnTo>
                  <a:lnTo>
                    <a:pt x="14545" y="19057"/>
                  </a:lnTo>
                  <a:lnTo>
                    <a:pt x="14881" y="19326"/>
                  </a:lnTo>
                  <a:lnTo>
                    <a:pt x="15050" y="19461"/>
                  </a:lnTo>
                  <a:lnTo>
                    <a:pt x="15252" y="19562"/>
                  </a:lnTo>
                  <a:lnTo>
                    <a:pt x="15420" y="19596"/>
                  </a:lnTo>
                  <a:lnTo>
                    <a:pt x="15757" y="19596"/>
                  </a:lnTo>
                  <a:lnTo>
                    <a:pt x="15925" y="19528"/>
                  </a:lnTo>
                  <a:lnTo>
                    <a:pt x="16228" y="19394"/>
                  </a:lnTo>
                  <a:lnTo>
                    <a:pt x="16531" y="19225"/>
                  </a:lnTo>
                  <a:lnTo>
                    <a:pt x="16666" y="19730"/>
                  </a:lnTo>
                  <a:lnTo>
                    <a:pt x="16834" y="20202"/>
                  </a:lnTo>
                  <a:lnTo>
                    <a:pt x="17002" y="20505"/>
                  </a:lnTo>
                  <a:lnTo>
                    <a:pt x="17238" y="20740"/>
                  </a:lnTo>
                  <a:lnTo>
                    <a:pt x="17474" y="20942"/>
                  </a:lnTo>
                  <a:lnTo>
                    <a:pt x="17777" y="21111"/>
                  </a:lnTo>
                  <a:lnTo>
                    <a:pt x="18080" y="21245"/>
                  </a:lnTo>
                  <a:lnTo>
                    <a:pt x="18383" y="21346"/>
                  </a:lnTo>
                  <a:lnTo>
                    <a:pt x="18719" y="21414"/>
                  </a:lnTo>
                  <a:lnTo>
                    <a:pt x="19022" y="21447"/>
                  </a:lnTo>
                  <a:lnTo>
                    <a:pt x="19898" y="21515"/>
                  </a:lnTo>
                  <a:lnTo>
                    <a:pt x="20335" y="21515"/>
                  </a:lnTo>
                  <a:lnTo>
                    <a:pt x="20571" y="21481"/>
                  </a:lnTo>
                  <a:lnTo>
                    <a:pt x="20773" y="21447"/>
                  </a:lnTo>
                  <a:lnTo>
                    <a:pt x="21076" y="21313"/>
                  </a:lnTo>
                  <a:lnTo>
                    <a:pt x="21346" y="21178"/>
                  </a:lnTo>
                  <a:lnTo>
                    <a:pt x="21581" y="20976"/>
                  </a:lnTo>
                  <a:lnTo>
                    <a:pt x="21817" y="20774"/>
                  </a:lnTo>
                  <a:lnTo>
                    <a:pt x="22255" y="20336"/>
                  </a:lnTo>
                  <a:lnTo>
                    <a:pt x="22625" y="19865"/>
                  </a:lnTo>
                  <a:lnTo>
                    <a:pt x="22726" y="20202"/>
                  </a:lnTo>
                  <a:lnTo>
                    <a:pt x="22827" y="20538"/>
                  </a:lnTo>
                  <a:lnTo>
                    <a:pt x="23063" y="21212"/>
                  </a:lnTo>
                  <a:lnTo>
                    <a:pt x="23164" y="21548"/>
                  </a:lnTo>
                  <a:lnTo>
                    <a:pt x="23164" y="21851"/>
                  </a:lnTo>
                  <a:lnTo>
                    <a:pt x="23130" y="22121"/>
                  </a:lnTo>
                  <a:lnTo>
                    <a:pt x="23029" y="22356"/>
                  </a:lnTo>
                  <a:lnTo>
                    <a:pt x="22861" y="22592"/>
                  </a:lnTo>
                  <a:lnTo>
                    <a:pt x="22625" y="22794"/>
                  </a:lnTo>
                  <a:lnTo>
                    <a:pt x="22389" y="22962"/>
                  </a:lnTo>
                  <a:lnTo>
                    <a:pt x="22086" y="23097"/>
                  </a:lnTo>
                  <a:lnTo>
                    <a:pt x="21144" y="23434"/>
                  </a:lnTo>
                  <a:lnTo>
                    <a:pt x="20201" y="23737"/>
                  </a:lnTo>
                  <a:lnTo>
                    <a:pt x="18282" y="24275"/>
                  </a:lnTo>
                  <a:lnTo>
                    <a:pt x="16430" y="24814"/>
                  </a:lnTo>
                  <a:lnTo>
                    <a:pt x="14578" y="25319"/>
                  </a:lnTo>
                  <a:lnTo>
                    <a:pt x="12558" y="25824"/>
                  </a:lnTo>
                  <a:lnTo>
                    <a:pt x="11683" y="25992"/>
                  </a:lnTo>
                  <a:lnTo>
                    <a:pt x="11245" y="26127"/>
                  </a:lnTo>
                  <a:lnTo>
                    <a:pt x="10807" y="26296"/>
                  </a:lnTo>
                  <a:lnTo>
                    <a:pt x="10100" y="23467"/>
                  </a:lnTo>
                  <a:lnTo>
                    <a:pt x="9259" y="20202"/>
                  </a:lnTo>
                  <a:lnTo>
                    <a:pt x="8484" y="16902"/>
                  </a:lnTo>
                  <a:lnTo>
                    <a:pt x="8013" y="14848"/>
                  </a:lnTo>
                  <a:lnTo>
                    <a:pt x="8350" y="14781"/>
                  </a:lnTo>
                  <a:lnTo>
                    <a:pt x="8686" y="14714"/>
                  </a:lnTo>
                  <a:lnTo>
                    <a:pt x="9360" y="14545"/>
                  </a:lnTo>
                  <a:lnTo>
                    <a:pt x="10134" y="14310"/>
                  </a:lnTo>
                  <a:lnTo>
                    <a:pt x="10504" y="14141"/>
                  </a:lnTo>
                  <a:lnTo>
                    <a:pt x="10841" y="13973"/>
                  </a:lnTo>
                  <a:lnTo>
                    <a:pt x="10875" y="13939"/>
                  </a:lnTo>
                  <a:lnTo>
                    <a:pt x="10875" y="13906"/>
                  </a:lnTo>
                  <a:lnTo>
                    <a:pt x="10841" y="13872"/>
                  </a:lnTo>
                  <a:lnTo>
                    <a:pt x="10807" y="13872"/>
                  </a:lnTo>
                  <a:lnTo>
                    <a:pt x="10437" y="13973"/>
                  </a:lnTo>
                  <a:lnTo>
                    <a:pt x="10067" y="14108"/>
                  </a:lnTo>
                  <a:lnTo>
                    <a:pt x="9326" y="14377"/>
                  </a:lnTo>
                  <a:lnTo>
                    <a:pt x="8653" y="14545"/>
                  </a:lnTo>
                  <a:lnTo>
                    <a:pt x="8013" y="14747"/>
                  </a:lnTo>
                  <a:lnTo>
                    <a:pt x="7845" y="14040"/>
                  </a:lnTo>
                  <a:lnTo>
                    <a:pt x="8484" y="13906"/>
                  </a:lnTo>
                  <a:lnTo>
                    <a:pt x="9090" y="13737"/>
                  </a:lnTo>
                  <a:lnTo>
                    <a:pt x="10302" y="13367"/>
                  </a:lnTo>
                  <a:lnTo>
                    <a:pt x="13063" y="12593"/>
                  </a:lnTo>
                  <a:lnTo>
                    <a:pt x="15824" y="11886"/>
                  </a:lnTo>
                  <a:lnTo>
                    <a:pt x="18618" y="11179"/>
                  </a:lnTo>
                  <a:lnTo>
                    <a:pt x="18686" y="11145"/>
                  </a:lnTo>
                  <a:lnTo>
                    <a:pt x="18686" y="11078"/>
                  </a:lnTo>
                  <a:lnTo>
                    <a:pt x="18652" y="11010"/>
                  </a:lnTo>
                  <a:lnTo>
                    <a:pt x="18585" y="11010"/>
                  </a:lnTo>
                  <a:lnTo>
                    <a:pt x="15790" y="11684"/>
                  </a:lnTo>
                  <a:lnTo>
                    <a:pt x="12996" y="12424"/>
                  </a:lnTo>
                  <a:lnTo>
                    <a:pt x="10235" y="13199"/>
                  </a:lnTo>
                  <a:lnTo>
                    <a:pt x="9023" y="13535"/>
                  </a:lnTo>
                  <a:lnTo>
                    <a:pt x="8417" y="13704"/>
                  </a:lnTo>
                  <a:lnTo>
                    <a:pt x="7845" y="13939"/>
                  </a:lnTo>
                  <a:lnTo>
                    <a:pt x="7676" y="13266"/>
                  </a:lnTo>
                  <a:lnTo>
                    <a:pt x="8350" y="13165"/>
                  </a:lnTo>
                  <a:lnTo>
                    <a:pt x="8989" y="12997"/>
                  </a:lnTo>
                  <a:lnTo>
                    <a:pt x="9629" y="12795"/>
                  </a:lnTo>
                  <a:lnTo>
                    <a:pt x="10269" y="12593"/>
                  </a:lnTo>
                  <a:lnTo>
                    <a:pt x="11514" y="12155"/>
                  </a:lnTo>
                  <a:lnTo>
                    <a:pt x="12794" y="11751"/>
                  </a:lnTo>
                  <a:lnTo>
                    <a:pt x="14107" y="11381"/>
                  </a:lnTo>
                  <a:lnTo>
                    <a:pt x="15420" y="11044"/>
                  </a:lnTo>
                  <a:lnTo>
                    <a:pt x="18080" y="10404"/>
                  </a:lnTo>
                  <a:lnTo>
                    <a:pt x="18113" y="10371"/>
                  </a:lnTo>
                  <a:lnTo>
                    <a:pt x="18147" y="10337"/>
                  </a:lnTo>
                  <a:lnTo>
                    <a:pt x="18147" y="10270"/>
                  </a:lnTo>
                  <a:lnTo>
                    <a:pt x="18113" y="10202"/>
                  </a:lnTo>
                  <a:lnTo>
                    <a:pt x="18012" y="10202"/>
                  </a:lnTo>
                  <a:lnTo>
                    <a:pt x="16699" y="10505"/>
                  </a:lnTo>
                  <a:lnTo>
                    <a:pt x="15420" y="10842"/>
                  </a:lnTo>
                  <a:lnTo>
                    <a:pt x="12828" y="11583"/>
                  </a:lnTo>
                  <a:lnTo>
                    <a:pt x="10235" y="12391"/>
                  </a:lnTo>
                  <a:lnTo>
                    <a:pt x="7643" y="13131"/>
                  </a:lnTo>
                  <a:lnTo>
                    <a:pt x="7272" y="11482"/>
                  </a:lnTo>
                  <a:lnTo>
                    <a:pt x="7710" y="11414"/>
                  </a:lnTo>
                  <a:lnTo>
                    <a:pt x="8148" y="11313"/>
                  </a:lnTo>
                  <a:lnTo>
                    <a:pt x="9023" y="11044"/>
                  </a:lnTo>
                  <a:lnTo>
                    <a:pt x="11279" y="10404"/>
                  </a:lnTo>
                  <a:lnTo>
                    <a:pt x="12390" y="10101"/>
                  </a:lnTo>
                  <a:lnTo>
                    <a:pt x="13501" y="9832"/>
                  </a:lnTo>
                  <a:lnTo>
                    <a:pt x="14646" y="9596"/>
                  </a:lnTo>
                  <a:lnTo>
                    <a:pt x="15790" y="9394"/>
                  </a:lnTo>
                  <a:lnTo>
                    <a:pt x="15824" y="9360"/>
                  </a:lnTo>
                  <a:lnTo>
                    <a:pt x="15824" y="9293"/>
                  </a:lnTo>
                  <a:lnTo>
                    <a:pt x="15790" y="9259"/>
                  </a:lnTo>
                  <a:lnTo>
                    <a:pt x="15723" y="9226"/>
                  </a:lnTo>
                  <a:lnTo>
                    <a:pt x="14679" y="9428"/>
                  </a:lnTo>
                  <a:lnTo>
                    <a:pt x="13602" y="9630"/>
                  </a:lnTo>
                  <a:lnTo>
                    <a:pt x="12525" y="9899"/>
                  </a:lnTo>
                  <a:lnTo>
                    <a:pt x="11481" y="10169"/>
                  </a:lnTo>
                  <a:lnTo>
                    <a:pt x="9225" y="10808"/>
                  </a:lnTo>
                  <a:lnTo>
                    <a:pt x="8215" y="11078"/>
                  </a:lnTo>
                  <a:lnTo>
                    <a:pt x="7744" y="11246"/>
                  </a:lnTo>
                  <a:lnTo>
                    <a:pt x="7272" y="11448"/>
                  </a:lnTo>
                  <a:lnTo>
                    <a:pt x="7138" y="10977"/>
                  </a:lnTo>
                  <a:lnTo>
                    <a:pt x="8417" y="10573"/>
                  </a:lnTo>
                  <a:lnTo>
                    <a:pt x="9730" y="10135"/>
                  </a:lnTo>
                  <a:lnTo>
                    <a:pt x="11009" y="9697"/>
                  </a:lnTo>
                  <a:lnTo>
                    <a:pt x="12323" y="9293"/>
                  </a:lnTo>
                  <a:lnTo>
                    <a:pt x="13669" y="8923"/>
                  </a:lnTo>
                  <a:lnTo>
                    <a:pt x="15016" y="8586"/>
                  </a:lnTo>
                  <a:lnTo>
                    <a:pt x="16363" y="8283"/>
                  </a:lnTo>
                  <a:lnTo>
                    <a:pt x="17743" y="8014"/>
                  </a:lnTo>
                  <a:lnTo>
                    <a:pt x="17777" y="7980"/>
                  </a:lnTo>
                  <a:lnTo>
                    <a:pt x="17777" y="7913"/>
                  </a:lnTo>
                  <a:lnTo>
                    <a:pt x="17743" y="7845"/>
                  </a:lnTo>
                  <a:lnTo>
                    <a:pt x="17676" y="7845"/>
                  </a:lnTo>
                  <a:lnTo>
                    <a:pt x="16329" y="8115"/>
                  </a:lnTo>
                  <a:lnTo>
                    <a:pt x="14982" y="8418"/>
                  </a:lnTo>
                  <a:lnTo>
                    <a:pt x="13602" y="8754"/>
                  </a:lnTo>
                  <a:lnTo>
                    <a:pt x="12289" y="9125"/>
                  </a:lnTo>
                  <a:lnTo>
                    <a:pt x="10976" y="9495"/>
                  </a:lnTo>
                  <a:lnTo>
                    <a:pt x="9663" y="9899"/>
                  </a:lnTo>
                  <a:lnTo>
                    <a:pt x="8350" y="10337"/>
                  </a:lnTo>
                  <a:lnTo>
                    <a:pt x="7710" y="10606"/>
                  </a:lnTo>
                  <a:lnTo>
                    <a:pt x="7104" y="10876"/>
                  </a:lnTo>
                  <a:lnTo>
                    <a:pt x="6969" y="10371"/>
                  </a:lnTo>
                  <a:lnTo>
                    <a:pt x="6902" y="10270"/>
                  </a:lnTo>
                  <a:lnTo>
                    <a:pt x="7542" y="10101"/>
                  </a:lnTo>
                  <a:lnTo>
                    <a:pt x="8148" y="9933"/>
                  </a:lnTo>
                  <a:lnTo>
                    <a:pt x="9360" y="9562"/>
                  </a:lnTo>
                  <a:lnTo>
                    <a:pt x="12087" y="8788"/>
                  </a:lnTo>
                  <a:lnTo>
                    <a:pt x="13501" y="8451"/>
                  </a:lnTo>
                  <a:lnTo>
                    <a:pt x="14881" y="8115"/>
                  </a:lnTo>
                  <a:lnTo>
                    <a:pt x="17676" y="7475"/>
                  </a:lnTo>
                  <a:lnTo>
                    <a:pt x="17709" y="7441"/>
                  </a:lnTo>
                  <a:lnTo>
                    <a:pt x="17709" y="7374"/>
                  </a:lnTo>
                  <a:lnTo>
                    <a:pt x="17676" y="7340"/>
                  </a:lnTo>
                  <a:lnTo>
                    <a:pt x="17642" y="7340"/>
                  </a:lnTo>
                  <a:lnTo>
                    <a:pt x="16228" y="7610"/>
                  </a:lnTo>
                  <a:lnTo>
                    <a:pt x="14848" y="7946"/>
                  </a:lnTo>
                  <a:lnTo>
                    <a:pt x="12053" y="8653"/>
                  </a:lnTo>
                  <a:lnTo>
                    <a:pt x="9326" y="9428"/>
                  </a:lnTo>
                  <a:lnTo>
                    <a:pt x="8080" y="9764"/>
                  </a:lnTo>
                  <a:lnTo>
                    <a:pt x="7474" y="9933"/>
                  </a:lnTo>
                  <a:lnTo>
                    <a:pt x="6902" y="10169"/>
                  </a:lnTo>
                  <a:lnTo>
                    <a:pt x="6599" y="9327"/>
                  </a:lnTo>
                  <a:lnTo>
                    <a:pt x="7239" y="9293"/>
                  </a:lnTo>
                  <a:lnTo>
                    <a:pt x="7878" y="9158"/>
                  </a:lnTo>
                  <a:lnTo>
                    <a:pt x="8518" y="8990"/>
                  </a:lnTo>
                  <a:lnTo>
                    <a:pt x="9158" y="8788"/>
                  </a:lnTo>
                  <a:lnTo>
                    <a:pt x="10370" y="8350"/>
                  </a:lnTo>
                  <a:lnTo>
                    <a:pt x="11582" y="7879"/>
                  </a:lnTo>
                  <a:lnTo>
                    <a:pt x="11952" y="7778"/>
                  </a:lnTo>
                  <a:lnTo>
                    <a:pt x="12323" y="7711"/>
                  </a:lnTo>
                  <a:lnTo>
                    <a:pt x="13097" y="7610"/>
                  </a:lnTo>
                  <a:lnTo>
                    <a:pt x="13871" y="7542"/>
                  </a:lnTo>
                  <a:lnTo>
                    <a:pt x="14612" y="7441"/>
                  </a:lnTo>
                  <a:lnTo>
                    <a:pt x="15353" y="7273"/>
                  </a:lnTo>
                  <a:lnTo>
                    <a:pt x="16093" y="7105"/>
                  </a:lnTo>
                  <a:lnTo>
                    <a:pt x="16834" y="6869"/>
                  </a:lnTo>
                  <a:lnTo>
                    <a:pt x="17575" y="6633"/>
                  </a:lnTo>
                  <a:lnTo>
                    <a:pt x="17608" y="6600"/>
                  </a:lnTo>
                  <a:lnTo>
                    <a:pt x="17608" y="6532"/>
                  </a:lnTo>
                  <a:lnTo>
                    <a:pt x="17575" y="6465"/>
                  </a:lnTo>
                  <a:lnTo>
                    <a:pt x="17507" y="6465"/>
                  </a:lnTo>
                  <a:lnTo>
                    <a:pt x="16868" y="6701"/>
                  </a:lnTo>
                  <a:lnTo>
                    <a:pt x="16194" y="6903"/>
                  </a:lnTo>
                  <a:lnTo>
                    <a:pt x="15521" y="7071"/>
                  </a:lnTo>
                  <a:lnTo>
                    <a:pt x="14814" y="7239"/>
                  </a:lnTo>
                  <a:lnTo>
                    <a:pt x="14073" y="7340"/>
                  </a:lnTo>
                  <a:lnTo>
                    <a:pt x="13299" y="7441"/>
                  </a:lnTo>
                  <a:lnTo>
                    <a:pt x="12558" y="7542"/>
                  </a:lnTo>
                  <a:lnTo>
                    <a:pt x="11784" y="7677"/>
                  </a:lnTo>
                  <a:lnTo>
                    <a:pt x="11481" y="7744"/>
                  </a:lnTo>
                  <a:lnTo>
                    <a:pt x="11144" y="7845"/>
                  </a:lnTo>
                  <a:lnTo>
                    <a:pt x="10504" y="8115"/>
                  </a:lnTo>
                  <a:lnTo>
                    <a:pt x="9865" y="8350"/>
                  </a:lnTo>
                  <a:lnTo>
                    <a:pt x="9259" y="8586"/>
                  </a:lnTo>
                  <a:lnTo>
                    <a:pt x="8585" y="8788"/>
                  </a:lnTo>
                  <a:lnTo>
                    <a:pt x="7912" y="8923"/>
                  </a:lnTo>
                  <a:lnTo>
                    <a:pt x="7239" y="9091"/>
                  </a:lnTo>
                  <a:lnTo>
                    <a:pt x="6565" y="9259"/>
                  </a:lnTo>
                  <a:lnTo>
                    <a:pt x="6128" y="7980"/>
                  </a:lnTo>
                  <a:lnTo>
                    <a:pt x="6666" y="7913"/>
                  </a:lnTo>
                  <a:lnTo>
                    <a:pt x="7239" y="7845"/>
                  </a:lnTo>
                  <a:lnTo>
                    <a:pt x="7811" y="7711"/>
                  </a:lnTo>
                  <a:lnTo>
                    <a:pt x="8383" y="7576"/>
                  </a:lnTo>
                  <a:lnTo>
                    <a:pt x="9461" y="7206"/>
                  </a:lnTo>
                  <a:lnTo>
                    <a:pt x="10538" y="6869"/>
                  </a:lnTo>
                  <a:lnTo>
                    <a:pt x="11750" y="6465"/>
                  </a:lnTo>
                  <a:lnTo>
                    <a:pt x="12962" y="6061"/>
                  </a:lnTo>
                  <a:lnTo>
                    <a:pt x="14174" y="5724"/>
                  </a:lnTo>
                  <a:lnTo>
                    <a:pt x="15386" y="5455"/>
                  </a:lnTo>
                  <a:lnTo>
                    <a:pt x="15454" y="5421"/>
                  </a:lnTo>
                  <a:lnTo>
                    <a:pt x="15454" y="5354"/>
                  </a:lnTo>
                  <a:lnTo>
                    <a:pt x="15420" y="5287"/>
                  </a:lnTo>
                  <a:lnTo>
                    <a:pt x="15353" y="5287"/>
                  </a:lnTo>
                  <a:lnTo>
                    <a:pt x="14174" y="5556"/>
                  </a:lnTo>
                  <a:lnTo>
                    <a:pt x="13030" y="5893"/>
                  </a:lnTo>
                  <a:lnTo>
                    <a:pt x="11885" y="6229"/>
                  </a:lnTo>
                  <a:lnTo>
                    <a:pt x="10740" y="6600"/>
                  </a:lnTo>
                  <a:lnTo>
                    <a:pt x="9595" y="6970"/>
                  </a:lnTo>
                  <a:lnTo>
                    <a:pt x="8417" y="7273"/>
                  </a:lnTo>
                  <a:lnTo>
                    <a:pt x="6094" y="7913"/>
                  </a:lnTo>
                  <a:lnTo>
                    <a:pt x="5892" y="7307"/>
                  </a:lnTo>
                  <a:lnTo>
                    <a:pt x="5892" y="7273"/>
                  </a:lnTo>
                  <a:lnTo>
                    <a:pt x="6565" y="7138"/>
                  </a:lnTo>
                  <a:lnTo>
                    <a:pt x="7239" y="7004"/>
                  </a:lnTo>
                  <a:lnTo>
                    <a:pt x="8585" y="6667"/>
                  </a:lnTo>
                  <a:lnTo>
                    <a:pt x="9898" y="6297"/>
                  </a:lnTo>
                  <a:lnTo>
                    <a:pt x="11245" y="5926"/>
                  </a:lnTo>
                  <a:lnTo>
                    <a:pt x="12659" y="5489"/>
                  </a:lnTo>
                  <a:lnTo>
                    <a:pt x="14107" y="5051"/>
                  </a:lnTo>
                  <a:lnTo>
                    <a:pt x="15521" y="4580"/>
                  </a:lnTo>
                  <a:lnTo>
                    <a:pt x="16901" y="4041"/>
                  </a:lnTo>
                  <a:lnTo>
                    <a:pt x="16969" y="4007"/>
                  </a:lnTo>
                  <a:lnTo>
                    <a:pt x="16969" y="3940"/>
                  </a:lnTo>
                  <a:lnTo>
                    <a:pt x="16935" y="3906"/>
                  </a:lnTo>
                  <a:lnTo>
                    <a:pt x="16868" y="3906"/>
                  </a:lnTo>
                  <a:lnTo>
                    <a:pt x="14174" y="4815"/>
                  </a:lnTo>
                  <a:lnTo>
                    <a:pt x="12794" y="5253"/>
                  </a:lnTo>
                  <a:lnTo>
                    <a:pt x="11447" y="5657"/>
                  </a:lnTo>
                  <a:lnTo>
                    <a:pt x="10033" y="6061"/>
                  </a:lnTo>
                  <a:lnTo>
                    <a:pt x="8619" y="6398"/>
                  </a:lnTo>
                  <a:lnTo>
                    <a:pt x="7239" y="6734"/>
                  </a:lnTo>
                  <a:lnTo>
                    <a:pt x="5825" y="7105"/>
                  </a:lnTo>
                  <a:lnTo>
                    <a:pt x="5656" y="6398"/>
                  </a:lnTo>
                  <a:lnTo>
                    <a:pt x="5488" y="5657"/>
                  </a:lnTo>
                  <a:lnTo>
                    <a:pt x="5219" y="4209"/>
                  </a:lnTo>
                  <a:lnTo>
                    <a:pt x="7845" y="3536"/>
                  </a:lnTo>
                  <a:lnTo>
                    <a:pt x="11952" y="2492"/>
                  </a:lnTo>
                  <a:lnTo>
                    <a:pt x="16060" y="1448"/>
                  </a:lnTo>
                  <a:lnTo>
                    <a:pt x="16127" y="1448"/>
                  </a:lnTo>
                  <a:lnTo>
                    <a:pt x="16127" y="1381"/>
                  </a:lnTo>
                  <a:close/>
                  <a:moveTo>
                    <a:pt x="4141" y="4479"/>
                  </a:moveTo>
                  <a:lnTo>
                    <a:pt x="4478" y="6061"/>
                  </a:lnTo>
                  <a:lnTo>
                    <a:pt x="4882" y="7610"/>
                  </a:lnTo>
                  <a:lnTo>
                    <a:pt x="5656" y="10707"/>
                  </a:lnTo>
                  <a:lnTo>
                    <a:pt x="7306" y="17171"/>
                  </a:lnTo>
                  <a:lnTo>
                    <a:pt x="9696" y="26632"/>
                  </a:lnTo>
                  <a:lnTo>
                    <a:pt x="8451" y="26868"/>
                  </a:lnTo>
                  <a:lnTo>
                    <a:pt x="8249" y="26228"/>
                  </a:lnTo>
                  <a:lnTo>
                    <a:pt x="8047" y="25555"/>
                  </a:lnTo>
                  <a:lnTo>
                    <a:pt x="7744" y="24242"/>
                  </a:lnTo>
                  <a:lnTo>
                    <a:pt x="7441" y="22895"/>
                  </a:lnTo>
                  <a:lnTo>
                    <a:pt x="7205" y="21582"/>
                  </a:lnTo>
                  <a:lnTo>
                    <a:pt x="6902" y="20168"/>
                  </a:lnTo>
                  <a:lnTo>
                    <a:pt x="6565" y="18788"/>
                  </a:lnTo>
                  <a:lnTo>
                    <a:pt x="6161" y="17407"/>
                  </a:lnTo>
                  <a:lnTo>
                    <a:pt x="5724" y="16060"/>
                  </a:lnTo>
                  <a:lnTo>
                    <a:pt x="5286" y="14680"/>
                  </a:lnTo>
                  <a:lnTo>
                    <a:pt x="4882" y="13300"/>
                  </a:lnTo>
                  <a:lnTo>
                    <a:pt x="4512" y="11886"/>
                  </a:lnTo>
                  <a:lnTo>
                    <a:pt x="4175" y="10505"/>
                  </a:lnTo>
                  <a:lnTo>
                    <a:pt x="3501" y="7711"/>
                  </a:lnTo>
                  <a:lnTo>
                    <a:pt x="3165" y="6263"/>
                  </a:lnTo>
                  <a:lnTo>
                    <a:pt x="2996" y="5556"/>
                  </a:lnTo>
                  <a:lnTo>
                    <a:pt x="2794" y="4849"/>
                  </a:lnTo>
                  <a:lnTo>
                    <a:pt x="3737" y="4580"/>
                  </a:lnTo>
                  <a:lnTo>
                    <a:pt x="4141" y="4479"/>
                  </a:lnTo>
                  <a:close/>
                  <a:moveTo>
                    <a:pt x="23298" y="18687"/>
                  </a:moveTo>
                  <a:lnTo>
                    <a:pt x="23635" y="19562"/>
                  </a:lnTo>
                  <a:lnTo>
                    <a:pt x="23904" y="20437"/>
                  </a:lnTo>
                  <a:lnTo>
                    <a:pt x="24140" y="21144"/>
                  </a:lnTo>
                  <a:lnTo>
                    <a:pt x="24241" y="21481"/>
                  </a:lnTo>
                  <a:lnTo>
                    <a:pt x="24308" y="21851"/>
                  </a:lnTo>
                  <a:lnTo>
                    <a:pt x="24342" y="22222"/>
                  </a:lnTo>
                  <a:lnTo>
                    <a:pt x="24275" y="22558"/>
                  </a:lnTo>
                  <a:lnTo>
                    <a:pt x="24241" y="22727"/>
                  </a:lnTo>
                  <a:lnTo>
                    <a:pt x="24174" y="22861"/>
                  </a:lnTo>
                  <a:lnTo>
                    <a:pt x="24073" y="23030"/>
                  </a:lnTo>
                  <a:lnTo>
                    <a:pt x="23972" y="23164"/>
                  </a:lnTo>
                  <a:lnTo>
                    <a:pt x="23736" y="23366"/>
                  </a:lnTo>
                  <a:lnTo>
                    <a:pt x="23500" y="23535"/>
                  </a:lnTo>
                  <a:lnTo>
                    <a:pt x="23231" y="23703"/>
                  </a:lnTo>
                  <a:lnTo>
                    <a:pt x="22928" y="23804"/>
                  </a:lnTo>
                  <a:lnTo>
                    <a:pt x="22356" y="24006"/>
                  </a:lnTo>
                  <a:lnTo>
                    <a:pt x="21783" y="24174"/>
                  </a:lnTo>
                  <a:lnTo>
                    <a:pt x="21245" y="24309"/>
                  </a:lnTo>
                  <a:lnTo>
                    <a:pt x="20706" y="24410"/>
                  </a:lnTo>
                  <a:lnTo>
                    <a:pt x="19595" y="24578"/>
                  </a:lnTo>
                  <a:lnTo>
                    <a:pt x="18517" y="24780"/>
                  </a:lnTo>
                  <a:lnTo>
                    <a:pt x="17406" y="25050"/>
                  </a:lnTo>
                  <a:lnTo>
                    <a:pt x="16329" y="25319"/>
                  </a:lnTo>
                  <a:lnTo>
                    <a:pt x="15252" y="25588"/>
                  </a:lnTo>
                  <a:lnTo>
                    <a:pt x="14174" y="25891"/>
                  </a:lnTo>
                  <a:lnTo>
                    <a:pt x="13097" y="26228"/>
                  </a:lnTo>
                  <a:lnTo>
                    <a:pt x="10976" y="26935"/>
                  </a:lnTo>
                  <a:lnTo>
                    <a:pt x="10908" y="26733"/>
                  </a:lnTo>
                  <a:lnTo>
                    <a:pt x="10807" y="26363"/>
                  </a:lnTo>
                  <a:lnTo>
                    <a:pt x="10841" y="26363"/>
                  </a:lnTo>
                  <a:lnTo>
                    <a:pt x="11346" y="26329"/>
                  </a:lnTo>
                  <a:lnTo>
                    <a:pt x="11851" y="26228"/>
                  </a:lnTo>
                  <a:lnTo>
                    <a:pt x="12861" y="25959"/>
                  </a:lnTo>
                  <a:lnTo>
                    <a:pt x="15117" y="25420"/>
                  </a:lnTo>
                  <a:lnTo>
                    <a:pt x="17474" y="24747"/>
                  </a:lnTo>
                  <a:lnTo>
                    <a:pt x="19830" y="24073"/>
                  </a:lnTo>
                  <a:lnTo>
                    <a:pt x="20672" y="23838"/>
                  </a:lnTo>
                  <a:lnTo>
                    <a:pt x="21548" y="23568"/>
                  </a:lnTo>
                  <a:lnTo>
                    <a:pt x="21985" y="23400"/>
                  </a:lnTo>
                  <a:lnTo>
                    <a:pt x="22389" y="23232"/>
                  </a:lnTo>
                  <a:lnTo>
                    <a:pt x="22760" y="22996"/>
                  </a:lnTo>
                  <a:lnTo>
                    <a:pt x="23096" y="22693"/>
                  </a:lnTo>
                  <a:lnTo>
                    <a:pt x="23231" y="22558"/>
                  </a:lnTo>
                  <a:lnTo>
                    <a:pt x="23332" y="22390"/>
                  </a:lnTo>
                  <a:lnTo>
                    <a:pt x="23399" y="22188"/>
                  </a:lnTo>
                  <a:lnTo>
                    <a:pt x="23399" y="22020"/>
                  </a:lnTo>
                  <a:lnTo>
                    <a:pt x="23433" y="21818"/>
                  </a:lnTo>
                  <a:lnTo>
                    <a:pt x="23399" y="21649"/>
                  </a:lnTo>
                  <a:lnTo>
                    <a:pt x="23332" y="21245"/>
                  </a:lnTo>
                  <a:lnTo>
                    <a:pt x="23197" y="20841"/>
                  </a:lnTo>
                  <a:lnTo>
                    <a:pt x="23029" y="20437"/>
                  </a:lnTo>
                  <a:lnTo>
                    <a:pt x="22894" y="20067"/>
                  </a:lnTo>
                  <a:lnTo>
                    <a:pt x="22793" y="19730"/>
                  </a:lnTo>
                  <a:lnTo>
                    <a:pt x="22793" y="19697"/>
                  </a:lnTo>
                  <a:lnTo>
                    <a:pt x="22760" y="19663"/>
                  </a:lnTo>
                  <a:lnTo>
                    <a:pt x="23029" y="19192"/>
                  </a:lnTo>
                  <a:lnTo>
                    <a:pt x="23298" y="18687"/>
                  </a:lnTo>
                  <a:close/>
                  <a:moveTo>
                    <a:pt x="5050" y="4243"/>
                  </a:moveTo>
                  <a:lnTo>
                    <a:pt x="5151" y="4984"/>
                  </a:lnTo>
                  <a:lnTo>
                    <a:pt x="5286" y="5724"/>
                  </a:lnTo>
                  <a:lnTo>
                    <a:pt x="5454" y="6465"/>
                  </a:lnTo>
                  <a:lnTo>
                    <a:pt x="5623" y="7172"/>
                  </a:lnTo>
                  <a:lnTo>
                    <a:pt x="5623" y="7206"/>
                  </a:lnTo>
                  <a:lnTo>
                    <a:pt x="5623" y="7239"/>
                  </a:lnTo>
                  <a:lnTo>
                    <a:pt x="5623" y="7273"/>
                  </a:lnTo>
                  <a:lnTo>
                    <a:pt x="5656" y="7307"/>
                  </a:lnTo>
                  <a:lnTo>
                    <a:pt x="5892" y="7980"/>
                  </a:lnTo>
                  <a:lnTo>
                    <a:pt x="6633" y="10202"/>
                  </a:lnTo>
                  <a:lnTo>
                    <a:pt x="6666" y="10270"/>
                  </a:lnTo>
                  <a:lnTo>
                    <a:pt x="6599" y="10303"/>
                  </a:lnTo>
                  <a:lnTo>
                    <a:pt x="6599" y="10337"/>
                  </a:lnTo>
                  <a:lnTo>
                    <a:pt x="6666" y="10303"/>
                  </a:lnTo>
                  <a:lnTo>
                    <a:pt x="6936" y="11111"/>
                  </a:lnTo>
                  <a:lnTo>
                    <a:pt x="7138" y="11953"/>
                  </a:lnTo>
                  <a:lnTo>
                    <a:pt x="7542" y="13603"/>
                  </a:lnTo>
                  <a:lnTo>
                    <a:pt x="7878" y="15286"/>
                  </a:lnTo>
                  <a:lnTo>
                    <a:pt x="8215" y="16969"/>
                  </a:lnTo>
                  <a:lnTo>
                    <a:pt x="9023" y="20269"/>
                  </a:lnTo>
                  <a:lnTo>
                    <a:pt x="9865" y="23535"/>
                  </a:lnTo>
                  <a:lnTo>
                    <a:pt x="10168" y="24915"/>
                  </a:lnTo>
                  <a:lnTo>
                    <a:pt x="10471" y="26329"/>
                  </a:lnTo>
                  <a:lnTo>
                    <a:pt x="10673" y="27036"/>
                  </a:lnTo>
                  <a:lnTo>
                    <a:pt x="10875" y="27710"/>
                  </a:lnTo>
                  <a:lnTo>
                    <a:pt x="11144" y="28383"/>
                  </a:lnTo>
                  <a:lnTo>
                    <a:pt x="11447" y="29023"/>
                  </a:lnTo>
                  <a:lnTo>
                    <a:pt x="11447" y="29023"/>
                  </a:lnTo>
                  <a:lnTo>
                    <a:pt x="11043" y="28821"/>
                  </a:lnTo>
                  <a:lnTo>
                    <a:pt x="11009" y="28787"/>
                  </a:lnTo>
                  <a:lnTo>
                    <a:pt x="10942" y="28821"/>
                  </a:lnTo>
                  <a:lnTo>
                    <a:pt x="10908" y="28854"/>
                  </a:lnTo>
                  <a:lnTo>
                    <a:pt x="10875" y="28888"/>
                  </a:lnTo>
                  <a:lnTo>
                    <a:pt x="10706" y="29359"/>
                  </a:lnTo>
                  <a:lnTo>
                    <a:pt x="9124" y="23232"/>
                  </a:lnTo>
                  <a:lnTo>
                    <a:pt x="7575" y="17104"/>
                  </a:lnTo>
                  <a:lnTo>
                    <a:pt x="5993" y="10909"/>
                  </a:lnTo>
                  <a:lnTo>
                    <a:pt x="5185" y="7677"/>
                  </a:lnTo>
                  <a:lnTo>
                    <a:pt x="4747" y="6061"/>
                  </a:lnTo>
                  <a:lnTo>
                    <a:pt x="4276" y="4445"/>
                  </a:lnTo>
                  <a:lnTo>
                    <a:pt x="5050" y="4243"/>
                  </a:lnTo>
                  <a:close/>
                  <a:moveTo>
                    <a:pt x="17406" y="1"/>
                  </a:moveTo>
                  <a:lnTo>
                    <a:pt x="17204" y="34"/>
                  </a:lnTo>
                  <a:lnTo>
                    <a:pt x="15689" y="337"/>
                  </a:lnTo>
                  <a:lnTo>
                    <a:pt x="14174" y="708"/>
                  </a:lnTo>
                  <a:lnTo>
                    <a:pt x="11211" y="1448"/>
                  </a:lnTo>
                  <a:lnTo>
                    <a:pt x="8282" y="2189"/>
                  </a:lnTo>
                  <a:lnTo>
                    <a:pt x="5421" y="2997"/>
                  </a:lnTo>
                  <a:lnTo>
                    <a:pt x="2424" y="3873"/>
                  </a:lnTo>
                  <a:lnTo>
                    <a:pt x="909" y="4344"/>
                  </a:lnTo>
                  <a:lnTo>
                    <a:pt x="168" y="4580"/>
                  </a:lnTo>
                  <a:lnTo>
                    <a:pt x="0" y="4647"/>
                  </a:lnTo>
                  <a:lnTo>
                    <a:pt x="0" y="4916"/>
                  </a:lnTo>
                  <a:lnTo>
                    <a:pt x="337" y="4815"/>
                  </a:lnTo>
                  <a:lnTo>
                    <a:pt x="640" y="4681"/>
                  </a:lnTo>
                  <a:lnTo>
                    <a:pt x="1246" y="4479"/>
                  </a:lnTo>
                  <a:lnTo>
                    <a:pt x="3703" y="3704"/>
                  </a:lnTo>
                  <a:lnTo>
                    <a:pt x="6363" y="2964"/>
                  </a:lnTo>
                  <a:lnTo>
                    <a:pt x="8989" y="2257"/>
                  </a:lnTo>
                  <a:lnTo>
                    <a:pt x="11649" y="1583"/>
                  </a:lnTo>
                  <a:lnTo>
                    <a:pt x="14309" y="943"/>
                  </a:lnTo>
                  <a:lnTo>
                    <a:pt x="16834" y="337"/>
                  </a:lnTo>
                  <a:lnTo>
                    <a:pt x="17272" y="270"/>
                  </a:lnTo>
                  <a:lnTo>
                    <a:pt x="17474" y="236"/>
                  </a:lnTo>
                  <a:lnTo>
                    <a:pt x="17676" y="270"/>
                  </a:lnTo>
                  <a:lnTo>
                    <a:pt x="17878" y="304"/>
                  </a:lnTo>
                  <a:lnTo>
                    <a:pt x="18046" y="405"/>
                  </a:lnTo>
                  <a:lnTo>
                    <a:pt x="18214" y="539"/>
                  </a:lnTo>
                  <a:lnTo>
                    <a:pt x="18383" y="708"/>
                  </a:lnTo>
                  <a:lnTo>
                    <a:pt x="18484" y="876"/>
                  </a:lnTo>
                  <a:lnTo>
                    <a:pt x="18517" y="1011"/>
                  </a:lnTo>
                  <a:lnTo>
                    <a:pt x="18618" y="1347"/>
                  </a:lnTo>
                  <a:lnTo>
                    <a:pt x="18652" y="1650"/>
                  </a:lnTo>
                  <a:lnTo>
                    <a:pt x="18652" y="1987"/>
                  </a:lnTo>
                  <a:lnTo>
                    <a:pt x="18652" y="2055"/>
                  </a:lnTo>
                  <a:lnTo>
                    <a:pt x="18686" y="2088"/>
                  </a:lnTo>
                  <a:lnTo>
                    <a:pt x="18753" y="2122"/>
                  </a:lnTo>
                  <a:lnTo>
                    <a:pt x="18854" y="2088"/>
                  </a:lnTo>
                  <a:lnTo>
                    <a:pt x="18888" y="2055"/>
                  </a:lnTo>
                  <a:lnTo>
                    <a:pt x="18888" y="1987"/>
                  </a:lnTo>
                  <a:lnTo>
                    <a:pt x="18888" y="1954"/>
                  </a:lnTo>
                  <a:lnTo>
                    <a:pt x="18955" y="2358"/>
                  </a:lnTo>
                  <a:lnTo>
                    <a:pt x="19022" y="2795"/>
                  </a:lnTo>
                  <a:lnTo>
                    <a:pt x="19258" y="3671"/>
                  </a:lnTo>
                  <a:lnTo>
                    <a:pt x="19696" y="5388"/>
                  </a:lnTo>
                  <a:lnTo>
                    <a:pt x="20672" y="9226"/>
                  </a:lnTo>
                  <a:lnTo>
                    <a:pt x="21110" y="11078"/>
                  </a:lnTo>
                  <a:lnTo>
                    <a:pt x="21615" y="12929"/>
                  </a:lnTo>
                  <a:lnTo>
                    <a:pt x="22120" y="14747"/>
                  </a:lnTo>
                  <a:lnTo>
                    <a:pt x="22423" y="15656"/>
                  </a:lnTo>
                  <a:lnTo>
                    <a:pt x="22726" y="16565"/>
                  </a:lnTo>
                  <a:lnTo>
                    <a:pt x="21817" y="16296"/>
                  </a:lnTo>
                  <a:lnTo>
                    <a:pt x="21817" y="16262"/>
                  </a:lnTo>
                  <a:lnTo>
                    <a:pt x="21413" y="15084"/>
                  </a:lnTo>
                  <a:lnTo>
                    <a:pt x="21043" y="13906"/>
                  </a:lnTo>
                  <a:lnTo>
                    <a:pt x="20740" y="12727"/>
                  </a:lnTo>
                  <a:lnTo>
                    <a:pt x="20437" y="11549"/>
                  </a:lnTo>
                  <a:lnTo>
                    <a:pt x="19898" y="9158"/>
                  </a:lnTo>
                  <a:lnTo>
                    <a:pt x="19393" y="6768"/>
                  </a:lnTo>
                  <a:lnTo>
                    <a:pt x="19191" y="5691"/>
                  </a:lnTo>
                  <a:lnTo>
                    <a:pt x="18955" y="4580"/>
                  </a:lnTo>
                  <a:lnTo>
                    <a:pt x="18820" y="4041"/>
                  </a:lnTo>
                  <a:lnTo>
                    <a:pt x="18686" y="3502"/>
                  </a:lnTo>
                  <a:lnTo>
                    <a:pt x="18484" y="2997"/>
                  </a:lnTo>
                  <a:lnTo>
                    <a:pt x="18282" y="2492"/>
                  </a:lnTo>
                  <a:lnTo>
                    <a:pt x="18147" y="2189"/>
                  </a:lnTo>
                  <a:lnTo>
                    <a:pt x="17911" y="1920"/>
                  </a:lnTo>
                  <a:lnTo>
                    <a:pt x="17676" y="1650"/>
                  </a:lnTo>
                  <a:lnTo>
                    <a:pt x="17406" y="1448"/>
                  </a:lnTo>
                  <a:lnTo>
                    <a:pt x="17070" y="1280"/>
                  </a:lnTo>
                  <a:lnTo>
                    <a:pt x="16767" y="1179"/>
                  </a:lnTo>
                  <a:lnTo>
                    <a:pt x="16598" y="1145"/>
                  </a:lnTo>
                  <a:lnTo>
                    <a:pt x="16430" y="1179"/>
                  </a:lnTo>
                  <a:lnTo>
                    <a:pt x="16262" y="1179"/>
                  </a:lnTo>
                  <a:lnTo>
                    <a:pt x="16093" y="1246"/>
                  </a:lnTo>
                  <a:lnTo>
                    <a:pt x="15992" y="1246"/>
                  </a:lnTo>
                  <a:lnTo>
                    <a:pt x="11885" y="2257"/>
                  </a:lnTo>
                  <a:lnTo>
                    <a:pt x="7777" y="3300"/>
                  </a:lnTo>
                  <a:lnTo>
                    <a:pt x="3670" y="4378"/>
                  </a:lnTo>
                  <a:lnTo>
                    <a:pt x="1818" y="4815"/>
                  </a:lnTo>
                  <a:lnTo>
                    <a:pt x="909" y="5085"/>
                  </a:lnTo>
                  <a:lnTo>
                    <a:pt x="0" y="5354"/>
                  </a:lnTo>
                  <a:lnTo>
                    <a:pt x="0" y="5590"/>
                  </a:lnTo>
                  <a:lnTo>
                    <a:pt x="673" y="5421"/>
                  </a:lnTo>
                  <a:lnTo>
                    <a:pt x="1347" y="5253"/>
                  </a:lnTo>
                  <a:lnTo>
                    <a:pt x="2660" y="4883"/>
                  </a:lnTo>
                  <a:lnTo>
                    <a:pt x="2761" y="5489"/>
                  </a:lnTo>
                  <a:lnTo>
                    <a:pt x="2895" y="6061"/>
                  </a:lnTo>
                  <a:lnTo>
                    <a:pt x="3198" y="7239"/>
                  </a:lnTo>
                  <a:lnTo>
                    <a:pt x="3905" y="10303"/>
                  </a:lnTo>
                  <a:lnTo>
                    <a:pt x="4579" y="13098"/>
                  </a:lnTo>
                  <a:lnTo>
                    <a:pt x="4949" y="14512"/>
                  </a:lnTo>
                  <a:lnTo>
                    <a:pt x="5387" y="15892"/>
                  </a:lnTo>
                  <a:lnTo>
                    <a:pt x="5825" y="17239"/>
                  </a:lnTo>
                  <a:lnTo>
                    <a:pt x="6229" y="18619"/>
                  </a:lnTo>
                  <a:lnTo>
                    <a:pt x="6565" y="20000"/>
                  </a:lnTo>
                  <a:lnTo>
                    <a:pt x="6902" y="21414"/>
                  </a:lnTo>
                  <a:lnTo>
                    <a:pt x="7171" y="22794"/>
                  </a:lnTo>
                  <a:lnTo>
                    <a:pt x="7474" y="24174"/>
                  </a:lnTo>
                  <a:lnTo>
                    <a:pt x="7811" y="25555"/>
                  </a:lnTo>
                  <a:lnTo>
                    <a:pt x="8013" y="26228"/>
                  </a:lnTo>
                  <a:lnTo>
                    <a:pt x="8215" y="26902"/>
                  </a:lnTo>
                  <a:lnTo>
                    <a:pt x="6262" y="27339"/>
                  </a:lnTo>
                  <a:lnTo>
                    <a:pt x="4310" y="27777"/>
                  </a:lnTo>
                  <a:lnTo>
                    <a:pt x="2963" y="28147"/>
                  </a:lnTo>
                  <a:lnTo>
                    <a:pt x="1582" y="28518"/>
                  </a:lnTo>
                  <a:lnTo>
                    <a:pt x="135" y="28989"/>
                  </a:lnTo>
                  <a:lnTo>
                    <a:pt x="0" y="29023"/>
                  </a:lnTo>
                  <a:lnTo>
                    <a:pt x="0" y="29258"/>
                  </a:lnTo>
                  <a:lnTo>
                    <a:pt x="909" y="28955"/>
                  </a:lnTo>
                  <a:lnTo>
                    <a:pt x="2390" y="28518"/>
                  </a:lnTo>
                  <a:lnTo>
                    <a:pt x="3872" y="28114"/>
                  </a:lnTo>
                  <a:lnTo>
                    <a:pt x="4983" y="27878"/>
                  </a:lnTo>
                  <a:lnTo>
                    <a:pt x="6094" y="27609"/>
                  </a:lnTo>
                  <a:lnTo>
                    <a:pt x="8316" y="27171"/>
                  </a:lnTo>
                  <a:lnTo>
                    <a:pt x="8383" y="27205"/>
                  </a:lnTo>
                  <a:lnTo>
                    <a:pt x="8451" y="27205"/>
                  </a:lnTo>
                  <a:lnTo>
                    <a:pt x="8518" y="27171"/>
                  </a:lnTo>
                  <a:lnTo>
                    <a:pt x="8552" y="27104"/>
                  </a:lnTo>
                  <a:lnTo>
                    <a:pt x="9764" y="26834"/>
                  </a:lnTo>
                  <a:lnTo>
                    <a:pt x="9865" y="27272"/>
                  </a:lnTo>
                  <a:lnTo>
                    <a:pt x="8383" y="27642"/>
                  </a:lnTo>
                  <a:lnTo>
                    <a:pt x="6936" y="28046"/>
                  </a:lnTo>
                  <a:lnTo>
                    <a:pt x="4006" y="28888"/>
                  </a:lnTo>
                  <a:lnTo>
                    <a:pt x="1178" y="29696"/>
                  </a:lnTo>
                  <a:lnTo>
                    <a:pt x="0" y="30033"/>
                  </a:lnTo>
                  <a:lnTo>
                    <a:pt x="0" y="30268"/>
                  </a:lnTo>
                  <a:lnTo>
                    <a:pt x="3299" y="29359"/>
                  </a:lnTo>
                  <a:lnTo>
                    <a:pt x="6633" y="28450"/>
                  </a:lnTo>
                  <a:lnTo>
                    <a:pt x="8282" y="27979"/>
                  </a:lnTo>
                  <a:lnTo>
                    <a:pt x="9898" y="27474"/>
                  </a:lnTo>
                  <a:lnTo>
                    <a:pt x="10504" y="29864"/>
                  </a:lnTo>
                  <a:lnTo>
                    <a:pt x="10572" y="29932"/>
                  </a:lnTo>
                  <a:lnTo>
                    <a:pt x="10572" y="30134"/>
                  </a:lnTo>
                  <a:lnTo>
                    <a:pt x="10740" y="29932"/>
                  </a:lnTo>
                  <a:lnTo>
                    <a:pt x="10807" y="29898"/>
                  </a:lnTo>
                  <a:lnTo>
                    <a:pt x="10807" y="29797"/>
                  </a:lnTo>
                  <a:lnTo>
                    <a:pt x="10942" y="29460"/>
                  </a:lnTo>
                  <a:lnTo>
                    <a:pt x="11077" y="29124"/>
                  </a:lnTo>
                  <a:lnTo>
                    <a:pt x="11380" y="29326"/>
                  </a:lnTo>
                  <a:lnTo>
                    <a:pt x="11716" y="29494"/>
                  </a:lnTo>
                  <a:lnTo>
                    <a:pt x="11750" y="29528"/>
                  </a:lnTo>
                  <a:lnTo>
                    <a:pt x="11885" y="29528"/>
                  </a:lnTo>
                  <a:lnTo>
                    <a:pt x="11952" y="29460"/>
                  </a:lnTo>
                  <a:lnTo>
                    <a:pt x="11952" y="29393"/>
                  </a:lnTo>
                  <a:lnTo>
                    <a:pt x="11918" y="29359"/>
                  </a:lnTo>
                  <a:lnTo>
                    <a:pt x="11615" y="28821"/>
                  </a:lnTo>
                  <a:lnTo>
                    <a:pt x="11380" y="28282"/>
                  </a:lnTo>
                  <a:lnTo>
                    <a:pt x="11178" y="27710"/>
                  </a:lnTo>
                  <a:lnTo>
                    <a:pt x="11009" y="27137"/>
                  </a:lnTo>
                  <a:lnTo>
                    <a:pt x="12289" y="26767"/>
                  </a:lnTo>
                  <a:lnTo>
                    <a:pt x="13568" y="26363"/>
                  </a:lnTo>
                  <a:lnTo>
                    <a:pt x="14848" y="25992"/>
                  </a:lnTo>
                  <a:lnTo>
                    <a:pt x="16127" y="25622"/>
                  </a:lnTo>
                  <a:lnTo>
                    <a:pt x="17373" y="25285"/>
                  </a:lnTo>
                  <a:lnTo>
                    <a:pt x="18652" y="24982"/>
                  </a:lnTo>
                  <a:lnTo>
                    <a:pt x="19325" y="24848"/>
                  </a:lnTo>
                  <a:lnTo>
                    <a:pt x="19999" y="24747"/>
                  </a:lnTo>
                  <a:lnTo>
                    <a:pt x="20672" y="24612"/>
                  </a:lnTo>
                  <a:lnTo>
                    <a:pt x="21346" y="24444"/>
                  </a:lnTo>
                  <a:lnTo>
                    <a:pt x="22255" y="24208"/>
                  </a:lnTo>
                  <a:lnTo>
                    <a:pt x="22726" y="24073"/>
                  </a:lnTo>
                  <a:lnTo>
                    <a:pt x="23197" y="23905"/>
                  </a:lnTo>
                  <a:lnTo>
                    <a:pt x="23635" y="23669"/>
                  </a:lnTo>
                  <a:lnTo>
                    <a:pt x="23803" y="23568"/>
                  </a:lnTo>
                  <a:lnTo>
                    <a:pt x="24005" y="23400"/>
                  </a:lnTo>
                  <a:lnTo>
                    <a:pt x="24174" y="23232"/>
                  </a:lnTo>
                  <a:lnTo>
                    <a:pt x="24308" y="23063"/>
                  </a:lnTo>
                  <a:lnTo>
                    <a:pt x="24409" y="22861"/>
                  </a:lnTo>
                  <a:lnTo>
                    <a:pt x="24510" y="22626"/>
                  </a:lnTo>
                  <a:lnTo>
                    <a:pt x="24578" y="22390"/>
                  </a:lnTo>
                  <a:lnTo>
                    <a:pt x="24578" y="22154"/>
                  </a:lnTo>
                  <a:lnTo>
                    <a:pt x="24544" y="21885"/>
                  </a:lnTo>
                  <a:lnTo>
                    <a:pt x="24477" y="21616"/>
                  </a:lnTo>
                  <a:lnTo>
                    <a:pt x="24342" y="21111"/>
                  </a:lnTo>
                  <a:lnTo>
                    <a:pt x="24174" y="20639"/>
                  </a:lnTo>
                  <a:lnTo>
                    <a:pt x="24005" y="20101"/>
                  </a:lnTo>
                  <a:lnTo>
                    <a:pt x="23803" y="19562"/>
                  </a:lnTo>
                  <a:lnTo>
                    <a:pt x="23366" y="18485"/>
                  </a:lnTo>
                  <a:lnTo>
                    <a:pt x="23399" y="18384"/>
                  </a:lnTo>
                  <a:lnTo>
                    <a:pt x="23938" y="18518"/>
                  </a:lnTo>
                  <a:lnTo>
                    <a:pt x="24477" y="18619"/>
                  </a:lnTo>
                  <a:lnTo>
                    <a:pt x="24510" y="18889"/>
                  </a:lnTo>
                  <a:lnTo>
                    <a:pt x="24544" y="19158"/>
                  </a:lnTo>
                  <a:lnTo>
                    <a:pt x="24578" y="19629"/>
                  </a:lnTo>
                  <a:lnTo>
                    <a:pt x="24645" y="20101"/>
                  </a:lnTo>
                  <a:lnTo>
                    <a:pt x="24746" y="20538"/>
                  </a:lnTo>
                  <a:lnTo>
                    <a:pt x="24847" y="20976"/>
                  </a:lnTo>
                  <a:lnTo>
                    <a:pt x="25015" y="21313"/>
                  </a:lnTo>
                  <a:lnTo>
                    <a:pt x="25217" y="21582"/>
                  </a:lnTo>
                  <a:lnTo>
                    <a:pt x="25453" y="21818"/>
                  </a:lnTo>
                  <a:lnTo>
                    <a:pt x="25722" y="22020"/>
                  </a:lnTo>
                  <a:lnTo>
                    <a:pt x="26025" y="22222"/>
                  </a:lnTo>
                  <a:lnTo>
                    <a:pt x="26328" y="22390"/>
                  </a:lnTo>
                  <a:lnTo>
                    <a:pt x="26934" y="22659"/>
                  </a:lnTo>
                  <a:lnTo>
                    <a:pt x="27338" y="22794"/>
                  </a:lnTo>
                  <a:lnTo>
                    <a:pt x="27742" y="22895"/>
                  </a:lnTo>
                  <a:lnTo>
                    <a:pt x="28113" y="22929"/>
                  </a:lnTo>
                  <a:lnTo>
                    <a:pt x="28449" y="22929"/>
                  </a:lnTo>
                  <a:lnTo>
                    <a:pt x="28820" y="22861"/>
                  </a:lnTo>
                  <a:lnTo>
                    <a:pt x="29157" y="22727"/>
                  </a:lnTo>
                  <a:lnTo>
                    <a:pt x="29493" y="22525"/>
                  </a:lnTo>
                  <a:lnTo>
                    <a:pt x="29796" y="22255"/>
                  </a:lnTo>
                  <a:lnTo>
                    <a:pt x="30066" y="22020"/>
                  </a:lnTo>
                  <a:lnTo>
                    <a:pt x="30335" y="21750"/>
                  </a:lnTo>
                  <a:lnTo>
                    <a:pt x="30537" y="21447"/>
                  </a:lnTo>
                  <a:lnTo>
                    <a:pt x="30773" y="21144"/>
                  </a:lnTo>
                  <a:lnTo>
                    <a:pt x="30773" y="21178"/>
                  </a:lnTo>
                  <a:lnTo>
                    <a:pt x="30806" y="21313"/>
                  </a:lnTo>
                  <a:lnTo>
                    <a:pt x="30907" y="21481"/>
                  </a:lnTo>
                  <a:lnTo>
                    <a:pt x="31008" y="21616"/>
                  </a:lnTo>
                  <a:lnTo>
                    <a:pt x="31143" y="21717"/>
                  </a:lnTo>
                  <a:lnTo>
                    <a:pt x="31278" y="21818"/>
                  </a:lnTo>
                  <a:lnTo>
                    <a:pt x="31446" y="21885"/>
                  </a:lnTo>
                  <a:lnTo>
                    <a:pt x="31648" y="21919"/>
                  </a:lnTo>
                  <a:lnTo>
                    <a:pt x="31816" y="21952"/>
                  </a:lnTo>
                  <a:lnTo>
                    <a:pt x="32018" y="21986"/>
                  </a:lnTo>
                  <a:lnTo>
                    <a:pt x="32187" y="21952"/>
                  </a:lnTo>
                  <a:lnTo>
                    <a:pt x="32389" y="21919"/>
                  </a:lnTo>
                  <a:lnTo>
                    <a:pt x="32523" y="21885"/>
                  </a:lnTo>
                  <a:lnTo>
                    <a:pt x="32692" y="21784"/>
                  </a:lnTo>
                  <a:lnTo>
                    <a:pt x="32826" y="21683"/>
                  </a:lnTo>
                  <a:lnTo>
                    <a:pt x="32927" y="21548"/>
                  </a:lnTo>
                  <a:lnTo>
                    <a:pt x="33028" y="21414"/>
                  </a:lnTo>
                  <a:lnTo>
                    <a:pt x="33028" y="21346"/>
                  </a:lnTo>
                  <a:lnTo>
                    <a:pt x="32995" y="21346"/>
                  </a:lnTo>
                  <a:lnTo>
                    <a:pt x="33028" y="21279"/>
                  </a:lnTo>
                  <a:lnTo>
                    <a:pt x="32995" y="21212"/>
                  </a:lnTo>
                  <a:lnTo>
                    <a:pt x="32826" y="21010"/>
                  </a:lnTo>
                  <a:lnTo>
                    <a:pt x="32624" y="20841"/>
                  </a:lnTo>
                  <a:lnTo>
                    <a:pt x="32220" y="20471"/>
                  </a:lnTo>
                  <a:lnTo>
                    <a:pt x="31850" y="20101"/>
                  </a:lnTo>
                  <a:lnTo>
                    <a:pt x="31648" y="19932"/>
                  </a:lnTo>
                  <a:lnTo>
                    <a:pt x="31412" y="19831"/>
                  </a:lnTo>
                  <a:lnTo>
                    <a:pt x="31513" y="19562"/>
                  </a:lnTo>
                  <a:lnTo>
                    <a:pt x="31682" y="19629"/>
                  </a:lnTo>
                  <a:lnTo>
                    <a:pt x="31816" y="19629"/>
                  </a:lnTo>
                  <a:lnTo>
                    <a:pt x="31985" y="19596"/>
                  </a:lnTo>
                  <a:lnTo>
                    <a:pt x="32119" y="19495"/>
                  </a:lnTo>
                  <a:lnTo>
                    <a:pt x="32187" y="19394"/>
                  </a:lnTo>
                  <a:lnTo>
                    <a:pt x="32220" y="19293"/>
                  </a:lnTo>
                  <a:lnTo>
                    <a:pt x="32254" y="19023"/>
                  </a:lnTo>
                  <a:lnTo>
                    <a:pt x="32355" y="18485"/>
                  </a:lnTo>
                  <a:lnTo>
                    <a:pt x="32321" y="18451"/>
                  </a:lnTo>
                  <a:lnTo>
                    <a:pt x="32355" y="18384"/>
                  </a:lnTo>
                  <a:lnTo>
                    <a:pt x="32288" y="18316"/>
                  </a:lnTo>
                  <a:lnTo>
                    <a:pt x="31850" y="18047"/>
                  </a:lnTo>
                  <a:lnTo>
                    <a:pt x="31412" y="17811"/>
                  </a:lnTo>
                  <a:lnTo>
                    <a:pt x="30941" y="17643"/>
                  </a:lnTo>
                  <a:lnTo>
                    <a:pt x="30470" y="17474"/>
                  </a:lnTo>
                  <a:lnTo>
                    <a:pt x="29965" y="17373"/>
                  </a:lnTo>
                  <a:lnTo>
                    <a:pt x="29493" y="17272"/>
                  </a:lnTo>
                  <a:lnTo>
                    <a:pt x="28988" y="17205"/>
                  </a:lnTo>
                  <a:lnTo>
                    <a:pt x="28483" y="17171"/>
                  </a:lnTo>
                  <a:lnTo>
                    <a:pt x="27473" y="17138"/>
                  </a:lnTo>
                  <a:lnTo>
                    <a:pt x="26463" y="17104"/>
                  </a:lnTo>
                  <a:lnTo>
                    <a:pt x="25453" y="17037"/>
                  </a:lnTo>
                  <a:lnTo>
                    <a:pt x="24477" y="16969"/>
                  </a:lnTo>
                  <a:lnTo>
                    <a:pt x="23736" y="16835"/>
                  </a:lnTo>
                  <a:lnTo>
                    <a:pt x="23029" y="16666"/>
                  </a:lnTo>
                  <a:lnTo>
                    <a:pt x="22490" y="14848"/>
                  </a:lnTo>
                  <a:lnTo>
                    <a:pt x="21952" y="13064"/>
                  </a:lnTo>
                  <a:lnTo>
                    <a:pt x="21447" y="11246"/>
                  </a:lnTo>
                  <a:lnTo>
                    <a:pt x="20975" y="9428"/>
                  </a:lnTo>
                  <a:lnTo>
                    <a:pt x="20032" y="5590"/>
                  </a:lnTo>
                  <a:lnTo>
                    <a:pt x="19797" y="4613"/>
                  </a:lnTo>
                  <a:lnTo>
                    <a:pt x="19561" y="3603"/>
                  </a:lnTo>
                  <a:lnTo>
                    <a:pt x="19325" y="2627"/>
                  </a:lnTo>
                  <a:lnTo>
                    <a:pt x="19157" y="2122"/>
                  </a:lnTo>
                  <a:lnTo>
                    <a:pt x="18989" y="1684"/>
                  </a:lnTo>
                  <a:lnTo>
                    <a:pt x="18921" y="1650"/>
                  </a:lnTo>
                  <a:lnTo>
                    <a:pt x="18888" y="1650"/>
                  </a:lnTo>
                  <a:lnTo>
                    <a:pt x="18854" y="1314"/>
                  </a:lnTo>
                  <a:lnTo>
                    <a:pt x="18753" y="977"/>
                  </a:lnTo>
                  <a:lnTo>
                    <a:pt x="18618" y="674"/>
                  </a:lnTo>
                  <a:lnTo>
                    <a:pt x="18416" y="405"/>
                  </a:lnTo>
                  <a:lnTo>
                    <a:pt x="18181" y="203"/>
                  </a:lnTo>
                  <a:lnTo>
                    <a:pt x="18046" y="135"/>
                  </a:lnTo>
                  <a:lnTo>
                    <a:pt x="17911" y="68"/>
                  </a:lnTo>
                  <a:lnTo>
                    <a:pt x="1774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 name="Google Shape;34;p2"/>
            <p:cNvSpPr/>
            <p:nvPr/>
          </p:nvSpPr>
          <p:spPr>
            <a:xfrm>
              <a:off x="-7997" y="4793152"/>
              <a:ext cx="360076" cy="109664"/>
            </a:xfrm>
            <a:custGeom>
              <a:avLst/>
              <a:gdLst/>
              <a:ahLst/>
              <a:cxnLst/>
              <a:rect l="l" t="t" r="r" b="b"/>
              <a:pathLst>
                <a:path w="5421" h="1651" extrusionOk="0">
                  <a:moveTo>
                    <a:pt x="5387" y="0"/>
                  </a:moveTo>
                  <a:lnTo>
                    <a:pt x="4848" y="68"/>
                  </a:lnTo>
                  <a:lnTo>
                    <a:pt x="4310" y="135"/>
                  </a:lnTo>
                  <a:lnTo>
                    <a:pt x="3804" y="270"/>
                  </a:lnTo>
                  <a:lnTo>
                    <a:pt x="3266" y="404"/>
                  </a:lnTo>
                  <a:lnTo>
                    <a:pt x="2222" y="707"/>
                  </a:lnTo>
                  <a:lnTo>
                    <a:pt x="1212" y="1010"/>
                  </a:lnTo>
                  <a:lnTo>
                    <a:pt x="0" y="1381"/>
                  </a:lnTo>
                  <a:lnTo>
                    <a:pt x="0" y="1650"/>
                  </a:lnTo>
                  <a:lnTo>
                    <a:pt x="1044" y="1313"/>
                  </a:lnTo>
                  <a:lnTo>
                    <a:pt x="3198" y="640"/>
                  </a:lnTo>
                  <a:lnTo>
                    <a:pt x="5387" y="34"/>
                  </a:lnTo>
                  <a:lnTo>
                    <a:pt x="54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20990" y="2153894"/>
            <a:ext cx="515755" cy="910864"/>
            <a:chOff x="8443004" y="2878855"/>
            <a:chExt cx="688868" cy="1216595"/>
          </a:xfrm>
        </p:grpSpPr>
        <p:sp>
          <p:nvSpPr>
            <p:cNvPr id="36" name="Google Shape;36;p2"/>
            <p:cNvSpPr/>
            <p:nvPr/>
          </p:nvSpPr>
          <p:spPr>
            <a:xfrm>
              <a:off x="8758311" y="2981744"/>
              <a:ext cx="26901" cy="33610"/>
            </a:xfrm>
            <a:custGeom>
              <a:avLst/>
              <a:gdLst/>
              <a:ahLst/>
              <a:cxnLst/>
              <a:rect l="l" t="t" r="r" b="b"/>
              <a:pathLst>
                <a:path w="405" h="506" extrusionOk="0">
                  <a:moveTo>
                    <a:pt x="135" y="0"/>
                  </a:moveTo>
                  <a:lnTo>
                    <a:pt x="102" y="34"/>
                  </a:lnTo>
                  <a:lnTo>
                    <a:pt x="68" y="68"/>
                  </a:lnTo>
                  <a:lnTo>
                    <a:pt x="1" y="135"/>
                  </a:lnTo>
                  <a:lnTo>
                    <a:pt x="1" y="202"/>
                  </a:lnTo>
                  <a:lnTo>
                    <a:pt x="1" y="270"/>
                  </a:lnTo>
                  <a:lnTo>
                    <a:pt x="34" y="337"/>
                  </a:lnTo>
                  <a:lnTo>
                    <a:pt x="34" y="371"/>
                  </a:lnTo>
                  <a:lnTo>
                    <a:pt x="68" y="438"/>
                  </a:lnTo>
                  <a:lnTo>
                    <a:pt x="135" y="472"/>
                  </a:lnTo>
                  <a:lnTo>
                    <a:pt x="169" y="505"/>
                  </a:lnTo>
                  <a:lnTo>
                    <a:pt x="236" y="505"/>
                  </a:lnTo>
                  <a:lnTo>
                    <a:pt x="304" y="472"/>
                  </a:lnTo>
                  <a:lnTo>
                    <a:pt x="371" y="438"/>
                  </a:lnTo>
                  <a:lnTo>
                    <a:pt x="405" y="404"/>
                  </a:lnTo>
                  <a:lnTo>
                    <a:pt x="405" y="303"/>
                  </a:lnTo>
                  <a:lnTo>
                    <a:pt x="405" y="270"/>
                  </a:lnTo>
                  <a:lnTo>
                    <a:pt x="405" y="236"/>
                  </a:lnTo>
                  <a:lnTo>
                    <a:pt x="405" y="169"/>
                  </a:lnTo>
                  <a:lnTo>
                    <a:pt x="371" y="68"/>
                  </a:lnTo>
                  <a:lnTo>
                    <a:pt x="30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 name="Google Shape;37;p2"/>
            <p:cNvSpPr/>
            <p:nvPr/>
          </p:nvSpPr>
          <p:spPr>
            <a:xfrm>
              <a:off x="8682257" y="3929925"/>
              <a:ext cx="102955" cy="118564"/>
            </a:xfrm>
            <a:custGeom>
              <a:avLst/>
              <a:gdLst/>
              <a:ahLst/>
              <a:cxnLst/>
              <a:rect l="l" t="t" r="r" b="b"/>
              <a:pathLst>
                <a:path w="1550" h="1785" extrusionOk="0">
                  <a:moveTo>
                    <a:pt x="439" y="405"/>
                  </a:moveTo>
                  <a:lnTo>
                    <a:pt x="405" y="506"/>
                  </a:lnTo>
                  <a:lnTo>
                    <a:pt x="405" y="573"/>
                  </a:lnTo>
                  <a:lnTo>
                    <a:pt x="405" y="607"/>
                  </a:lnTo>
                  <a:lnTo>
                    <a:pt x="472" y="640"/>
                  </a:lnTo>
                  <a:lnTo>
                    <a:pt x="540" y="607"/>
                  </a:lnTo>
                  <a:lnTo>
                    <a:pt x="674" y="539"/>
                  </a:lnTo>
                  <a:lnTo>
                    <a:pt x="809" y="506"/>
                  </a:lnTo>
                  <a:lnTo>
                    <a:pt x="977" y="539"/>
                  </a:lnTo>
                  <a:lnTo>
                    <a:pt x="1078" y="607"/>
                  </a:lnTo>
                  <a:lnTo>
                    <a:pt x="1213" y="674"/>
                  </a:lnTo>
                  <a:lnTo>
                    <a:pt x="1280" y="809"/>
                  </a:lnTo>
                  <a:lnTo>
                    <a:pt x="1314" y="943"/>
                  </a:lnTo>
                  <a:lnTo>
                    <a:pt x="1314" y="1112"/>
                  </a:lnTo>
                  <a:lnTo>
                    <a:pt x="1280" y="1246"/>
                  </a:lnTo>
                  <a:lnTo>
                    <a:pt x="1213" y="1347"/>
                  </a:lnTo>
                  <a:lnTo>
                    <a:pt x="1078" y="1448"/>
                  </a:lnTo>
                  <a:lnTo>
                    <a:pt x="977" y="1482"/>
                  </a:lnTo>
                  <a:lnTo>
                    <a:pt x="843" y="1516"/>
                  </a:lnTo>
                  <a:lnTo>
                    <a:pt x="708" y="1482"/>
                  </a:lnTo>
                  <a:lnTo>
                    <a:pt x="573" y="1448"/>
                  </a:lnTo>
                  <a:lnTo>
                    <a:pt x="472" y="1381"/>
                  </a:lnTo>
                  <a:lnTo>
                    <a:pt x="371" y="1314"/>
                  </a:lnTo>
                  <a:lnTo>
                    <a:pt x="304" y="1179"/>
                  </a:lnTo>
                  <a:lnTo>
                    <a:pt x="270" y="1078"/>
                  </a:lnTo>
                  <a:lnTo>
                    <a:pt x="237" y="977"/>
                  </a:lnTo>
                  <a:lnTo>
                    <a:pt x="270" y="708"/>
                  </a:lnTo>
                  <a:lnTo>
                    <a:pt x="371" y="506"/>
                  </a:lnTo>
                  <a:lnTo>
                    <a:pt x="439" y="405"/>
                  </a:lnTo>
                  <a:close/>
                  <a:moveTo>
                    <a:pt x="674" y="1"/>
                  </a:moveTo>
                  <a:lnTo>
                    <a:pt x="607" y="34"/>
                  </a:lnTo>
                  <a:lnTo>
                    <a:pt x="439" y="102"/>
                  </a:lnTo>
                  <a:lnTo>
                    <a:pt x="270" y="236"/>
                  </a:lnTo>
                  <a:lnTo>
                    <a:pt x="169" y="371"/>
                  </a:lnTo>
                  <a:lnTo>
                    <a:pt x="68" y="573"/>
                  </a:lnTo>
                  <a:lnTo>
                    <a:pt x="1" y="775"/>
                  </a:lnTo>
                  <a:lnTo>
                    <a:pt x="1" y="977"/>
                  </a:lnTo>
                  <a:lnTo>
                    <a:pt x="68" y="1179"/>
                  </a:lnTo>
                  <a:lnTo>
                    <a:pt x="136" y="1347"/>
                  </a:lnTo>
                  <a:lnTo>
                    <a:pt x="270" y="1516"/>
                  </a:lnTo>
                  <a:lnTo>
                    <a:pt x="439" y="1650"/>
                  </a:lnTo>
                  <a:lnTo>
                    <a:pt x="607" y="1751"/>
                  </a:lnTo>
                  <a:lnTo>
                    <a:pt x="809" y="1785"/>
                  </a:lnTo>
                  <a:lnTo>
                    <a:pt x="1011" y="1751"/>
                  </a:lnTo>
                  <a:lnTo>
                    <a:pt x="1179" y="1684"/>
                  </a:lnTo>
                  <a:lnTo>
                    <a:pt x="1314" y="1549"/>
                  </a:lnTo>
                  <a:lnTo>
                    <a:pt x="1415" y="1415"/>
                  </a:lnTo>
                  <a:lnTo>
                    <a:pt x="1516" y="1246"/>
                  </a:lnTo>
                  <a:lnTo>
                    <a:pt x="1550" y="1078"/>
                  </a:lnTo>
                  <a:lnTo>
                    <a:pt x="1550" y="876"/>
                  </a:lnTo>
                  <a:lnTo>
                    <a:pt x="1482" y="708"/>
                  </a:lnTo>
                  <a:lnTo>
                    <a:pt x="1381" y="573"/>
                  </a:lnTo>
                  <a:lnTo>
                    <a:pt x="1213" y="438"/>
                  </a:lnTo>
                  <a:lnTo>
                    <a:pt x="1045" y="304"/>
                  </a:lnTo>
                  <a:lnTo>
                    <a:pt x="843" y="270"/>
                  </a:lnTo>
                  <a:lnTo>
                    <a:pt x="674" y="270"/>
                  </a:lnTo>
                  <a:lnTo>
                    <a:pt x="607" y="292"/>
                  </a:lnTo>
                  <a:lnTo>
                    <a:pt x="607" y="292"/>
                  </a:lnTo>
                  <a:lnTo>
                    <a:pt x="641" y="270"/>
                  </a:lnTo>
                  <a:lnTo>
                    <a:pt x="742" y="203"/>
                  </a:lnTo>
                  <a:lnTo>
                    <a:pt x="809" y="203"/>
                  </a:lnTo>
                  <a:lnTo>
                    <a:pt x="910" y="236"/>
                  </a:lnTo>
                  <a:lnTo>
                    <a:pt x="1045" y="270"/>
                  </a:lnTo>
                  <a:lnTo>
                    <a:pt x="1045" y="236"/>
                  </a:lnTo>
                  <a:lnTo>
                    <a:pt x="1078" y="203"/>
                  </a:lnTo>
                  <a:lnTo>
                    <a:pt x="1045" y="135"/>
                  </a:lnTo>
                  <a:lnTo>
                    <a:pt x="977" y="68"/>
                  </a:lnTo>
                  <a:lnTo>
                    <a:pt x="876" y="34"/>
                  </a:lnTo>
                  <a:lnTo>
                    <a:pt x="77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 name="Google Shape;38;p2"/>
            <p:cNvSpPr/>
            <p:nvPr/>
          </p:nvSpPr>
          <p:spPr>
            <a:xfrm>
              <a:off x="8805272" y="2999611"/>
              <a:ext cx="107405" cy="26901"/>
            </a:xfrm>
            <a:custGeom>
              <a:avLst/>
              <a:gdLst/>
              <a:ahLst/>
              <a:cxnLst/>
              <a:rect l="l" t="t" r="r" b="b"/>
              <a:pathLst>
                <a:path w="1617" h="405" extrusionOk="0">
                  <a:moveTo>
                    <a:pt x="169" y="1"/>
                  </a:moveTo>
                  <a:lnTo>
                    <a:pt x="102" y="34"/>
                  </a:lnTo>
                  <a:lnTo>
                    <a:pt x="1" y="68"/>
                  </a:lnTo>
                  <a:lnTo>
                    <a:pt x="1" y="102"/>
                  </a:lnTo>
                  <a:lnTo>
                    <a:pt x="68" y="169"/>
                  </a:lnTo>
                  <a:lnTo>
                    <a:pt x="169" y="203"/>
                  </a:lnTo>
                  <a:lnTo>
                    <a:pt x="337" y="270"/>
                  </a:lnTo>
                  <a:lnTo>
                    <a:pt x="741" y="304"/>
                  </a:lnTo>
                  <a:lnTo>
                    <a:pt x="1145" y="371"/>
                  </a:lnTo>
                  <a:lnTo>
                    <a:pt x="1381" y="405"/>
                  </a:lnTo>
                  <a:lnTo>
                    <a:pt x="1583" y="371"/>
                  </a:lnTo>
                  <a:lnTo>
                    <a:pt x="1617" y="337"/>
                  </a:lnTo>
                  <a:lnTo>
                    <a:pt x="1617" y="304"/>
                  </a:lnTo>
                  <a:lnTo>
                    <a:pt x="1617" y="236"/>
                  </a:lnTo>
                  <a:lnTo>
                    <a:pt x="1583" y="203"/>
                  </a:lnTo>
                  <a:lnTo>
                    <a:pt x="1415" y="135"/>
                  </a:lnTo>
                  <a:lnTo>
                    <a:pt x="1179" y="102"/>
                  </a:lnTo>
                  <a:lnTo>
                    <a:pt x="775" y="68"/>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 name="Google Shape;39;p2"/>
            <p:cNvSpPr/>
            <p:nvPr/>
          </p:nvSpPr>
          <p:spPr>
            <a:xfrm>
              <a:off x="8443004" y="2878855"/>
              <a:ext cx="688868" cy="1216595"/>
            </a:xfrm>
            <a:custGeom>
              <a:avLst/>
              <a:gdLst/>
              <a:ahLst/>
              <a:cxnLst/>
              <a:rect l="l" t="t" r="r" b="b"/>
              <a:pathLst>
                <a:path w="10371" h="18316" extrusionOk="0">
                  <a:moveTo>
                    <a:pt x="3401" y="169"/>
                  </a:moveTo>
                  <a:lnTo>
                    <a:pt x="3670" y="270"/>
                  </a:lnTo>
                  <a:lnTo>
                    <a:pt x="3973" y="337"/>
                  </a:lnTo>
                  <a:lnTo>
                    <a:pt x="4613" y="405"/>
                  </a:lnTo>
                  <a:lnTo>
                    <a:pt x="6397" y="607"/>
                  </a:lnTo>
                  <a:lnTo>
                    <a:pt x="8418" y="876"/>
                  </a:lnTo>
                  <a:lnTo>
                    <a:pt x="8855" y="943"/>
                  </a:lnTo>
                  <a:lnTo>
                    <a:pt x="9091" y="977"/>
                  </a:lnTo>
                  <a:lnTo>
                    <a:pt x="9327" y="1044"/>
                  </a:lnTo>
                  <a:lnTo>
                    <a:pt x="9562" y="1112"/>
                  </a:lnTo>
                  <a:lnTo>
                    <a:pt x="9764" y="1213"/>
                  </a:lnTo>
                  <a:lnTo>
                    <a:pt x="9933" y="1381"/>
                  </a:lnTo>
                  <a:lnTo>
                    <a:pt x="10034" y="1583"/>
                  </a:lnTo>
                  <a:lnTo>
                    <a:pt x="10067" y="1617"/>
                  </a:lnTo>
                  <a:lnTo>
                    <a:pt x="10135" y="1650"/>
                  </a:lnTo>
                  <a:lnTo>
                    <a:pt x="10168" y="2492"/>
                  </a:lnTo>
                  <a:lnTo>
                    <a:pt x="10168" y="2896"/>
                  </a:lnTo>
                  <a:lnTo>
                    <a:pt x="10168" y="3300"/>
                  </a:lnTo>
                  <a:lnTo>
                    <a:pt x="10101" y="3872"/>
                  </a:lnTo>
                  <a:lnTo>
                    <a:pt x="9966" y="4411"/>
                  </a:lnTo>
                  <a:lnTo>
                    <a:pt x="9731" y="5522"/>
                  </a:lnTo>
                  <a:lnTo>
                    <a:pt x="9562" y="6431"/>
                  </a:lnTo>
                  <a:lnTo>
                    <a:pt x="9428" y="7374"/>
                  </a:lnTo>
                  <a:lnTo>
                    <a:pt x="9226" y="9259"/>
                  </a:lnTo>
                  <a:lnTo>
                    <a:pt x="9024" y="11414"/>
                  </a:lnTo>
                  <a:lnTo>
                    <a:pt x="8754" y="13569"/>
                  </a:lnTo>
                  <a:lnTo>
                    <a:pt x="8620" y="14545"/>
                  </a:lnTo>
                  <a:lnTo>
                    <a:pt x="8451" y="15488"/>
                  </a:lnTo>
                  <a:lnTo>
                    <a:pt x="8283" y="16431"/>
                  </a:lnTo>
                  <a:lnTo>
                    <a:pt x="8148" y="17373"/>
                  </a:lnTo>
                  <a:lnTo>
                    <a:pt x="8014" y="17575"/>
                  </a:lnTo>
                  <a:lnTo>
                    <a:pt x="7845" y="17744"/>
                  </a:lnTo>
                  <a:lnTo>
                    <a:pt x="7677" y="17878"/>
                  </a:lnTo>
                  <a:lnTo>
                    <a:pt x="7475" y="17979"/>
                  </a:lnTo>
                  <a:lnTo>
                    <a:pt x="7273" y="18047"/>
                  </a:lnTo>
                  <a:lnTo>
                    <a:pt x="7037" y="18080"/>
                  </a:lnTo>
                  <a:lnTo>
                    <a:pt x="6498" y="18080"/>
                  </a:lnTo>
                  <a:lnTo>
                    <a:pt x="4377" y="17912"/>
                  </a:lnTo>
                  <a:lnTo>
                    <a:pt x="3367" y="17845"/>
                  </a:lnTo>
                  <a:lnTo>
                    <a:pt x="2862" y="17811"/>
                  </a:lnTo>
                  <a:lnTo>
                    <a:pt x="2391" y="17744"/>
                  </a:lnTo>
                  <a:lnTo>
                    <a:pt x="2021" y="17676"/>
                  </a:lnTo>
                  <a:lnTo>
                    <a:pt x="1650" y="17575"/>
                  </a:lnTo>
                  <a:lnTo>
                    <a:pt x="1718" y="17508"/>
                  </a:lnTo>
                  <a:lnTo>
                    <a:pt x="1684" y="17407"/>
                  </a:lnTo>
                  <a:lnTo>
                    <a:pt x="1650" y="17373"/>
                  </a:lnTo>
                  <a:lnTo>
                    <a:pt x="1549" y="17340"/>
                  </a:lnTo>
                  <a:lnTo>
                    <a:pt x="1381" y="17407"/>
                  </a:lnTo>
                  <a:lnTo>
                    <a:pt x="1213" y="17441"/>
                  </a:lnTo>
                  <a:lnTo>
                    <a:pt x="1078" y="17441"/>
                  </a:lnTo>
                  <a:lnTo>
                    <a:pt x="943" y="17407"/>
                  </a:lnTo>
                  <a:lnTo>
                    <a:pt x="842" y="17373"/>
                  </a:lnTo>
                  <a:lnTo>
                    <a:pt x="708" y="17306"/>
                  </a:lnTo>
                  <a:lnTo>
                    <a:pt x="640" y="17205"/>
                  </a:lnTo>
                  <a:lnTo>
                    <a:pt x="539" y="17104"/>
                  </a:lnTo>
                  <a:lnTo>
                    <a:pt x="438" y="16835"/>
                  </a:lnTo>
                  <a:lnTo>
                    <a:pt x="371" y="16532"/>
                  </a:lnTo>
                  <a:lnTo>
                    <a:pt x="304" y="16195"/>
                  </a:lnTo>
                  <a:lnTo>
                    <a:pt x="304" y="15825"/>
                  </a:lnTo>
                  <a:lnTo>
                    <a:pt x="304" y="15420"/>
                  </a:lnTo>
                  <a:lnTo>
                    <a:pt x="337" y="15016"/>
                  </a:lnTo>
                  <a:lnTo>
                    <a:pt x="438" y="14242"/>
                  </a:lnTo>
                  <a:lnTo>
                    <a:pt x="607" y="13131"/>
                  </a:lnTo>
                  <a:lnTo>
                    <a:pt x="1213" y="8889"/>
                  </a:lnTo>
                  <a:lnTo>
                    <a:pt x="1852" y="4613"/>
                  </a:lnTo>
                  <a:lnTo>
                    <a:pt x="2155" y="2492"/>
                  </a:lnTo>
                  <a:lnTo>
                    <a:pt x="2223" y="1852"/>
                  </a:lnTo>
                  <a:lnTo>
                    <a:pt x="2290" y="1448"/>
                  </a:lnTo>
                  <a:lnTo>
                    <a:pt x="2425" y="1044"/>
                  </a:lnTo>
                  <a:lnTo>
                    <a:pt x="2559" y="708"/>
                  </a:lnTo>
                  <a:lnTo>
                    <a:pt x="2660" y="539"/>
                  </a:lnTo>
                  <a:lnTo>
                    <a:pt x="2761" y="405"/>
                  </a:lnTo>
                  <a:lnTo>
                    <a:pt x="2862" y="304"/>
                  </a:lnTo>
                  <a:lnTo>
                    <a:pt x="2997" y="203"/>
                  </a:lnTo>
                  <a:lnTo>
                    <a:pt x="3165" y="169"/>
                  </a:lnTo>
                  <a:close/>
                  <a:moveTo>
                    <a:pt x="2963" y="1"/>
                  </a:moveTo>
                  <a:lnTo>
                    <a:pt x="2795" y="68"/>
                  </a:lnTo>
                  <a:lnTo>
                    <a:pt x="2627" y="169"/>
                  </a:lnTo>
                  <a:lnTo>
                    <a:pt x="2492" y="337"/>
                  </a:lnTo>
                  <a:lnTo>
                    <a:pt x="2357" y="573"/>
                  </a:lnTo>
                  <a:lnTo>
                    <a:pt x="2256" y="809"/>
                  </a:lnTo>
                  <a:lnTo>
                    <a:pt x="2189" y="1078"/>
                  </a:lnTo>
                  <a:lnTo>
                    <a:pt x="2054" y="1617"/>
                  </a:lnTo>
                  <a:lnTo>
                    <a:pt x="1953" y="2155"/>
                  </a:lnTo>
                  <a:lnTo>
                    <a:pt x="1852" y="2963"/>
                  </a:lnTo>
                  <a:lnTo>
                    <a:pt x="910" y="9360"/>
                  </a:lnTo>
                  <a:lnTo>
                    <a:pt x="472" y="12256"/>
                  </a:lnTo>
                  <a:lnTo>
                    <a:pt x="270" y="13703"/>
                  </a:lnTo>
                  <a:lnTo>
                    <a:pt x="68" y="15185"/>
                  </a:lnTo>
                  <a:lnTo>
                    <a:pt x="34" y="15690"/>
                  </a:lnTo>
                  <a:lnTo>
                    <a:pt x="1" y="15959"/>
                  </a:lnTo>
                  <a:lnTo>
                    <a:pt x="34" y="16229"/>
                  </a:lnTo>
                  <a:lnTo>
                    <a:pt x="68" y="16532"/>
                  </a:lnTo>
                  <a:lnTo>
                    <a:pt x="135" y="16767"/>
                  </a:lnTo>
                  <a:lnTo>
                    <a:pt x="236" y="17037"/>
                  </a:lnTo>
                  <a:lnTo>
                    <a:pt x="371" y="17239"/>
                  </a:lnTo>
                  <a:lnTo>
                    <a:pt x="607" y="17441"/>
                  </a:lnTo>
                  <a:lnTo>
                    <a:pt x="842" y="17575"/>
                  </a:lnTo>
                  <a:lnTo>
                    <a:pt x="1078" y="17676"/>
                  </a:lnTo>
                  <a:lnTo>
                    <a:pt x="1347" y="17676"/>
                  </a:lnTo>
                  <a:lnTo>
                    <a:pt x="2088" y="17878"/>
                  </a:lnTo>
                  <a:lnTo>
                    <a:pt x="2458" y="17979"/>
                  </a:lnTo>
                  <a:lnTo>
                    <a:pt x="2829" y="18047"/>
                  </a:lnTo>
                  <a:lnTo>
                    <a:pt x="4142" y="18148"/>
                  </a:lnTo>
                  <a:lnTo>
                    <a:pt x="5455" y="18249"/>
                  </a:lnTo>
                  <a:lnTo>
                    <a:pt x="6296" y="18316"/>
                  </a:lnTo>
                  <a:lnTo>
                    <a:pt x="7239" y="18316"/>
                  </a:lnTo>
                  <a:lnTo>
                    <a:pt x="7475" y="18249"/>
                  </a:lnTo>
                  <a:lnTo>
                    <a:pt x="7677" y="18181"/>
                  </a:lnTo>
                  <a:lnTo>
                    <a:pt x="7879" y="18114"/>
                  </a:lnTo>
                  <a:lnTo>
                    <a:pt x="8047" y="18013"/>
                  </a:lnTo>
                  <a:lnTo>
                    <a:pt x="8216" y="17845"/>
                  </a:lnTo>
                  <a:lnTo>
                    <a:pt x="8317" y="17676"/>
                  </a:lnTo>
                  <a:lnTo>
                    <a:pt x="8418" y="17474"/>
                  </a:lnTo>
                  <a:lnTo>
                    <a:pt x="8451" y="17205"/>
                  </a:lnTo>
                  <a:lnTo>
                    <a:pt x="8451" y="17138"/>
                  </a:lnTo>
                  <a:lnTo>
                    <a:pt x="8653" y="16195"/>
                  </a:lnTo>
                  <a:lnTo>
                    <a:pt x="8822" y="15252"/>
                  </a:lnTo>
                  <a:lnTo>
                    <a:pt x="8956" y="14309"/>
                  </a:lnTo>
                  <a:lnTo>
                    <a:pt x="9091" y="13333"/>
                  </a:lnTo>
                  <a:lnTo>
                    <a:pt x="9293" y="11414"/>
                  </a:lnTo>
                  <a:lnTo>
                    <a:pt x="9461" y="9495"/>
                  </a:lnTo>
                  <a:lnTo>
                    <a:pt x="9562" y="8451"/>
                  </a:lnTo>
                  <a:lnTo>
                    <a:pt x="9663" y="7407"/>
                  </a:lnTo>
                  <a:lnTo>
                    <a:pt x="9798" y="6364"/>
                  </a:lnTo>
                  <a:lnTo>
                    <a:pt x="10000" y="5320"/>
                  </a:lnTo>
                  <a:lnTo>
                    <a:pt x="10202" y="4411"/>
                  </a:lnTo>
                  <a:lnTo>
                    <a:pt x="10269" y="3940"/>
                  </a:lnTo>
                  <a:lnTo>
                    <a:pt x="10337" y="3468"/>
                  </a:lnTo>
                  <a:lnTo>
                    <a:pt x="10370" y="2997"/>
                  </a:lnTo>
                  <a:lnTo>
                    <a:pt x="10370" y="2526"/>
                  </a:lnTo>
                  <a:lnTo>
                    <a:pt x="10337" y="2054"/>
                  </a:lnTo>
                  <a:lnTo>
                    <a:pt x="10236" y="1583"/>
                  </a:lnTo>
                  <a:lnTo>
                    <a:pt x="10269" y="1549"/>
                  </a:lnTo>
                  <a:lnTo>
                    <a:pt x="10236" y="1516"/>
                  </a:lnTo>
                  <a:lnTo>
                    <a:pt x="10168" y="1347"/>
                  </a:lnTo>
                  <a:lnTo>
                    <a:pt x="10067" y="1213"/>
                  </a:lnTo>
                  <a:lnTo>
                    <a:pt x="9933" y="1112"/>
                  </a:lnTo>
                  <a:lnTo>
                    <a:pt x="9798" y="1011"/>
                  </a:lnTo>
                  <a:lnTo>
                    <a:pt x="9495" y="842"/>
                  </a:lnTo>
                  <a:lnTo>
                    <a:pt x="9125" y="741"/>
                  </a:lnTo>
                  <a:lnTo>
                    <a:pt x="8754" y="674"/>
                  </a:lnTo>
                  <a:lnTo>
                    <a:pt x="8384" y="640"/>
                  </a:lnTo>
                  <a:lnTo>
                    <a:pt x="7710" y="573"/>
                  </a:lnTo>
                  <a:lnTo>
                    <a:pt x="5623" y="304"/>
                  </a:lnTo>
                  <a:lnTo>
                    <a:pt x="4546" y="135"/>
                  </a:lnTo>
                  <a:lnTo>
                    <a:pt x="3973" y="68"/>
                  </a:lnTo>
                  <a:lnTo>
                    <a:pt x="3704" y="68"/>
                  </a:lnTo>
                  <a:lnTo>
                    <a:pt x="3435" y="102"/>
                  </a:lnTo>
                  <a:lnTo>
                    <a:pt x="3435" y="68"/>
                  </a:lnTo>
                  <a:lnTo>
                    <a:pt x="3401" y="68"/>
                  </a:lnTo>
                  <a:lnTo>
                    <a:pt x="316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 name="Google Shape;40;p2"/>
            <p:cNvSpPr/>
            <p:nvPr/>
          </p:nvSpPr>
          <p:spPr>
            <a:xfrm>
              <a:off x="8498931" y="3035413"/>
              <a:ext cx="583721" cy="914704"/>
            </a:xfrm>
            <a:custGeom>
              <a:avLst/>
              <a:gdLst/>
              <a:ahLst/>
              <a:cxnLst/>
              <a:rect l="l" t="t" r="r" b="b"/>
              <a:pathLst>
                <a:path w="8788" h="13771" extrusionOk="0">
                  <a:moveTo>
                    <a:pt x="1818" y="169"/>
                  </a:moveTo>
                  <a:lnTo>
                    <a:pt x="2189" y="270"/>
                  </a:lnTo>
                  <a:lnTo>
                    <a:pt x="2626" y="337"/>
                  </a:lnTo>
                  <a:lnTo>
                    <a:pt x="3030" y="371"/>
                  </a:lnTo>
                  <a:lnTo>
                    <a:pt x="3468" y="438"/>
                  </a:lnTo>
                  <a:lnTo>
                    <a:pt x="5219" y="707"/>
                  </a:lnTo>
                  <a:lnTo>
                    <a:pt x="6936" y="943"/>
                  </a:lnTo>
                  <a:lnTo>
                    <a:pt x="8619" y="1111"/>
                  </a:lnTo>
                  <a:lnTo>
                    <a:pt x="8485" y="1785"/>
                  </a:lnTo>
                  <a:lnTo>
                    <a:pt x="8384" y="2492"/>
                  </a:lnTo>
                  <a:lnTo>
                    <a:pt x="8215" y="3872"/>
                  </a:lnTo>
                  <a:lnTo>
                    <a:pt x="7811" y="7003"/>
                  </a:lnTo>
                  <a:lnTo>
                    <a:pt x="7609" y="8619"/>
                  </a:lnTo>
                  <a:lnTo>
                    <a:pt x="7374" y="10202"/>
                  </a:lnTo>
                  <a:lnTo>
                    <a:pt x="6868" y="13400"/>
                  </a:lnTo>
                  <a:lnTo>
                    <a:pt x="5993" y="13333"/>
                  </a:lnTo>
                  <a:lnTo>
                    <a:pt x="5151" y="13232"/>
                  </a:lnTo>
                  <a:lnTo>
                    <a:pt x="4276" y="13097"/>
                  </a:lnTo>
                  <a:lnTo>
                    <a:pt x="3434" y="12962"/>
                  </a:lnTo>
                  <a:lnTo>
                    <a:pt x="2660" y="12828"/>
                  </a:lnTo>
                  <a:lnTo>
                    <a:pt x="1852" y="12693"/>
                  </a:lnTo>
                  <a:lnTo>
                    <a:pt x="1044" y="12626"/>
                  </a:lnTo>
                  <a:lnTo>
                    <a:pt x="640" y="12626"/>
                  </a:lnTo>
                  <a:lnTo>
                    <a:pt x="236" y="12659"/>
                  </a:lnTo>
                  <a:lnTo>
                    <a:pt x="1044" y="6431"/>
                  </a:lnTo>
                  <a:lnTo>
                    <a:pt x="1448" y="3266"/>
                  </a:lnTo>
                  <a:lnTo>
                    <a:pt x="1684" y="1717"/>
                  </a:lnTo>
                  <a:lnTo>
                    <a:pt x="1751" y="943"/>
                  </a:lnTo>
                  <a:lnTo>
                    <a:pt x="1818" y="169"/>
                  </a:lnTo>
                  <a:close/>
                  <a:moveTo>
                    <a:pt x="2155" y="0"/>
                  </a:moveTo>
                  <a:lnTo>
                    <a:pt x="1987" y="34"/>
                  </a:lnTo>
                  <a:lnTo>
                    <a:pt x="1818" y="68"/>
                  </a:lnTo>
                  <a:lnTo>
                    <a:pt x="1785" y="68"/>
                  </a:lnTo>
                  <a:lnTo>
                    <a:pt x="1751" y="34"/>
                  </a:lnTo>
                  <a:lnTo>
                    <a:pt x="1717" y="68"/>
                  </a:lnTo>
                  <a:lnTo>
                    <a:pt x="1684" y="101"/>
                  </a:lnTo>
                  <a:lnTo>
                    <a:pt x="1549" y="808"/>
                  </a:lnTo>
                  <a:lnTo>
                    <a:pt x="1414" y="1549"/>
                  </a:lnTo>
                  <a:lnTo>
                    <a:pt x="1246" y="2997"/>
                  </a:lnTo>
                  <a:lnTo>
                    <a:pt x="842" y="6162"/>
                  </a:lnTo>
                  <a:lnTo>
                    <a:pt x="0" y="12760"/>
                  </a:lnTo>
                  <a:lnTo>
                    <a:pt x="0" y="12828"/>
                  </a:lnTo>
                  <a:lnTo>
                    <a:pt x="68" y="12861"/>
                  </a:lnTo>
                  <a:lnTo>
                    <a:pt x="169" y="12861"/>
                  </a:lnTo>
                  <a:lnTo>
                    <a:pt x="202" y="12794"/>
                  </a:lnTo>
                  <a:lnTo>
                    <a:pt x="640" y="12895"/>
                  </a:lnTo>
                  <a:lnTo>
                    <a:pt x="1044" y="12929"/>
                  </a:lnTo>
                  <a:lnTo>
                    <a:pt x="1919" y="13030"/>
                  </a:lnTo>
                  <a:lnTo>
                    <a:pt x="2761" y="13131"/>
                  </a:lnTo>
                  <a:lnTo>
                    <a:pt x="3603" y="13232"/>
                  </a:lnTo>
                  <a:lnTo>
                    <a:pt x="4411" y="13400"/>
                  </a:lnTo>
                  <a:lnTo>
                    <a:pt x="5219" y="13535"/>
                  </a:lnTo>
                  <a:lnTo>
                    <a:pt x="6027" y="13636"/>
                  </a:lnTo>
                  <a:lnTo>
                    <a:pt x="6835" y="13636"/>
                  </a:lnTo>
                  <a:lnTo>
                    <a:pt x="6868" y="13737"/>
                  </a:lnTo>
                  <a:lnTo>
                    <a:pt x="6936" y="13771"/>
                  </a:lnTo>
                  <a:lnTo>
                    <a:pt x="7003" y="13771"/>
                  </a:lnTo>
                  <a:lnTo>
                    <a:pt x="7037" y="13737"/>
                  </a:lnTo>
                  <a:lnTo>
                    <a:pt x="7071" y="13703"/>
                  </a:lnTo>
                  <a:lnTo>
                    <a:pt x="7071" y="13602"/>
                  </a:lnTo>
                  <a:lnTo>
                    <a:pt x="7138" y="13569"/>
                  </a:lnTo>
                  <a:lnTo>
                    <a:pt x="7172" y="13535"/>
                  </a:lnTo>
                  <a:lnTo>
                    <a:pt x="7172" y="13468"/>
                  </a:lnTo>
                  <a:lnTo>
                    <a:pt x="7104" y="13400"/>
                  </a:lnTo>
                  <a:lnTo>
                    <a:pt x="7407" y="11952"/>
                  </a:lnTo>
                  <a:lnTo>
                    <a:pt x="7609" y="10471"/>
                  </a:lnTo>
                  <a:lnTo>
                    <a:pt x="8013" y="7542"/>
                  </a:lnTo>
                  <a:lnTo>
                    <a:pt x="8384" y="4411"/>
                  </a:lnTo>
                  <a:lnTo>
                    <a:pt x="8619" y="2761"/>
                  </a:lnTo>
                  <a:lnTo>
                    <a:pt x="8687" y="1953"/>
                  </a:lnTo>
                  <a:lnTo>
                    <a:pt x="8720" y="1515"/>
                  </a:lnTo>
                  <a:lnTo>
                    <a:pt x="8720" y="1111"/>
                  </a:lnTo>
                  <a:lnTo>
                    <a:pt x="8788" y="1078"/>
                  </a:lnTo>
                  <a:lnTo>
                    <a:pt x="8788" y="977"/>
                  </a:lnTo>
                  <a:lnTo>
                    <a:pt x="8754" y="909"/>
                  </a:lnTo>
                  <a:lnTo>
                    <a:pt x="8687" y="876"/>
                  </a:lnTo>
                  <a:lnTo>
                    <a:pt x="6835" y="674"/>
                  </a:lnTo>
                  <a:lnTo>
                    <a:pt x="5017" y="438"/>
                  </a:lnTo>
                  <a:lnTo>
                    <a:pt x="4141" y="303"/>
                  </a:lnTo>
                  <a:lnTo>
                    <a:pt x="3266" y="135"/>
                  </a:lnTo>
                  <a:lnTo>
                    <a:pt x="2896" y="68"/>
                  </a:lnTo>
                  <a:lnTo>
                    <a:pt x="2525" y="34"/>
                  </a:lnTo>
                  <a:lnTo>
                    <a:pt x="215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 name="Google Shape;41;p2"/>
            <p:cNvSpPr/>
            <p:nvPr/>
          </p:nvSpPr>
          <p:spPr>
            <a:xfrm>
              <a:off x="8845524" y="2961618"/>
              <a:ext cx="20192" cy="20192"/>
            </a:xfrm>
            <a:custGeom>
              <a:avLst/>
              <a:gdLst/>
              <a:ahLst/>
              <a:cxnLst/>
              <a:rect l="l" t="t" r="r" b="b"/>
              <a:pathLst>
                <a:path w="304" h="304" extrusionOk="0">
                  <a:moveTo>
                    <a:pt x="68" y="0"/>
                  </a:moveTo>
                  <a:lnTo>
                    <a:pt x="1" y="101"/>
                  </a:lnTo>
                  <a:lnTo>
                    <a:pt x="1" y="202"/>
                  </a:lnTo>
                  <a:lnTo>
                    <a:pt x="34" y="236"/>
                  </a:lnTo>
                  <a:lnTo>
                    <a:pt x="68" y="270"/>
                  </a:lnTo>
                  <a:lnTo>
                    <a:pt x="169" y="303"/>
                  </a:lnTo>
                  <a:lnTo>
                    <a:pt x="236" y="270"/>
                  </a:lnTo>
                  <a:lnTo>
                    <a:pt x="304" y="236"/>
                  </a:lnTo>
                  <a:lnTo>
                    <a:pt x="304" y="135"/>
                  </a:lnTo>
                  <a:lnTo>
                    <a:pt x="304" y="68"/>
                  </a:lnTo>
                  <a:lnTo>
                    <a:pt x="23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56" name="Google Shape;56;p2"/>
          <p:cNvGrpSpPr/>
          <p:nvPr/>
        </p:nvGrpSpPr>
        <p:grpSpPr>
          <a:xfrm>
            <a:off x="226381" y="790954"/>
            <a:ext cx="1165385" cy="815431"/>
            <a:chOff x="305052" y="1261999"/>
            <a:chExt cx="1556545" cy="1089130"/>
          </a:xfrm>
        </p:grpSpPr>
        <p:sp>
          <p:nvSpPr>
            <p:cNvPr id="57" name="Google Shape;57;p2"/>
            <p:cNvSpPr/>
            <p:nvPr/>
          </p:nvSpPr>
          <p:spPr>
            <a:xfrm>
              <a:off x="1342704" y="2046980"/>
              <a:ext cx="118564" cy="107405"/>
            </a:xfrm>
            <a:custGeom>
              <a:avLst/>
              <a:gdLst/>
              <a:ahLst/>
              <a:cxnLst/>
              <a:rect l="l" t="t" r="r" b="b"/>
              <a:pathLst>
                <a:path w="1785" h="1617" extrusionOk="0">
                  <a:moveTo>
                    <a:pt x="1011" y="0"/>
                  </a:moveTo>
                  <a:lnTo>
                    <a:pt x="842" y="67"/>
                  </a:lnTo>
                  <a:lnTo>
                    <a:pt x="573" y="236"/>
                  </a:lnTo>
                  <a:lnTo>
                    <a:pt x="405" y="370"/>
                  </a:lnTo>
                  <a:lnTo>
                    <a:pt x="304" y="471"/>
                  </a:lnTo>
                  <a:lnTo>
                    <a:pt x="169" y="640"/>
                  </a:lnTo>
                  <a:lnTo>
                    <a:pt x="102" y="808"/>
                  </a:lnTo>
                  <a:lnTo>
                    <a:pt x="34" y="976"/>
                  </a:lnTo>
                  <a:lnTo>
                    <a:pt x="0" y="1145"/>
                  </a:lnTo>
                  <a:lnTo>
                    <a:pt x="0" y="1313"/>
                  </a:lnTo>
                  <a:lnTo>
                    <a:pt x="34" y="1515"/>
                  </a:lnTo>
                  <a:lnTo>
                    <a:pt x="68" y="1549"/>
                  </a:lnTo>
                  <a:lnTo>
                    <a:pt x="102" y="1582"/>
                  </a:lnTo>
                  <a:lnTo>
                    <a:pt x="236" y="1616"/>
                  </a:lnTo>
                  <a:lnTo>
                    <a:pt x="337" y="1582"/>
                  </a:lnTo>
                  <a:lnTo>
                    <a:pt x="371" y="1515"/>
                  </a:lnTo>
                  <a:lnTo>
                    <a:pt x="371" y="1448"/>
                  </a:lnTo>
                  <a:lnTo>
                    <a:pt x="405" y="1178"/>
                  </a:lnTo>
                  <a:lnTo>
                    <a:pt x="472" y="909"/>
                  </a:lnTo>
                  <a:lnTo>
                    <a:pt x="607" y="707"/>
                  </a:lnTo>
                  <a:lnTo>
                    <a:pt x="809" y="505"/>
                  </a:lnTo>
                  <a:lnTo>
                    <a:pt x="1044" y="370"/>
                  </a:lnTo>
                  <a:lnTo>
                    <a:pt x="1314" y="370"/>
                  </a:lnTo>
                  <a:lnTo>
                    <a:pt x="1482" y="438"/>
                  </a:lnTo>
                  <a:lnTo>
                    <a:pt x="1684" y="471"/>
                  </a:lnTo>
                  <a:lnTo>
                    <a:pt x="1751" y="438"/>
                  </a:lnTo>
                  <a:lnTo>
                    <a:pt x="1785" y="370"/>
                  </a:lnTo>
                  <a:lnTo>
                    <a:pt x="1785" y="269"/>
                  </a:lnTo>
                  <a:lnTo>
                    <a:pt x="1751" y="202"/>
                  </a:lnTo>
                  <a:lnTo>
                    <a:pt x="1482" y="67"/>
                  </a:lnTo>
                  <a:lnTo>
                    <a:pt x="134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8" name="Google Shape;58;p2"/>
            <p:cNvSpPr/>
            <p:nvPr/>
          </p:nvSpPr>
          <p:spPr>
            <a:xfrm>
              <a:off x="1409791" y="2120775"/>
              <a:ext cx="35868" cy="35802"/>
            </a:xfrm>
            <a:custGeom>
              <a:avLst/>
              <a:gdLst/>
              <a:ahLst/>
              <a:cxnLst/>
              <a:rect l="l" t="t" r="r" b="b"/>
              <a:pathLst>
                <a:path w="540" h="539" extrusionOk="0">
                  <a:moveTo>
                    <a:pt x="304" y="0"/>
                  </a:moveTo>
                  <a:lnTo>
                    <a:pt x="169" y="34"/>
                  </a:lnTo>
                  <a:lnTo>
                    <a:pt x="102" y="67"/>
                  </a:lnTo>
                  <a:lnTo>
                    <a:pt x="68" y="135"/>
                  </a:lnTo>
                  <a:lnTo>
                    <a:pt x="34" y="202"/>
                  </a:lnTo>
                  <a:lnTo>
                    <a:pt x="1" y="337"/>
                  </a:lnTo>
                  <a:lnTo>
                    <a:pt x="34" y="438"/>
                  </a:lnTo>
                  <a:lnTo>
                    <a:pt x="68" y="471"/>
                  </a:lnTo>
                  <a:lnTo>
                    <a:pt x="135" y="539"/>
                  </a:lnTo>
                  <a:lnTo>
                    <a:pt x="236" y="539"/>
                  </a:lnTo>
                  <a:lnTo>
                    <a:pt x="371" y="505"/>
                  </a:lnTo>
                  <a:lnTo>
                    <a:pt x="506" y="404"/>
                  </a:lnTo>
                  <a:lnTo>
                    <a:pt x="539" y="269"/>
                  </a:lnTo>
                  <a:lnTo>
                    <a:pt x="539" y="202"/>
                  </a:lnTo>
                  <a:lnTo>
                    <a:pt x="506" y="135"/>
                  </a:lnTo>
                  <a:lnTo>
                    <a:pt x="472" y="67"/>
                  </a:lnTo>
                  <a:lnTo>
                    <a:pt x="405" y="34"/>
                  </a:lnTo>
                  <a:lnTo>
                    <a:pt x="30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9" name="Google Shape;59;p2"/>
            <p:cNvSpPr/>
            <p:nvPr/>
          </p:nvSpPr>
          <p:spPr>
            <a:xfrm>
              <a:off x="792593" y="1261999"/>
              <a:ext cx="619523" cy="565853"/>
            </a:xfrm>
            <a:custGeom>
              <a:avLst/>
              <a:gdLst/>
              <a:ahLst/>
              <a:cxnLst/>
              <a:rect l="l" t="t" r="r" b="b"/>
              <a:pathLst>
                <a:path w="9327" h="8519" extrusionOk="0">
                  <a:moveTo>
                    <a:pt x="1818" y="68"/>
                  </a:moveTo>
                  <a:lnTo>
                    <a:pt x="2189" y="236"/>
                  </a:lnTo>
                  <a:lnTo>
                    <a:pt x="2593" y="371"/>
                  </a:lnTo>
                  <a:lnTo>
                    <a:pt x="2997" y="506"/>
                  </a:lnTo>
                  <a:lnTo>
                    <a:pt x="3401" y="607"/>
                  </a:lnTo>
                  <a:lnTo>
                    <a:pt x="4242" y="741"/>
                  </a:lnTo>
                  <a:lnTo>
                    <a:pt x="5050" y="876"/>
                  </a:lnTo>
                  <a:lnTo>
                    <a:pt x="6969" y="1213"/>
                  </a:lnTo>
                  <a:lnTo>
                    <a:pt x="7912" y="1415"/>
                  </a:lnTo>
                  <a:lnTo>
                    <a:pt x="8855" y="1650"/>
                  </a:lnTo>
                  <a:lnTo>
                    <a:pt x="8821" y="1819"/>
                  </a:lnTo>
                  <a:lnTo>
                    <a:pt x="8754" y="2088"/>
                  </a:lnTo>
                  <a:lnTo>
                    <a:pt x="4545" y="1246"/>
                  </a:lnTo>
                  <a:lnTo>
                    <a:pt x="2189" y="809"/>
                  </a:lnTo>
                  <a:lnTo>
                    <a:pt x="1953" y="741"/>
                  </a:lnTo>
                  <a:lnTo>
                    <a:pt x="1751" y="674"/>
                  </a:lnTo>
                  <a:lnTo>
                    <a:pt x="1785" y="539"/>
                  </a:lnTo>
                  <a:lnTo>
                    <a:pt x="1785" y="405"/>
                  </a:lnTo>
                  <a:lnTo>
                    <a:pt x="1818" y="236"/>
                  </a:lnTo>
                  <a:lnTo>
                    <a:pt x="1818" y="68"/>
                  </a:lnTo>
                  <a:close/>
                  <a:moveTo>
                    <a:pt x="1381" y="2223"/>
                  </a:moveTo>
                  <a:lnTo>
                    <a:pt x="2256" y="2458"/>
                  </a:lnTo>
                  <a:lnTo>
                    <a:pt x="3131" y="2660"/>
                  </a:lnTo>
                  <a:lnTo>
                    <a:pt x="4882" y="2997"/>
                  </a:lnTo>
                  <a:lnTo>
                    <a:pt x="6666" y="3367"/>
                  </a:lnTo>
                  <a:lnTo>
                    <a:pt x="8451" y="3738"/>
                  </a:lnTo>
                  <a:lnTo>
                    <a:pt x="8417" y="3906"/>
                  </a:lnTo>
                  <a:lnTo>
                    <a:pt x="8316" y="4344"/>
                  </a:lnTo>
                  <a:lnTo>
                    <a:pt x="6498" y="4074"/>
                  </a:lnTo>
                  <a:lnTo>
                    <a:pt x="4680" y="3738"/>
                  </a:lnTo>
                  <a:lnTo>
                    <a:pt x="3838" y="3536"/>
                  </a:lnTo>
                  <a:lnTo>
                    <a:pt x="2963" y="3300"/>
                  </a:lnTo>
                  <a:lnTo>
                    <a:pt x="2121" y="3064"/>
                  </a:lnTo>
                  <a:lnTo>
                    <a:pt x="1684" y="2997"/>
                  </a:lnTo>
                  <a:lnTo>
                    <a:pt x="1280" y="2930"/>
                  </a:lnTo>
                  <a:lnTo>
                    <a:pt x="1313" y="2728"/>
                  </a:lnTo>
                  <a:lnTo>
                    <a:pt x="1313" y="2559"/>
                  </a:lnTo>
                  <a:lnTo>
                    <a:pt x="1381" y="2223"/>
                  </a:lnTo>
                  <a:close/>
                  <a:moveTo>
                    <a:pt x="1347" y="3098"/>
                  </a:moveTo>
                  <a:lnTo>
                    <a:pt x="1717" y="3233"/>
                  </a:lnTo>
                  <a:lnTo>
                    <a:pt x="2121" y="3367"/>
                  </a:lnTo>
                  <a:lnTo>
                    <a:pt x="2963" y="3603"/>
                  </a:lnTo>
                  <a:lnTo>
                    <a:pt x="4613" y="3940"/>
                  </a:lnTo>
                  <a:lnTo>
                    <a:pt x="5522" y="4142"/>
                  </a:lnTo>
                  <a:lnTo>
                    <a:pt x="6431" y="4276"/>
                  </a:lnTo>
                  <a:lnTo>
                    <a:pt x="8249" y="4579"/>
                  </a:lnTo>
                  <a:lnTo>
                    <a:pt x="8114" y="4882"/>
                  </a:lnTo>
                  <a:lnTo>
                    <a:pt x="8047" y="5219"/>
                  </a:lnTo>
                  <a:lnTo>
                    <a:pt x="7946" y="5892"/>
                  </a:lnTo>
                  <a:lnTo>
                    <a:pt x="6128" y="5623"/>
                  </a:lnTo>
                  <a:lnTo>
                    <a:pt x="4310" y="5320"/>
                  </a:lnTo>
                  <a:lnTo>
                    <a:pt x="3502" y="5152"/>
                  </a:lnTo>
                  <a:lnTo>
                    <a:pt x="2660" y="4950"/>
                  </a:lnTo>
                  <a:lnTo>
                    <a:pt x="1852" y="4748"/>
                  </a:lnTo>
                  <a:lnTo>
                    <a:pt x="1448" y="4680"/>
                  </a:lnTo>
                  <a:lnTo>
                    <a:pt x="1010" y="4647"/>
                  </a:lnTo>
                  <a:lnTo>
                    <a:pt x="1111" y="4445"/>
                  </a:lnTo>
                  <a:lnTo>
                    <a:pt x="1145" y="4243"/>
                  </a:lnTo>
                  <a:lnTo>
                    <a:pt x="1212" y="3805"/>
                  </a:lnTo>
                  <a:lnTo>
                    <a:pt x="1347" y="3098"/>
                  </a:lnTo>
                  <a:close/>
                  <a:moveTo>
                    <a:pt x="1785" y="1"/>
                  </a:moveTo>
                  <a:lnTo>
                    <a:pt x="1751" y="34"/>
                  </a:lnTo>
                  <a:lnTo>
                    <a:pt x="1751" y="68"/>
                  </a:lnTo>
                  <a:lnTo>
                    <a:pt x="1684" y="236"/>
                  </a:lnTo>
                  <a:lnTo>
                    <a:pt x="1616" y="405"/>
                  </a:lnTo>
                  <a:lnTo>
                    <a:pt x="1583" y="539"/>
                  </a:lnTo>
                  <a:lnTo>
                    <a:pt x="1583" y="708"/>
                  </a:lnTo>
                  <a:lnTo>
                    <a:pt x="1448" y="741"/>
                  </a:lnTo>
                  <a:lnTo>
                    <a:pt x="1347" y="842"/>
                  </a:lnTo>
                  <a:lnTo>
                    <a:pt x="1347" y="876"/>
                  </a:lnTo>
                  <a:lnTo>
                    <a:pt x="1818" y="876"/>
                  </a:lnTo>
                  <a:lnTo>
                    <a:pt x="2290" y="977"/>
                  </a:lnTo>
                  <a:lnTo>
                    <a:pt x="2761" y="1112"/>
                  </a:lnTo>
                  <a:lnTo>
                    <a:pt x="3199" y="1213"/>
                  </a:lnTo>
                  <a:lnTo>
                    <a:pt x="5286" y="1617"/>
                  </a:lnTo>
                  <a:lnTo>
                    <a:pt x="9192" y="2391"/>
                  </a:lnTo>
                  <a:lnTo>
                    <a:pt x="9057" y="2660"/>
                  </a:lnTo>
                  <a:lnTo>
                    <a:pt x="8922" y="2963"/>
                  </a:lnTo>
                  <a:lnTo>
                    <a:pt x="8855" y="3266"/>
                  </a:lnTo>
                  <a:lnTo>
                    <a:pt x="8821" y="3569"/>
                  </a:lnTo>
                  <a:lnTo>
                    <a:pt x="4949" y="2761"/>
                  </a:lnTo>
                  <a:lnTo>
                    <a:pt x="3973" y="2526"/>
                  </a:lnTo>
                  <a:lnTo>
                    <a:pt x="3030" y="2290"/>
                  </a:lnTo>
                  <a:lnTo>
                    <a:pt x="2054" y="2122"/>
                  </a:lnTo>
                  <a:lnTo>
                    <a:pt x="1549" y="2021"/>
                  </a:lnTo>
                  <a:lnTo>
                    <a:pt x="1078" y="1987"/>
                  </a:lnTo>
                  <a:lnTo>
                    <a:pt x="1145" y="1751"/>
                  </a:lnTo>
                  <a:lnTo>
                    <a:pt x="1212" y="1549"/>
                  </a:lnTo>
                  <a:lnTo>
                    <a:pt x="1313" y="1145"/>
                  </a:lnTo>
                  <a:lnTo>
                    <a:pt x="1313" y="943"/>
                  </a:lnTo>
                  <a:lnTo>
                    <a:pt x="1313" y="741"/>
                  </a:lnTo>
                  <a:lnTo>
                    <a:pt x="1313" y="708"/>
                  </a:lnTo>
                  <a:lnTo>
                    <a:pt x="1212" y="708"/>
                  </a:lnTo>
                  <a:lnTo>
                    <a:pt x="1145" y="876"/>
                  </a:lnTo>
                  <a:lnTo>
                    <a:pt x="1078" y="1044"/>
                  </a:lnTo>
                  <a:lnTo>
                    <a:pt x="977" y="1381"/>
                  </a:lnTo>
                  <a:lnTo>
                    <a:pt x="876" y="1718"/>
                  </a:lnTo>
                  <a:lnTo>
                    <a:pt x="842" y="1920"/>
                  </a:lnTo>
                  <a:lnTo>
                    <a:pt x="842" y="2088"/>
                  </a:lnTo>
                  <a:lnTo>
                    <a:pt x="876" y="2122"/>
                  </a:lnTo>
                  <a:lnTo>
                    <a:pt x="977" y="2122"/>
                  </a:lnTo>
                  <a:lnTo>
                    <a:pt x="1010" y="2088"/>
                  </a:lnTo>
                  <a:lnTo>
                    <a:pt x="1246" y="2189"/>
                  </a:lnTo>
                  <a:lnTo>
                    <a:pt x="1145" y="2357"/>
                  </a:lnTo>
                  <a:lnTo>
                    <a:pt x="1078" y="2559"/>
                  </a:lnTo>
                  <a:lnTo>
                    <a:pt x="1078" y="2761"/>
                  </a:lnTo>
                  <a:lnTo>
                    <a:pt x="1078" y="2963"/>
                  </a:lnTo>
                  <a:lnTo>
                    <a:pt x="1111" y="2997"/>
                  </a:lnTo>
                  <a:lnTo>
                    <a:pt x="1145" y="2997"/>
                  </a:lnTo>
                  <a:lnTo>
                    <a:pt x="1212" y="3031"/>
                  </a:lnTo>
                  <a:lnTo>
                    <a:pt x="1145" y="3132"/>
                  </a:lnTo>
                  <a:lnTo>
                    <a:pt x="1111" y="3266"/>
                  </a:lnTo>
                  <a:lnTo>
                    <a:pt x="1044" y="3502"/>
                  </a:lnTo>
                  <a:lnTo>
                    <a:pt x="943" y="4074"/>
                  </a:lnTo>
                  <a:lnTo>
                    <a:pt x="909" y="4344"/>
                  </a:lnTo>
                  <a:lnTo>
                    <a:pt x="909" y="4647"/>
                  </a:lnTo>
                  <a:lnTo>
                    <a:pt x="943" y="4680"/>
                  </a:lnTo>
                  <a:lnTo>
                    <a:pt x="943" y="4714"/>
                  </a:lnTo>
                  <a:lnTo>
                    <a:pt x="1280" y="4849"/>
                  </a:lnTo>
                  <a:lnTo>
                    <a:pt x="1212" y="4916"/>
                  </a:lnTo>
                  <a:lnTo>
                    <a:pt x="1179" y="5017"/>
                  </a:lnTo>
                  <a:lnTo>
                    <a:pt x="1111" y="5185"/>
                  </a:lnTo>
                  <a:lnTo>
                    <a:pt x="1010" y="5522"/>
                  </a:lnTo>
                  <a:lnTo>
                    <a:pt x="943" y="5892"/>
                  </a:lnTo>
                  <a:lnTo>
                    <a:pt x="674" y="5892"/>
                  </a:lnTo>
                  <a:lnTo>
                    <a:pt x="606" y="5926"/>
                  </a:lnTo>
                  <a:lnTo>
                    <a:pt x="539" y="6027"/>
                  </a:lnTo>
                  <a:lnTo>
                    <a:pt x="505" y="6162"/>
                  </a:lnTo>
                  <a:lnTo>
                    <a:pt x="472" y="6431"/>
                  </a:lnTo>
                  <a:lnTo>
                    <a:pt x="404" y="6397"/>
                  </a:lnTo>
                  <a:lnTo>
                    <a:pt x="337" y="6330"/>
                  </a:lnTo>
                  <a:lnTo>
                    <a:pt x="303" y="6296"/>
                  </a:lnTo>
                  <a:lnTo>
                    <a:pt x="270" y="6296"/>
                  </a:lnTo>
                  <a:lnTo>
                    <a:pt x="202" y="6330"/>
                  </a:lnTo>
                  <a:lnTo>
                    <a:pt x="101" y="6465"/>
                  </a:lnTo>
                  <a:lnTo>
                    <a:pt x="34" y="6633"/>
                  </a:lnTo>
                  <a:lnTo>
                    <a:pt x="0" y="6835"/>
                  </a:lnTo>
                  <a:lnTo>
                    <a:pt x="0" y="6902"/>
                  </a:lnTo>
                  <a:lnTo>
                    <a:pt x="67" y="6970"/>
                  </a:lnTo>
                  <a:lnTo>
                    <a:pt x="101" y="6970"/>
                  </a:lnTo>
                  <a:lnTo>
                    <a:pt x="168" y="6902"/>
                  </a:lnTo>
                  <a:lnTo>
                    <a:pt x="168" y="6835"/>
                  </a:lnTo>
                  <a:lnTo>
                    <a:pt x="202" y="6667"/>
                  </a:lnTo>
                  <a:lnTo>
                    <a:pt x="270" y="6532"/>
                  </a:lnTo>
                  <a:lnTo>
                    <a:pt x="404" y="6599"/>
                  </a:lnTo>
                  <a:lnTo>
                    <a:pt x="539" y="6633"/>
                  </a:lnTo>
                  <a:lnTo>
                    <a:pt x="606" y="6599"/>
                  </a:lnTo>
                  <a:lnTo>
                    <a:pt x="640" y="6566"/>
                  </a:lnTo>
                  <a:lnTo>
                    <a:pt x="741" y="6094"/>
                  </a:lnTo>
                  <a:lnTo>
                    <a:pt x="1111" y="6094"/>
                  </a:lnTo>
                  <a:lnTo>
                    <a:pt x="1515" y="6229"/>
                  </a:lnTo>
                  <a:lnTo>
                    <a:pt x="1919" y="6330"/>
                  </a:lnTo>
                  <a:lnTo>
                    <a:pt x="2727" y="6498"/>
                  </a:lnTo>
                  <a:lnTo>
                    <a:pt x="3569" y="6633"/>
                  </a:lnTo>
                  <a:lnTo>
                    <a:pt x="4377" y="6768"/>
                  </a:lnTo>
                  <a:lnTo>
                    <a:pt x="5892" y="7104"/>
                  </a:lnTo>
                  <a:lnTo>
                    <a:pt x="6330" y="7205"/>
                  </a:lnTo>
                  <a:lnTo>
                    <a:pt x="6599" y="7239"/>
                  </a:lnTo>
                  <a:lnTo>
                    <a:pt x="6835" y="7340"/>
                  </a:lnTo>
                  <a:lnTo>
                    <a:pt x="6868" y="7374"/>
                  </a:lnTo>
                  <a:lnTo>
                    <a:pt x="6902" y="7441"/>
                  </a:lnTo>
                  <a:lnTo>
                    <a:pt x="6969" y="7441"/>
                  </a:lnTo>
                  <a:lnTo>
                    <a:pt x="7037" y="7407"/>
                  </a:lnTo>
                  <a:lnTo>
                    <a:pt x="7104" y="7475"/>
                  </a:lnTo>
                  <a:lnTo>
                    <a:pt x="7171" y="7542"/>
                  </a:lnTo>
                  <a:lnTo>
                    <a:pt x="7205" y="7610"/>
                  </a:lnTo>
                  <a:lnTo>
                    <a:pt x="7171" y="7711"/>
                  </a:lnTo>
                  <a:lnTo>
                    <a:pt x="7171" y="7744"/>
                  </a:lnTo>
                  <a:lnTo>
                    <a:pt x="7205" y="7812"/>
                  </a:lnTo>
                  <a:lnTo>
                    <a:pt x="7272" y="7845"/>
                  </a:lnTo>
                  <a:lnTo>
                    <a:pt x="7373" y="7879"/>
                  </a:lnTo>
                  <a:lnTo>
                    <a:pt x="7441" y="7913"/>
                  </a:lnTo>
                  <a:lnTo>
                    <a:pt x="7474" y="7980"/>
                  </a:lnTo>
                  <a:lnTo>
                    <a:pt x="7508" y="8047"/>
                  </a:lnTo>
                  <a:lnTo>
                    <a:pt x="7474" y="8216"/>
                  </a:lnTo>
                  <a:lnTo>
                    <a:pt x="7474" y="8418"/>
                  </a:lnTo>
                  <a:lnTo>
                    <a:pt x="7508" y="8485"/>
                  </a:lnTo>
                  <a:lnTo>
                    <a:pt x="7575" y="8519"/>
                  </a:lnTo>
                  <a:lnTo>
                    <a:pt x="7676" y="8485"/>
                  </a:lnTo>
                  <a:lnTo>
                    <a:pt x="7710" y="8418"/>
                  </a:lnTo>
                  <a:lnTo>
                    <a:pt x="7710" y="7778"/>
                  </a:lnTo>
                  <a:lnTo>
                    <a:pt x="7676" y="7711"/>
                  </a:lnTo>
                  <a:lnTo>
                    <a:pt x="7676" y="7677"/>
                  </a:lnTo>
                  <a:lnTo>
                    <a:pt x="7575" y="7643"/>
                  </a:lnTo>
                  <a:lnTo>
                    <a:pt x="7441" y="7643"/>
                  </a:lnTo>
                  <a:lnTo>
                    <a:pt x="7508" y="7407"/>
                  </a:lnTo>
                  <a:lnTo>
                    <a:pt x="7542" y="7374"/>
                  </a:lnTo>
                  <a:lnTo>
                    <a:pt x="7508" y="7340"/>
                  </a:lnTo>
                  <a:lnTo>
                    <a:pt x="7441" y="7273"/>
                  </a:lnTo>
                  <a:lnTo>
                    <a:pt x="7138" y="7205"/>
                  </a:lnTo>
                  <a:lnTo>
                    <a:pt x="7306" y="6667"/>
                  </a:lnTo>
                  <a:lnTo>
                    <a:pt x="7373" y="6397"/>
                  </a:lnTo>
                  <a:lnTo>
                    <a:pt x="7407" y="6128"/>
                  </a:lnTo>
                  <a:lnTo>
                    <a:pt x="7407" y="6061"/>
                  </a:lnTo>
                  <a:lnTo>
                    <a:pt x="7272" y="6061"/>
                  </a:lnTo>
                  <a:lnTo>
                    <a:pt x="7171" y="6330"/>
                  </a:lnTo>
                  <a:lnTo>
                    <a:pt x="7070" y="6599"/>
                  </a:lnTo>
                  <a:lnTo>
                    <a:pt x="6902" y="7138"/>
                  </a:lnTo>
                  <a:lnTo>
                    <a:pt x="5555" y="6835"/>
                  </a:lnTo>
                  <a:lnTo>
                    <a:pt x="4175" y="6532"/>
                  </a:lnTo>
                  <a:lnTo>
                    <a:pt x="2727" y="6195"/>
                  </a:lnTo>
                  <a:lnTo>
                    <a:pt x="1953" y="6061"/>
                  </a:lnTo>
                  <a:lnTo>
                    <a:pt x="1583" y="6027"/>
                  </a:lnTo>
                  <a:lnTo>
                    <a:pt x="1212" y="6027"/>
                  </a:lnTo>
                  <a:lnTo>
                    <a:pt x="1212" y="5960"/>
                  </a:lnTo>
                  <a:lnTo>
                    <a:pt x="1145" y="5926"/>
                  </a:lnTo>
                  <a:lnTo>
                    <a:pt x="1246" y="5387"/>
                  </a:lnTo>
                  <a:lnTo>
                    <a:pt x="1280" y="5152"/>
                  </a:lnTo>
                  <a:lnTo>
                    <a:pt x="1313" y="5017"/>
                  </a:lnTo>
                  <a:lnTo>
                    <a:pt x="1347" y="4882"/>
                  </a:lnTo>
                  <a:lnTo>
                    <a:pt x="1751" y="5017"/>
                  </a:lnTo>
                  <a:lnTo>
                    <a:pt x="2121" y="5118"/>
                  </a:lnTo>
                  <a:lnTo>
                    <a:pt x="2929" y="5286"/>
                  </a:lnTo>
                  <a:lnTo>
                    <a:pt x="4512" y="5556"/>
                  </a:lnTo>
                  <a:lnTo>
                    <a:pt x="6330" y="5892"/>
                  </a:lnTo>
                  <a:lnTo>
                    <a:pt x="8148" y="6128"/>
                  </a:lnTo>
                  <a:lnTo>
                    <a:pt x="8215" y="6128"/>
                  </a:lnTo>
                  <a:lnTo>
                    <a:pt x="8249" y="6061"/>
                  </a:lnTo>
                  <a:lnTo>
                    <a:pt x="8249" y="5993"/>
                  </a:lnTo>
                  <a:lnTo>
                    <a:pt x="8181" y="5926"/>
                  </a:lnTo>
                  <a:lnTo>
                    <a:pt x="8316" y="5253"/>
                  </a:lnTo>
                  <a:lnTo>
                    <a:pt x="8350" y="4950"/>
                  </a:lnTo>
                  <a:lnTo>
                    <a:pt x="8417" y="4613"/>
                  </a:lnTo>
                  <a:lnTo>
                    <a:pt x="8451" y="4579"/>
                  </a:lnTo>
                  <a:lnTo>
                    <a:pt x="8485" y="4512"/>
                  </a:lnTo>
                  <a:lnTo>
                    <a:pt x="8586" y="4243"/>
                  </a:lnTo>
                  <a:lnTo>
                    <a:pt x="8619" y="3973"/>
                  </a:lnTo>
                  <a:lnTo>
                    <a:pt x="8653" y="3771"/>
                  </a:lnTo>
                  <a:lnTo>
                    <a:pt x="8788" y="3805"/>
                  </a:lnTo>
                  <a:lnTo>
                    <a:pt x="8821" y="3839"/>
                  </a:lnTo>
                  <a:lnTo>
                    <a:pt x="8855" y="3872"/>
                  </a:lnTo>
                  <a:lnTo>
                    <a:pt x="8922" y="3872"/>
                  </a:lnTo>
                  <a:lnTo>
                    <a:pt x="8956" y="3839"/>
                  </a:lnTo>
                  <a:lnTo>
                    <a:pt x="9023" y="3805"/>
                  </a:lnTo>
                  <a:lnTo>
                    <a:pt x="9057" y="3738"/>
                  </a:lnTo>
                  <a:lnTo>
                    <a:pt x="9057" y="3637"/>
                  </a:lnTo>
                  <a:lnTo>
                    <a:pt x="8990" y="3603"/>
                  </a:lnTo>
                  <a:lnTo>
                    <a:pt x="9023" y="3300"/>
                  </a:lnTo>
                  <a:lnTo>
                    <a:pt x="9091" y="2997"/>
                  </a:lnTo>
                  <a:lnTo>
                    <a:pt x="9192" y="2694"/>
                  </a:lnTo>
                  <a:lnTo>
                    <a:pt x="9293" y="2391"/>
                  </a:lnTo>
                  <a:lnTo>
                    <a:pt x="9326" y="2324"/>
                  </a:lnTo>
                  <a:lnTo>
                    <a:pt x="9326" y="2256"/>
                  </a:lnTo>
                  <a:lnTo>
                    <a:pt x="9326" y="2223"/>
                  </a:lnTo>
                  <a:lnTo>
                    <a:pt x="9259" y="2189"/>
                  </a:lnTo>
                  <a:lnTo>
                    <a:pt x="8889" y="2122"/>
                  </a:lnTo>
                  <a:lnTo>
                    <a:pt x="8956" y="1886"/>
                  </a:lnTo>
                  <a:lnTo>
                    <a:pt x="8956" y="1751"/>
                  </a:lnTo>
                  <a:lnTo>
                    <a:pt x="8956" y="1650"/>
                  </a:lnTo>
                  <a:lnTo>
                    <a:pt x="8990" y="1583"/>
                  </a:lnTo>
                  <a:lnTo>
                    <a:pt x="8990" y="1516"/>
                  </a:lnTo>
                  <a:lnTo>
                    <a:pt x="8956" y="1482"/>
                  </a:lnTo>
                  <a:lnTo>
                    <a:pt x="8922" y="1448"/>
                  </a:lnTo>
                  <a:lnTo>
                    <a:pt x="8047" y="1213"/>
                  </a:lnTo>
                  <a:lnTo>
                    <a:pt x="7138" y="1044"/>
                  </a:lnTo>
                  <a:lnTo>
                    <a:pt x="6262" y="876"/>
                  </a:lnTo>
                  <a:lnTo>
                    <a:pt x="5353" y="741"/>
                  </a:lnTo>
                  <a:lnTo>
                    <a:pt x="4478" y="573"/>
                  </a:lnTo>
                  <a:lnTo>
                    <a:pt x="3569" y="371"/>
                  </a:lnTo>
                  <a:lnTo>
                    <a:pt x="18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0" name="Google Shape;60;p2"/>
            <p:cNvSpPr/>
            <p:nvPr/>
          </p:nvSpPr>
          <p:spPr>
            <a:xfrm>
              <a:off x="969210" y="1727156"/>
              <a:ext cx="210294" cy="53736"/>
            </a:xfrm>
            <a:custGeom>
              <a:avLst/>
              <a:gdLst/>
              <a:ahLst/>
              <a:cxnLst/>
              <a:rect l="l" t="t" r="r" b="b"/>
              <a:pathLst>
                <a:path w="3166" h="809" extrusionOk="0">
                  <a:moveTo>
                    <a:pt x="203" y="0"/>
                  </a:moveTo>
                  <a:lnTo>
                    <a:pt x="1" y="68"/>
                  </a:lnTo>
                  <a:lnTo>
                    <a:pt x="1" y="101"/>
                  </a:lnTo>
                  <a:lnTo>
                    <a:pt x="203" y="169"/>
                  </a:lnTo>
                  <a:lnTo>
                    <a:pt x="371" y="169"/>
                  </a:lnTo>
                  <a:lnTo>
                    <a:pt x="573" y="202"/>
                  </a:lnTo>
                  <a:lnTo>
                    <a:pt x="742" y="270"/>
                  </a:lnTo>
                  <a:lnTo>
                    <a:pt x="1011" y="404"/>
                  </a:lnTo>
                  <a:lnTo>
                    <a:pt x="1280" y="505"/>
                  </a:lnTo>
                  <a:lnTo>
                    <a:pt x="1718" y="607"/>
                  </a:lnTo>
                  <a:lnTo>
                    <a:pt x="2156" y="674"/>
                  </a:lnTo>
                  <a:lnTo>
                    <a:pt x="2593" y="708"/>
                  </a:lnTo>
                  <a:lnTo>
                    <a:pt x="3031" y="809"/>
                  </a:lnTo>
                  <a:lnTo>
                    <a:pt x="3065" y="809"/>
                  </a:lnTo>
                  <a:lnTo>
                    <a:pt x="3098" y="775"/>
                  </a:lnTo>
                  <a:lnTo>
                    <a:pt x="3166" y="708"/>
                  </a:lnTo>
                  <a:lnTo>
                    <a:pt x="3166" y="640"/>
                  </a:lnTo>
                  <a:lnTo>
                    <a:pt x="3132" y="607"/>
                  </a:lnTo>
                  <a:lnTo>
                    <a:pt x="3098" y="573"/>
                  </a:lnTo>
                  <a:lnTo>
                    <a:pt x="2661" y="472"/>
                  </a:lnTo>
                  <a:lnTo>
                    <a:pt x="2223" y="438"/>
                  </a:lnTo>
                  <a:lnTo>
                    <a:pt x="1785" y="371"/>
                  </a:lnTo>
                  <a:lnTo>
                    <a:pt x="1348" y="303"/>
                  </a:lnTo>
                  <a:lnTo>
                    <a:pt x="1179" y="270"/>
                  </a:lnTo>
                  <a:lnTo>
                    <a:pt x="1011" y="202"/>
                  </a:lnTo>
                  <a:lnTo>
                    <a:pt x="674" y="68"/>
                  </a:lnTo>
                  <a:lnTo>
                    <a:pt x="540" y="34"/>
                  </a:lnTo>
                  <a:lnTo>
                    <a:pt x="37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1" name="Google Shape;61;p2"/>
            <p:cNvSpPr/>
            <p:nvPr/>
          </p:nvSpPr>
          <p:spPr>
            <a:xfrm>
              <a:off x="1798894" y="1999953"/>
              <a:ext cx="62703" cy="134306"/>
            </a:xfrm>
            <a:custGeom>
              <a:avLst/>
              <a:gdLst/>
              <a:ahLst/>
              <a:cxnLst/>
              <a:rect l="l" t="t" r="r" b="b"/>
              <a:pathLst>
                <a:path w="944" h="2022" extrusionOk="0">
                  <a:moveTo>
                    <a:pt x="34" y="1"/>
                  </a:moveTo>
                  <a:lnTo>
                    <a:pt x="34" y="35"/>
                  </a:lnTo>
                  <a:lnTo>
                    <a:pt x="1" y="203"/>
                  </a:lnTo>
                  <a:lnTo>
                    <a:pt x="68" y="371"/>
                  </a:lnTo>
                  <a:lnTo>
                    <a:pt x="135" y="540"/>
                  </a:lnTo>
                  <a:lnTo>
                    <a:pt x="236" y="674"/>
                  </a:lnTo>
                  <a:lnTo>
                    <a:pt x="472" y="944"/>
                  </a:lnTo>
                  <a:lnTo>
                    <a:pt x="539" y="1078"/>
                  </a:lnTo>
                  <a:lnTo>
                    <a:pt x="640" y="1213"/>
                  </a:lnTo>
                  <a:lnTo>
                    <a:pt x="674" y="1381"/>
                  </a:lnTo>
                  <a:lnTo>
                    <a:pt x="708" y="1550"/>
                  </a:lnTo>
                  <a:lnTo>
                    <a:pt x="708" y="1718"/>
                  </a:lnTo>
                  <a:lnTo>
                    <a:pt x="640" y="1886"/>
                  </a:lnTo>
                  <a:lnTo>
                    <a:pt x="640" y="1920"/>
                  </a:lnTo>
                  <a:lnTo>
                    <a:pt x="640" y="1987"/>
                  </a:lnTo>
                  <a:lnTo>
                    <a:pt x="741" y="2021"/>
                  </a:lnTo>
                  <a:lnTo>
                    <a:pt x="809" y="2021"/>
                  </a:lnTo>
                  <a:lnTo>
                    <a:pt x="842" y="1987"/>
                  </a:lnTo>
                  <a:lnTo>
                    <a:pt x="876" y="1954"/>
                  </a:lnTo>
                  <a:lnTo>
                    <a:pt x="943" y="1718"/>
                  </a:lnTo>
                  <a:lnTo>
                    <a:pt x="943" y="1482"/>
                  </a:lnTo>
                  <a:lnTo>
                    <a:pt x="910" y="1247"/>
                  </a:lnTo>
                  <a:lnTo>
                    <a:pt x="809" y="1045"/>
                  </a:lnTo>
                  <a:lnTo>
                    <a:pt x="674" y="843"/>
                  </a:lnTo>
                  <a:lnTo>
                    <a:pt x="539" y="674"/>
                  </a:lnTo>
                  <a:lnTo>
                    <a:pt x="304" y="371"/>
                  </a:lnTo>
                  <a:lnTo>
                    <a:pt x="169" y="169"/>
                  </a:lnTo>
                  <a:lnTo>
                    <a:pt x="135" y="102"/>
                  </a:lnTo>
                  <a:lnTo>
                    <a:pt x="135" y="35"/>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2" name="Google Shape;62;p2"/>
            <p:cNvSpPr/>
            <p:nvPr/>
          </p:nvSpPr>
          <p:spPr>
            <a:xfrm>
              <a:off x="1197372" y="1776375"/>
              <a:ext cx="73862" cy="31351"/>
            </a:xfrm>
            <a:custGeom>
              <a:avLst/>
              <a:gdLst/>
              <a:ahLst/>
              <a:cxnLst/>
              <a:rect l="l" t="t" r="r" b="b"/>
              <a:pathLst>
                <a:path w="1112" h="472" extrusionOk="0">
                  <a:moveTo>
                    <a:pt x="34" y="0"/>
                  </a:moveTo>
                  <a:lnTo>
                    <a:pt x="0" y="34"/>
                  </a:lnTo>
                  <a:lnTo>
                    <a:pt x="0" y="68"/>
                  </a:lnTo>
                  <a:lnTo>
                    <a:pt x="34" y="135"/>
                  </a:lnTo>
                  <a:lnTo>
                    <a:pt x="236" y="236"/>
                  </a:lnTo>
                  <a:lnTo>
                    <a:pt x="438" y="303"/>
                  </a:lnTo>
                  <a:lnTo>
                    <a:pt x="976" y="472"/>
                  </a:lnTo>
                  <a:lnTo>
                    <a:pt x="1077" y="472"/>
                  </a:lnTo>
                  <a:lnTo>
                    <a:pt x="1111" y="404"/>
                  </a:lnTo>
                  <a:lnTo>
                    <a:pt x="1111" y="303"/>
                  </a:lnTo>
                  <a:lnTo>
                    <a:pt x="1077" y="270"/>
                  </a:lnTo>
                  <a:lnTo>
                    <a:pt x="1044" y="236"/>
                  </a:lnTo>
                  <a:lnTo>
                    <a:pt x="539" y="68"/>
                  </a:lnTo>
                  <a:lnTo>
                    <a:pt x="3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3" name="Google Shape;63;p2"/>
            <p:cNvSpPr/>
            <p:nvPr/>
          </p:nvSpPr>
          <p:spPr>
            <a:xfrm>
              <a:off x="799302" y="1767408"/>
              <a:ext cx="64895" cy="33610"/>
            </a:xfrm>
            <a:custGeom>
              <a:avLst/>
              <a:gdLst/>
              <a:ahLst/>
              <a:cxnLst/>
              <a:rect l="l" t="t" r="r" b="b"/>
              <a:pathLst>
                <a:path w="977" h="506" extrusionOk="0">
                  <a:moveTo>
                    <a:pt x="640" y="1"/>
                  </a:moveTo>
                  <a:lnTo>
                    <a:pt x="404" y="68"/>
                  </a:lnTo>
                  <a:lnTo>
                    <a:pt x="202" y="203"/>
                  </a:lnTo>
                  <a:lnTo>
                    <a:pt x="34" y="371"/>
                  </a:lnTo>
                  <a:lnTo>
                    <a:pt x="0" y="405"/>
                  </a:lnTo>
                  <a:lnTo>
                    <a:pt x="0" y="472"/>
                  </a:lnTo>
                  <a:lnTo>
                    <a:pt x="34" y="506"/>
                  </a:lnTo>
                  <a:lnTo>
                    <a:pt x="135" y="506"/>
                  </a:lnTo>
                  <a:lnTo>
                    <a:pt x="303" y="405"/>
                  </a:lnTo>
                  <a:lnTo>
                    <a:pt x="505" y="304"/>
                  </a:lnTo>
                  <a:lnTo>
                    <a:pt x="707" y="236"/>
                  </a:lnTo>
                  <a:lnTo>
                    <a:pt x="909" y="203"/>
                  </a:lnTo>
                  <a:lnTo>
                    <a:pt x="977" y="169"/>
                  </a:lnTo>
                  <a:lnTo>
                    <a:pt x="977" y="102"/>
                  </a:lnTo>
                  <a:lnTo>
                    <a:pt x="943" y="34"/>
                  </a:lnTo>
                  <a:lnTo>
                    <a:pt x="87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4" name="Google Shape;64;p2"/>
            <p:cNvSpPr/>
            <p:nvPr/>
          </p:nvSpPr>
          <p:spPr>
            <a:xfrm>
              <a:off x="1322578" y="1836753"/>
              <a:ext cx="143207" cy="51477"/>
            </a:xfrm>
            <a:custGeom>
              <a:avLst/>
              <a:gdLst/>
              <a:ahLst/>
              <a:cxnLst/>
              <a:rect l="l" t="t" r="r" b="b"/>
              <a:pathLst>
                <a:path w="2156" h="775" extrusionOk="0">
                  <a:moveTo>
                    <a:pt x="101" y="0"/>
                  </a:moveTo>
                  <a:lnTo>
                    <a:pt x="34" y="68"/>
                  </a:lnTo>
                  <a:lnTo>
                    <a:pt x="0" y="169"/>
                  </a:lnTo>
                  <a:lnTo>
                    <a:pt x="0" y="202"/>
                  </a:lnTo>
                  <a:lnTo>
                    <a:pt x="34" y="270"/>
                  </a:lnTo>
                  <a:lnTo>
                    <a:pt x="236" y="371"/>
                  </a:lnTo>
                  <a:lnTo>
                    <a:pt x="438" y="438"/>
                  </a:lnTo>
                  <a:lnTo>
                    <a:pt x="842" y="539"/>
                  </a:lnTo>
                  <a:lnTo>
                    <a:pt x="1280" y="640"/>
                  </a:lnTo>
                  <a:lnTo>
                    <a:pt x="1751" y="707"/>
                  </a:lnTo>
                  <a:lnTo>
                    <a:pt x="1785" y="741"/>
                  </a:lnTo>
                  <a:lnTo>
                    <a:pt x="1852" y="775"/>
                  </a:lnTo>
                  <a:lnTo>
                    <a:pt x="1920" y="775"/>
                  </a:lnTo>
                  <a:lnTo>
                    <a:pt x="1987" y="741"/>
                  </a:lnTo>
                  <a:lnTo>
                    <a:pt x="2088" y="674"/>
                  </a:lnTo>
                  <a:lnTo>
                    <a:pt x="2122" y="640"/>
                  </a:lnTo>
                  <a:lnTo>
                    <a:pt x="2155" y="573"/>
                  </a:lnTo>
                  <a:lnTo>
                    <a:pt x="2155" y="472"/>
                  </a:lnTo>
                  <a:lnTo>
                    <a:pt x="2088" y="371"/>
                  </a:lnTo>
                  <a:lnTo>
                    <a:pt x="2054" y="337"/>
                  </a:lnTo>
                  <a:lnTo>
                    <a:pt x="1987" y="303"/>
                  </a:lnTo>
                  <a:lnTo>
                    <a:pt x="1516" y="270"/>
                  </a:lnTo>
                  <a:lnTo>
                    <a:pt x="1078" y="169"/>
                  </a:lnTo>
                  <a:lnTo>
                    <a:pt x="20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5" name="Google Shape;65;p2"/>
            <p:cNvSpPr/>
            <p:nvPr/>
          </p:nvSpPr>
          <p:spPr>
            <a:xfrm>
              <a:off x="1684846" y="2181153"/>
              <a:ext cx="66" cy="66"/>
            </a:xfrm>
            <a:custGeom>
              <a:avLst/>
              <a:gdLst/>
              <a:ahLst/>
              <a:cxnLst/>
              <a:rect l="l" t="t" r="r" b="b"/>
              <a:pathLst>
                <a:path w="1" h="1" extrusionOk="0">
                  <a:moveTo>
                    <a:pt x="1" y="0"/>
                  </a:moveTo>
                  <a:lnTo>
                    <a:pt x="1" y="0"/>
                  </a:lnTo>
                  <a:lnTo>
                    <a:pt x="1" y="0"/>
                  </a:lnTo>
                  <a:lnTo>
                    <a:pt x="1" y="0"/>
                  </a:lnTo>
                  <a:lnTo>
                    <a:pt x="1" y="0"/>
                  </a:lnTo>
                  <a:lnTo>
                    <a:pt x="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6" name="Google Shape;66;p2"/>
            <p:cNvSpPr/>
            <p:nvPr/>
          </p:nvSpPr>
          <p:spPr>
            <a:xfrm>
              <a:off x="1660270" y="2158769"/>
              <a:ext cx="26901" cy="26901"/>
            </a:xfrm>
            <a:custGeom>
              <a:avLst/>
              <a:gdLst/>
              <a:ahLst/>
              <a:cxnLst/>
              <a:rect l="l" t="t" r="r" b="b"/>
              <a:pathLst>
                <a:path w="405" h="405" extrusionOk="0">
                  <a:moveTo>
                    <a:pt x="202" y="0"/>
                  </a:moveTo>
                  <a:lnTo>
                    <a:pt x="101" y="34"/>
                  </a:lnTo>
                  <a:lnTo>
                    <a:pt x="68" y="68"/>
                  </a:lnTo>
                  <a:lnTo>
                    <a:pt x="34" y="135"/>
                  </a:lnTo>
                  <a:lnTo>
                    <a:pt x="0" y="202"/>
                  </a:lnTo>
                  <a:lnTo>
                    <a:pt x="0" y="270"/>
                  </a:lnTo>
                  <a:lnTo>
                    <a:pt x="34" y="337"/>
                  </a:lnTo>
                  <a:lnTo>
                    <a:pt x="101" y="371"/>
                  </a:lnTo>
                  <a:lnTo>
                    <a:pt x="169" y="404"/>
                  </a:lnTo>
                  <a:lnTo>
                    <a:pt x="270" y="404"/>
                  </a:lnTo>
                  <a:lnTo>
                    <a:pt x="303" y="371"/>
                  </a:lnTo>
                  <a:lnTo>
                    <a:pt x="371" y="337"/>
                  </a:lnTo>
                  <a:lnTo>
                    <a:pt x="404" y="236"/>
                  </a:lnTo>
                  <a:lnTo>
                    <a:pt x="404" y="169"/>
                  </a:lnTo>
                  <a:lnTo>
                    <a:pt x="404" y="101"/>
                  </a:lnTo>
                  <a:lnTo>
                    <a:pt x="337" y="34"/>
                  </a:lnTo>
                  <a:lnTo>
                    <a:pt x="27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7" name="Google Shape;67;p2"/>
            <p:cNvSpPr/>
            <p:nvPr/>
          </p:nvSpPr>
          <p:spPr>
            <a:xfrm>
              <a:off x="750083" y="1865779"/>
              <a:ext cx="304215" cy="250546"/>
            </a:xfrm>
            <a:custGeom>
              <a:avLst/>
              <a:gdLst/>
              <a:ahLst/>
              <a:cxnLst/>
              <a:rect l="l" t="t" r="r" b="b"/>
              <a:pathLst>
                <a:path w="4580" h="3772" extrusionOk="0">
                  <a:moveTo>
                    <a:pt x="2391" y="1583"/>
                  </a:moveTo>
                  <a:lnTo>
                    <a:pt x="2425" y="1651"/>
                  </a:lnTo>
                  <a:lnTo>
                    <a:pt x="2559" y="1718"/>
                  </a:lnTo>
                  <a:lnTo>
                    <a:pt x="2660" y="1819"/>
                  </a:lnTo>
                  <a:lnTo>
                    <a:pt x="2694" y="1954"/>
                  </a:lnTo>
                  <a:lnTo>
                    <a:pt x="2728" y="2088"/>
                  </a:lnTo>
                  <a:lnTo>
                    <a:pt x="2694" y="2223"/>
                  </a:lnTo>
                  <a:lnTo>
                    <a:pt x="2660" y="2324"/>
                  </a:lnTo>
                  <a:lnTo>
                    <a:pt x="2559" y="2425"/>
                  </a:lnTo>
                  <a:lnTo>
                    <a:pt x="2425" y="2526"/>
                  </a:lnTo>
                  <a:lnTo>
                    <a:pt x="2357" y="2560"/>
                  </a:lnTo>
                  <a:lnTo>
                    <a:pt x="2324" y="2627"/>
                  </a:lnTo>
                  <a:lnTo>
                    <a:pt x="2290" y="2964"/>
                  </a:lnTo>
                  <a:lnTo>
                    <a:pt x="2256" y="3267"/>
                  </a:lnTo>
                  <a:lnTo>
                    <a:pt x="1819" y="3199"/>
                  </a:lnTo>
                  <a:lnTo>
                    <a:pt x="1819" y="2896"/>
                  </a:lnTo>
                  <a:lnTo>
                    <a:pt x="1920" y="2627"/>
                  </a:lnTo>
                  <a:lnTo>
                    <a:pt x="1920" y="2526"/>
                  </a:lnTo>
                  <a:lnTo>
                    <a:pt x="1886" y="2492"/>
                  </a:lnTo>
                  <a:lnTo>
                    <a:pt x="1852" y="2459"/>
                  </a:lnTo>
                  <a:lnTo>
                    <a:pt x="1718" y="2391"/>
                  </a:lnTo>
                  <a:lnTo>
                    <a:pt x="1617" y="2324"/>
                  </a:lnTo>
                  <a:lnTo>
                    <a:pt x="1549" y="2223"/>
                  </a:lnTo>
                  <a:lnTo>
                    <a:pt x="1549" y="2122"/>
                  </a:lnTo>
                  <a:lnTo>
                    <a:pt x="1549" y="1987"/>
                  </a:lnTo>
                  <a:lnTo>
                    <a:pt x="1583" y="1886"/>
                  </a:lnTo>
                  <a:lnTo>
                    <a:pt x="1650" y="1752"/>
                  </a:lnTo>
                  <a:lnTo>
                    <a:pt x="1751" y="1684"/>
                  </a:lnTo>
                  <a:lnTo>
                    <a:pt x="1920" y="1617"/>
                  </a:lnTo>
                  <a:lnTo>
                    <a:pt x="2054" y="1583"/>
                  </a:lnTo>
                  <a:close/>
                  <a:moveTo>
                    <a:pt x="775" y="270"/>
                  </a:moveTo>
                  <a:lnTo>
                    <a:pt x="1213" y="472"/>
                  </a:lnTo>
                  <a:lnTo>
                    <a:pt x="1650" y="607"/>
                  </a:lnTo>
                  <a:lnTo>
                    <a:pt x="2088" y="708"/>
                  </a:lnTo>
                  <a:lnTo>
                    <a:pt x="2559" y="775"/>
                  </a:lnTo>
                  <a:lnTo>
                    <a:pt x="3536" y="843"/>
                  </a:lnTo>
                  <a:lnTo>
                    <a:pt x="4445" y="910"/>
                  </a:lnTo>
                  <a:lnTo>
                    <a:pt x="4310" y="1213"/>
                  </a:lnTo>
                  <a:lnTo>
                    <a:pt x="4175" y="1516"/>
                  </a:lnTo>
                  <a:lnTo>
                    <a:pt x="4007" y="2156"/>
                  </a:lnTo>
                  <a:lnTo>
                    <a:pt x="3670" y="3469"/>
                  </a:lnTo>
                  <a:lnTo>
                    <a:pt x="3670" y="3502"/>
                  </a:lnTo>
                  <a:lnTo>
                    <a:pt x="3064" y="3368"/>
                  </a:lnTo>
                  <a:lnTo>
                    <a:pt x="2492" y="3300"/>
                  </a:lnTo>
                  <a:lnTo>
                    <a:pt x="2559" y="2997"/>
                  </a:lnTo>
                  <a:lnTo>
                    <a:pt x="2559" y="2728"/>
                  </a:lnTo>
                  <a:lnTo>
                    <a:pt x="2728" y="2593"/>
                  </a:lnTo>
                  <a:lnTo>
                    <a:pt x="2862" y="2425"/>
                  </a:lnTo>
                  <a:lnTo>
                    <a:pt x="2930" y="2257"/>
                  </a:lnTo>
                  <a:lnTo>
                    <a:pt x="2963" y="2088"/>
                  </a:lnTo>
                  <a:lnTo>
                    <a:pt x="2930" y="1886"/>
                  </a:lnTo>
                  <a:lnTo>
                    <a:pt x="2862" y="1718"/>
                  </a:lnTo>
                  <a:lnTo>
                    <a:pt x="2728" y="1550"/>
                  </a:lnTo>
                  <a:lnTo>
                    <a:pt x="2559" y="1449"/>
                  </a:lnTo>
                  <a:lnTo>
                    <a:pt x="2458" y="1415"/>
                  </a:lnTo>
                  <a:lnTo>
                    <a:pt x="2391" y="1482"/>
                  </a:lnTo>
                  <a:lnTo>
                    <a:pt x="2290" y="1415"/>
                  </a:lnTo>
                  <a:lnTo>
                    <a:pt x="2155" y="1381"/>
                  </a:lnTo>
                  <a:lnTo>
                    <a:pt x="2021" y="1381"/>
                  </a:lnTo>
                  <a:lnTo>
                    <a:pt x="1886" y="1415"/>
                  </a:lnTo>
                  <a:lnTo>
                    <a:pt x="1751" y="1449"/>
                  </a:lnTo>
                  <a:lnTo>
                    <a:pt x="1617" y="1550"/>
                  </a:lnTo>
                  <a:lnTo>
                    <a:pt x="1516" y="1617"/>
                  </a:lnTo>
                  <a:lnTo>
                    <a:pt x="1415" y="1752"/>
                  </a:lnTo>
                  <a:lnTo>
                    <a:pt x="1347" y="1853"/>
                  </a:lnTo>
                  <a:lnTo>
                    <a:pt x="1314" y="1987"/>
                  </a:lnTo>
                  <a:lnTo>
                    <a:pt x="1314" y="2122"/>
                  </a:lnTo>
                  <a:lnTo>
                    <a:pt x="1347" y="2257"/>
                  </a:lnTo>
                  <a:lnTo>
                    <a:pt x="1381" y="2358"/>
                  </a:lnTo>
                  <a:lnTo>
                    <a:pt x="1448" y="2459"/>
                  </a:lnTo>
                  <a:lnTo>
                    <a:pt x="1549" y="2560"/>
                  </a:lnTo>
                  <a:lnTo>
                    <a:pt x="1684" y="2627"/>
                  </a:lnTo>
                  <a:lnTo>
                    <a:pt x="1583" y="2896"/>
                  </a:lnTo>
                  <a:lnTo>
                    <a:pt x="1583" y="3166"/>
                  </a:lnTo>
                  <a:lnTo>
                    <a:pt x="876" y="3065"/>
                  </a:lnTo>
                  <a:lnTo>
                    <a:pt x="539" y="3031"/>
                  </a:lnTo>
                  <a:lnTo>
                    <a:pt x="202" y="3031"/>
                  </a:lnTo>
                  <a:lnTo>
                    <a:pt x="337" y="2358"/>
                  </a:lnTo>
                  <a:lnTo>
                    <a:pt x="505" y="1651"/>
                  </a:lnTo>
                  <a:lnTo>
                    <a:pt x="640" y="977"/>
                  </a:lnTo>
                  <a:lnTo>
                    <a:pt x="775" y="270"/>
                  </a:lnTo>
                  <a:close/>
                  <a:moveTo>
                    <a:pt x="741" y="1"/>
                  </a:moveTo>
                  <a:lnTo>
                    <a:pt x="707" y="68"/>
                  </a:lnTo>
                  <a:lnTo>
                    <a:pt x="472" y="775"/>
                  </a:lnTo>
                  <a:lnTo>
                    <a:pt x="270" y="1516"/>
                  </a:lnTo>
                  <a:lnTo>
                    <a:pt x="101" y="2290"/>
                  </a:lnTo>
                  <a:lnTo>
                    <a:pt x="0" y="3031"/>
                  </a:lnTo>
                  <a:lnTo>
                    <a:pt x="0" y="3098"/>
                  </a:lnTo>
                  <a:lnTo>
                    <a:pt x="34" y="3132"/>
                  </a:lnTo>
                  <a:lnTo>
                    <a:pt x="101" y="3132"/>
                  </a:lnTo>
                  <a:lnTo>
                    <a:pt x="573" y="3267"/>
                  </a:lnTo>
                  <a:lnTo>
                    <a:pt x="1044" y="3368"/>
                  </a:lnTo>
                  <a:lnTo>
                    <a:pt x="2021" y="3502"/>
                  </a:lnTo>
                  <a:lnTo>
                    <a:pt x="2997" y="3603"/>
                  </a:lnTo>
                  <a:lnTo>
                    <a:pt x="3468" y="3704"/>
                  </a:lnTo>
                  <a:lnTo>
                    <a:pt x="3940" y="3772"/>
                  </a:lnTo>
                  <a:lnTo>
                    <a:pt x="4041" y="3772"/>
                  </a:lnTo>
                  <a:lnTo>
                    <a:pt x="4108" y="3704"/>
                  </a:lnTo>
                  <a:lnTo>
                    <a:pt x="4074" y="3603"/>
                  </a:lnTo>
                  <a:lnTo>
                    <a:pt x="4074" y="3570"/>
                  </a:lnTo>
                  <a:lnTo>
                    <a:pt x="4007" y="3570"/>
                  </a:lnTo>
                  <a:lnTo>
                    <a:pt x="3906" y="3536"/>
                  </a:lnTo>
                  <a:lnTo>
                    <a:pt x="3906" y="3502"/>
                  </a:lnTo>
                  <a:lnTo>
                    <a:pt x="4310" y="2122"/>
                  </a:lnTo>
                  <a:lnTo>
                    <a:pt x="4478" y="1415"/>
                  </a:lnTo>
                  <a:lnTo>
                    <a:pt x="4546" y="1078"/>
                  </a:lnTo>
                  <a:lnTo>
                    <a:pt x="4579" y="708"/>
                  </a:lnTo>
                  <a:lnTo>
                    <a:pt x="4546" y="674"/>
                  </a:lnTo>
                  <a:lnTo>
                    <a:pt x="4546" y="708"/>
                  </a:lnTo>
                  <a:lnTo>
                    <a:pt x="4512" y="742"/>
                  </a:lnTo>
                  <a:lnTo>
                    <a:pt x="4478" y="742"/>
                  </a:lnTo>
                  <a:lnTo>
                    <a:pt x="4074" y="607"/>
                  </a:lnTo>
                  <a:lnTo>
                    <a:pt x="3637" y="573"/>
                  </a:lnTo>
                  <a:lnTo>
                    <a:pt x="2761" y="506"/>
                  </a:lnTo>
                  <a:lnTo>
                    <a:pt x="2256" y="472"/>
                  </a:lnTo>
                  <a:lnTo>
                    <a:pt x="1785" y="371"/>
                  </a:lnTo>
                  <a:lnTo>
                    <a:pt x="808" y="102"/>
                  </a:lnTo>
                  <a:lnTo>
                    <a:pt x="808" y="35"/>
                  </a:lnTo>
                  <a:lnTo>
                    <a:pt x="77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8" name="Google Shape;68;p2"/>
            <p:cNvSpPr/>
            <p:nvPr/>
          </p:nvSpPr>
          <p:spPr>
            <a:xfrm>
              <a:off x="1635694" y="2129676"/>
              <a:ext cx="89471" cy="100697"/>
            </a:xfrm>
            <a:custGeom>
              <a:avLst/>
              <a:gdLst/>
              <a:ahLst/>
              <a:cxnLst/>
              <a:rect l="l" t="t" r="r" b="b"/>
              <a:pathLst>
                <a:path w="1347" h="1516" extrusionOk="0">
                  <a:moveTo>
                    <a:pt x="842" y="236"/>
                  </a:moveTo>
                  <a:lnTo>
                    <a:pt x="909" y="270"/>
                  </a:lnTo>
                  <a:lnTo>
                    <a:pt x="1044" y="337"/>
                  </a:lnTo>
                  <a:lnTo>
                    <a:pt x="1111" y="472"/>
                  </a:lnTo>
                  <a:lnTo>
                    <a:pt x="1145" y="573"/>
                  </a:lnTo>
                  <a:lnTo>
                    <a:pt x="1145" y="708"/>
                  </a:lnTo>
                  <a:lnTo>
                    <a:pt x="1145" y="842"/>
                  </a:lnTo>
                  <a:lnTo>
                    <a:pt x="1111" y="943"/>
                  </a:lnTo>
                  <a:lnTo>
                    <a:pt x="1044" y="1044"/>
                  </a:lnTo>
                  <a:lnTo>
                    <a:pt x="976" y="1145"/>
                  </a:lnTo>
                  <a:lnTo>
                    <a:pt x="875" y="1213"/>
                  </a:lnTo>
                  <a:lnTo>
                    <a:pt x="774" y="1246"/>
                  </a:lnTo>
                  <a:lnTo>
                    <a:pt x="640" y="1280"/>
                  </a:lnTo>
                  <a:lnTo>
                    <a:pt x="505" y="1280"/>
                  </a:lnTo>
                  <a:lnTo>
                    <a:pt x="404" y="1213"/>
                  </a:lnTo>
                  <a:lnTo>
                    <a:pt x="303" y="1145"/>
                  </a:lnTo>
                  <a:lnTo>
                    <a:pt x="236" y="1078"/>
                  </a:lnTo>
                  <a:lnTo>
                    <a:pt x="202" y="943"/>
                  </a:lnTo>
                  <a:lnTo>
                    <a:pt x="202" y="708"/>
                  </a:lnTo>
                  <a:lnTo>
                    <a:pt x="236" y="472"/>
                  </a:lnTo>
                  <a:lnTo>
                    <a:pt x="269" y="371"/>
                  </a:lnTo>
                  <a:lnTo>
                    <a:pt x="337" y="304"/>
                  </a:lnTo>
                  <a:lnTo>
                    <a:pt x="404" y="270"/>
                  </a:lnTo>
                  <a:lnTo>
                    <a:pt x="505" y="236"/>
                  </a:lnTo>
                  <a:close/>
                  <a:moveTo>
                    <a:pt x="741" y="1"/>
                  </a:moveTo>
                  <a:lnTo>
                    <a:pt x="606" y="34"/>
                  </a:lnTo>
                  <a:lnTo>
                    <a:pt x="438" y="68"/>
                  </a:lnTo>
                  <a:lnTo>
                    <a:pt x="303" y="135"/>
                  </a:lnTo>
                  <a:lnTo>
                    <a:pt x="168" y="236"/>
                  </a:lnTo>
                  <a:lnTo>
                    <a:pt x="101" y="371"/>
                  </a:lnTo>
                  <a:lnTo>
                    <a:pt x="34" y="539"/>
                  </a:lnTo>
                  <a:lnTo>
                    <a:pt x="0" y="708"/>
                  </a:lnTo>
                  <a:lnTo>
                    <a:pt x="0" y="876"/>
                  </a:lnTo>
                  <a:lnTo>
                    <a:pt x="34" y="1044"/>
                  </a:lnTo>
                  <a:lnTo>
                    <a:pt x="101" y="1213"/>
                  </a:lnTo>
                  <a:lnTo>
                    <a:pt x="202" y="1314"/>
                  </a:lnTo>
                  <a:lnTo>
                    <a:pt x="337" y="1415"/>
                  </a:lnTo>
                  <a:lnTo>
                    <a:pt x="539" y="1482"/>
                  </a:lnTo>
                  <a:lnTo>
                    <a:pt x="707" y="1516"/>
                  </a:lnTo>
                  <a:lnTo>
                    <a:pt x="842" y="1448"/>
                  </a:lnTo>
                  <a:lnTo>
                    <a:pt x="976" y="1381"/>
                  </a:lnTo>
                  <a:lnTo>
                    <a:pt x="1111" y="1280"/>
                  </a:lnTo>
                  <a:lnTo>
                    <a:pt x="1212" y="1179"/>
                  </a:lnTo>
                  <a:lnTo>
                    <a:pt x="1279" y="1011"/>
                  </a:lnTo>
                  <a:lnTo>
                    <a:pt x="1347" y="876"/>
                  </a:lnTo>
                  <a:lnTo>
                    <a:pt x="1347" y="708"/>
                  </a:lnTo>
                  <a:lnTo>
                    <a:pt x="1347" y="573"/>
                  </a:lnTo>
                  <a:lnTo>
                    <a:pt x="1313" y="438"/>
                  </a:lnTo>
                  <a:lnTo>
                    <a:pt x="1212" y="304"/>
                  </a:lnTo>
                  <a:lnTo>
                    <a:pt x="1111" y="169"/>
                  </a:lnTo>
                  <a:lnTo>
                    <a:pt x="1010" y="102"/>
                  </a:lnTo>
                  <a:lnTo>
                    <a:pt x="875" y="34"/>
                  </a:lnTo>
                  <a:lnTo>
                    <a:pt x="74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 name="Google Shape;69;p2"/>
            <p:cNvSpPr/>
            <p:nvPr/>
          </p:nvSpPr>
          <p:spPr>
            <a:xfrm>
              <a:off x="870839" y="1984344"/>
              <a:ext cx="38060" cy="35802"/>
            </a:xfrm>
            <a:custGeom>
              <a:avLst/>
              <a:gdLst/>
              <a:ahLst/>
              <a:cxnLst/>
              <a:rect l="l" t="t" r="r" b="b"/>
              <a:pathLst>
                <a:path w="573" h="539" extrusionOk="0">
                  <a:moveTo>
                    <a:pt x="236" y="0"/>
                  </a:moveTo>
                  <a:lnTo>
                    <a:pt x="169" y="34"/>
                  </a:lnTo>
                  <a:lnTo>
                    <a:pt x="102" y="68"/>
                  </a:lnTo>
                  <a:lnTo>
                    <a:pt x="68" y="101"/>
                  </a:lnTo>
                  <a:lnTo>
                    <a:pt x="34" y="169"/>
                  </a:lnTo>
                  <a:lnTo>
                    <a:pt x="34" y="236"/>
                  </a:lnTo>
                  <a:lnTo>
                    <a:pt x="1" y="303"/>
                  </a:lnTo>
                  <a:lnTo>
                    <a:pt x="1" y="371"/>
                  </a:lnTo>
                  <a:lnTo>
                    <a:pt x="1" y="438"/>
                  </a:lnTo>
                  <a:lnTo>
                    <a:pt x="102" y="505"/>
                  </a:lnTo>
                  <a:lnTo>
                    <a:pt x="236" y="539"/>
                  </a:lnTo>
                  <a:lnTo>
                    <a:pt x="438" y="539"/>
                  </a:lnTo>
                  <a:lnTo>
                    <a:pt x="506" y="505"/>
                  </a:lnTo>
                  <a:lnTo>
                    <a:pt x="539" y="472"/>
                  </a:lnTo>
                  <a:lnTo>
                    <a:pt x="573" y="404"/>
                  </a:lnTo>
                  <a:lnTo>
                    <a:pt x="539" y="270"/>
                  </a:lnTo>
                  <a:lnTo>
                    <a:pt x="506" y="135"/>
                  </a:lnTo>
                  <a:lnTo>
                    <a:pt x="405" y="34"/>
                  </a:lnTo>
                  <a:lnTo>
                    <a:pt x="33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 name="Google Shape;70;p2"/>
            <p:cNvSpPr/>
            <p:nvPr/>
          </p:nvSpPr>
          <p:spPr>
            <a:xfrm>
              <a:off x="369880" y="1765149"/>
              <a:ext cx="266221" cy="257254"/>
            </a:xfrm>
            <a:custGeom>
              <a:avLst/>
              <a:gdLst/>
              <a:ahLst/>
              <a:cxnLst/>
              <a:rect l="l" t="t" r="r" b="b"/>
              <a:pathLst>
                <a:path w="4008" h="3873" extrusionOk="0">
                  <a:moveTo>
                    <a:pt x="2088" y="270"/>
                  </a:moveTo>
                  <a:lnTo>
                    <a:pt x="2391" y="304"/>
                  </a:lnTo>
                  <a:lnTo>
                    <a:pt x="2661" y="371"/>
                  </a:lnTo>
                  <a:lnTo>
                    <a:pt x="2930" y="472"/>
                  </a:lnTo>
                  <a:lnTo>
                    <a:pt x="3166" y="641"/>
                  </a:lnTo>
                  <a:lnTo>
                    <a:pt x="3368" y="843"/>
                  </a:lnTo>
                  <a:lnTo>
                    <a:pt x="3570" y="1112"/>
                  </a:lnTo>
                  <a:lnTo>
                    <a:pt x="3671" y="1280"/>
                  </a:lnTo>
                  <a:lnTo>
                    <a:pt x="3738" y="1449"/>
                  </a:lnTo>
                  <a:lnTo>
                    <a:pt x="3772" y="1617"/>
                  </a:lnTo>
                  <a:lnTo>
                    <a:pt x="3805" y="1819"/>
                  </a:lnTo>
                  <a:lnTo>
                    <a:pt x="3772" y="1987"/>
                  </a:lnTo>
                  <a:lnTo>
                    <a:pt x="3772" y="2156"/>
                  </a:lnTo>
                  <a:lnTo>
                    <a:pt x="3637" y="2492"/>
                  </a:lnTo>
                  <a:lnTo>
                    <a:pt x="3469" y="2829"/>
                  </a:lnTo>
                  <a:lnTo>
                    <a:pt x="3233" y="3098"/>
                  </a:lnTo>
                  <a:lnTo>
                    <a:pt x="2964" y="3334"/>
                  </a:lnTo>
                  <a:lnTo>
                    <a:pt x="2627" y="3502"/>
                  </a:lnTo>
                  <a:lnTo>
                    <a:pt x="2324" y="3570"/>
                  </a:lnTo>
                  <a:lnTo>
                    <a:pt x="1987" y="3603"/>
                  </a:lnTo>
                  <a:lnTo>
                    <a:pt x="1651" y="3603"/>
                  </a:lnTo>
                  <a:lnTo>
                    <a:pt x="1348" y="3570"/>
                  </a:lnTo>
                  <a:lnTo>
                    <a:pt x="1112" y="3502"/>
                  </a:lnTo>
                  <a:lnTo>
                    <a:pt x="944" y="3435"/>
                  </a:lnTo>
                  <a:lnTo>
                    <a:pt x="775" y="3334"/>
                  </a:lnTo>
                  <a:lnTo>
                    <a:pt x="641" y="3199"/>
                  </a:lnTo>
                  <a:lnTo>
                    <a:pt x="506" y="3031"/>
                  </a:lnTo>
                  <a:lnTo>
                    <a:pt x="405" y="2863"/>
                  </a:lnTo>
                  <a:lnTo>
                    <a:pt x="338" y="2694"/>
                  </a:lnTo>
                  <a:lnTo>
                    <a:pt x="270" y="2459"/>
                  </a:lnTo>
                  <a:lnTo>
                    <a:pt x="237" y="2122"/>
                  </a:lnTo>
                  <a:lnTo>
                    <a:pt x="237" y="1785"/>
                  </a:lnTo>
                  <a:lnTo>
                    <a:pt x="338" y="1449"/>
                  </a:lnTo>
                  <a:lnTo>
                    <a:pt x="439" y="1146"/>
                  </a:lnTo>
                  <a:lnTo>
                    <a:pt x="641" y="876"/>
                  </a:lnTo>
                  <a:lnTo>
                    <a:pt x="843" y="674"/>
                  </a:lnTo>
                  <a:lnTo>
                    <a:pt x="1112" y="472"/>
                  </a:lnTo>
                  <a:lnTo>
                    <a:pt x="1415" y="338"/>
                  </a:lnTo>
                  <a:lnTo>
                    <a:pt x="1482" y="338"/>
                  </a:lnTo>
                  <a:lnTo>
                    <a:pt x="1785" y="304"/>
                  </a:lnTo>
                  <a:lnTo>
                    <a:pt x="2088" y="270"/>
                  </a:lnTo>
                  <a:close/>
                  <a:moveTo>
                    <a:pt x="1987" y="1"/>
                  </a:moveTo>
                  <a:lnTo>
                    <a:pt x="1651" y="35"/>
                  </a:lnTo>
                  <a:lnTo>
                    <a:pt x="1449" y="68"/>
                  </a:lnTo>
                  <a:lnTo>
                    <a:pt x="1280" y="136"/>
                  </a:lnTo>
                  <a:lnTo>
                    <a:pt x="1112" y="203"/>
                  </a:lnTo>
                  <a:lnTo>
                    <a:pt x="944" y="270"/>
                  </a:lnTo>
                  <a:lnTo>
                    <a:pt x="775" y="405"/>
                  </a:lnTo>
                  <a:lnTo>
                    <a:pt x="641" y="506"/>
                  </a:lnTo>
                  <a:lnTo>
                    <a:pt x="405" y="809"/>
                  </a:lnTo>
                  <a:lnTo>
                    <a:pt x="203" y="1112"/>
                  </a:lnTo>
                  <a:lnTo>
                    <a:pt x="68" y="1482"/>
                  </a:lnTo>
                  <a:lnTo>
                    <a:pt x="1" y="1886"/>
                  </a:lnTo>
                  <a:lnTo>
                    <a:pt x="1" y="2290"/>
                  </a:lnTo>
                  <a:lnTo>
                    <a:pt x="35" y="2526"/>
                  </a:lnTo>
                  <a:lnTo>
                    <a:pt x="68" y="2762"/>
                  </a:lnTo>
                  <a:lnTo>
                    <a:pt x="136" y="2964"/>
                  </a:lnTo>
                  <a:lnTo>
                    <a:pt x="237" y="3166"/>
                  </a:lnTo>
                  <a:lnTo>
                    <a:pt x="371" y="3300"/>
                  </a:lnTo>
                  <a:lnTo>
                    <a:pt x="506" y="3435"/>
                  </a:lnTo>
                  <a:lnTo>
                    <a:pt x="674" y="3570"/>
                  </a:lnTo>
                  <a:lnTo>
                    <a:pt x="843" y="3671"/>
                  </a:lnTo>
                  <a:lnTo>
                    <a:pt x="1011" y="3738"/>
                  </a:lnTo>
                  <a:lnTo>
                    <a:pt x="1213" y="3805"/>
                  </a:lnTo>
                  <a:lnTo>
                    <a:pt x="1617" y="3873"/>
                  </a:lnTo>
                  <a:lnTo>
                    <a:pt x="2055" y="3873"/>
                  </a:lnTo>
                  <a:lnTo>
                    <a:pt x="2526" y="3805"/>
                  </a:lnTo>
                  <a:lnTo>
                    <a:pt x="2728" y="3772"/>
                  </a:lnTo>
                  <a:lnTo>
                    <a:pt x="2930" y="3671"/>
                  </a:lnTo>
                  <a:lnTo>
                    <a:pt x="3132" y="3570"/>
                  </a:lnTo>
                  <a:lnTo>
                    <a:pt x="3300" y="3469"/>
                  </a:lnTo>
                  <a:lnTo>
                    <a:pt x="3435" y="3300"/>
                  </a:lnTo>
                  <a:lnTo>
                    <a:pt x="3570" y="3166"/>
                  </a:lnTo>
                  <a:lnTo>
                    <a:pt x="3704" y="2997"/>
                  </a:lnTo>
                  <a:lnTo>
                    <a:pt x="3805" y="2795"/>
                  </a:lnTo>
                  <a:lnTo>
                    <a:pt x="3873" y="2627"/>
                  </a:lnTo>
                  <a:lnTo>
                    <a:pt x="3940" y="2425"/>
                  </a:lnTo>
                  <a:lnTo>
                    <a:pt x="3974" y="2223"/>
                  </a:lnTo>
                  <a:lnTo>
                    <a:pt x="4007" y="2021"/>
                  </a:lnTo>
                  <a:lnTo>
                    <a:pt x="4007" y="1785"/>
                  </a:lnTo>
                  <a:lnTo>
                    <a:pt x="3974" y="1583"/>
                  </a:lnTo>
                  <a:lnTo>
                    <a:pt x="3940" y="1381"/>
                  </a:lnTo>
                  <a:lnTo>
                    <a:pt x="3906" y="1179"/>
                  </a:lnTo>
                  <a:lnTo>
                    <a:pt x="3738" y="876"/>
                  </a:lnTo>
                  <a:lnTo>
                    <a:pt x="3536" y="607"/>
                  </a:lnTo>
                  <a:lnTo>
                    <a:pt x="3267" y="371"/>
                  </a:lnTo>
                  <a:lnTo>
                    <a:pt x="2997" y="203"/>
                  </a:lnTo>
                  <a:lnTo>
                    <a:pt x="2661" y="68"/>
                  </a:lnTo>
                  <a:lnTo>
                    <a:pt x="232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 name="Google Shape;71;p2"/>
            <p:cNvSpPr/>
            <p:nvPr/>
          </p:nvSpPr>
          <p:spPr>
            <a:xfrm>
              <a:off x="305052" y="1677937"/>
              <a:ext cx="1538677" cy="673192"/>
            </a:xfrm>
            <a:custGeom>
              <a:avLst/>
              <a:gdLst/>
              <a:ahLst/>
              <a:cxnLst/>
              <a:rect l="l" t="t" r="r" b="b"/>
              <a:pathLst>
                <a:path w="23165" h="10135" extrusionOk="0">
                  <a:moveTo>
                    <a:pt x="3603" y="304"/>
                  </a:moveTo>
                  <a:lnTo>
                    <a:pt x="3940" y="337"/>
                  </a:lnTo>
                  <a:lnTo>
                    <a:pt x="4647" y="472"/>
                  </a:lnTo>
                  <a:lnTo>
                    <a:pt x="5219" y="607"/>
                  </a:lnTo>
                  <a:lnTo>
                    <a:pt x="6397" y="775"/>
                  </a:lnTo>
                  <a:lnTo>
                    <a:pt x="7576" y="977"/>
                  </a:lnTo>
                  <a:lnTo>
                    <a:pt x="7340" y="1112"/>
                  </a:lnTo>
                  <a:lnTo>
                    <a:pt x="7138" y="1213"/>
                  </a:lnTo>
                  <a:lnTo>
                    <a:pt x="6667" y="1482"/>
                  </a:lnTo>
                  <a:lnTo>
                    <a:pt x="6330" y="1348"/>
                  </a:lnTo>
                  <a:lnTo>
                    <a:pt x="5926" y="1246"/>
                  </a:lnTo>
                  <a:lnTo>
                    <a:pt x="5522" y="1179"/>
                  </a:lnTo>
                  <a:lnTo>
                    <a:pt x="5152" y="1145"/>
                  </a:lnTo>
                  <a:lnTo>
                    <a:pt x="5084" y="1112"/>
                  </a:lnTo>
                  <a:lnTo>
                    <a:pt x="4849" y="910"/>
                  </a:lnTo>
                  <a:lnTo>
                    <a:pt x="4546" y="741"/>
                  </a:lnTo>
                  <a:lnTo>
                    <a:pt x="4276" y="640"/>
                  </a:lnTo>
                  <a:lnTo>
                    <a:pt x="3973" y="539"/>
                  </a:lnTo>
                  <a:lnTo>
                    <a:pt x="3637" y="506"/>
                  </a:lnTo>
                  <a:lnTo>
                    <a:pt x="3334" y="472"/>
                  </a:lnTo>
                  <a:lnTo>
                    <a:pt x="2997" y="472"/>
                  </a:lnTo>
                  <a:lnTo>
                    <a:pt x="2694" y="506"/>
                  </a:lnTo>
                  <a:lnTo>
                    <a:pt x="2829" y="438"/>
                  </a:lnTo>
                  <a:lnTo>
                    <a:pt x="2963" y="371"/>
                  </a:lnTo>
                  <a:lnTo>
                    <a:pt x="3266" y="304"/>
                  </a:lnTo>
                  <a:close/>
                  <a:moveTo>
                    <a:pt x="2559" y="640"/>
                  </a:moveTo>
                  <a:lnTo>
                    <a:pt x="2593" y="741"/>
                  </a:lnTo>
                  <a:lnTo>
                    <a:pt x="2627" y="775"/>
                  </a:lnTo>
                  <a:lnTo>
                    <a:pt x="3502" y="775"/>
                  </a:lnTo>
                  <a:lnTo>
                    <a:pt x="3771" y="809"/>
                  </a:lnTo>
                  <a:lnTo>
                    <a:pt x="4007" y="876"/>
                  </a:lnTo>
                  <a:lnTo>
                    <a:pt x="4276" y="943"/>
                  </a:lnTo>
                  <a:lnTo>
                    <a:pt x="4512" y="1044"/>
                  </a:lnTo>
                  <a:lnTo>
                    <a:pt x="4748" y="1179"/>
                  </a:lnTo>
                  <a:lnTo>
                    <a:pt x="4815" y="1213"/>
                  </a:lnTo>
                  <a:lnTo>
                    <a:pt x="4815" y="1280"/>
                  </a:lnTo>
                  <a:lnTo>
                    <a:pt x="4882" y="1348"/>
                  </a:lnTo>
                  <a:lnTo>
                    <a:pt x="4983" y="1348"/>
                  </a:lnTo>
                  <a:lnTo>
                    <a:pt x="5152" y="1583"/>
                  </a:lnTo>
                  <a:lnTo>
                    <a:pt x="5320" y="1819"/>
                  </a:lnTo>
                  <a:lnTo>
                    <a:pt x="5421" y="2088"/>
                  </a:lnTo>
                  <a:lnTo>
                    <a:pt x="5522" y="2358"/>
                  </a:lnTo>
                  <a:lnTo>
                    <a:pt x="5589" y="2661"/>
                  </a:lnTo>
                  <a:lnTo>
                    <a:pt x="5623" y="2930"/>
                  </a:lnTo>
                  <a:lnTo>
                    <a:pt x="5690" y="3502"/>
                  </a:lnTo>
                  <a:lnTo>
                    <a:pt x="5690" y="3805"/>
                  </a:lnTo>
                  <a:lnTo>
                    <a:pt x="5657" y="4108"/>
                  </a:lnTo>
                  <a:lnTo>
                    <a:pt x="5623" y="4411"/>
                  </a:lnTo>
                  <a:lnTo>
                    <a:pt x="5522" y="4681"/>
                  </a:lnTo>
                  <a:lnTo>
                    <a:pt x="5421" y="4950"/>
                  </a:lnTo>
                  <a:lnTo>
                    <a:pt x="5253" y="5186"/>
                  </a:lnTo>
                  <a:lnTo>
                    <a:pt x="5051" y="5421"/>
                  </a:lnTo>
                  <a:lnTo>
                    <a:pt x="4815" y="5590"/>
                  </a:lnTo>
                  <a:lnTo>
                    <a:pt x="4613" y="5724"/>
                  </a:lnTo>
                  <a:lnTo>
                    <a:pt x="4377" y="5825"/>
                  </a:lnTo>
                  <a:lnTo>
                    <a:pt x="4108" y="5893"/>
                  </a:lnTo>
                  <a:lnTo>
                    <a:pt x="3872" y="5960"/>
                  </a:lnTo>
                  <a:lnTo>
                    <a:pt x="3334" y="5994"/>
                  </a:lnTo>
                  <a:lnTo>
                    <a:pt x="2829" y="5994"/>
                  </a:lnTo>
                  <a:lnTo>
                    <a:pt x="2559" y="5960"/>
                  </a:lnTo>
                  <a:lnTo>
                    <a:pt x="2290" y="5926"/>
                  </a:lnTo>
                  <a:lnTo>
                    <a:pt x="2054" y="5825"/>
                  </a:lnTo>
                  <a:lnTo>
                    <a:pt x="1819" y="5724"/>
                  </a:lnTo>
                  <a:lnTo>
                    <a:pt x="1617" y="5623"/>
                  </a:lnTo>
                  <a:lnTo>
                    <a:pt x="1381" y="5489"/>
                  </a:lnTo>
                  <a:lnTo>
                    <a:pt x="1213" y="5320"/>
                  </a:lnTo>
                  <a:lnTo>
                    <a:pt x="1011" y="5152"/>
                  </a:lnTo>
                  <a:lnTo>
                    <a:pt x="842" y="4950"/>
                  </a:lnTo>
                  <a:lnTo>
                    <a:pt x="708" y="4748"/>
                  </a:lnTo>
                  <a:lnTo>
                    <a:pt x="573" y="4546"/>
                  </a:lnTo>
                  <a:lnTo>
                    <a:pt x="472" y="4310"/>
                  </a:lnTo>
                  <a:lnTo>
                    <a:pt x="371" y="4075"/>
                  </a:lnTo>
                  <a:lnTo>
                    <a:pt x="304" y="3839"/>
                  </a:lnTo>
                  <a:lnTo>
                    <a:pt x="270" y="3570"/>
                  </a:lnTo>
                  <a:lnTo>
                    <a:pt x="236" y="3300"/>
                  </a:lnTo>
                  <a:lnTo>
                    <a:pt x="270" y="3065"/>
                  </a:lnTo>
                  <a:lnTo>
                    <a:pt x="270" y="2829"/>
                  </a:lnTo>
                  <a:lnTo>
                    <a:pt x="337" y="2593"/>
                  </a:lnTo>
                  <a:lnTo>
                    <a:pt x="405" y="2358"/>
                  </a:lnTo>
                  <a:lnTo>
                    <a:pt x="506" y="2156"/>
                  </a:lnTo>
                  <a:lnTo>
                    <a:pt x="640" y="1954"/>
                  </a:lnTo>
                  <a:lnTo>
                    <a:pt x="775" y="1752"/>
                  </a:lnTo>
                  <a:lnTo>
                    <a:pt x="943" y="1583"/>
                  </a:lnTo>
                  <a:lnTo>
                    <a:pt x="1280" y="1280"/>
                  </a:lnTo>
                  <a:lnTo>
                    <a:pt x="1684" y="1011"/>
                  </a:lnTo>
                  <a:lnTo>
                    <a:pt x="2122" y="809"/>
                  </a:lnTo>
                  <a:lnTo>
                    <a:pt x="2559" y="640"/>
                  </a:lnTo>
                  <a:close/>
                  <a:moveTo>
                    <a:pt x="5387" y="1449"/>
                  </a:moveTo>
                  <a:lnTo>
                    <a:pt x="6061" y="1550"/>
                  </a:lnTo>
                  <a:lnTo>
                    <a:pt x="6364" y="1651"/>
                  </a:lnTo>
                  <a:lnTo>
                    <a:pt x="6700" y="1752"/>
                  </a:lnTo>
                  <a:lnTo>
                    <a:pt x="6633" y="2055"/>
                  </a:lnTo>
                  <a:lnTo>
                    <a:pt x="6566" y="2391"/>
                  </a:lnTo>
                  <a:lnTo>
                    <a:pt x="6498" y="3031"/>
                  </a:lnTo>
                  <a:lnTo>
                    <a:pt x="6263" y="3974"/>
                  </a:lnTo>
                  <a:lnTo>
                    <a:pt x="6027" y="4916"/>
                  </a:lnTo>
                  <a:lnTo>
                    <a:pt x="5892" y="5287"/>
                  </a:lnTo>
                  <a:lnTo>
                    <a:pt x="5825" y="5623"/>
                  </a:lnTo>
                  <a:lnTo>
                    <a:pt x="5791" y="5994"/>
                  </a:lnTo>
                  <a:lnTo>
                    <a:pt x="5791" y="6128"/>
                  </a:lnTo>
                  <a:lnTo>
                    <a:pt x="5825" y="6297"/>
                  </a:lnTo>
                  <a:lnTo>
                    <a:pt x="5724" y="6229"/>
                  </a:lnTo>
                  <a:lnTo>
                    <a:pt x="5589" y="6196"/>
                  </a:lnTo>
                  <a:lnTo>
                    <a:pt x="5320" y="6196"/>
                  </a:lnTo>
                  <a:lnTo>
                    <a:pt x="5185" y="6162"/>
                  </a:lnTo>
                  <a:lnTo>
                    <a:pt x="5051" y="6128"/>
                  </a:lnTo>
                  <a:lnTo>
                    <a:pt x="4748" y="5994"/>
                  </a:lnTo>
                  <a:lnTo>
                    <a:pt x="4983" y="5893"/>
                  </a:lnTo>
                  <a:lnTo>
                    <a:pt x="5185" y="5724"/>
                  </a:lnTo>
                  <a:lnTo>
                    <a:pt x="5387" y="5489"/>
                  </a:lnTo>
                  <a:lnTo>
                    <a:pt x="5589" y="5253"/>
                  </a:lnTo>
                  <a:lnTo>
                    <a:pt x="5724" y="4984"/>
                  </a:lnTo>
                  <a:lnTo>
                    <a:pt x="5825" y="4714"/>
                  </a:lnTo>
                  <a:lnTo>
                    <a:pt x="5892" y="4445"/>
                  </a:lnTo>
                  <a:lnTo>
                    <a:pt x="5960" y="4142"/>
                  </a:lnTo>
                  <a:lnTo>
                    <a:pt x="5960" y="3839"/>
                  </a:lnTo>
                  <a:lnTo>
                    <a:pt x="5960" y="3502"/>
                  </a:lnTo>
                  <a:lnTo>
                    <a:pt x="5926" y="2964"/>
                  </a:lnTo>
                  <a:lnTo>
                    <a:pt x="5825" y="2425"/>
                  </a:lnTo>
                  <a:lnTo>
                    <a:pt x="5758" y="2156"/>
                  </a:lnTo>
                  <a:lnTo>
                    <a:pt x="5657" y="1920"/>
                  </a:lnTo>
                  <a:lnTo>
                    <a:pt x="5522" y="1651"/>
                  </a:lnTo>
                  <a:lnTo>
                    <a:pt x="5387" y="1449"/>
                  </a:lnTo>
                  <a:close/>
                  <a:moveTo>
                    <a:pt x="4411" y="6128"/>
                  </a:moveTo>
                  <a:lnTo>
                    <a:pt x="4546" y="6229"/>
                  </a:lnTo>
                  <a:lnTo>
                    <a:pt x="4680" y="6263"/>
                  </a:lnTo>
                  <a:lnTo>
                    <a:pt x="5017" y="6364"/>
                  </a:lnTo>
                  <a:lnTo>
                    <a:pt x="5219" y="6431"/>
                  </a:lnTo>
                  <a:lnTo>
                    <a:pt x="5421" y="6431"/>
                  </a:lnTo>
                  <a:lnTo>
                    <a:pt x="5522" y="6465"/>
                  </a:lnTo>
                  <a:lnTo>
                    <a:pt x="5488" y="6499"/>
                  </a:lnTo>
                  <a:lnTo>
                    <a:pt x="5387" y="6633"/>
                  </a:lnTo>
                  <a:lnTo>
                    <a:pt x="5320" y="6835"/>
                  </a:lnTo>
                  <a:lnTo>
                    <a:pt x="5253" y="6869"/>
                  </a:lnTo>
                  <a:lnTo>
                    <a:pt x="5118" y="6835"/>
                  </a:lnTo>
                  <a:lnTo>
                    <a:pt x="4849" y="6802"/>
                  </a:lnTo>
                  <a:lnTo>
                    <a:pt x="4546" y="6701"/>
                  </a:lnTo>
                  <a:lnTo>
                    <a:pt x="3906" y="6566"/>
                  </a:lnTo>
                  <a:lnTo>
                    <a:pt x="3603" y="6465"/>
                  </a:lnTo>
                  <a:lnTo>
                    <a:pt x="3468" y="6398"/>
                  </a:lnTo>
                  <a:lnTo>
                    <a:pt x="3300" y="6330"/>
                  </a:lnTo>
                  <a:lnTo>
                    <a:pt x="3872" y="6263"/>
                  </a:lnTo>
                  <a:lnTo>
                    <a:pt x="4142" y="6196"/>
                  </a:lnTo>
                  <a:lnTo>
                    <a:pt x="4411" y="6128"/>
                  </a:lnTo>
                  <a:close/>
                  <a:moveTo>
                    <a:pt x="15926" y="8653"/>
                  </a:moveTo>
                  <a:lnTo>
                    <a:pt x="16936" y="8822"/>
                  </a:lnTo>
                  <a:lnTo>
                    <a:pt x="16902" y="8855"/>
                  </a:lnTo>
                  <a:lnTo>
                    <a:pt x="16801" y="8923"/>
                  </a:lnTo>
                  <a:lnTo>
                    <a:pt x="16666" y="8956"/>
                  </a:lnTo>
                  <a:lnTo>
                    <a:pt x="16431" y="8956"/>
                  </a:lnTo>
                  <a:lnTo>
                    <a:pt x="16296" y="8923"/>
                  </a:lnTo>
                  <a:lnTo>
                    <a:pt x="16161" y="8855"/>
                  </a:lnTo>
                  <a:lnTo>
                    <a:pt x="16027" y="8754"/>
                  </a:lnTo>
                  <a:lnTo>
                    <a:pt x="15926" y="8653"/>
                  </a:lnTo>
                  <a:close/>
                  <a:moveTo>
                    <a:pt x="20572" y="5051"/>
                  </a:moveTo>
                  <a:lnTo>
                    <a:pt x="20875" y="5085"/>
                  </a:lnTo>
                  <a:lnTo>
                    <a:pt x="21178" y="5152"/>
                  </a:lnTo>
                  <a:lnTo>
                    <a:pt x="21481" y="5253"/>
                  </a:lnTo>
                  <a:lnTo>
                    <a:pt x="21750" y="5421"/>
                  </a:lnTo>
                  <a:lnTo>
                    <a:pt x="22019" y="5623"/>
                  </a:lnTo>
                  <a:lnTo>
                    <a:pt x="22255" y="5825"/>
                  </a:lnTo>
                  <a:lnTo>
                    <a:pt x="22491" y="6095"/>
                  </a:lnTo>
                  <a:lnTo>
                    <a:pt x="22659" y="6398"/>
                  </a:lnTo>
                  <a:lnTo>
                    <a:pt x="22760" y="6633"/>
                  </a:lnTo>
                  <a:lnTo>
                    <a:pt x="22861" y="6903"/>
                  </a:lnTo>
                  <a:lnTo>
                    <a:pt x="22895" y="7138"/>
                  </a:lnTo>
                  <a:lnTo>
                    <a:pt x="22928" y="7408"/>
                  </a:lnTo>
                  <a:lnTo>
                    <a:pt x="22895" y="7677"/>
                  </a:lnTo>
                  <a:lnTo>
                    <a:pt x="22861" y="7913"/>
                  </a:lnTo>
                  <a:lnTo>
                    <a:pt x="22794" y="8182"/>
                  </a:lnTo>
                  <a:lnTo>
                    <a:pt x="22726" y="8418"/>
                  </a:lnTo>
                  <a:lnTo>
                    <a:pt x="22592" y="8653"/>
                  </a:lnTo>
                  <a:lnTo>
                    <a:pt x="22457" y="8855"/>
                  </a:lnTo>
                  <a:lnTo>
                    <a:pt x="22289" y="9091"/>
                  </a:lnTo>
                  <a:lnTo>
                    <a:pt x="22120" y="9259"/>
                  </a:lnTo>
                  <a:lnTo>
                    <a:pt x="21918" y="9428"/>
                  </a:lnTo>
                  <a:lnTo>
                    <a:pt x="21716" y="9596"/>
                  </a:lnTo>
                  <a:lnTo>
                    <a:pt x="21481" y="9731"/>
                  </a:lnTo>
                  <a:lnTo>
                    <a:pt x="21245" y="9832"/>
                  </a:lnTo>
                  <a:lnTo>
                    <a:pt x="20875" y="9933"/>
                  </a:lnTo>
                  <a:lnTo>
                    <a:pt x="20504" y="9967"/>
                  </a:lnTo>
                  <a:lnTo>
                    <a:pt x="20134" y="9933"/>
                  </a:lnTo>
                  <a:lnTo>
                    <a:pt x="19764" y="9866"/>
                  </a:lnTo>
                  <a:lnTo>
                    <a:pt x="19427" y="9731"/>
                  </a:lnTo>
                  <a:lnTo>
                    <a:pt x="19124" y="9529"/>
                  </a:lnTo>
                  <a:lnTo>
                    <a:pt x="18821" y="9293"/>
                  </a:lnTo>
                  <a:lnTo>
                    <a:pt x="18585" y="9057"/>
                  </a:lnTo>
                  <a:lnTo>
                    <a:pt x="18619" y="8990"/>
                  </a:lnTo>
                  <a:lnTo>
                    <a:pt x="18585" y="8923"/>
                  </a:lnTo>
                  <a:lnTo>
                    <a:pt x="18585" y="8889"/>
                  </a:lnTo>
                  <a:lnTo>
                    <a:pt x="18518" y="8855"/>
                  </a:lnTo>
                  <a:lnTo>
                    <a:pt x="18451" y="8822"/>
                  </a:lnTo>
                  <a:lnTo>
                    <a:pt x="18316" y="8586"/>
                  </a:lnTo>
                  <a:lnTo>
                    <a:pt x="18181" y="8350"/>
                  </a:lnTo>
                  <a:lnTo>
                    <a:pt x="18114" y="8047"/>
                  </a:lnTo>
                  <a:lnTo>
                    <a:pt x="18080" y="7778"/>
                  </a:lnTo>
                  <a:lnTo>
                    <a:pt x="18080" y="7509"/>
                  </a:lnTo>
                  <a:lnTo>
                    <a:pt x="18114" y="7239"/>
                  </a:lnTo>
                  <a:lnTo>
                    <a:pt x="18148" y="7004"/>
                  </a:lnTo>
                  <a:lnTo>
                    <a:pt x="18249" y="6768"/>
                  </a:lnTo>
                  <a:lnTo>
                    <a:pt x="18350" y="6532"/>
                  </a:lnTo>
                  <a:lnTo>
                    <a:pt x="18484" y="6330"/>
                  </a:lnTo>
                  <a:lnTo>
                    <a:pt x="18619" y="6128"/>
                  </a:lnTo>
                  <a:lnTo>
                    <a:pt x="18787" y="5960"/>
                  </a:lnTo>
                  <a:lnTo>
                    <a:pt x="18989" y="5792"/>
                  </a:lnTo>
                  <a:lnTo>
                    <a:pt x="19191" y="5623"/>
                  </a:lnTo>
                  <a:lnTo>
                    <a:pt x="19393" y="5489"/>
                  </a:lnTo>
                  <a:lnTo>
                    <a:pt x="19629" y="5354"/>
                  </a:lnTo>
                  <a:lnTo>
                    <a:pt x="19865" y="5253"/>
                  </a:lnTo>
                  <a:lnTo>
                    <a:pt x="20100" y="5186"/>
                  </a:lnTo>
                  <a:lnTo>
                    <a:pt x="20336" y="5118"/>
                  </a:lnTo>
                  <a:lnTo>
                    <a:pt x="20572" y="5051"/>
                  </a:lnTo>
                  <a:close/>
                  <a:moveTo>
                    <a:pt x="4680" y="1"/>
                  </a:moveTo>
                  <a:lnTo>
                    <a:pt x="4512" y="34"/>
                  </a:lnTo>
                  <a:lnTo>
                    <a:pt x="4377" y="68"/>
                  </a:lnTo>
                  <a:lnTo>
                    <a:pt x="4344" y="135"/>
                  </a:lnTo>
                  <a:lnTo>
                    <a:pt x="4344" y="169"/>
                  </a:lnTo>
                  <a:lnTo>
                    <a:pt x="4377" y="236"/>
                  </a:lnTo>
                  <a:lnTo>
                    <a:pt x="4243" y="236"/>
                  </a:lnTo>
                  <a:lnTo>
                    <a:pt x="3839" y="135"/>
                  </a:lnTo>
                  <a:lnTo>
                    <a:pt x="3536" y="102"/>
                  </a:lnTo>
                  <a:lnTo>
                    <a:pt x="3233" y="68"/>
                  </a:lnTo>
                  <a:lnTo>
                    <a:pt x="2930" y="68"/>
                  </a:lnTo>
                  <a:lnTo>
                    <a:pt x="2829" y="102"/>
                  </a:lnTo>
                  <a:lnTo>
                    <a:pt x="2728" y="135"/>
                  </a:lnTo>
                  <a:lnTo>
                    <a:pt x="2627" y="203"/>
                  </a:lnTo>
                  <a:lnTo>
                    <a:pt x="2559" y="270"/>
                  </a:lnTo>
                  <a:lnTo>
                    <a:pt x="2526" y="371"/>
                  </a:lnTo>
                  <a:lnTo>
                    <a:pt x="2526" y="472"/>
                  </a:lnTo>
                  <a:lnTo>
                    <a:pt x="2256" y="539"/>
                  </a:lnTo>
                  <a:lnTo>
                    <a:pt x="2021" y="573"/>
                  </a:lnTo>
                  <a:lnTo>
                    <a:pt x="1785" y="674"/>
                  </a:lnTo>
                  <a:lnTo>
                    <a:pt x="1549" y="775"/>
                  </a:lnTo>
                  <a:lnTo>
                    <a:pt x="1314" y="910"/>
                  </a:lnTo>
                  <a:lnTo>
                    <a:pt x="1112" y="1078"/>
                  </a:lnTo>
                  <a:lnTo>
                    <a:pt x="910" y="1246"/>
                  </a:lnTo>
                  <a:lnTo>
                    <a:pt x="741" y="1415"/>
                  </a:lnTo>
                  <a:lnTo>
                    <a:pt x="573" y="1617"/>
                  </a:lnTo>
                  <a:lnTo>
                    <a:pt x="438" y="1819"/>
                  </a:lnTo>
                  <a:lnTo>
                    <a:pt x="304" y="2055"/>
                  </a:lnTo>
                  <a:lnTo>
                    <a:pt x="203" y="2290"/>
                  </a:lnTo>
                  <a:lnTo>
                    <a:pt x="135" y="2526"/>
                  </a:lnTo>
                  <a:lnTo>
                    <a:pt x="68" y="2795"/>
                  </a:lnTo>
                  <a:lnTo>
                    <a:pt x="34" y="3065"/>
                  </a:lnTo>
                  <a:lnTo>
                    <a:pt x="1" y="3300"/>
                  </a:lnTo>
                  <a:lnTo>
                    <a:pt x="1" y="3603"/>
                  </a:lnTo>
                  <a:lnTo>
                    <a:pt x="34" y="3906"/>
                  </a:lnTo>
                  <a:lnTo>
                    <a:pt x="102" y="4176"/>
                  </a:lnTo>
                  <a:lnTo>
                    <a:pt x="203" y="4445"/>
                  </a:lnTo>
                  <a:lnTo>
                    <a:pt x="304" y="4681"/>
                  </a:lnTo>
                  <a:lnTo>
                    <a:pt x="472" y="4950"/>
                  </a:lnTo>
                  <a:lnTo>
                    <a:pt x="640" y="5152"/>
                  </a:lnTo>
                  <a:lnTo>
                    <a:pt x="809" y="5354"/>
                  </a:lnTo>
                  <a:lnTo>
                    <a:pt x="1011" y="5556"/>
                  </a:lnTo>
                  <a:lnTo>
                    <a:pt x="1246" y="5724"/>
                  </a:lnTo>
                  <a:lnTo>
                    <a:pt x="1482" y="5859"/>
                  </a:lnTo>
                  <a:lnTo>
                    <a:pt x="1718" y="5994"/>
                  </a:lnTo>
                  <a:lnTo>
                    <a:pt x="1987" y="6095"/>
                  </a:lnTo>
                  <a:lnTo>
                    <a:pt x="2256" y="6196"/>
                  </a:lnTo>
                  <a:lnTo>
                    <a:pt x="2526" y="6263"/>
                  </a:lnTo>
                  <a:lnTo>
                    <a:pt x="2829" y="6297"/>
                  </a:lnTo>
                  <a:lnTo>
                    <a:pt x="3031" y="6330"/>
                  </a:lnTo>
                  <a:lnTo>
                    <a:pt x="2997" y="6330"/>
                  </a:lnTo>
                  <a:lnTo>
                    <a:pt x="2997" y="6398"/>
                  </a:lnTo>
                  <a:lnTo>
                    <a:pt x="3064" y="6465"/>
                  </a:lnTo>
                  <a:lnTo>
                    <a:pt x="3435" y="6667"/>
                  </a:lnTo>
                  <a:lnTo>
                    <a:pt x="3839" y="6802"/>
                  </a:lnTo>
                  <a:lnTo>
                    <a:pt x="4344" y="6936"/>
                  </a:lnTo>
                  <a:lnTo>
                    <a:pt x="4512" y="7004"/>
                  </a:lnTo>
                  <a:lnTo>
                    <a:pt x="4714" y="7071"/>
                  </a:lnTo>
                  <a:lnTo>
                    <a:pt x="4916" y="7105"/>
                  </a:lnTo>
                  <a:lnTo>
                    <a:pt x="5084" y="7138"/>
                  </a:lnTo>
                  <a:lnTo>
                    <a:pt x="5253" y="7138"/>
                  </a:lnTo>
                  <a:lnTo>
                    <a:pt x="5354" y="7105"/>
                  </a:lnTo>
                  <a:lnTo>
                    <a:pt x="5455" y="7037"/>
                  </a:lnTo>
                  <a:lnTo>
                    <a:pt x="5556" y="6903"/>
                  </a:lnTo>
                  <a:lnTo>
                    <a:pt x="5623" y="6768"/>
                  </a:lnTo>
                  <a:lnTo>
                    <a:pt x="5657" y="6566"/>
                  </a:lnTo>
                  <a:lnTo>
                    <a:pt x="5657" y="6499"/>
                  </a:lnTo>
                  <a:lnTo>
                    <a:pt x="5892" y="6600"/>
                  </a:lnTo>
                  <a:lnTo>
                    <a:pt x="5926" y="6600"/>
                  </a:lnTo>
                  <a:lnTo>
                    <a:pt x="5960" y="6566"/>
                  </a:lnTo>
                  <a:lnTo>
                    <a:pt x="5993" y="6532"/>
                  </a:lnTo>
                  <a:lnTo>
                    <a:pt x="5993" y="6499"/>
                  </a:lnTo>
                  <a:lnTo>
                    <a:pt x="6128" y="6600"/>
                  </a:lnTo>
                  <a:lnTo>
                    <a:pt x="6330" y="6701"/>
                  </a:lnTo>
                  <a:lnTo>
                    <a:pt x="6364" y="6701"/>
                  </a:lnTo>
                  <a:lnTo>
                    <a:pt x="7273" y="7004"/>
                  </a:lnTo>
                  <a:lnTo>
                    <a:pt x="8216" y="7273"/>
                  </a:lnTo>
                  <a:lnTo>
                    <a:pt x="9125" y="7509"/>
                  </a:lnTo>
                  <a:lnTo>
                    <a:pt x="10101" y="7711"/>
                  </a:lnTo>
                  <a:lnTo>
                    <a:pt x="11986" y="8081"/>
                  </a:lnTo>
                  <a:lnTo>
                    <a:pt x="13872" y="8384"/>
                  </a:lnTo>
                  <a:lnTo>
                    <a:pt x="13939" y="8384"/>
                  </a:lnTo>
                  <a:lnTo>
                    <a:pt x="13973" y="8350"/>
                  </a:lnTo>
                  <a:lnTo>
                    <a:pt x="14040" y="8283"/>
                  </a:lnTo>
                  <a:lnTo>
                    <a:pt x="14040" y="8216"/>
                  </a:lnTo>
                  <a:lnTo>
                    <a:pt x="14006" y="8182"/>
                  </a:lnTo>
                  <a:lnTo>
                    <a:pt x="13939" y="8148"/>
                  </a:lnTo>
                  <a:lnTo>
                    <a:pt x="12996" y="7980"/>
                  </a:lnTo>
                  <a:lnTo>
                    <a:pt x="12054" y="7812"/>
                  </a:lnTo>
                  <a:lnTo>
                    <a:pt x="10202" y="7408"/>
                  </a:lnTo>
                  <a:lnTo>
                    <a:pt x="8317" y="6970"/>
                  </a:lnTo>
                  <a:lnTo>
                    <a:pt x="6465" y="6532"/>
                  </a:lnTo>
                  <a:lnTo>
                    <a:pt x="6397" y="6499"/>
                  </a:lnTo>
                  <a:lnTo>
                    <a:pt x="6263" y="6398"/>
                  </a:lnTo>
                  <a:lnTo>
                    <a:pt x="6162" y="6297"/>
                  </a:lnTo>
                  <a:lnTo>
                    <a:pt x="6094" y="6162"/>
                  </a:lnTo>
                  <a:lnTo>
                    <a:pt x="6061" y="5960"/>
                  </a:lnTo>
                  <a:lnTo>
                    <a:pt x="6061" y="5792"/>
                  </a:lnTo>
                  <a:lnTo>
                    <a:pt x="6061" y="5556"/>
                  </a:lnTo>
                  <a:lnTo>
                    <a:pt x="6162" y="5118"/>
                  </a:lnTo>
                  <a:lnTo>
                    <a:pt x="6263" y="4647"/>
                  </a:lnTo>
                  <a:lnTo>
                    <a:pt x="6397" y="4209"/>
                  </a:lnTo>
                  <a:lnTo>
                    <a:pt x="6599" y="3570"/>
                  </a:lnTo>
                  <a:lnTo>
                    <a:pt x="6700" y="3132"/>
                  </a:lnTo>
                  <a:lnTo>
                    <a:pt x="6801" y="2661"/>
                  </a:lnTo>
                  <a:lnTo>
                    <a:pt x="6835" y="2156"/>
                  </a:lnTo>
                  <a:lnTo>
                    <a:pt x="6835" y="1920"/>
                  </a:lnTo>
                  <a:lnTo>
                    <a:pt x="6835" y="1718"/>
                  </a:lnTo>
                  <a:lnTo>
                    <a:pt x="6835" y="1651"/>
                  </a:lnTo>
                  <a:lnTo>
                    <a:pt x="6970" y="1785"/>
                  </a:lnTo>
                  <a:lnTo>
                    <a:pt x="7138" y="1886"/>
                  </a:lnTo>
                  <a:lnTo>
                    <a:pt x="7239" y="1886"/>
                  </a:lnTo>
                  <a:lnTo>
                    <a:pt x="7340" y="1920"/>
                  </a:lnTo>
                  <a:lnTo>
                    <a:pt x="7407" y="1886"/>
                  </a:lnTo>
                  <a:lnTo>
                    <a:pt x="7441" y="1819"/>
                  </a:lnTo>
                  <a:lnTo>
                    <a:pt x="7407" y="1752"/>
                  </a:lnTo>
                  <a:lnTo>
                    <a:pt x="7340" y="1718"/>
                  </a:lnTo>
                  <a:lnTo>
                    <a:pt x="7205" y="1684"/>
                  </a:lnTo>
                  <a:lnTo>
                    <a:pt x="7037" y="1651"/>
                  </a:lnTo>
                  <a:lnTo>
                    <a:pt x="6936" y="1583"/>
                  </a:lnTo>
                  <a:lnTo>
                    <a:pt x="7542" y="1280"/>
                  </a:lnTo>
                  <a:lnTo>
                    <a:pt x="7879" y="1145"/>
                  </a:lnTo>
                  <a:lnTo>
                    <a:pt x="8047" y="1112"/>
                  </a:lnTo>
                  <a:lnTo>
                    <a:pt x="8249" y="1112"/>
                  </a:lnTo>
                  <a:lnTo>
                    <a:pt x="8788" y="1145"/>
                  </a:lnTo>
                  <a:lnTo>
                    <a:pt x="9327" y="1246"/>
                  </a:lnTo>
                  <a:lnTo>
                    <a:pt x="10404" y="1449"/>
                  </a:lnTo>
                  <a:lnTo>
                    <a:pt x="11414" y="1651"/>
                  </a:lnTo>
                  <a:lnTo>
                    <a:pt x="12390" y="1886"/>
                  </a:lnTo>
                  <a:lnTo>
                    <a:pt x="14343" y="2358"/>
                  </a:lnTo>
                  <a:lnTo>
                    <a:pt x="14410" y="2492"/>
                  </a:lnTo>
                  <a:lnTo>
                    <a:pt x="14478" y="2627"/>
                  </a:lnTo>
                  <a:lnTo>
                    <a:pt x="14646" y="2896"/>
                  </a:lnTo>
                  <a:lnTo>
                    <a:pt x="14781" y="3098"/>
                  </a:lnTo>
                  <a:lnTo>
                    <a:pt x="14781" y="3098"/>
                  </a:lnTo>
                  <a:lnTo>
                    <a:pt x="14309" y="3065"/>
                  </a:lnTo>
                  <a:lnTo>
                    <a:pt x="14242" y="2863"/>
                  </a:lnTo>
                  <a:lnTo>
                    <a:pt x="14208" y="2795"/>
                  </a:lnTo>
                  <a:lnTo>
                    <a:pt x="14141" y="2728"/>
                  </a:lnTo>
                  <a:lnTo>
                    <a:pt x="14141" y="2627"/>
                  </a:lnTo>
                  <a:lnTo>
                    <a:pt x="14107" y="2593"/>
                  </a:lnTo>
                  <a:lnTo>
                    <a:pt x="14074" y="2593"/>
                  </a:lnTo>
                  <a:lnTo>
                    <a:pt x="12660" y="2290"/>
                  </a:lnTo>
                  <a:lnTo>
                    <a:pt x="11246" y="1987"/>
                  </a:lnTo>
                  <a:lnTo>
                    <a:pt x="10572" y="1785"/>
                  </a:lnTo>
                  <a:lnTo>
                    <a:pt x="9865" y="1583"/>
                  </a:lnTo>
                  <a:lnTo>
                    <a:pt x="9158" y="1415"/>
                  </a:lnTo>
                  <a:lnTo>
                    <a:pt x="8788" y="1348"/>
                  </a:lnTo>
                  <a:lnTo>
                    <a:pt x="8451" y="1314"/>
                  </a:lnTo>
                  <a:lnTo>
                    <a:pt x="8418" y="1314"/>
                  </a:lnTo>
                  <a:lnTo>
                    <a:pt x="8418" y="1348"/>
                  </a:lnTo>
                  <a:lnTo>
                    <a:pt x="8418" y="1381"/>
                  </a:lnTo>
                  <a:lnTo>
                    <a:pt x="8721" y="1516"/>
                  </a:lnTo>
                  <a:lnTo>
                    <a:pt x="9024" y="1651"/>
                  </a:lnTo>
                  <a:lnTo>
                    <a:pt x="9663" y="1853"/>
                  </a:lnTo>
                  <a:lnTo>
                    <a:pt x="10943" y="2122"/>
                  </a:lnTo>
                  <a:lnTo>
                    <a:pt x="12458" y="2492"/>
                  </a:lnTo>
                  <a:lnTo>
                    <a:pt x="14006" y="2795"/>
                  </a:lnTo>
                  <a:lnTo>
                    <a:pt x="14074" y="2964"/>
                  </a:lnTo>
                  <a:lnTo>
                    <a:pt x="14107" y="3166"/>
                  </a:lnTo>
                  <a:lnTo>
                    <a:pt x="14141" y="3233"/>
                  </a:lnTo>
                  <a:lnTo>
                    <a:pt x="14208" y="3267"/>
                  </a:lnTo>
                  <a:lnTo>
                    <a:pt x="14680" y="3334"/>
                  </a:lnTo>
                  <a:lnTo>
                    <a:pt x="15151" y="3401"/>
                  </a:lnTo>
                  <a:lnTo>
                    <a:pt x="15185" y="3435"/>
                  </a:lnTo>
                  <a:lnTo>
                    <a:pt x="15252" y="3469"/>
                  </a:lnTo>
                  <a:lnTo>
                    <a:pt x="15319" y="3435"/>
                  </a:lnTo>
                  <a:lnTo>
                    <a:pt x="15387" y="3469"/>
                  </a:lnTo>
                  <a:lnTo>
                    <a:pt x="15286" y="3704"/>
                  </a:lnTo>
                  <a:lnTo>
                    <a:pt x="15185" y="3940"/>
                  </a:lnTo>
                  <a:lnTo>
                    <a:pt x="15016" y="4479"/>
                  </a:lnTo>
                  <a:lnTo>
                    <a:pt x="14882" y="5017"/>
                  </a:lnTo>
                  <a:lnTo>
                    <a:pt x="14814" y="5556"/>
                  </a:lnTo>
                  <a:lnTo>
                    <a:pt x="14747" y="6095"/>
                  </a:lnTo>
                  <a:lnTo>
                    <a:pt x="14612" y="6970"/>
                  </a:lnTo>
                  <a:lnTo>
                    <a:pt x="14511" y="7408"/>
                  </a:lnTo>
                  <a:lnTo>
                    <a:pt x="14410" y="7778"/>
                  </a:lnTo>
                  <a:lnTo>
                    <a:pt x="14343" y="7913"/>
                  </a:lnTo>
                  <a:lnTo>
                    <a:pt x="14276" y="8014"/>
                  </a:lnTo>
                  <a:lnTo>
                    <a:pt x="14208" y="8081"/>
                  </a:lnTo>
                  <a:lnTo>
                    <a:pt x="14074" y="8081"/>
                  </a:lnTo>
                  <a:lnTo>
                    <a:pt x="14040" y="8115"/>
                  </a:lnTo>
                  <a:lnTo>
                    <a:pt x="14040" y="8148"/>
                  </a:lnTo>
                  <a:lnTo>
                    <a:pt x="14040" y="8182"/>
                  </a:lnTo>
                  <a:lnTo>
                    <a:pt x="14074" y="8283"/>
                  </a:lnTo>
                  <a:lnTo>
                    <a:pt x="14107" y="8317"/>
                  </a:lnTo>
                  <a:lnTo>
                    <a:pt x="14175" y="8317"/>
                  </a:lnTo>
                  <a:lnTo>
                    <a:pt x="14343" y="8283"/>
                  </a:lnTo>
                  <a:lnTo>
                    <a:pt x="14377" y="8317"/>
                  </a:lnTo>
                  <a:lnTo>
                    <a:pt x="14983" y="8485"/>
                  </a:lnTo>
                  <a:lnTo>
                    <a:pt x="15589" y="8586"/>
                  </a:lnTo>
                  <a:lnTo>
                    <a:pt x="15622" y="8721"/>
                  </a:lnTo>
                  <a:lnTo>
                    <a:pt x="15690" y="8855"/>
                  </a:lnTo>
                  <a:lnTo>
                    <a:pt x="15791" y="8956"/>
                  </a:lnTo>
                  <a:lnTo>
                    <a:pt x="15892" y="9057"/>
                  </a:lnTo>
                  <a:lnTo>
                    <a:pt x="16161" y="9226"/>
                  </a:lnTo>
                  <a:lnTo>
                    <a:pt x="16397" y="9293"/>
                  </a:lnTo>
                  <a:lnTo>
                    <a:pt x="16666" y="9293"/>
                  </a:lnTo>
                  <a:lnTo>
                    <a:pt x="16936" y="9226"/>
                  </a:lnTo>
                  <a:lnTo>
                    <a:pt x="17037" y="9158"/>
                  </a:lnTo>
                  <a:lnTo>
                    <a:pt x="17138" y="9057"/>
                  </a:lnTo>
                  <a:lnTo>
                    <a:pt x="17239" y="8990"/>
                  </a:lnTo>
                  <a:lnTo>
                    <a:pt x="17306" y="8855"/>
                  </a:lnTo>
                  <a:lnTo>
                    <a:pt x="18249" y="9057"/>
                  </a:lnTo>
                  <a:lnTo>
                    <a:pt x="18518" y="9360"/>
                  </a:lnTo>
                  <a:lnTo>
                    <a:pt x="18821" y="9630"/>
                  </a:lnTo>
                  <a:lnTo>
                    <a:pt x="19191" y="9832"/>
                  </a:lnTo>
                  <a:lnTo>
                    <a:pt x="19595" y="10000"/>
                  </a:lnTo>
                  <a:lnTo>
                    <a:pt x="20033" y="10101"/>
                  </a:lnTo>
                  <a:lnTo>
                    <a:pt x="20471" y="10135"/>
                  </a:lnTo>
                  <a:lnTo>
                    <a:pt x="20875" y="10135"/>
                  </a:lnTo>
                  <a:lnTo>
                    <a:pt x="21312" y="10068"/>
                  </a:lnTo>
                  <a:lnTo>
                    <a:pt x="21582" y="9967"/>
                  </a:lnTo>
                  <a:lnTo>
                    <a:pt x="21817" y="9832"/>
                  </a:lnTo>
                  <a:lnTo>
                    <a:pt x="22053" y="9697"/>
                  </a:lnTo>
                  <a:lnTo>
                    <a:pt x="22255" y="9495"/>
                  </a:lnTo>
                  <a:lnTo>
                    <a:pt x="22457" y="9293"/>
                  </a:lnTo>
                  <a:lnTo>
                    <a:pt x="22625" y="9091"/>
                  </a:lnTo>
                  <a:lnTo>
                    <a:pt x="22794" y="8855"/>
                  </a:lnTo>
                  <a:lnTo>
                    <a:pt x="22895" y="8586"/>
                  </a:lnTo>
                  <a:lnTo>
                    <a:pt x="22996" y="8350"/>
                  </a:lnTo>
                  <a:lnTo>
                    <a:pt x="23097" y="8081"/>
                  </a:lnTo>
                  <a:lnTo>
                    <a:pt x="23130" y="7778"/>
                  </a:lnTo>
                  <a:lnTo>
                    <a:pt x="23164" y="7509"/>
                  </a:lnTo>
                  <a:lnTo>
                    <a:pt x="23164" y="7239"/>
                  </a:lnTo>
                  <a:lnTo>
                    <a:pt x="23130" y="6970"/>
                  </a:lnTo>
                  <a:lnTo>
                    <a:pt x="23063" y="6701"/>
                  </a:lnTo>
                  <a:lnTo>
                    <a:pt x="22962" y="6431"/>
                  </a:lnTo>
                  <a:lnTo>
                    <a:pt x="22827" y="6196"/>
                  </a:lnTo>
                  <a:lnTo>
                    <a:pt x="22693" y="5960"/>
                  </a:lnTo>
                  <a:lnTo>
                    <a:pt x="22524" y="5758"/>
                  </a:lnTo>
                  <a:lnTo>
                    <a:pt x="22322" y="5556"/>
                  </a:lnTo>
                  <a:lnTo>
                    <a:pt x="22087" y="5354"/>
                  </a:lnTo>
                  <a:lnTo>
                    <a:pt x="21851" y="5186"/>
                  </a:lnTo>
                  <a:lnTo>
                    <a:pt x="21615" y="5051"/>
                  </a:lnTo>
                  <a:lnTo>
                    <a:pt x="21346" y="4916"/>
                  </a:lnTo>
                  <a:lnTo>
                    <a:pt x="21077" y="4849"/>
                  </a:lnTo>
                  <a:lnTo>
                    <a:pt x="20807" y="4782"/>
                  </a:lnTo>
                  <a:lnTo>
                    <a:pt x="20538" y="4748"/>
                  </a:lnTo>
                  <a:lnTo>
                    <a:pt x="20269" y="4748"/>
                  </a:lnTo>
                  <a:lnTo>
                    <a:pt x="20033" y="4815"/>
                  </a:lnTo>
                  <a:lnTo>
                    <a:pt x="19764" y="4916"/>
                  </a:lnTo>
                  <a:lnTo>
                    <a:pt x="19528" y="5085"/>
                  </a:lnTo>
                  <a:lnTo>
                    <a:pt x="19292" y="5287"/>
                  </a:lnTo>
                  <a:lnTo>
                    <a:pt x="18989" y="5489"/>
                  </a:lnTo>
                  <a:lnTo>
                    <a:pt x="18720" y="5724"/>
                  </a:lnTo>
                  <a:lnTo>
                    <a:pt x="18451" y="5994"/>
                  </a:lnTo>
                  <a:lnTo>
                    <a:pt x="18249" y="6297"/>
                  </a:lnTo>
                  <a:lnTo>
                    <a:pt x="18080" y="6633"/>
                  </a:lnTo>
                  <a:lnTo>
                    <a:pt x="17946" y="7004"/>
                  </a:lnTo>
                  <a:lnTo>
                    <a:pt x="17878" y="7374"/>
                  </a:lnTo>
                  <a:lnTo>
                    <a:pt x="17845" y="7778"/>
                  </a:lnTo>
                  <a:lnTo>
                    <a:pt x="17845" y="8047"/>
                  </a:lnTo>
                  <a:lnTo>
                    <a:pt x="17912" y="8283"/>
                  </a:lnTo>
                  <a:lnTo>
                    <a:pt x="17979" y="8519"/>
                  </a:lnTo>
                  <a:lnTo>
                    <a:pt x="18047" y="8754"/>
                  </a:lnTo>
                  <a:lnTo>
                    <a:pt x="17171" y="8552"/>
                  </a:lnTo>
                  <a:lnTo>
                    <a:pt x="16229" y="8384"/>
                  </a:lnTo>
                  <a:lnTo>
                    <a:pt x="15319" y="8249"/>
                  </a:lnTo>
                  <a:lnTo>
                    <a:pt x="14848" y="8216"/>
                  </a:lnTo>
                  <a:lnTo>
                    <a:pt x="14410" y="8216"/>
                  </a:lnTo>
                  <a:lnTo>
                    <a:pt x="14511" y="8081"/>
                  </a:lnTo>
                  <a:lnTo>
                    <a:pt x="14612" y="7913"/>
                  </a:lnTo>
                  <a:lnTo>
                    <a:pt x="14680" y="7744"/>
                  </a:lnTo>
                  <a:lnTo>
                    <a:pt x="14747" y="7509"/>
                  </a:lnTo>
                  <a:lnTo>
                    <a:pt x="14814" y="7105"/>
                  </a:lnTo>
                  <a:lnTo>
                    <a:pt x="14848" y="6768"/>
                  </a:lnTo>
                  <a:lnTo>
                    <a:pt x="14949" y="5960"/>
                  </a:lnTo>
                  <a:lnTo>
                    <a:pt x="15117" y="5118"/>
                  </a:lnTo>
                  <a:lnTo>
                    <a:pt x="15319" y="4310"/>
                  </a:lnTo>
                  <a:lnTo>
                    <a:pt x="15387" y="3906"/>
                  </a:lnTo>
                  <a:lnTo>
                    <a:pt x="15454" y="3469"/>
                  </a:lnTo>
                  <a:lnTo>
                    <a:pt x="15858" y="3603"/>
                  </a:lnTo>
                  <a:lnTo>
                    <a:pt x="16262" y="3671"/>
                  </a:lnTo>
                  <a:lnTo>
                    <a:pt x="17070" y="3839"/>
                  </a:lnTo>
                  <a:lnTo>
                    <a:pt x="18720" y="4075"/>
                  </a:lnTo>
                  <a:lnTo>
                    <a:pt x="22322" y="4714"/>
                  </a:lnTo>
                  <a:lnTo>
                    <a:pt x="22356" y="4782"/>
                  </a:lnTo>
                  <a:lnTo>
                    <a:pt x="22390" y="4815"/>
                  </a:lnTo>
                  <a:lnTo>
                    <a:pt x="22423" y="4849"/>
                  </a:lnTo>
                  <a:lnTo>
                    <a:pt x="22524" y="4849"/>
                  </a:lnTo>
                  <a:lnTo>
                    <a:pt x="22592" y="4815"/>
                  </a:lnTo>
                  <a:lnTo>
                    <a:pt x="22592" y="4748"/>
                  </a:lnTo>
                  <a:lnTo>
                    <a:pt x="22592" y="4714"/>
                  </a:lnTo>
                  <a:lnTo>
                    <a:pt x="22558" y="4613"/>
                  </a:lnTo>
                  <a:lnTo>
                    <a:pt x="22558" y="4546"/>
                  </a:lnTo>
                  <a:lnTo>
                    <a:pt x="22558" y="4512"/>
                  </a:lnTo>
                  <a:lnTo>
                    <a:pt x="22491" y="4479"/>
                  </a:lnTo>
                  <a:lnTo>
                    <a:pt x="22255" y="3772"/>
                  </a:lnTo>
                  <a:lnTo>
                    <a:pt x="22120" y="3435"/>
                  </a:lnTo>
                  <a:lnTo>
                    <a:pt x="22053" y="3267"/>
                  </a:lnTo>
                  <a:lnTo>
                    <a:pt x="21952" y="3132"/>
                  </a:lnTo>
                  <a:lnTo>
                    <a:pt x="21918" y="3065"/>
                  </a:lnTo>
                  <a:lnTo>
                    <a:pt x="21885" y="3031"/>
                  </a:lnTo>
                  <a:lnTo>
                    <a:pt x="20067" y="2627"/>
                  </a:lnTo>
                  <a:lnTo>
                    <a:pt x="18249" y="2257"/>
                  </a:lnTo>
                  <a:lnTo>
                    <a:pt x="16397" y="1920"/>
                  </a:lnTo>
                  <a:lnTo>
                    <a:pt x="15724" y="1785"/>
                  </a:lnTo>
                  <a:lnTo>
                    <a:pt x="15420" y="1752"/>
                  </a:lnTo>
                  <a:lnTo>
                    <a:pt x="15084" y="1785"/>
                  </a:lnTo>
                  <a:lnTo>
                    <a:pt x="15387" y="1920"/>
                  </a:lnTo>
                  <a:lnTo>
                    <a:pt x="15690" y="2021"/>
                  </a:lnTo>
                  <a:lnTo>
                    <a:pt x="16363" y="2122"/>
                  </a:lnTo>
                  <a:lnTo>
                    <a:pt x="18181" y="2459"/>
                  </a:lnTo>
                  <a:lnTo>
                    <a:pt x="19999" y="2829"/>
                  </a:lnTo>
                  <a:lnTo>
                    <a:pt x="21817" y="3233"/>
                  </a:lnTo>
                  <a:lnTo>
                    <a:pt x="21851" y="3401"/>
                  </a:lnTo>
                  <a:lnTo>
                    <a:pt x="21885" y="3536"/>
                  </a:lnTo>
                  <a:lnTo>
                    <a:pt x="22019" y="3839"/>
                  </a:lnTo>
                  <a:lnTo>
                    <a:pt x="22221" y="4411"/>
                  </a:lnTo>
                  <a:lnTo>
                    <a:pt x="18787" y="3839"/>
                  </a:lnTo>
                  <a:lnTo>
                    <a:pt x="17138" y="3502"/>
                  </a:lnTo>
                  <a:lnTo>
                    <a:pt x="16262" y="3368"/>
                  </a:lnTo>
                  <a:lnTo>
                    <a:pt x="15858" y="3334"/>
                  </a:lnTo>
                  <a:lnTo>
                    <a:pt x="15420" y="3300"/>
                  </a:lnTo>
                  <a:lnTo>
                    <a:pt x="15420" y="3267"/>
                  </a:lnTo>
                  <a:lnTo>
                    <a:pt x="15387" y="3233"/>
                  </a:lnTo>
                  <a:lnTo>
                    <a:pt x="15319" y="3199"/>
                  </a:lnTo>
                  <a:lnTo>
                    <a:pt x="15151" y="3098"/>
                  </a:lnTo>
                  <a:lnTo>
                    <a:pt x="15016" y="2964"/>
                  </a:lnTo>
                  <a:lnTo>
                    <a:pt x="14781" y="2661"/>
                  </a:lnTo>
                  <a:lnTo>
                    <a:pt x="14680" y="2492"/>
                  </a:lnTo>
                  <a:lnTo>
                    <a:pt x="14545" y="2324"/>
                  </a:lnTo>
                  <a:lnTo>
                    <a:pt x="14579" y="2290"/>
                  </a:lnTo>
                  <a:lnTo>
                    <a:pt x="14579" y="2223"/>
                  </a:lnTo>
                  <a:lnTo>
                    <a:pt x="14545" y="2189"/>
                  </a:lnTo>
                  <a:lnTo>
                    <a:pt x="14511" y="2156"/>
                  </a:lnTo>
                  <a:lnTo>
                    <a:pt x="12256" y="1617"/>
                  </a:lnTo>
                  <a:lnTo>
                    <a:pt x="11111" y="1348"/>
                  </a:lnTo>
                  <a:lnTo>
                    <a:pt x="9966" y="1145"/>
                  </a:lnTo>
                  <a:lnTo>
                    <a:pt x="9091" y="977"/>
                  </a:lnTo>
                  <a:lnTo>
                    <a:pt x="8653" y="910"/>
                  </a:lnTo>
                  <a:lnTo>
                    <a:pt x="8249" y="876"/>
                  </a:lnTo>
                  <a:lnTo>
                    <a:pt x="8182" y="842"/>
                  </a:lnTo>
                  <a:lnTo>
                    <a:pt x="6229" y="506"/>
                  </a:lnTo>
                  <a:lnTo>
                    <a:pt x="6263" y="438"/>
                  </a:lnTo>
                  <a:lnTo>
                    <a:pt x="6229" y="371"/>
                  </a:lnTo>
                  <a:lnTo>
                    <a:pt x="6195" y="337"/>
                  </a:lnTo>
                  <a:lnTo>
                    <a:pt x="6094" y="304"/>
                  </a:lnTo>
                  <a:lnTo>
                    <a:pt x="5522" y="236"/>
                  </a:lnTo>
                  <a:lnTo>
                    <a:pt x="5219" y="203"/>
                  </a:lnTo>
                  <a:lnTo>
                    <a:pt x="5051" y="169"/>
                  </a:lnTo>
                  <a:lnTo>
                    <a:pt x="4983" y="169"/>
                  </a:lnTo>
                  <a:lnTo>
                    <a:pt x="4950" y="102"/>
                  </a:lnTo>
                  <a:lnTo>
                    <a:pt x="4882" y="68"/>
                  </a:lnTo>
                  <a:lnTo>
                    <a:pt x="4815" y="34"/>
                  </a:lnTo>
                  <a:lnTo>
                    <a:pt x="468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 name="Google Shape;72;p2"/>
            <p:cNvSpPr/>
            <p:nvPr/>
          </p:nvSpPr>
          <p:spPr>
            <a:xfrm>
              <a:off x="428066" y="1821077"/>
              <a:ext cx="143207" cy="156624"/>
            </a:xfrm>
            <a:custGeom>
              <a:avLst/>
              <a:gdLst/>
              <a:ahLst/>
              <a:cxnLst/>
              <a:rect l="l" t="t" r="r" b="b"/>
              <a:pathLst>
                <a:path w="2156" h="2358" extrusionOk="0">
                  <a:moveTo>
                    <a:pt x="943" y="304"/>
                  </a:moveTo>
                  <a:lnTo>
                    <a:pt x="674" y="809"/>
                  </a:lnTo>
                  <a:lnTo>
                    <a:pt x="674" y="809"/>
                  </a:lnTo>
                  <a:lnTo>
                    <a:pt x="876" y="337"/>
                  </a:lnTo>
                  <a:lnTo>
                    <a:pt x="943" y="304"/>
                  </a:lnTo>
                  <a:close/>
                  <a:moveTo>
                    <a:pt x="1179" y="304"/>
                  </a:moveTo>
                  <a:lnTo>
                    <a:pt x="1414" y="337"/>
                  </a:lnTo>
                  <a:lnTo>
                    <a:pt x="1583" y="405"/>
                  </a:lnTo>
                  <a:lnTo>
                    <a:pt x="1684" y="472"/>
                  </a:lnTo>
                  <a:lnTo>
                    <a:pt x="1751" y="539"/>
                  </a:lnTo>
                  <a:lnTo>
                    <a:pt x="1886" y="775"/>
                  </a:lnTo>
                  <a:lnTo>
                    <a:pt x="1919" y="842"/>
                  </a:lnTo>
                  <a:lnTo>
                    <a:pt x="1919" y="842"/>
                  </a:lnTo>
                  <a:lnTo>
                    <a:pt x="1785" y="809"/>
                  </a:lnTo>
                  <a:lnTo>
                    <a:pt x="1751" y="809"/>
                  </a:lnTo>
                  <a:lnTo>
                    <a:pt x="1717" y="876"/>
                  </a:lnTo>
                  <a:lnTo>
                    <a:pt x="1482" y="1213"/>
                  </a:lnTo>
                  <a:lnTo>
                    <a:pt x="1717" y="708"/>
                  </a:lnTo>
                  <a:lnTo>
                    <a:pt x="1717" y="640"/>
                  </a:lnTo>
                  <a:lnTo>
                    <a:pt x="1717" y="607"/>
                  </a:lnTo>
                  <a:lnTo>
                    <a:pt x="1684" y="539"/>
                  </a:lnTo>
                  <a:lnTo>
                    <a:pt x="1583" y="506"/>
                  </a:lnTo>
                  <a:lnTo>
                    <a:pt x="1549" y="539"/>
                  </a:lnTo>
                  <a:lnTo>
                    <a:pt x="1515" y="573"/>
                  </a:lnTo>
                  <a:lnTo>
                    <a:pt x="1078" y="1246"/>
                  </a:lnTo>
                  <a:lnTo>
                    <a:pt x="1078" y="1246"/>
                  </a:lnTo>
                  <a:lnTo>
                    <a:pt x="1145" y="1112"/>
                  </a:lnTo>
                  <a:lnTo>
                    <a:pt x="1145" y="1078"/>
                  </a:lnTo>
                  <a:lnTo>
                    <a:pt x="1482" y="539"/>
                  </a:lnTo>
                  <a:lnTo>
                    <a:pt x="1482" y="472"/>
                  </a:lnTo>
                  <a:lnTo>
                    <a:pt x="1482" y="438"/>
                  </a:lnTo>
                  <a:lnTo>
                    <a:pt x="1414" y="371"/>
                  </a:lnTo>
                  <a:lnTo>
                    <a:pt x="1313" y="371"/>
                  </a:lnTo>
                  <a:lnTo>
                    <a:pt x="1280" y="405"/>
                  </a:lnTo>
                  <a:lnTo>
                    <a:pt x="1078" y="708"/>
                  </a:lnTo>
                  <a:lnTo>
                    <a:pt x="943" y="1011"/>
                  </a:lnTo>
                  <a:lnTo>
                    <a:pt x="741" y="1280"/>
                  </a:lnTo>
                  <a:lnTo>
                    <a:pt x="741" y="1280"/>
                  </a:lnTo>
                  <a:lnTo>
                    <a:pt x="876" y="1044"/>
                  </a:lnTo>
                  <a:lnTo>
                    <a:pt x="1179" y="337"/>
                  </a:lnTo>
                  <a:lnTo>
                    <a:pt x="1179" y="304"/>
                  </a:lnTo>
                  <a:close/>
                  <a:moveTo>
                    <a:pt x="775" y="371"/>
                  </a:moveTo>
                  <a:lnTo>
                    <a:pt x="606" y="607"/>
                  </a:lnTo>
                  <a:lnTo>
                    <a:pt x="472" y="876"/>
                  </a:lnTo>
                  <a:lnTo>
                    <a:pt x="371" y="1145"/>
                  </a:lnTo>
                  <a:lnTo>
                    <a:pt x="278" y="1423"/>
                  </a:lnTo>
                  <a:lnTo>
                    <a:pt x="278" y="1423"/>
                  </a:lnTo>
                  <a:lnTo>
                    <a:pt x="270" y="1381"/>
                  </a:lnTo>
                  <a:lnTo>
                    <a:pt x="270" y="1213"/>
                  </a:lnTo>
                  <a:lnTo>
                    <a:pt x="303" y="1044"/>
                  </a:lnTo>
                  <a:lnTo>
                    <a:pt x="438" y="708"/>
                  </a:lnTo>
                  <a:lnTo>
                    <a:pt x="505" y="607"/>
                  </a:lnTo>
                  <a:lnTo>
                    <a:pt x="573" y="506"/>
                  </a:lnTo>
                  <a:lnTo>
                    <a:pt x="775" y="371"/>
                  </a:lnTo>
                  <a:close/>
                  <a:moveTo>
                    <a:pt x="1953" y="977"/>
                  </a:moveTo>
                  <a:lnTo>
                    <a:pt x="1953" y="1145"/>
                  </a:lnTo>
                  <a:lnTo>
                    <a:pt x="1919" y="1314"/>
                  </a:lnTo>
                  <a:lnTo>
                    <a:pt x="1818" y="1482"/>
                  </a:lnTo>
                  <a:lnTo>
                    <a:pt x="1717" y="1650"/>
                  </a:lnTo>
                  <a:lnTo>
                    <a:pt x="1684" y="1583"/>
                  </a:lnTo>
                  <a:lnTo>
                    <a:pt x="1953" y="977"/>
                  </a:lnTo>
                  <a:close/>
                  <a:moveTo>
                    <a:pt x="303" y="1549"/>
                  </a:moveTo>
                  <a:lnTo>
                    <a:pt x="404" y="1583"/>
                  </a:lnTo>
                  <a:lnTo>
                    <a:pt x="337" y="1684"/>
                  </a:lnTo>
                  <a:lnTo>
                    <a:pt x="303" y="1549"/>
                  </a:lnTo>
                  <a:close/>
                  <a:moveTo>
                    <a:pt x="1347" y="1852"/>
                  </a:moveTo>
                  <a:lnTo>
                    <a:pt x="1381" y="1886"/>
                  </a:lnTo>
                  <a:lnTo>
                    <a:pt x="1414" y="1920"/>
                  </a:lnTo>
                  <a:lnTo>
                    <a:pt x="1381" y="1953"/>
                  </a:lnTo>
                  <a:lnTo>
                    <a:pt x="1212" y="2021"/>
                  </a:lnTo>
                  <a:lnTo>
                    <a:pt x="1347" y="1852"/>
                  </a:lnTo>
                  <a:close/>
                  <a:moveTo>
                    <a:pt x="1145" y="1"/>
                  </a:moveTo>
                  <a:lnTo>
                    <a:pt x="943" y="34"/>
                  </a:lnTo>
                  <a:lnTo>
                    <a:pt x="842" y="34"/>
                  </a:lnTo>
                  <a:lnTo>
                    <a:pt x="741" y="68"/>
                  </a:lnTo>
                  <a:lnTo>
                    <a:pt x="573" y="135"/>
                  </a:lnTo>
                  <a:lnTo>
                    <a:pt x="404" y="270"/>
                  </a:lnTo>
                  <a:lnTo>
                    <a:pt x="270" y="472"/>
                  </a:lnTo>
                  <a:lnTo>
                    <a:pt x="169" y="674"/>
                  </a:lnTo>
                  <a:lnTo>
                    <a:pt x="68" y="876"/>
                  </a:lnTo>
                  <a:lnTo>
                    <a:pt x="34" y="1078"/>
                  </a:lnTo>
                  <a:lnTo>
                    <a:pt x="0" y="1246"/>
                  </a:lnTo>
                  <a:lnTo>
                    <a:pt x="0" y="1448"/>
                  </a:lnTo>
                  <a:lnTo>
                    <a:pt x="34" y="1650"/>
                  </a:lnTo>
                  <a:lnTo>
                    <a:pt x="101" y="1819"/>
                  </a:lnTo>
                  <a:lnTo>
                    <a:pt x="169" y="1987"/>
                  </a:lnTo>
                  <a:lnTo>
                    <a:pt x="303" y="2088"/>
                  </a:lnTo>
                  <a:lnTo>
                    <a:pt x="438" y="2189"/>
                  </a:lnTo>
                  <a:lnTo>
                    <a:pt x="606" y="2256"/>
                  </a:lnTo>
                  <a:lnTo>
                    <a:pt x="808" y="2324"/>
                  </a:lnTo>
                  <a:lnTo>
                    <a:pt x="876" y="2357"/>
                  </a:lnTo>
                  <a:lnTo>
                    <a:pt x="943" y="2324"/>
                  </a:lnTo>
                  <a:lnTo>
                    <a:pt x="1179" y="2324"/>
                  </a:lnTo>
                  <a:lnTo>
                    <a:pt x="1381" y="2256"/>
                  </a:lnTo>
                  <a:lnTo>
                    <a:pt x="1583" y="2155"/>
                  </a:lnTo>
                  <a:lnTo>
                    <a:pt x="1751" y="1987"/>
                  </a:lnTo>
                  <a:lnTo>
                    <a:pt x="1919" y="1819"/>
                  </a:lnTo>
                  <a:lnTo>
                    <a:pt x="2054" y="1617"/>
                  </a:lnTo>
                  <a:lnTo>
                    <a:pt x="2121" y="1415"/>
                  </a:lnTo>
                  <a:lnTo>
                    <a:pt x="2155" y="1179"/>
                  </a:lnTo>
                  <a:lnTo>
                    <a:pt x="2155" y="943"/>
                  </a:lnTo>
                  <a:lnTo>
                    <a:pt x="2088" y="775"/>
                  </a:lnTo>
                  <a:lnTo>
                    <a:pt x="2020" y="573"/>
                  </a:lnTo>
                  <a:lnTo>
                    <a:pt x="1886" y="371"/>
                  </a:lnTo>
                  <a:lnTo>
                    <a:pt x="1717" y="236"/>
                  </a:lnTo>
                  <a:lnTo>
                    <a:pt x="1549" y="102"/>
                  </a:lnTo>
                  <a:lnTo>
                    <a:pt x="1347" y="34"/>
                  </a:lnTo>
                  <a:lnTo>
                    <a:pt x="114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 name="Google Shape;73;p2"/>
            <p:cNvSpPr/>
            <p:nvPr/>
          </p:nvSpPr>
          <p:spPr>
            <a:xfrm>
              <a:off x="1586475" y="2076007"/>
              <a:ext cx="190168" cy="201327"/>
            </a:xfrm>
            <a:custGeom>
              <a:avLst/>
              <a:gdLst/>
              <a:ahLst/>
              <a:cxnLst/>
              <a:rect l="l" t="t" r="r" b="b"/>
              <a:pathLst>
                <a:path w="2863" h="3031" extrusionOk="0">
                  <a:moveTo>
                    <a:pt x="1414" y="203"/>
                  </a:moveTo>
                  <a:lnTo>
                    <a:pt x="1616" y="236"/>
                  </a:lnTo>
                  <a:lnTo>
                    <a:pt x="1818" y="270"/>
                  </a:lnTo>
                  <a:lnTo>
                    <a:pt x="1987" y="337"/>
                  </a:lnTo>
                  <a:lnTo>
                    <a:pt x="2155" y="438"/>
                  </a:lnTo>
                  <a:lnTo>
                    <a:pt x="2323" y="573"/>
                  </a:lnTo>
                  <a:lnTo>
                    <a:pt x="2458" y="741"/>
                  </a:lnTo>
                  <a:lnTo>
                    <a:pt x="2593" y="943"/>
                  </a:lnTo>
                  <a:lnTo>
                    <a:pt x="2694" y="1179"/>
                  </a:lnTo>
                  <a:lnTo>
                    <a:pt x="2727" y="1415"/>
                  </a:lnTo>
                  <a:lnTo>
                    <a:pt x="2694" y="1650"/>
                  </a:lnTo>
                  <a:lnTo>
                    <a:pt x="2626" y="1886"/>
                  </a:lnTo>
                  <a:lnTo>
                    <a:pt x="2525" y="2088"/>
                  </a:lnTo>
                  <a:lnTo>
                    <a:pt x="2391" y="2290"/>
                  </a:lnTo>
                  <a:lnTo>
                    <a:pt x="2222" y="2458"/>
                  </a:lnTo>
                  <a:lnTo>
                    <a:pt x="2020" y="2627"/>
                  </a:lnTo>
                  <a:lnTo>
                    <a:pt x="1852" y="2694"/>
                  </a:lnTo>
                  <a:lnTo>
                    <a:pt x="1684" y="2761"/>
                  </a:lnTo>
                  <a:lnTo>
                    <a:pt x="1549" y="2795"/>
                  </a:lnTo>
                  <a:lnTo>
                    <a:pt x="1381" y="2829"/>
                  </a:lnTo>
                  <a:lnTo>
                    <a:pt x="1246" y="2795"/>
                  </a:lnTo>
                  <a:lnTo>
                    <a:pt x="1111" y="2761"/>
                  </a:lnTo>
                  <a:lnTo>
                    <a:pt x="977" y="2728"/>
                  </a:lnTo>
                  <a:lnTo>
                    <a:pt x="842" y="2627"/>
                  </a:lnTo>
                  <a:lnTo>
                    <a:pt x="606" y="2458"/>
                  </a:lnTo>
                  <a:lnTo>
                    <a:pt x="438" y="2189"/>
                  </a:lnTo>
                  <a:lnTo>
                    <a:pt x="303" y="1920"/>
                  </a:lnTo>
                  <a:lnTo>
                    <a:pt x="236" y="1583"/>
                  </a:lnTo>
                  <a:lnTo>
                    <a:pt x="236" y="1381"/>
                  </a:lnTo>
                  <a:lnTo>
                    <a:pt x="270" y="1145"/>
                  </a:lnTo>
                  <a:lnTo>
                    <a:pt x="337" y="943"/>
                  </a:lnTo>
                  <a:lnTo>
                    <a:pt x="404" y="741"/>
                  </a:lnTo>
                  <a:lnTo>
                    <a:pt x="472" y="607"/>
                  </a:lnTo>
                  <a:lnTo>
                    <a:pt x="573" y="539"/>
                  </a:lnTo>
                  <a:lnTo>
                    <a:pt x="741" y="405"/>
                  </a:lnTo>
                  <a:lnTo>
                    <a:pt x="977" y="304"/>
                  </a:lnTo>
                  <a:lnTo>
                    <a:pt x="1212" y="236"/>
                  </a:lnTo>
                  <a:lnTo>
                    <a:pt x="1414" y="203"/>
                  </a:lnTo>
                  <a:close/>
                  <a:moveTo>
                    <a:pt x="1179" y="1"/>
                  </a:moveTo>
                  <a:lnTo>
                    <a:pt x="842" y="68"/>
                  </a:lnTo>
                  <a:lnTo>
                    <a:pt x="808" y="135"/>
                  </a:lnTo>
                  <a:lnTo>
                    <a:pt x="640" y="236"/>
                  </a:lnTo>
                  <a:lnTo>
                    <a:pt x="472" y="371"/>
                  </a:lnTo>
                  <a:lnTo>
                    <a:pt x="371" y="506"/>
                  </a:lnTo>
                  <a:lnTo>
                    <a:pt x="236" y="674"/>
                  </a:lnTo>
                  <a:lnTo>
                    <a:pt x="169" y="876"/>
                  </a:lnTo>
                  <a:lnTo>
                    <a:pt x="68" y="1078"/>
                  </a:lnTo>
                  <a:lnTo>
                    <a:pt x="34" y="1246"/>
                  </a:lnTo>
                  <a:lnTo>
                    <a:pt x="0" y="1448"/>
                  </a:lnTo>
                  <a:lnTo>
                    <a:pt x="0" y="1751"/>
                  </a:lnTo>
                  <a:lnTo>
                    <a:pt x="101" y="2088"/>
                  </a:lnTo>
                  <a:lnTo>
                    <a:pt x="236" y="2391"/>
                  </a:lnTo>
                  <a:lnTo>
                    <a:pt x="438" y="2627"/>
                  </a:lnTo>
                  <a:lnTo>
                    <a:pt x="674" y="2829"/>
                  </a:lnTo>
                  <a:lnTo>
                    <a:pt x="808" y="2930"/>
                  </a:lnTo>
                  <a:lnTo>
                    <a:pt x="943" y="2963"/>
                  </a:lnTo>
                  <a:lnTo>
                    <a:pt x="1111" y="3031"/>
                  </a:lnTo>
                  <a:lnTo>
                    <a:pt x="1448" y="3031"/>
                  </a:lnTo>
                  <a:lnTo>
                    <a:pt x="1616" y="2997"/>
                  </a:lnTo>
                  <a:lnTo>
                    <a:pt x="1919" y="2896"/>
                  </a:lnTo>
                  <a:lnTo>
                    <a:pt x="2189" y="2761"/>
                  </a:lnTo>
                  <a:lnTo>
                    <a:pt x="2424" y="2559"/>
                  </a:lnTo>
                  <a:lnTo>
                    <a:pt x="2593" y="2357"/>
                  </a:lnTo>
                  <a:lnTo>
                    <a:pt x="2727" y="2088"/>
                  </a:lnTo>
                  <a:lnTo>
                    <a:pt x="2828" y="1819"/>
                  </a:lnTo>
                  <a:lnTo>
                    <a:pt x="2862" y="1482"/>
                  </a:lnTo>
                  <a:lnTo>
                    <a:pt x="2828" y="1179"/>
                  </a:lnTo>
                  <a:lnTo>
                    <a:pt x="2795" y="1011"/>
                  </a:lnTo>
                  <a:lnTo>
                    <a:pt x="2727" y="842"/>
                  </a:lnTo>
                  <a:lnTo>
                    <a:pt x="2660" y="708"/>
                  </a:lnTo>
                  <a:lnTo>
                    <a:pt x="2593" y="573"/>
                  </a:lnTo>
                  <a:lnTo>
                    <a:pt x="2357" y="337"/>
                  </a:lnTo>
                  <a:lnTo>
                    <a:pt x="2088" y="169"/>
                  </a:lnTo>
                  <a:lnTo>
                    <a:pt x="1818" y="68"/>
                  </a:lnTo>
                  <a:lnTo>
                    <a:pt x="148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4" name="Google Shape;74;p2"/>
          <p:cNvGrpSpPr/>
          <p:nvPr/>
        </p:nvGrpSpPr>
        <p:grpSpPr>
          <a:xfrm>
            <a:off x="2444861" y="3636209"/>
            <a:ext cx="2459622" cy="1079998"/>
            <a:chOff x="1573057" y="5173288"/>
            <a:chExt cx="3285190" cy="1442497"/>
          </a:xfrm>
        </p:grpSpPr>
        <p:sp>
          <p:nvSpPr>
            <p:cNvPr id="75" name="Google Shape;75;p2"/>
            <p:cNvSpPr/>
            <p:nvPr/>
          </p:nvSpPr>
          <p:spPr>
            <a:xfrm>
              <a:off x="3688614" y="5616127"/>
              <a:ext cx="154366" cy="147657"/>
            </a:xfrm>
            <a:custGeom>
              <a:avLst/>
              <a:gdLst/>
              <a:ahLst/>
              <a:cxnLst/>
              <a:rect l="l" t="t" r="r" b="b"/>
              <a:pathLst>
                <a:path w="2324" h="2223" extrusionOk="0">
                  <a:moveTo>
                    <a:pt x="1919" y="202"/>
                  </a:moveTo>
                  <a:lnTo>
                    <a:pt x="1953" y="573"/>
                  </a:lnTo>
                  <a:lnTo>
                    <a:pt x="2020" y="943"/>
                  </a:lnTo>
                  <a:lnTo>
                    <a:pt x="2088" y="1381"/>
                  </a:lnTo>
                  <a:lnTo>
                    <a:pt x="2155" y="1818"/>
                  </a:lnTo>
                  <a:lnTo>
                    <a:pt x="1953" y="1818"/>
                  </a:lnTo>
                  <a:lnTo>
                    <a:pt x="1785" y="1852"/>
                  </a:lnTo>
                  <a:lnTo>
                    <a:pt x="1414" y="1919"/>
                  </a:lnTo>
                  <a:lnTo>
                    <a:pt x="943" y="1987"/>
                  </a:lnTo>
                  <a:lnTo>
                    <a:pt x="707" y="2020"/>
                  </a:lnTo>
                  <a:lnTo>
                    <a:pt x="472" y="2088"/>
                  </a:lnTo>
                  <a:lnTo>
                    <a:pt x="371" y="1650"/>
                  </a:lnTo>
                  <a:lnTo>
                    <a:pt x="270" y="1179"/>
                  </a:lnTo>
                  <a:lnTo>
                    <a:pt x="202" y="808"/>
                  </a:lnTo>
                  <a:lnTo>
                    <a:pt x="101" y="438"/>
                  </a:lnTo>
                  <a:lnTo>
                    <a:pt x="1010" y="337"/>
                  </a:lnTo>
                  <a:lnTo>
                    <a:pt x="1919" y="202"/>
                  </a:lnTo>
                  <a:close/>
                  <a:moveTo>
                    <a:pt x="1886" y="0"/>
                  </a:moveTo>
                  <a:lnTo>
                    <a:pt x="977" y="135"/>
                  </a:lnTo>
                  <a:lnTo>
                    <a:pt x="68" y="270"/>
                  </a:lnTo>
                  <a:lnTo>
                    <a:pt x="34" y="303"/>
                  </a:lnTo>
                  <a:lnTo>
                    <a:pt x="0" y="371"/>
                  </a:lnTo>
                  <a:lnTo>
                    <a:pt x="0" y="606"/>
                  </a:lnTo>
                  <a:lnTo>
                    <a:pt x="34" y="808"/>
                  </a:lnTo>
                  <a:lnTo>
                    <a:pt x="101" y="1212"/>
                  </a:lnTo>
                  <a:lnTo>
                    <a:pt x="202" y="1717"/>
                  </a:lnTo>
                  <a:lnTo>
                    <a:pt x="270" y="1953"/>
                  </a:lnTo>
                  <a:lnTo>
                    <a:pt x="371" y="2189"/>
                  </a:lnTo>
                  <a:lnTo>
                    <a:pt x="404" y="2222"/>
                  </a:lnTo>
                  <a:lnTo>
                    <a:pt x="674" y="2222"/>
                  </a:lnTo>
                  <a:lnTo>
                    <a:pt x="876" y="2189"/>
                  </a:lnTo>
                  <a:lnTo>
                    <a:pt x="1313" y="2121"/>
                  </a:lnTo>
                  <a:lnTo>
                    <a:pt x="1751" y="2088"/>
                  </a:lnTo>
                  <a:lnTo>
                    <a:pt x="1987" y="2054"/>
                  </a:lnTo>
                  <a:lnTo>
                    <a:pt x="2189" y="1987"/>
                  </a:lnTo>
                  <a:lnTo>
                    <a:pt x="2290" y="1987"/>
                  </a:lnTo>
                  <a:lnTo>
                    <a:pt x="2323" y="1953"/>
                  </a:lnTo>
                  <a:lnTo>
                    <a:pt x="2323" y="1717"/>
                  </a:lnTo>
                  <a:lnTo>
                    <a:pt x="2290" y="1482"/>
                  </a:lnTo>
                  <a:lnTo>
                    <a:pt x="2222" y="1044"/>
                  </a:lnTo>
                  <a:lnTo>
                    <a:pt x="2155" y="539"/>
                  </a:lnTo>
                  <a:lnTo>
                    <a:pt x="2088" y="303"/>
                  </a:lnTo>
                  <a:lnTo>
                    <a:pt x="1987" y="68"/>
                  </a:lnTo>
                  <a:lnTo>
                    <a:pt x="1953"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 name="Google Shape;76;p2"/>
            <p:cNvSpPr/>
            <p:nvPr/>
          </p:nvSpPr>
          <p:spPr>
            <a:xfrm>
              <a:off x="3581275" y="5472986"/>
              <a:ext cx="154366" cy="152108"/>
            </a:xfrm>
            <a:custGeom>
              <a:avLst/>
              <a:gdLst/>
              <a:ahLst/>
              <a:cxnLst/>
              <a:rect l="l" t="t" r="r" b="b"/>
              <a:pathLst>
                <a:path w="2324" h="2290" extrusionOk="0">
                  <a:moveTo>
                    <a:pt x="1987" y="0"/>
                  </a:moveTo>
                  <a:lnTo>
                    <a:pt x="1953" y="34"/>
                  </a:lnTo>
                  <a:lnTo>
                    <a:pt x="1953" y="101"/>
                  </a:lnTo>
                  <a:lnTo>
                    <a:pt x="1448" y="101"/>
                  </a:lnTo>
                  <a:lnTo>
                    <a:pt x="943" y="169"/>
                  </a:lnTo>
                  <a:lnTo>
                    <a:pt x="505" y="202"/>
                  </a:lnTo>
                  <a:lnTo>
                    <a:pt x="270" y="236"/>
                  </a:lnTo>
                  <a:lnTo>
                    <a:pt x="202" y="270"/>
                  </a:lnTo>
                  <a:lnTo>
                    <a:pt x="101" y="337"/>
                  </a:lnTo>
                  <a:lnTo>
                    <a:pt x="270" y="404"/>
                  </a:lnTo>
                  <a:lnTo>
                    <a:pt x="472" y="404"/>
                  </a:lnTo>
                  <a:lnTo>
                    <a:pt x="842" y="371"/>
                  </a:lnTo>
                  <a:lnTo>
                    <a:pt x="1381" y="337"/>
                  </a:lnTo>
                  <a:lnTo>
                    <a:pt x="1953" y="270"/>
                  </a:lnTo>
                  <a:lnTo>
                    <a:pt x="1987" y="607"/>
                  </a:lnTo>
                  <a:lnTo>
                    <a:pt x="2020" y="943"/>
                  </a:lnTo>
                  <a:lnTo>
                    <a:pt x="2088" y="1381"/>
                  </a:lnTo>
                  <a:lnTo>
                    <a:pt x="2121" y="1583"/>
                  </a:lnTo>
                  <a:lnTo>
                    <a:pt x="2189" y="1785"/>
                  </a:lnTo>
                  <a:lnTo>
                    <a:pt x="2155" y="1785"/>
                  </a:lnTo>
                  <a:lnTo>
                    <a:pt x="1280" y="1920"/>
                  </a:lnTo>
                  <a:lnTo>
                    <a:pt x="808" y="1987"/>
                  </a:lnTo>
                  <a:lnTo>
                    <a:pt x="404" y="2122"/>
                  </a:lnTo>
                  <a:lnTo>
                    <a:pt x="303" y="1684"/>
                  </a:lnTo>
                  <a:lnTo>
                    <a:pt x="236" y="1246"/>
                  </a:lnTo>
                  <a:lnTo>
                    <a:pt x="202" y="775"/>
                  </a:lnTo>
                  <a:lnTo>
                    <a:pt x="169" y="573"/>
                  </a:lnTo>
                  <a:lnTo>
                    <a:pt x="101" y="371"/>
                  </a:lnTo>
                  <a:lnTo>
                    <a:pt x="68" y="371"/>
                  </a:lnTo>
                  <a:lnTo>
                    <a:pt x="34" y="505"/>
                  </a:lnTo>
                  <a:lnTo>
                    <a:pt x="0" y="640"/>
                  </a:lnTo>
                  <a:lnTo>
                    <a:pt x="0" y="977"/>
                  </a:lnTo>
                  <a:lnTo>
                    <a:pt x="101" y="1583"/>
                  </a:lnTo>
                  <a:lnTo>
                    <a:pt x="135" y="1785"/>
                  </a:lnTo>
                  <a:lnTo>
                    <a:pt x="135" y="1987"/>
                  </a:lnTo>
                  <a:lnTo>
                    <a:pt x="169" y="2088"/>
                  </a:lnTo>
                  <a:lnTo>
                    <a:pt x="236" y="2189"/>
                  </a:lnTo>
                  <a:lnTo>
                    <a:pt x="270" y="2256"/>
                  </a:lnTo>
                  <a:lnTo>
                    <a:pt x="371" y="2290"/>
                  </a:lnTo>
                  <a:lnTo>
                    <a:pt x="404" y="2256"/>
                  </a:lnTo>
                  <a:lnTo>
                    <a:pt x="438" y="2223"/>
                  </a:lnTo>
                  <a:lnTo>
                    <a:pt x="876" y="2223"/>
                  </a:lnTo>
                  <a:lnTo>
                    <a:pt x="1313" y="2155"/>
                  </a:lnTo>
                  <a:lnTo>
                    <a:pt x="2189" y="1987"/>
                  </a:lnTo>
                  <a:lnTo>
                    <a:pt x="2256" y="1953"/>
                  </a:lnTo>
                  <a:lnTo>
                    <a:pt x="2290" y="1987"/>
                  </a:lnTo>
                  <a:lnTo>
                    <a:pt x="2323" y="1953"/>
                  </a:lnTo>
                  <a:lnTo>
                    <a:pt x="2323" y="1718"/>
                  </a:lnTo>
                  <a:lnTo>
                    <a:pt x="2290" y="1482"/>
                  </a:lnTo>
                  <a:lnTo>
                    <a:pt x="2222" y="1044"/>
                  </a:lnTo>
                  <a:lnTo>
                    <a:pt x="2155" y="539"/>
                  </a:lnTo>
                  <a:lnTo>
                    <a:pt x="2121" y="270"/>
                  </a:lnTo>
                  <a:lnTo>
                    <a:pt x="2054" y="34"/>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 name="Google Shape;77;p2"/>
            <p:cNvSpPr/>
            <p:nvPr/>
          </p:nvSpPr>
          <p:spPr>
            <a:xfrm>
              <a:off x="3418009" y="6016389"/>
              <a:ext cx="40318" cy="38127"/>
            </a:xfrm>
            <a:custGeom>
              <a:avLst/>
              <a:gdLst/>
              <a:ahLst/>
              <a:cxnLst/>
              <a:rect l="l" t="t" r="r" b="b"/>
              <a:pathLst>
                <a:path w="607" h="574" extrusionOk="0">
                  <a:moveTo>
                    <a:pt x="34" y="1"/>
                  </a:moveTo>
                  <a:lnTo>
                    <a:pt x="0" y="68"/>
                  </a:lnTo>
                  <a:lnTo>
                    <a:pt x="34" y="102"/>
                  </a:lnTo>
                  <a:lnTo>
                    <a:pt x="169" y="169"/>
                  </a:lnTo>
                  <a:lnTo>
                    <a:pt x="337" y="203"/>
                  </a:lnTo>
                  <a:lnTo>
                    <a:pt x="135" y="438"/>
                  </a:lnTo>
                  <a:lnTo>
                    <a:pt x="101" y="472"/>
                  </a:lnTo>
                  <a:lnTo>
                    <a:pt x="135" y="540"/>
                  </a:lnTo>
                  <a:lnTo>
                    <a:pt x="202" y="573"/>
                  </a:lnTo>
                  <a:lnTo>
                    <a:pt x="236" y="540"/>
                  </a:lnTo>
                  <a:lnTo>
                    <a:pt x="404" y="405"/>
                  </a:lnTo>
                  <a:lnTo>
                    <a:pt x="573" y="236"/>
                  </a:lnTo>
                  <a:lnTo>
                    <a:pt x="606" y="203"/>
                  </a:lnTo>
                  <a:lnTo>
                    <a:pt x="606" y="135"/>
                  </a:lnTo>
                  <a:lnTo>
                    <a:pt x="573" y="102"/>
                  </a:lnTo>
                  <a:lnTo>
                    <a:pt x="539" y="68"/>
                  </a:lnTo>
                  <a:lnTo>
                    <a:pt x="303"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 name="Google Shape;78;p2"/>
            <p:cNvSpPr/>
            <p:nvPr/>
          </p:nvSpPr>
          <p:spPr>
            <a:xfrm>
              <a:off x="3744475" y="5765909"/>
              <a:ext cx="147724" cy="152174"/>
            </a:xfrm>
            <a:custGeom>
              <a:avLst/>
              <a:gdLst/>
              <a:ahLst/>
              <a:cxnLst/>
              <a:rect l="l" t="t" r="r" b="b"/>
              <a:pathLst>
                <a:path w="2224" h="2291" extrusionOk="0">
                  <a:moveTo>
                    <a:pt x="1920" y="169"/>
                  </a:moveTo>
                  <a:lnTo>
                    <a:pt x="1954" y="540"/>
                  </a:lnTo>
                  <a:lnTo>
                    <a:pt x="1987" y="944"/>
                  </a:lnTo>
                  <a:lnTo>
                    <a:pt x="2021" y="1381"/>
                  </a:lnTo>
                  <a:lnTo>
                    <a:pt x="2055" y="1853"/>
                  </a:lnTo>
                  <a:lnTo>
                    <a:pt x="1819" y="1853"/>
                  </a:lnTo>
                  <a:lnTo>
                    <a:pt x="1583" y="1886"/>
                  </a:lnTo>
                  <a:lnTo>
                    <a:pt x="1146" y="1954"/>
                  </a:lnTo>
                  <a:lnTo>
                    <a:pt x="742" y="1987"/>
                  </a:lnTo>
                  <a:lnTo>
                    <a:pt x="573" y="2055"/>
                  </a:lnTo>
                  <a:lnTo>
                    <a:pt x="405" y="2088"/>
                  </a:lnTo>
                  <a:lnTo>
                    <a:pt x="338" y="1651"/>
                  </a:lnTo>
                  <a:lnTo>
                    <a:pt x="270" y="1213"/>
                  </a:lnTo>
                  <a:lnTo>
                    <a:pt x="203" y="843"/>
                  </a:lnTo>
                  <a:lnTo>
                    <a:pt x="136" y="472"/>
                  </a:lnTo>
                  <a:lnTo>
                    <a:pt x="1045" y="338"/>
                  </a:lnTo>
                  <a:lnTo>
                    <a:pt x="1920" y="169"/>
                  </a:lnTo>
                  <a:close/>
                  <a:moveTo>
                    <a:pt x="1920" y="1"/>
                  </a:moveTo>
                  <a:lnTo>
                    <a:pt x="1011" y="136"/>
                  </a:lnTo>
                  <a:lnTo>
                    <a:pt x="102" y="270"/>
                  </a:lnTo>
                  <a:lnTo>
                    <a:pt x="35" y="304"/>
                  </a:lnTo>
                  <a:lnTo>
                    <a:pt x="1" y="338"/>
                  </a:lnTo>
                  <a:lnTo>
                    <a:pt x="1" y="607"/>
                  </a:lnTo>
                  <a:lnTo>
                    <a:pt x="35" y="876"/>
                  </a:lnTo>
                  <a:lnTo>
                    <a:pt x="102" y="1381"/>
                  </a:lnTo>
                  <a:lnTo>
                    <a:pt x="169" y="1819"/>
                  </a:lnTo>
                  <a:lnTo>
                    <a:pt x="203" y="2021"/>
                  </a:lnTo>
                  <a:lnTo>
                    <a:pt x="270" y="2257"/>
                  </a:lnTo>
                  <a:lnTo>
                    <a:pt x="304" y="2290"/>
                  </a:lnTo>
                  <a:lnTo>
                    <a:pt x="371" y="2290"/>
                  </a:lnTo>
                  <a:lnTo>
                    <a:pt x="405" y="2257"/>
                  </a:lnTo>
                  <a:lnTo>
                    <a:pt x="607" y="2257"/>
                  </a:lnTo>
                  <a:lnTo>
                    <a:pt x="843" y="2223"/>
                  </a:lnTo>
                  <a:lnTo>
                    <a:pt x="1280" y="2122"/>
                  </a:lnTo>
                  <a:lnTo>
                    <a:pt x="1718" y="2088"/>
                  </a:lnTo>
                  <a:lnTo>
                    <a:pt x="1920" y="2021"/>
                  </a:lnTo>
                  <a:lnTo>
                    <a:pt x="2088" y="1987"/>
                  </a:lnTo>
                  <a:lnTo>
                    <a:pt x="2122" y="1954"/>
                  </a:lnTo>
                  <a:lnTo>
                    <a:pt x="2189" y="1954"/>
                  </a:lnTo>
                  <a:lnTo>
                    <a:pt x="2223" y="1920"/>
                  </a:lnTo>
                  <a:lnTo>
                    <a:pt x="2223" y="1651"/>
                  </a:lnTo>
                  <a:lnTo>
                    <a:pt x="2223" y="1415"/>
                  </a:lnTo>
                  <a:lnTo>
                    <a:pt x="2189" y="910"/>
                  </a:lnTo>
                  <a:lnTo>
                    <a:pt x="2122" y="472"/>
                  </a:lnTo>
                  <a:lnTo>
                    <a:pt x="2088" y="270"/>
                  </a:lnTo>
                  <a:lnTo>
                    <a:pt x="2021" y="68"/>
                  </a:lnTo>
                  <a:lnTo>
                    <a:pt x="1987" y="35"/>
                  </a:lnTo>
                  <a:lnTo>
                    <a:pt x="192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 name="Google Shape;79;p2"/>
            <p:cNvSpPr/>
            <p:nvPr/>
          </p:nvSpPr>
          <p:spPr>
            <a:xfrm>
              <a:off x="3579017" y="5790552"/>
              <a:ext cx="158816" cy="149916"/>
            </a:xfrm>
            <a:custGeom>
              <a:avLst/>
              <a:gdLst/>
              <a:ahLst/>
              <a:cxnLst/>
              <a:rect l="l" t="t" r="r" b="b"/>
              <a:pathLst>
                <a:path w="2391" h="2257" extrusionOk="0">
                  <a:moveTo>
                    <a:pt x="1751" y="0"/>
                  </a:moveTo>
                  <a:lnTo>
                    <a:pt x="1516" y="34"/>
                  </a:lnTo>
                  <a:lnTo>
                    <a:pt x="1078" y="135"/>
                  </a:lnTo>
                  <a:lnTo>
                    <a:pt x="607" y="236"/>
                  </a:lnTo>
                  <a:lnTo>
                    <a:pt x="102" y="371"/>
                  </a:lnTo>
                  <a:lnTo>
                    <a:pt x="102" y="303"/>
                  </a:lnTo>
                  <a:lnTo>
                    <a:pt x="68" y="270"/>
                  </a:lnTo>
                  <a:lnTo>
                    <a:pt x="34" y="270"/>
                  </a:lnTo>
                  <a:lnTo>
                    <a:pt x="1" y="303"/>
                  </a:lnTo>
                  <a:lnTo>
                    <a:pt x="1" y="573"/>
                  </a:lnTo>
                  <a:lnTo>
                    <a:pt x="34" y="842"/>
                  </a:lnTo>
                  <a:lnTo>
                    <a:pt x="135" y="1347"/>
                  </a:lnTo>
                  <a:lnTo>
                    <a:pt x="169" y="1818"/>
                  </a:lnTo>
                  <a:lnTo>
                    <a:pt x="236" y="2020"/>
                  </a:lnTo>
                  <a:lnTo>
                    <a:pt x="304" y="2256"/>
                  </a:lnTo>
                  <a:lnTo>
                    <a:pt x="337" y="2256"/>
                  </a:lnTo>
                  <a:lnTo>
                    <a:pt x="371" y="2222"/>
                  </a:lnTo>
                  <a:lnTo>
                    <a:pt x="438" y="2256"/>
                  </a:lnTo>
                  <a:lnTo>
                    <a:pt x="1314" y="2155"/>
                  </a:lnTo>
                  <a:lnTo>
                    <a:pt x="1785" y="2054"/>
                  </a:lnTo>
                  <a:lnTo>
                    <a:pt x="2189" y="1953"/>
                  </a:lnTo>
                  <a:lnTo>
                    <a:pt x="2223" y="1987"/>
                  </a:lnTo>
                  <a:lnTo>
                    <a:pt x="2256" y="1987"/>
                  </a:lnTo>
                  <a:lnTo>
                    <a:pt x="2324" y="1919"/>
                  </a:lnTo>
                  <a:lnTo>
                    <a:pt x="2391" y="1852"/>
                  </a:lnTo>
                  <a:lnTo>
                    <a:pt x="2391" y="1751"/>
                  </a:lnTo>
                  <a:lnTo>
                    <a:pt x="2391" y="1650"/>
                  </a:lnTo>
                  <a:lnTo>
                    <a:pt x="2357" y="1414"/>
                  </a:lnTo>
                  <a:lnTo>
                    <a:pt x="2290" y="1246"/>
                  </a:lnTo>
                  <a:lnTo>
                    <a:pt x="2223" y="606"/>
                  </a:lnTo>
                  <a:lnTo>
                    <a:pt x="2122" y="303"/>
                  </a:lnTo>
                  <a:lnTo>
                    <a:pt x="2054" y="169"/>
                  </a:lnTo>
                  <a:lnTo>
                    <a:pt x="1987" y="68"/>
                  </a:lnTo>
                  <a:lnTo>
                    <a:pt x="1953" y="303"/>
                  </a:lnTo>
                  <a:lnTo>
                    <a:pt x="1953" y="505"/>
                  </a:lnTo>
                  <a:lnTo>
                    <a:pt x="2088" y="977"/>
                  </a:lnTo>
                  <a:lnTo>
                    <a:pt x="2155" y="1414"/>
                  </a:lnTo>
                  <a:lnTo>
                    <a:pt x="2189" y="1852"/>
                  </a:lnTo>
                  <a:lnTo>
                    <a:pt x="1751" y="1852"/>
                  </a:lnTo>
                  <a:lnTo>
                    <a:pt x="1280" y="1886"/>
                  </a:lnTo>
                  <a:lnTo>
                    <a:pt x="405" y="2054"/>
                  </a:lnTo>
                  <a:lnTo>
                    <a:pt x="371" y="1852"/>
                  </a:lnTo>
                  <a:lnTo>
                    <a:pt x="371" y="1616"/>
                  </a:lnTo>
                  <a:lnTo>
                    <a:pt x="270" y="1179"/>
                  </a:lnTo>
                  <a:lnTo>
                    <a:pt x="236" y="842"/>
                  </a:lnTo>
                  <a:lnTo>
                    <a:pt x="169" y="539"/>
                  </a:lnTo>
                  <a:lnTo>
                    <a:pt x="708" y="404"/>
                  </a:lnTo>
                  <a:lnTo>
                    <a:pt x="1246" y="270"/>
                  </a:lnTo>
                  <a:lnTo>
                    <a:pt x="1617" y="236"/>
                  </a:lnTo>
                  <a:lnTo>
                    <a:pt x="1819" y="169"/>
                  </a:lnTo>
                  <a:lnTo>
                    <a:pt x="1953" y="68"/>
                  </a:lnTo>
                  <a:lnTo>
                    <a:pt x="1852" y="34"/>
                  </a:lnTo>
                  <a:lnTo>
                    <a:pt x="175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 name="Google Shape;80;p2"/>
            <p:cNvSpPr/>
            <p:nvPr/>
          </p:nvSpPr>
          <p:spPr>
            <a:xfrm>
              <a:off x="3527606" y="5636253"/>
              <a:ext cx="154366" cy="167783"/>
            </a:xfrm>
            <a:custGeom>
              <a:avLst/>
              <a:gdLst/>
              <a:ahLst/>
              <a:cxnLst/>
              <a:rect l="l" t="t" r="r" b="b"/>
              <a:pathLst>
                <a:path w="2324" h="2526" extrusionOk="0">
                  <a:moveTo>
                    <a:pt x="1953" y="169"/>
                  </a:moveTo>
                  <a:lnTo>
                    <a:pt x="1953" y="640"/>
                  </a:lnTo>
                  <a:lnTo>
                    <a:pt x="1987" y="1111"/>
                  </a:lnTo>
                  <a:lnTo>
                    <a:pt x="2054" y="1583"/>
                  </a:lnTo>
                  <a:lnTo>
                    <a:pt x="2155" y="2020"/>
                  </a:lnTo>
                  <a:lnTo>
                    <a:pt x="1751" y="2054"/>
                  </a:lnTo>
                  <a:lnTo>
                    <a:pt x="1347" y="2121"/>
                  </a:lnTo>
                  <a:lnTo>
                    <a:pt x="943" y="2155"/>
                  </a:lnTo>
                  <a:lnTo>
                    <a:pt x="505" y="2222"/>
                  </a:lnTo>
                  <a:lnTo>
                    <a:pt x="337" y="1313"/>
                  </a:lnTo>
                  <a:lnTo>
                    <a:pt x="169" y="404"/>
                  </a:lnTo>
                  <a:lnTo>
                    <a:pt x="606" y="404"/>
                  </a:lnTo>
                  <a:lnTo>
                    <a:pt x="1078" y="337"/>
                  </a:lnTo>
                  <a:lnTo>
                    <a:pt x="1953" y="169"/>
                  </a:lnTo>
                  <a:close/>
                  <a:moveTo>
                    <a:pt x="1953" y="0"/>
                  </a:moveTo>
                  <a:lnTo>
                    <a:pt x="1044" y="135"/>
                  </a:lnTo>
                  <a:lnTo>
                    <a:pt x="573" y="202"/>
                  </a:lnTo>
                  <a:lnTo>
                    <a:pt x="101" y="270"/>
                  </a:lnTo>
                  <a:lnTo>
                    <a:pt x="68" y="303"/>
                  </a:lnTo>
                  <a:lnTo>
                    <a:pt x="68" y="337"/>
                  </a:lnTo>
                  <a:lnTo>
                    <a:pt x="34" y="371"/>
                  </a:lnTo>
                  <a:lnTo>
                    <a:pt x="0" y="404"/>
                  </a:lnTo>
                  <a:lnTo>
                    <a:pt x="34" y="909"/>
                  </a:lnTo>
                  <a:lnTo>
                    <a:pt x="135" y="1448"/>
                  </a:lnTo>
                  <a:lnTo>
                    <a:pt x="236" y="1953"/>
                  </a:lnTo>
                  <a:lnTo>
                    <a:pt x="371" y="2458"/>
                  </a:lnTo>
                  <a:lnTo>
                    <a:pt x="404" y="2492"/>
                  </a:lnTo>
                  <a:lnTo>
                    <a:pt x="472" y="2525"/>
                  </a:lnTo>
                  <a:lnTo>
                    <a:pt x="539" y="2458"/>
                  </a:lnTo>
                  <a:lnTo>
                    <a:pt x="573" y="2391"/>
                  </a:lnTo>
                  <a:lnTo>
                    <a:pt x="539" y="2323"/>
                  </a:lnTo>
                  <a:lnTo>
                    <a:pt x="943" y="2357"/>
                  </a:lnTo>
                  <a:lnTo>
                    <a:pt x="1381" y="2357"/>
                  </a:lnTo>
                  <a:lnTo>
                    <a:pt x="1785" y="2290"/>
                  </a:lnTo>
                  <a:lnTo>
                    <a:pt x="2189" y="2155"/>
                  </a:lnTo>
                  <a:lnTo>
                    <a:pt x="2222" y="2121"/>
                  </a:lnTo>
                  <a:lnTo>
                    <a:pt x="2222" y="2054"/>
                  </a:lnTo>
                  <a:lnTo>
                    <a:pt x="2290" y="2054"/>
                  </a:lnTo>
                  <a:lnTo>
                    <a:pt x="2290" y="2020"/>
                  </a:lnTo>
                  <a:lnTo>
                    <a:pt x="2323" y="1987"/>
                  </a:lnTo>
                  <a:lnTo>
                    <a:pt x="2290" y="1515"/>
                  </a:lnTo>
                  <a:lnTo>
                    <a:pt x="2222" y="1044"/>
                  </a:lnTo>
                  <a:lnTo>
                    <a:pt x="2121" y="606"/>
                  </a:lnTo>
                  <a:lnTo>
                    <a:pt x="2054" y="135"/>
                  </a:lnTo>
                  <a:lnTo>
                    <a:pt x="2054" y="101"/>
                  </a:lnTo>
                  <a:lnTo>
                    <a:pt x="2054" y="34"/>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 name="Google Shape;81;p2"/>
            <p:cNvSpPr/>
            <p:nvPr/>
          </p:nvSpPr>
          <p:spPr>
            <a:xfrm>
              <a:off x="3326346" y="5604901"/>
              <a:ext cx="33610" cy="44835"/>
            </a:xfrm>
            <a:custGeom>
              <a:avLst/>
              <a:gdLst/>
              <a:ahLst/>
              <a:cxnLst/>
              <a:rect l="l" t="t" r="r" b="b"/>
              <a:pathLst>
                <a:path w="506" h="675" extrusionOk="0">
                  <a:moveTo>
                    <a:pt x="303" y="338"/>
                  </a:moveTo>
                  <a:lnTo>
                    <a:pt x="303" y="439"/>
                  </a:lnTo>
                  <a:lnTo>
                    <a:pt x="236" y="472"/>
                  </a:lnTo>
                  <a:lnTo>
                    <a:pt x="168" y="472"/>
                  </a:lnTo>
                  <a:lnTo>
                    <a:pt x="202" y="405"/>
                  </a:lnTo>
                  <a:lnTo>
                    <a:pt x="269" y="338"/>
                  </a:lnTo>
                  <a:close/>
                  <a:moveTo>
                    <a:pt x="370" y="1"/>
                  </a:moveTo>
                  <a:lnTo>
                    <a:pt x="269" y="35"/>
                  </a:lnTo>
                  <a:lnTo>
                    <a:pt x="168" y="68"/>
                  </a:lnTo>
                  <a:lnTo>
                    <a:pt x="101" y="169"/>
                  </a:lnTo>
                  <a:lnTo>
                    <a:pt x="101" y="203"/>
                  </a:lnTo>
                  <a:lnTo>
                    <a:pt x="135" y="237"/>
                  </a:lnTo>
                  <a:lnTo>
                    <a:pt x="135" y="270"/>
                  </a:lnTo>
                  <a:lnTo>
                    <a:pt x="101" y="270"/>
                  </a:lnTo>
                  <a:lnTo>
                    <a:pt x="34" y="371"/>
                  </a:lnTo>
                  <a:lnTo>
                    <a:pt x="0" y="472"/>
                  </a:lnTo>
                  <a:lnTo>
                    <a:pt x="0" y="540"/>
                  </a:lnTo>
                  <a:lnTo>
                    <a:pt x="67" y="641"/>
                  </a:lnTo>
                  <a:lnTo>
                    <a:pt x="168" y="674"/>
                  </a:lnTo>
                  <a:lnTo>
                    <a:pt x="269" y="674"/>
                  </a:lnTo>
                  <a:lnTo>
                    <a:pt x="337" y="607"/>
                  </a:lnTo>
                  <a:lnTo>
                    <a:pt x="438" y="573"/>
                  </a:lnTo>
                  <a:lnTo>
                    <a:pt x="505" y="472"/>
                  </a:lnTo>
                  <a:lnTo>
                    <a:pt x="505" y="338"/>
                  </a:lnTo>
                  <a:lnTo>
                    <a:pt x="505" y="203"/>
                  </a:lnTo>
                  <a:lnTo>
                    <a:pt x="471" y="102"/>
                  </a:lnTo>
                  <a:lnTo>
                    <a:pt x="438" y="35"/>
                  </a:lnTo>
                  <a:lnTo>
                    <a:pt x="3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 name="Google Shape;82;p2"/>
            <p:cNvSpPr/>
            <p:nvPr/>
          </p:nvSpPr>
          <p:spPr>
            <a:xfrm>
              <a:off x="3259259" y="5517688"/>
              <a:ext cx="152108" cy="167783"/>
            </a:xfrm>
            <a:custGeom>
              <a:avLst/>
              <a:gdLst/>
              <a:ahLst/>
              <a:cxnLst/>
              <a:rect l="l" t="t" r="r" b="b"/>
              <a:pathLst>
                <a:path w="2290" h="2526" extrusionOk="0">
                  <a:moveTo>
                    <a:pt x="1919" y="203"/>
                  </a:moveTo>
                  <a:lnTo>
                    <a:pt x="1919" y="641"/>
                  </a:lnTo>
                  <a:lnTo>
                    <a:pt x="1953" y="1112"/>
                  </a:lnTo>
                  <a:lnTo>
                    <a:pt x="2020" y="1583"/>
                  </a:lnTo>
                  <a:lnTo>
                    <a:pt x="2121" y="2021"/>
                  </a:lnTo>
                  <a:lnTo>
                    <a:pt x="2155" y="2055"/>
                  </a:lnTo>
                  <a:lnTo>
                    <a:pt x="2121" y="2055"/>
                  </a:lnTo>
                  <a:lnTo>
                    <a:pt x="1717" y="2088"/>
                  </a:lnTo>
                  <a:lnTo>
                    <a:pt x="1313" y="2122"/>
                  </a:lnTo>
                  <a:lnTo>
                    <a:pt x="909" y="2189"/>
                  </a:lnTo>
                  <a:lnTo>
                    <a:pt x="471" y="2223"/>
                  </a:lnTo>
                  <a:lnTo>
                    <a:pt x="303" y="1314"/>
                  </a:lnTo>
                  <a:lnTo>
                    <a:pt x="135" y="405"/>
                  </a:lnTo>
                  <a:lnTo>
                    <a:pt x="572" y="405"/>
                  </a:lnTo>
                  <a:lnTo>
                    <a:pt x="1044" y="338"/>
                  </a:lnTo>
                  <a:lnTo>
                    <a:pt x="1919" y="203"/>
                  </a:lnTo>
                  <a:close/>
                  <a:moveTo>
                    <a:pt x="1919" y="1"/>
                  </a:moveTo>
                  <a:lnTo>
                    <a:pt x="1010" y="136"/>
                  </a:lnTo>
                  <a:lnTo>
                    <a:pt x="539" y="203"/>
                  </a:lnTo>
                  <a:lnTo>
                    <a:pt x="101" y="304"/>
                  </a:lnTo>
                  <a:lnTo>
                    <a:pt x="34" y="304"/>
                  </a:lnTo>
                  <a:lnTo>
                    <a:pt x="34" y="371"/>
                  </a:lnTo>
                  <a:lnTo>
                    <a:pt x="0" y="371"/>
                  </a:lnTo>
                  <a:lnTo>
                    <a:pt x="0" y="405"/>
                  </a:lnTo>
                  <a:lnTo>
                    <a:pt x="34" y="944"/>
                  </a:lnTo>
                  <a:lnTo>
                    <a:pt x="101" y="1449"/>
                  </a:lnTo>
                  <a:lnTo>
                    <a:pt x="202" y="1954"/>
                  </a:lnTo>
                  <a:lnTo>
                    <a:pt x="337" y="2459"/>
                  </a:lnTo>
                  <a:lnTo>
                    <a:pt x="404" y="2526"/>
                  </a:lnTo>
                  <a:lnTo>
                    <a:pt x="471" y="2526"/>
                  </a:lnTo>
                  <a:lnTo>
                    <a:pt x="505" y="2492"/>
                  </a:lnTo>
                  <a:lnTo>
                    <a:pt x="539" y="2425"/>
                  </a:lnTo>
                  <a:lnTo>
                    <a:pt x="505" y="2358"/>
                  </a:lnTo>
                  <a:lnTo>
                    <a:pt x="909" y="2391"/>
                  </a:lnTo>
                  <a:lnTo>
                    <a:pt x="1347" y="2358"/>
                  </a:lnTo>
                  <a:lnTo>
                    <a:pt x="1784" y="2290"/>
                  </a:lnTo>
                  <a:lnTo>
                    <a:pt x="2155" y="2189"/>
                  </a:lnTo>
                  <a:lnTo>
                    <a:pt x="2188" y="2122"/>
                  </a:lnTo>
                  <a:lnTo>
                    <a:pt x="2188" y="2055"/>
                  </a:lnTo>
                  <a:lnTo>
                    <a:pt x="2256" y="2055"/>
                  </a:lnTo>
                  <a:lnTo>
                    <a:pt x="2289" y="2021"/>
                  </a:lnTo>
                  <a:lnTo>
                    <a:pt x="2289" y="1987"/>
                  </a:lnTo>
                  <a:lnTo>
                    <a:pt x="2256" y="1550"/>
                  </a:lnTo>
                  <a:lnTo>
                    <a:pt x="2188" y="1078"/>
                  </a:lnTo>
                  <a:lnTo>
                    <a:pt x="2121" y="607"/>
                  </a:lnTo>
                  <a:lnTo>
                    <a:pt x="2020" y="169"/>
                  </a:lnTo>
                  <a:lnTo>
                    <a:pt x="2020" y="102"/>
                  </a:lnTo>
                  <a:lnTo>
                    <a:pt x="2020" y="68"/>
                  </a:lnTo>
                  <a:lnTo>
                    <a:pt x="19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 name="Google Shape;83;p2"/>
            <p:cNvSpPr/>
            <p:nvPr/>
          </p:nvSpPr>
          <p:spPr>
            <a:xfrm>
              <a:off x="2621869" y="5935884"/>
              <a:ext cx="138757" cy="152174"/>
            </a:xfrm>
            <a:custGeom>
              <a:avLst/>
              <a:gdLst/>
              <a:ahLst/>
              <a:cxnLst/>
              <a:rect l="l" t="t" r="r" b="b"/>
              <a:pathLst>
                <a:path w="2089" h="2291" extrusionOk="0">
                  <a:moveTo>
                    <a:pt x="1684" y="1"/>
                  </a:moveTo>
                  <a:lnTo>
                    <a:pt x="1482" y="34"/>
                  </a:lnTo>
                  <a:lnTo>
                    <a:pt x="1078" y="102"/>
                  </a:lnTo>
                  <a:lnTo>
                    <a:pt x="573" y="169"/>
                  </a:lnTo>
                  <a:lnTo>
                    <a:pt x="68" y="270"/>
                  </a:lnTo>
                  <a:lnTo>
                    <a:pt x="1" y="304"/>
                  </a:lnTo>
                  <a:lnTo>
                    <a:pt x="1" y="337"/>
                  </a:lnTo>
                  <a:lnTo>
                    <a:pt x="1" y="405"/>
                  </a:lnTo>
                  <a:lnTo>
                    <a:pt x="34" y="438"/>
                  </a:lnTo>
                  <a:lnTo>
                    <a:pt x="34" y="640"/>
                  </a:lnTo>
                  <a:lnTo>
                    <a:pt x="68" y="809"/>
                  </a:lnTo>
                  <a:lnTo>
                    <a:pt x="102" y="1213"/>
                  </a:lnTo>
                  <a:lnTo>
                    <a:pt x="169" y="1684"/>
                  </a:lnTo>
                  <a:lnTo>
                    <a:pt x="203" y="1920"/>
                  </a:lnTo>
                  <a:lnTo>
                    <a:pt x="270" y="2156"/>
                  </a:lnTo>
                  <a:lnTo>
                    <a:pt x="270" y="2189"/>
                  </a:lnTo>
                  <a:lnTo>
                    <a:pt x="270" y="2257"/>
                  </a:lnTo>
                  <a:lnTo>
                    <a:pt x="304" y="2290"/>
                  </a:lnTo>
                  <a:lnTo>
                    <a:pt x="371" y="2290"/>
                  </a:lnTo>
                  <a:lnTo>
                    <a:pt x="1415" y="2122"/>
                  </a:lnTo>
                  <a:lnTo>
                    <a:pt x="1785" y="2055"/>
                  </a:lnTo>
                  <a:lnTo>
                    <a:pt x="1953" y="2021"/>
                  </a:lnTo>
                  <a:lnTo>
                    <a:pt x="2088" y="1886"/>
                  </a:lnTo>
                  <a:lnTo>
                    <a:pt x="1920" y="1853"/>
                  </a:lnTo>
                  <a:lnTo>
                    <a:pt x="1751" y="1853"/>
                  </a:lnTo>
                  <a:lnTo>
                    <a:pt x="1381" y="1920"/>
                  </a:lnTo>
                  <a:lnTo>
                    <a:pt x="438" y="2088"/>
                  </a:lnTo>
                  <a:lnTo>
                    <a:pt x="405" y="1853"/>
                  </a:lnTo>
                  <a:lnTo>
                    <a:pt x="371" y="1617"/>
                  </a:lnTo>
                  <a:lnTo>
                    <a:pt x="304" y="1179"/>
                  </a:lnTo>
                  <a:lnTo>
                    <a:pt x="270" y="809"/>
                  </a:lnTo>
                  <a:lnTo>
                    <a:pt x="236" y="607"/>
                  </a:lnTo>
                  <a:lnTo>
                    <a:pt x="169" y="438"/>
                  </a:lnTo>
                  <a:lnTo>
                    <a:pt x="708" y="371"/>
                  </a:lnTo>
                  <a:lnTo>
                    <a:pt x="1246" y="270"/>
                  </a:lnTo>
                  <a:lnTo>
                    <a:pt x="1617" y="203"/>
                  </a:lnTo>
                  <a:lnTo>
                    <a:pt x="1785" y="169"/>
                  </a:lnTo>
                  <a:lnTo>
                    <a:pt x="1886" y="34"/>
                  </a:lnTo>
                  <a:lnTo>
                    <a:pt x="16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 name="Google Shape;84;p2"/>
            <p:cNvSpPr/>
            <p:nvPr/>
          </p:nvSpPr>
          <p:spPr>
            <a:xfrm>
              <a:off x="2626319" y="6152820"/>
              <a:ext cx="44835" cy="35868"/>
            </a:xfrm>
            <a:custGeom>
              <a:avLst/>
              <a:gdLst/>
              <a:ahLst/>
              <a:cxnLst/>
              <a:rect l="l" t="t" r="r" b="b"/>
              <a:pathLst>
                <a:path w="675" h="540" extrusionOk="0">
                  <a:moveTo>
                    <a:pt x="136" y="1"/>
                  </a:moveTo>
                  <a:lnTo>
                    <a:pt x="68" y="34"/>
                  </a:lnTo>
                  <a:lnTo>
                    <a:pt x="1" y="68"/>
                  </a:lnTo>
                  <a:lnTo>
                    <a:pt x="35" y="135"/>
                  </a:lnTo>
                  <a:lnTo>
                    <a:pt x="68" y="203"/>
                  </a:lnTo>
                  <a:lnTo>
                    <a:pt x="102" y="304"/>
                  </a:lnTo>
                  <a:lnTo>
                    <a:pt x="169" y="405"/>
                  </a:lnTo>
                  <a:lnTo>
                    <a:pt x="237" y="472"/>
                  </a:lnTo>
                  <a:lnTo>
                    <a:pt x="338" y="539"/>
                  </a:lnTo>
                  <a:lnTo>
                    <a:pt x="439" y="539"/>
                  </a:lnTo>
                  <a:lnTo>
                    <a:pt x="472" y="506"/>
                  </a:lnTo>
                  <a:lnTo>
                    <a:pt x="573" y="270"/>
                  </a:lnTo>
                  <a:lnTo>
                    <a:pt x="641" y="169"/>
                  </a:lnTo>
                  <a:lnTo>
                    <a:pt x="674" y="102"/>
                  </a:lnTo>
                  <a:lnTo>
                    <a:pt x="674" y="68"/>
                  </a:lnTo>
                  <a:lnTo>
                    <a:pt x="641" y="34"/>
                  </a:lnTo>
                  <a:lnTo>
                    <a:pt x="607" y="1"/>
                  </a:lnTo>
                  <a:lnTo>
                    <a:pt x="506" y="34"/>
                  </a:lnTo>
                  <a:lnTo>
                    <a:pt x="439" y="102"/>
                  </a:lnTo>
                  <a:lnTo>
                    <a:pt x="338" y="337"/>
                  </a:lnTo>
                  <a:lnTo>
                    <a:pt x="237" y="203"/>
                  </a:lnTo>
                  <a:lnTo>
                    <a:pt x="203" y="68"/>
                  </a:lnTo>
                  <a:lnTo>
                    <a:pt x="169" y="34"/>
                  </a:lnTo>
                  <a:lnTo>
                    <a:pt x="1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 name="Google Shape;85;p2"/>
            <p:cNvSpPr/>
            <p:nvPr/>
          </p:nvSpPr>
          <p:spPr>
            <a:xfrm>
              <a:off x="2469827" y="6177397"/>
              <a:ext cx="35802" cy="35868"/>
            </a:xfrm>
            <a:custGeom>
              <a:avLst/>
              <a:gdLst/>
              <a:ahLst/>
              <a:cxnLst/>
              <a:rect l="l" t="t" r="r" b="b"/>
              <a:pathLst>
                <a:path w="539" h="540" extrusionOk="0">
                  <a:moveTo>
                    <a:pt x="371" y="1"/>
                  </a:moveTo>
                  <a:lnTo>
                    <a:pt x="270" y="35"/>
                  </a:lnTo>
                  <a:lnTo>
                    <a:pt x="169" y="68"/>
                  </a:lnTo>
                  <a:lnTo>
                    <a:pt x="101" y="102"/>
                  </a:lnTo>
                  <a:lnTo>
                    <a:pt x="34" y="169"/>
                  </a:lnTo>
                  <a:lnTo>
                    <a:pt x="0" y="237"/>
                  </a:lnTo>
                  <a:lnTo>
                    <a:pt x="0" y="338"/>
                  </a:lnTo>
                  <a:lnTo>
                    <a:pt x="34" y="405"/>
                  </a:lnTo>
                  <a:lnTo>
                    <a:pt x="101" y="472"/>
                  </a:lnTo>
                  <a:lnTo>
                    <a:pt x="169" y="540"/>
                  </a:lnTo>
                  <a:lnTo>
                    <a:pt x="371" y="540"/>
                  </a:lnTo>
                  <a:lnTo>
                    <a:pt x="438" y="506"/>
                  </a:lnTo>
                  <a:lnTo>
                    <a:pt x="505" y="472"/>
                  </a:lnTo>
                  <a:lnTo>
                    <a:pt x="505" y="371"/>
                  </a:lnTo>
                  <a:lnTo>
                    <a:pt x="505" y="338"/>
                  </a:lnTo>
                  <a:lnTo>
                    <a:pt x="472" y="338"/>
                  </a:lnTo>
                  <a:lnTo>
                    <a:pt x="404" y="304"/>
                  </a:lnTo>
                  <a:lnTo>
                    <a:pt x="337" y="371"/>
                  </a:lnTo>
                  <a:lnTo>
                    <a:pt x="202" y="371"/>
                  </a:lnTo>
                  <a:lnTo>
                    <a:pt x="169" y="304"/>
                  </a:lnTo>
                  <a:lnTo>
                    <a:pt x="202" y="237"/>
                  </a:lnTo>
                  <a:lnTo>
                    <a:pt x="236" y="237"/>
                  </a:lnTo>
                  <a:lnTo>
                    <a:pt x="303" y="169"/>
                  </a:lnTo>
                  <a:lnTo>
                    <a:pt x="404" y="136"/>
                  </a:lnTo>
                  <a:lnTo>
                    <a:pt x="505" y="102"/>
                  </a:lnTo>
                  <a:lnTo>
                    <a:pt x="539" y="102"/>
                  </a:lnTo>
                  <a:lnTo>
                    <a:pt x="539" y="68"/>
                  </a:lnTo>
                  <a:lnTo>
                    <a:pt x="438" y="35"/>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 name="Google Shape;86;p2"/>
            <p:cNvSpPr/>
            <p:nvPr/>
          </p:nvSpPr>
          <p:spPr>
            <a:xfrm>
              <a:off x="2568199" y="6101409"/>
              <a:ext cx="158883" cy="147657"/>
            </a:xfrm>
            <a:custGeom>
              <a:avLst/>
              <a:gdLst/>
              <a:ahLst/>
              <a:cxnLst/>
              <a:rect l="l" t="t" r="r" b="b"/>
              <a:pathLst>
                <a:path w="2392" h="2223" extrusionOk="0">
                  <a:moveTo>
                    <a:pt x="1886" y="0"/>
                  </a:moveTo>
                  <a:lnTo>
                    <a:pt x="1684" y="34"/>
                  </a:lnTo>
                  <a:lnTo>
                    <a:pt x="1347" y="101"/>
                  </a:lnTo>
                  <a:lnTo>
                    <a:pt x="741" y="169"/>
                  </a:lnTo>
                  <a:lnTo>
                    <a:pt x="438" y="236"/>
                  </a:lnTo>
                  <a:lnTo>
                    <a:pt x="135" y="303"/>
                  </a:lnTo>
                  <a:lnTo>
                    <a:pt x="135" y="236"/>
                  </a:lnTo>
                  <a:lnTo>
                    <a:pt x="102" y="202"/>
                  </a:lnTo>
                  <a:lnTo>
                    <a:pt x="68" y="202"/>
                  </a:lnTo>
                  <a:lnTo>
                    <a:pt x="34" y="236"/>
                  </a:lnTo>
                  <a:lnTo>
                    <a:pt x="1" y="472"/>
                  </a:lnTo>
                  <a:lnTo>
                    <a:pt x="1" y="707"/>
                  </a:lnTo>
                  <a:lnTo>
                    <a:pt x="68" y="1145"/>
                  </a:lnTo>
                  <a:lnTo>
                    <a:pt x="169" y="1684"/>
                  </a:lnTo>
                  <a:lnTo>
                    <a:pt x="203" y="1919"/>
                  </a:lnTo>
                  <a:lnTo>
                    <a:pt x="304" y="2189"/>
                  </a:lnTo>
                  <a:lnTo>
                    <a:pt x="337" y="2222"/>
                  </a:lnTo>
                  <a:lnTo>
                    <a:pt x="405" y="2222"/>
                  </a:lnTo>
                  <a:lnTo>
                    <a:pt x="438" y="2189"/>
                  </a:lnTo>
                  <a:lnTo>
                    <a:pt x="438" y="2155"/>
                  </a:lnTo>
                  <a:lnTo>
                    <a:pt x="405" y="1886"/>
                  </a:lnTo>
                  <a:lnTo>
                    <a:pt x="371" y="1616"/>
                  </a:lnTo>
                  <a:lnTo>
                    <a:pt x="270" y="1111"/>
                  </a:lnTo>
                  <a:lnTo>
                    <a:pt x="203" y="741"/>
                  </a:lnTo>
                  <a:lnTo>
                    <a:pt x="169" y="404"/>
                  </a:lnTo>
                  <a:lnTo>
                    <a:pt x="573" y="371"/>
                  </a:lnTo>
                  <a:lnTo>
                    <a:pt x="977" y="337"/>
                  </a:lnTo>
                  <a:lnTo>
                    <a:pt x="1886" y="169"/>
                  </a:lnTo>
                  <a:lnTo>
                    <a:pt x="1920" y="202"/>
                  </a:lnTo>
                  <a:lnTo>
                    <a:pt x="1987" y="202"/>
                  </a:lnTo>
                  <a:lnTo>
                    <a:pt x="1987" y="472"/>
                  </a:lnTo>
                  <a:lnTo>
                    <a:pt x="2021" y="775"/>
                  </a:lnTo>
                  <a:lnTo>
                    <a:pt x="2189" y="1785"/>
                  </a:lnTo>
                  <a:lnTo>
                    <a:pt x="1987" y="1785"/>
                  </a:lnTo>
                  <a:lnTo>
                    <a:pt x="1785" y="1818"/>
                  </a:lnTo>
                  <a:lnTo>
                    <a:pt x="1381" y="1886"/>
                  </a:lnTo>
                  <a:lnTo>
                    <a:pt x="876" y="1953"/>
                  </a:lnTo>
                  <a:lnTo>
                    <a:pt x="640" y="2020"/>
                  </a:lnTo>
                  <a:lnTo>
                    <a:pt x="539" y="2054"/>
                  </a:lnTo>
                  <a:lnTo>
                    <a:pt x="438" y="2155"/>
                  </a:lnTo>
                  <a:lnTo>
                    <a:pt x="539" y="2189"/>
                  </a:lnTo>
                  <a:lnTo>
                    <a:pt x="640" y="2222"/>
                  </a:lnTo>
                  <a:lnTo>
                    <a:pt x="842" y="2222"/>
                  </a:lnTo>
                  <a:lnTo>
                    <a:pt x="1280" y="2121"/>
                  </a:lnTo>
                  <a:lnTo>
                    <a:pt x="1751" y="2088"/>
                  </a:lnTo>
                  <a:lnTo>
                    <a:pt x="1987" y="2020"/>
                  </a:lnTo>
                  <a:lnTo>
                    <a:pt x="2223" y="1953"/>
                  </a:lnTo>
                  <a:lnTo>
                    <a:pt x="2256" y="1987"/>
                  </a:lnTo>
                  <a:lnTo>
                    <a:pt x="2324" y="1987"/>
                  </a:lnTo>
                  <a:lnTo>
                    <a:pt x="2357" y="1953"/>
                  </a:lnTo>
                  <a:lnTo>
                    <a:pt x="2391" y="1886"/>
                  </a:lnTo>
                  <a:lnTo>
                    <a:pt x="2223" y="876"/>
                  </a:lnTo>
                  <a:lnTo>
                    <a:pt x="2189" y="438"/>
                  </a:lnTo>
                  <a:lnTo>
                    <a:pt x="2155" y="236"/>
                  </a:lnTo>
                  <a:lnTo>
                    <a:pt x="2054" y="34"/>
                  </a:lnTo>
                  <a:lnTo>
                    <a:pt x="2021" y="34"/>
                  </a:lnTo>
                  <a:lnTo>
                    <a:pt x="2021" y="68"/>
                  </a:lnTo>
                  <a:lnTo>
                    <a:pt x="1953"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7" name="Google Shape;87;p2"/>
            <p:cNvSpPr/>
            <p:nvPr/>
          </p:nvSpPr>
          <p:spPr>
            <a:xfrm>
              <a:off x="2418350" y="6125986"/>
              <a:ext cx="145465" cy="147657"/>
            </a:xfrm>
            <a:custGeom>
              <a:avLst/>
              <a:gdLst/>
              <a:ahLst/>
              <a:cxnLst/>
              <a:rect l="l" t="t" r="r" b="b"/>
              <a:pathLst>
                <a:path w="2190" h="2223" extrusionOk="0">
                  <a:moveTo>
                    <a:pt x="1819" y="1"/>
                  </a:moveTo>
                  <a:lnTo>
                    <a:pt x="1314" y="68"/>
                  </a:lnTo>
                  <a:lnTo>
                    <a:pt x="775" y="135"/>
                  </a:lnTo>
                  <a:lnTo>
                    <a:pt x="371" y="169"/>
                  </a:lnTo>
                  <a:lnTo>
                    <a:pt x="169" y="203"/>
                  </a:lnTo>
                  <a:lnTo>
                    <a:pt x="1" y="270"/>
                  </a:lnTo>
                  <a:lnTo>
                    <a:pt x="1" y="304"/>
                  </a:lnTo>
                  <a:lnTo>
                    <a:pt x="135" y="371"/>
                  </a:lnTo>
                  <a:lnTo>
                    <a:pt x="338" y="405"/>
                  </a:lnTo>
                  <a:lnTo>
                    <a:pt x="674" y="337"/>
                  </a:lnTo>
                  <a:lnTo>
                    <a:pt x="1213" y="270"/>
                  </a:lnTo>
                  <a:lnTo>
                    <a:pt x="1752" y="203"/>
                  </a:lnTo>
                  <a:lnTo>
                    <a:pt x="1752" y="371"/>
                  </a:lnTo>
                  <a:lnTo>
                    <a:pt x="1785" y="539"/>
                  </a:lnTo>
                  <a:lnTo>
                    <a:pt x="1853" y="910"/>
                  </a:lnTo>
                  <a:lnTo>
                    <a:pt x="1920" y="1381"/>
                  </a:lnTo>
                  <a:lnTo>
                    <a:pt x="1954" y="1617"/>
                  </a:lnTo>
                  <a:lnTo>
                    <a:pt x="1987" y="1819"/>
                  </a:lnTo>
                  <a:lnTo>
                    <a:pt x="1011" y="1953"/>
                  </a:lnTo>
                  <a:lnTo>
                    <a:pt x="674" y="1987"/>
                  </a:lnTo>
                  <a:lnTo>
                    <a:pt x="506" y="2021"/>
                  </a:lnTo>
                  <a:lnTo>
                    <a:pt x="371" y="2122"/>
                  </a:lnTo>
                  <a:lnTo>
                    <a:pt x="540" y="2189"/>
                  </a:lnTo>
                  <a:lnTo>
                    <a:pt x="708" y="2223"/>
                  </a:lnTo>
                  <a:lnTo>
                    <a:pt x="1045" y="2155"/>
                  </a:lnTo>
                  <a:lnTo>
                    <a:pt x="2122" y="2021"/>
                  </a:lnTo>
                  <a:lnTo>
                    <a:pt x="2189" y="1987"/>
                  </a:lnTo>
                  <a:lnTo>
                    <a:pt x="2189" y="1953"/>
                  </a:lnTo>
                  <a:lnTo>
                    <a:pt x="2189" y="1886"/>
                  </a:lnTo>
                  <a:lnTo>
                    <a:pt x="2156" y="1852"/>
                  </a:lnTo>
                  <a:lnTo>
                    <a:pt x="2156" y="1617"/>
                  </a:lnTo>
                  <a:lnTo>
                    <a:pt x="2122" y="1347"/>
                  </a:lnTo>
                  <a:lnTo>
                    <a:pt x="2021" y="876"/>
                  </a:lnTo>
                  <a:lnTo>
                    <a:pt x="1987" y="506"/>
                  </a:lnTo>
                  <a:lnTo>
                    <a:pt x="1954" y="337"/>
                  </a:lnTo>
                  <a:lnTo>
                    <a:pt x="1886" y="135"/>
                  </a:lnTo>
                  <a:lnTo>
                    <a:pt x="1920" y="102"/>
                  </a:lnTo>
                  <a:lnTo>
                    <a:pt x="1920"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8" name="Google Shape;88;p2"/>
            <p:cNvSpPr/>
            <p:nvPr/>
          </p:nvSpPr>
          <p:spPr>
            <a:xfrm>
              <a:off x="2409449" y="6143853"/>
              <a:ext cx="31351" cy="134240"/>
            </a:xfrm>
            <a:custGeom>
              <a:avLst/>
              <a:gdLst/>
              <a:ahLst/>
              <a:cxnLst/>
              <a:rect l="l" t="t" r="r" b="b"/>
              <a:pathLst>
                <a:path w="472" h="2021" extrusionOk="0">
                  <a:moveTo>
                    <a:pt x="67" y="1"/>
                  </a:moveTo>
                  <a:lnTo>
                    <a:pt x="34" y="35"/>
                  </a:lnTo>
                  <a:lnTo>
                    <a:pt x="0" y="270"/>
                  </a:lnTo>
                  <a:lnTo>
                    <a:pt x="34" y="506"/>
                  </a:lnTo>
                  <a:lnTo>
                    <a:pt x="101" y="944"/>
                  </a:lnTo>
                  <a:lnTo>
                    <a:pt x="202" y="1482"/>
                  </a:lnTo>
                  <a:lnTo>
                    <a:pt x="269" y="1718"/>
                  </a:lnTo>
                  <a:lnTo>
                    <a:pt x="337" y="1987"/>
                  </a:lnTo>
                  <a:lnTo>
                    <a:pt x="370" y="2021"/>
                  </a:lnTo>
                  <a:lnTo>
                    <a:pt x="438" y="2021"/>
                  </a:lnTo>
                  <a:lnTo>
                    <a:pt x="472" y="1987"/>
                  </a:lnTo>
                  <a:lnTo>
                    <a:pt x="472" y="1954"/>
                  </a:lnTo>
                  <a:lnTo>
                    <a:pt x="438" y="1684"/>
                  </a:lnTo>
                  <a:lnTo>
                    <a:pt x="404" y="1415"/>
                  </a:lnTo>
                  <a:lnTo>
                    <a:pt x="269" y="910"/>
                  </a:lnTo>
                  <a:lnTo>
                    <a:pt x="202" y="472"/>
                  </a:lnTo>
                  <a:lnTo>
                    <a:pt x="168" y="270"/>
                  </a:lnTo>
                  <a:lnTo>
                    <a:pt x="101" y="35"/>
                  </a:lnTo>
                  <a:lnTo>
                    <a:pt x="1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9" name="Google Shape;89;p2"/>
            <p:cNvSpPr/>
            <p:nvPr/>
          </p:nvSpPr>
          <p:spPr>
            <a:xfrm>
              <a:off x="2518980" y="6011938"/>
              <a:ext cx="42577" cy="62703"/>
            </a:xfrm>
            <a:custGeom>
              <a:avLst/>
              <a:gdLst/>
              <a:ahLst/>
              <a:cxnLst/>
              <a:rect l="l" t="t" r="r" b="b"/>
              <a:pathLst>
                <a:path w="641" h="944" extrusionOk="0">
                  <a:moveTo>
                    <a:pt x="439" y="0"/>
                  </a:moveTo>
                  <a:lnTo>
                    <a:pt x="304" y="34"/>
                  </a:lnTo>
                  <a:lnTo>
                    <a:pt x="169" y="68"/>
                  </a:lnTo>
                  <a:lnTo>
                    <a:pt x="136" y="101"/>
                  </a:lnTo>
                  <a:lnTo>
                    <a:pt x="102" y="101"/>
                  </a:lnTo>
                  <a:lnTo>
                    <a:pt x="35" y="135"/>
                  </a:lnTo>
                  <a:lnTo>
                    <a:pt x="1" y="169"/>
                  </a:lnTo>
                  <a:lnTo>
                    <a:pt x="35" y="202"/>
                  </a:lnTo>
                  <a:lnTo>
                    <a:pt x="35" y="236"/>
                  </a:lnTo>
                  <a:lnTo>
                    <a:pt x="68" y="236"/>
                  </a:lnTo>
                  <a:lnTo>
                    <a:pt x="136" y="573"/>
                  </a:lnTo>
                  <a:lnTo>
                    <a:pt x="237" y="876"/>
                  </a:lnTo>
                  <a:lnTo>
                    <a:pt x="270" y="943"/>
                  </a:lnTo>
                  <a:lnTo>
                    <a:pt x="338" y="943"/>
                  </a:lnTo>
                  <a:lnTo>
                    <a:pt x="371" y="910"/>
                  </a:lnTo>
                  <a:lnTo>
                    <a:pt x="405" y="842"/>
                  </a:lnTo>
                  <a:lnTo>
                    <a:pt x="304" y="539"/>
                  </a:lnTo>
                  <a:lnTo>
                    <a:pt x="405" y="539"/>
                  </a:lnTo>
                  <a:lnTo>
                    <a:pt x="472" y="505"/>
                  </a:lnTo>
                  <a:lnTo>
                    <a:pt x="540" y="472"/>
                  </a:lnTo>
                  <a:lnTo>
                    <a:pt x="573" y="438"/>
                  </a:lnTo>
                  <a:lnTo>
                    <a:pt x="573" y="404"/>
                  </a:lnTo>
                  <a:lnTo>
                    <a:pt x="540" y="371"/>
                  </a:lnTo>
                  <a:lnTo>
                    <a:pt x="472" y="371"/>
                  </a:lnTo>
                  <a:lnTo>
                    <a:pt x="338" y="404"/>
                  </a:lnTo>
                  <a:lnTo>
                    <a:pt x="304" y="438"/>
                  </a:lnTo>
                  <a:lnTo>
                    <a:pt x="237" y="236"/>
                  </a:lnTo>
                  <a:lnTo>
                    <a:pt x="338" y="236"/>
                  </a:lnTo>
                  <a:lnTo>
                    <a:pt x="472" y="169"/>
                  </a:lnTo>
                  <a:lnTo>
                    <a:pt x="540" y="169"/>
                  </a:lnTo>
                  <a:lnTo>
                    <a:pt x="607" y="101"/>
                  </a:lnTo>
                  <a:lnTo>
                    <a:pt x="641" y="68"/>
                  </a:lnTo>
                  <a:lnTo>
                    <a:pt x="607" y="34"/>
                  </a:lnTo>
                  <a:lnTo>
                    <a:pt x="57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0" name="Google Shape;90;p2"/>
            <p:cNvSpPr/>
            <p:nvPr/>
          </p:nvSpPr>
          <p:spPr>
            <a:xfrm>
              <a:off x="2458602" y="5953819"/>
              <a:ext cx="156624" cy="156558"/>
            </a:xfrm>
            <a:custGeom>
              <a:avLst/>
              <a:gdLst/>
              <a:ahLst/>
              <a:cxnLst/>
              <a:rect l="l" t="t" r="r" b="b"/>
              <a:pathLst>
                <a:path w="2358" h="2357" extrusionOk="0">
                  <a:moveTo>
                    <a:pt x="1987" y="0"/>
                  </a:moveTo>
                  <a:lnTo>
                    <a:pt x="1954" y="34"/>
                  </a:lnTo>
                  <a:lnTo>
                    <a:pt x="1954" y="135"/>
                  </a:lnTo>
                  <a:lnTo>
                    <a:pt x="1651" y="135"/>
                  </a:lnTo>
                  <a:lnTo>
                    <a:pt x="1348" y="168"/>
                  </a:lnTo>
                  <a:lnTo>
                    <a:pt x="742" y="269"/>
                  </a:lnTo>
                  <a:lnTo>
                    <a:pt x="405" y="303"/>
                  </a:lnTo>
                  <a:lnTo>
                    <a:pt x="203" y="337"/>
                  </a:lnTo>
                  <a:lnTo>
                    <a:pt x="136" y="370"/>
                  </a:lnTo>
                  <a:lnTo>
                    <a:pt x="102" y="438"/>
                  </a:lnTo>
                  <a:lnTo>
                    <a:pt x="68" y="438"/>
                  </a:lnTo>
                  <a:lnTo>
                    <a:pt x="68" y="404"/>
                  </a:lnTo>
                  <a:lnTo>
                    <a:pt x="35" y="438"/>
                  </a:lnTo>
                  <a:lnTo>
                    <a:pt x="1" y="640"/>
                  </a:lnTo>
                  <a:lnTo>
                    <a:pt x="35" y="842"/>
                  </a:lnTo>
                  <a:lnTo>
                    <a:pt x="136" y="1279"/>
                  </a:lnTo>
                  <a:lnTo>
                    <a:pt x="270" y="2290"/>
                  </a:lnTo>
                  <a:lnTo>
                    <a:pt x="304" y="2357"/>
                  </a:lnTo>
                  <a:lnTo>
                    <a:pt x="405" y="2357"/>
                  </a:lnTo>
                  <a:lnTo>
                    <a:pt x="439" y="2323"/>
                  </a:lnTo>
                  <a:lnTo>
                    <a:pt x="674" y="2323"/>
                  </a:lnTo>
                  <a:lnTo>
                    <a:pt x="944" y="2290"/>
                  </a:lnTo>
                  <a:lnTo>
                    <a:pt x="1415" y="2189"/>
                  </a:lnTo>
                  <a:lnTo>
                    <a:pt x="1819" y="2155"/>
                  </a:lnTo>
                  <a:lnTo>
                    <a:pt x="2055" y="2088"/>
                  </a:lnTo>
                  <a:lnTo>
                    <a:pt x="2122" y="2054"/>
                  </a:lnTo>
                  <a:lnTo>
                    <a:pt x="2189" y="1987"/>
                  </a:lnTo>
                  <a:lnTo>
                    <a:pt x="2189" y="1953"/>
                  </a:lnTo>
                  <a:lnTo>
                    <a:pt x="2088" y="1919"/>
                  </a:lnTo>
                  <a:lnTo>
                    <a:pt x="1987" y="1886"/>
                  </a:lnTo>
                  <a:lnTo>
                    <a:pt x="1718" y="1886"/>
                  </a:lnTo>
                  <a:lnTo>
                    <a:pt x="1247" y="1987"/>
                  </a:lnTo>
                  <a:lnTo>
                    <a:pt x="843" y="2054"/>
                  </a:lnTo>
                  <a:lnTo>
                    <a:pt x="641" y="2088"/>
                  </a:lnTo>
                  <a:lnTo>
                    <a:pt x="439" y="2121"/>
                  </a:lnTo>
                  <a:lnTo>
                    <a:pt x="270" y="1111"/>
                  </a:lnTo>
                  <a:lnTo>
                    <a:pt x="237" y="842"/>
                  </a:lnTo>
                  <a:lnTo>
                    <a:pt x="136" y="572"/>
                  </a:lnTo>
                  <a:lnTo>
                    <a:pt x="203" y="572"/>
                  </a:lnTo>
                  <a:lnTo>
                    <a:pt x="237" y="539"/>
                  </a:lnTo>
                  <a:lnTo>
                    <a:pt x="237" y="505"/>
                  </a:lnTo>
                  <a:lnTo>
                    <a:pt x="1179" y="370"/>
                  </a:lnTo>
                  <a:lnTo>
                    <a:pt x="1550" y="303"/>
                  </a:lnTo>
                  <a:lnTo>
                    <a:pt x="1954" y="202"/>
                  </a:lnTo>
                  <a:lnTo>
                    <a:pt x="2021" y="572"/>
                  </a:lnTo>
                  <a:lnTo>
                    <a:pt x="2055" y="943"/>
                  </a:lnTo>
                  <a:lnTo>
                    <a:pt x="2122" y="1448"/>
                  </a:lnTo>
                  <a:lnTo>
                    <a:pt x="2156" y="1717"/>
                  </a:lnTo>
                  <a:lnTo>
                    <a:pt x="2189" y="1953"/>
                  </a:lnTo>
                  <a:lnTo>
                    <a:pt x="2223" y="2020"/>
                  </a:lnTo>
                  <a:lnTo>
                    <a:pt x="2324" y="2020"/>
                  </a:lnTo>
                  <a:lnTo>
                    <a:pt x="2324" y="1953"/>
                  </a:lnTo>
                  <a:lnTo>
                    <a:pt x="2358" y="1717"/>
                  </a:lnTo>
                  <a:lnTo>
                    <a:pt x="2324" y="1448"/>
                  </a:lnTo>
                  <a:lnTo>
                    <a:pt x="2257" y="909"/>
                  </a:lnTo>
                  <a:lnTo>
                    <a:pt x="2189" y="471"/>
                  </a:lnTo>
                  <a:lnTo>
                    <a:pt x="2122" y="236"/>
                  </a:lnTo>
                  <a:lnTo>
                    <a:pt x="2055" y="34"/>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1" name="Google Shape;91;p2"/>
            <p:cNvSpPr/>
            <p:nvPr/>
          </p:nvSpPr>
          <p:spPr>
            <a:xfrm>
              <a:off x="3051224" y="6025356"/>
              <a:ext cx="156624" cy="154366"/>
            </a:xfrm>
            <a:custGeom>
              <a:avLst/>
              <a:gdLst/>
              <a:ahLst/>
              <a:cxnLst/>
              <a:rect l="l" t="t" r="r" b="b"/>
              <a:pathLst>
                <a:path w="2358" h="2324" extrusionOk="0">
                  <a:moveTo>
                    <a:pt x="1954" y="303"/>
                  </a:moveTo>
                  <a:lnTo>
                    <a:pt x="1987" y="640"/>
                  </a:lnTo>
                  <a:lnTo>
                    <a:pt x="2055" y="943"/>
                  </a:lnTo>
                  <a:lnTo>
                    <a:pt x="2088" y="1381"/>
                  </a:lnTo>
                  <a:lnTo>
                    <a:pt x="2122" y="1617"/>
                  </a:lnTo>
                  <a:lnTo>
                    <a:pt x="2189" y="1819"/>
                  </a:lnTo>
                  <a:lnTo>
                    <a:pt x="1280" y="1920"/>
                  </a:lnTo>
                  <a:lnTo>
                    <a:pt x="843" y="2021"/>
                  </a:lnTo>
                  <a:lnTo>
                    <a:pt x="405" y="2155"/>
                  </a:lnTo>
                  <a:lnTo>
                    <a:pt x="338" y="1718"/>
                  </a:lnTo>
                  <a:lnTo>
                    <a:pt x="270" y="1280"/>
                  </a:lnTo>
                  <a:lnTo>
                    <a:pt x="237" y="809"/>
                  </a:lnTo>
                  <a:lnTo>
                    <a:pt x="203" y="573"/>
                  </a:lnTo>
                  <a:lnTo>
                    <a:pt x="102" y="371"/>
                  </a:lnTo>
                  <a:lnTo>
                    <a:pt x="102" y="371"/>
                  </a:lnTo>
                  <a:lnTo>
                    <a:pt x="304" y="438"/>
                  </a:lnTo>
                  <a:lnTo>
                    <a:pt x="472" y="438"/>
                  </a:lnTo>
                  <a:lnTo>
                    <a:pt x="843" y="371"/>
                  </a:lnTo>
                  <a:lnTo>
                    <a:pt x="1415" y="337"/>
                  </a:lnTo>
                  <a:lnTo>
                    <a:pt x="1954" y="303"/>
                  </a:lnTo>
                  <a:close/>
                  <a:moveTo>
                    <a:pt x="2021" y="0"/>
                  </a:moveTo>
                  <a:lnTo>
                    <a:pt x="1987" y="34"/>
                  </a:lnTo>
                  <a:lnTo>
                    <a:pt x="1954" y="68"/>
                  </a:lnTo>
                  <a:lnTo>
                    <a:pt x="1954" y="135"/>
                  </a:lnTo>
                  <a:lnTo>
                    <a:pt x="1449" y="135"/>
                  </a:lnTo>
                  <a:lnTo>
                    <a:pt x="944" y="169"/>
                  </a:lnTo>
                  <a:lnTo>
                    <a:pt x="506" y="202"/>
                  </a:lnTo>
                  <a:lnTo>
                    <a:pt x="304" y="270"/>
                  </a:lnTo>
                  <a:lnTo>
                    <a:pt x="203" y="303"/>
                  </a:lnTo>
                  <a:lnTo>
                    <a:pt x="102" y="371"/>
                  </a:lnTo>
                  <a:lnTo>
                    <a:pt x="68" y="371"/>
                  </a:lnTo>
                  <a:lnTo>
                    <a:pt x="35" y="506"/>
                  </a:lnTo>
                  <a:lnTo>
                    <a:pt x="1" y="674"/>
                  </a:lnTo>
                  <a:lnTo>
                    <a:pt x="35" y="977"/>
                  </a:lnTo>
                  <a:lnTo>
                    <a:pt x="102" y="1617"/>
                  </a:lnTo>
                  <a:lnTo>
                    <a:pt x="136" y="1785"/>
                  </a:lnTo>
                  <a:lnTo>
                    <a:pt x="169" y="2021"/>
                  </a:lnTo>
                  <a:lnTo>
                    <a:pt x="203" y="2122"/>
                  </a:lnTo>
                  <a:lnTo>
                    <a:pt x="237" y="2189"/>
                  </a:lnTo>
                  <a:lnTo>
                    <a:pt x="304" y="2256"/>
                  </a:lnTo>
                  <a:lnTo>
                    <a:pt x="371" y="2324"/>
                  </a:lnTo>
                  <a:lnTo>
                    <a:pt x="439" y="2290"/>
                  </a:lnTo>
                  <a:lnTo>
                    <a:pt x="439" y="2256"/>
                  </a:lnTo>
                  <a:lnTo>
                    <a:pt x="876" y="2256"/>
                  </a:lnTo>
                  <a:lnTo>
                    <a:pt x="1314" y="2189"/>
                  </a:lnTo>
                  <a:lnTo>
                    <a:pt x="2223" y="2021"/>
                  </a:lnTo>
                  <a:lnTo>
                    <a:pt x="2257" y="1987"/>
                  </a:lnTo>
                  <a:lnTo>
                    <a:pt x="2324" y="2021"/>
                  </a:lnTo>
                  <a:lnTo>
                    <a:pt x="2358" y="1953"/>
                  </a:lnTo>
                  <a:lnTo>
                    <a:pt x="2358" y="1751"/>
                  </a:lnTo>
                  <a:lnTo>
                    <a:pt x="2324" y="1516"/>
                  </a:lnTo>
                  <a:lnTo>
                    <a:pt x="2223" y="1078"/>
                  </a:lnTo>
                  <a:lnTo>
                    <a:pt x="2156" y="539"/>
                  </a:lnTo>
                  <a:lnTo>
                    <a:pt x="2122" y="303"/>
                  </a:lnTo>
                  <a:lnTo>
                    <a:pt x="2055" y="34"/>
                  </a:lnTo>
                  <a:lnTo>
                    <a:pt x="2021" y="34"/>
                  </a:lnTo>
                  <a:lnTo>
                    <a:pt x="20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2" name="Google Shape;92;p2"/>
            <p:cNvSpPr/>
            <p:nvPr/>
          </p:nvSpPr>
          <p:spPr>
            <a:xfrm>
              <a:off x="3368790" y="5982845"/>
              <a:ext cx="158883" cy="145465"/>
            </a:xfrm>
            <a:custGeom>
              <a:avLst/>
              <a:gdLst/>
              <a:ahLst/>
              <a:cxnLst/>
              <a:rect l="l" t="t" r="r" b="b"/>
              <a:pathLst>
                <a:path w="2392" h="2190" extrusionOk="0">
                  <a:moveTo>
                    <a:pt x="1684" y="1"/>
                  </a:moveTo>
                  <a:lnTo>
                    <a:pt x="1347" y="68"/>
                  </a:lnTo>
                  <a:lnTo>
                    <a:pt x="741" y="169"/>
                  </a:lnTo>
                  <a:lnTo>
                    <a:pt x="438" y="203"/>
                  </a:lnTo>
                  <a:lnTo>
                    <a:pt x="135" y="304"/>
                  </a:lnTo>
                  <a:lnTo>
                    <a:pt x="135" y="203"/>
                  </a:lnTo>
                  <a:lnTo>
                    <a:pt x="68" y="203"/>
                  </a:lnTo>
                  <a:lnTo>
                    <a:pt x="34" y="236"/>
                  </a:lnTo>
                  <a:lnTo>
                    <a:pt x="1" y="438"/>
                  </a:lnTo>
                  <a:lnTo>
                    <a:pt x="34" y="674"/>
                  </a:lnTo>
                  <a:lnTo>
                    <a:pt x="68" y="1146"/>
                  </a:lnTo>
                  <a:lnTo>
                    <a:pt x="169" y="1651"/>
                  </a:lnTo>
                  <a:lnTo>
                    <a:pt x="236" y="1920"/>
                  </a:lnTo>
                  <a:lnTo>
                    <a:pt x="304" y="2156"/>
                  </a:lnTo>
                  <a:lnTo>
                    <a:pt x="337" y="2189"/>
                  </a:lnTo>
                  <a:lnTo>
                    <a:pt x="438" y="2189"/>
                  </a:lnTo>
                  <a:lnTo>
                    <a:pt x="438" y="2122"/>
                  </a:lnTo>
                  <a:lnTo>
                    <a:pt x="405" y="1853"/>
                  </a:lnTo>
                  <a:lnTo>
                    <a:pt x="371" y="1617"/>
                  </a:lnTo>
                  <a:lnTo>
                    <a:pt x="270" y="1112"/>
                  </a:lnTo>
                  <a:lnTo>
                    <a:pt x="236" y="741"/>
                  </a:lnTo>
                  <a:lnTo>
                    <a:pt x="169" y="371"/>
                  </a:lnTo>
                  <a:lnTo>
                    <a:pt x="573" y="371"/>
                  </a:lnTo>
                  <a:lnTo>
                    <a:pt x="977" y="304"/>
                  </a:lnTo>
                  <a:lnTo>
                    <a:pt x="1886" y="169"/>
                  </a:lnTo>
                  <a:lnTo>
                    <a:pt x="1920" y="169"/>
                  </a:lnTo>
                  <a:lnTo>
                    <a:pt x="1953" y="203"/>
                  </a:lnTo>
                  <a:lnTo>
                    <a:pt x="1987" y="203"/>
                  </a:lnTo>
                  <a:lnTo>
                    <a:pt x="2021" y="472"/>
                  </a:lnTo>
                  <a:lnTo>
                    <a:pt x="2054" y="741"/>
                  </a:lnTo>
                  <a:lnTo>
                    <a:pt x="2189" y="1752"/>
                  </a:lnTo>
                  <a:lnTo>
                    <a:pt x="1987" y="1752"/>
                  </a:lnTo>
                  <a:lnTo>
                    <a:pt x="1785" y="1785"/>
                  </a:lnTo>
                  <a:lnTo>
                    <a:pt x="1381" y="1886"/>
                  </a:lnTo>
                  <a:lnTo>
                    <a:pt x="876" y="1920"/>
                  </a:lnTo>
                  <a:lnTo>
                    <a:pt x="640" y="1987"/>
                  </a:lnTo>
                  <a:lnTo>
                    <a:pt x="539" y="2055"/>
                  </a:lnTo>
                  <a:lnTo>
                    <a:pt x="472" y="2122"/>
                  </a:lnTo>
                  <a:lnTo>
                    <a:pt x="539" y="2189"/>
                  </a:lnTo>
                  <a:lnTo>
                    <a:pt x="842" y="2189"/>
                  </a:lnTo>
                  <a:lnTo>
                    <a:pt x="1280" y="2122"/>
                  </a:lnTo>
                  <a:lnTo>
                    <a:pt x="1751" y="2055"/>
                  </a:lnTo>
                  <a:lnTo>
                    <a:pt x="1987" y="2021"/>
                  </a:lnTo>
                  <a:lnTo>
                    <a:pt x="2223" y="1954"/>
                  </a:lnTo>
                  <a:lnTo>
                    <a:pt x="2256" y="1987"/>
                  </a:lnTo>
                  <a:lnTo>
                    <a:pt x="2324" y="1954"/>
                  </a:lnTo>
                  <a:lnTo>
                    <a:pt x="2358" y="1920"/>
                  </a:lnTo>
                  <a:lnTo>
                    <a:pt x="2391" y="1886"/>
                  </a:lnTo>
                  <a:lnTo>
                    <a:pt x="2223" y="876"/>
                  </a:lnTo>
                  <a:lnTo>
                    <a:pt x="2189" y="438"/>
                  </a:lnTo>
                  <a:lnTo>
                    <a:pt x="2155" y="203"/>
                  </a:lnTo>
                  <a:lnTo>
                    <a:pt x="2054" y="1"/>
                  </a:lnTo>
                  <a:lnTo>
                    <a:pt x="2021" y="68"/>
                  </a:lnTo>
                  <a:lnTo>
                    <a:pt x="2021"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3" name="Google Shape;93;p2"/>
            <p:cNvSpPr/>
            <p:nvPr/>
          </p:nvSpPr>
          <p:spPr>
            <a:xfrm>
              <a:off x="2729207" y="6072316"/>
              <a:ext cx="152174" cy="167783"/>
            </a:xfrm>
            <a:custGeom>
              <a:avLst/>
              <a:gdLst/>
              <a:ahLst/>
              <a:cxnLst/>
              <a:rect l="l" t="t" r="r" b="b"/>
              <a:pathLst>
                <a:path w="2291" h="2526" extrusionOk="0">
                  <a:moveTo>
                    <a:pt x="1953" y="169"/>
                  </a:moveTo>
                  <a:lnTo>
                    <a:pt x="1953" y="640"/>
                  </a:lnTo>
                  <a:lnTo>
                    <a:pt x="1987" y="1112"/>
                  </a:lnTo>
                  <a:lnTo>
                    <a:pt x="2054" y="1583"/>
                  </a:lnTo>
                  <a:lnTo>
                    <a:pt x="2155" y="2021"/>
                  </a:lnTo>
                  <a:lnTo>
                    <a:pt x="1751" y="2054"/>
                  </a:lnTo>
                  <a:lnTo>
                    <a:pt x="1347" y="2122"/>
                  </a:lnTo>
                  <a:lnTo>
                    <a:pt x="910" y="2155"/>
                  </a:lnTo>
                  <a:lnTo>
                    <a:pt x="506" y="2223"/>
                  </a:lnTo>
                  <a:lnTo>
                    <a:pt x="304" y="1314"/>
                  </a:lnTo>
                  <a:lnTo>
                    <a:pt x="135" y="405"/>
                  </a:lnTo>
                  <a:lnTo>
                    <a:pt x="607" y="405"/>
                  </a:lnTo>
                  <a:lnTo>
                    <a:pt x="1044" y="337"/>
                  </a:lnTo>
                  <a:lnTo>
                    <a:pt x="1953" y="169"/>
                  </a:lnTo>
                  <a:close/>
                  <a:moveTo>
                    <a:pt x="1953" y="1"/>
                  </a:moveTo>
                  <a:lnTo>
                    <a:pt x="1011" y="135"/>
                  </a:lnTo>
                  <a:lnTo>
                    <a:pt x="573" y="203"/>
                  </a:lnTo>
                  <a:lnTo>
                    <a:pt x="102" y="270"/>
                  </a:lnTo>
                  <a:lnTo>
                    <a:pt x="68" y="304"/>
                  </a:lnTo>
                  <a:lnTo>
                    <a:pt x="34" y="337"/>
                  </a:lnTo>
                  <a:lnTo>
                    <a:pt x="1" y="371"/>
                  </a:lnTo>
                  <a:lnTo>
                    <a:pt x="1" y="405"/>
                  </a:lnTo>
                  <a:lnTo>
                    <a:pt x="34" y="910"/>
                  </a:lnTo>
                  <a:lnTo>
                    <a:pt x="102" y="1448"/>
                  </a:lnTo>
                  <a:lnTo>
                    <a:pt x="203" y="1953"/>
                  </a:lnTo>
                  <a:lnTo>
                    <a:pt x="371" y="2458"/>
                  </a:lnTo>
                  <a:lnTo>
                    <a:pt x="405" y="2492"/>
                  </a:lnTo>
                  <a:lnTo>
                    <a:pt x="472" y="2526"/>
                  </a:lnTo>
                  <a:lnTo>
                    <a:pt x="539" y="2458"/>
                  </a:lnTo>
                  <a:lnTo>
                    <a:pt x="539" y="2391"/>
                  </a:lnTo>
                  <a:lnTo>
                    <a:pt x="539" y="2357"/>
                  </a:lnTo>
                  <a:lnTo>
                    <a:pt x="1347" y="2357"/>
                  </a:lnTo>
                  <a:lnTo>
                    <a:pt x="1785" y="2290"/>
                  </a:lnTo>
                  <a:lnTo>
                    <a:pt x="2155" y="2155"/>
                  </a:lnTo>
                  <a:lnTo>
                    <a:pt x="2189" y="2122"/>
                  </a:lnTo>
                  <a:lnTo>
                    <a:pt x="2189" y="2054"/>
                  </a:lnTo>
                  <a:lnTo>
                    <a:pt x="2256" y="2054"/>
                  </a:lnTo>
                  <a:lnTo>
                    <a:pt x="2290" y="2021"/>
                  </a:lnTo>
                  <a:lnTo>
                    <a:pt x="2290" y="1987"/>
                  </a:lnTo>
                  <a:lnTo>
                    <a:pt x="2256" y="1516"/>
                  </a:lnTo>
                  <a:lnTo>
                    <a:pt x="2189" y="1044"/>
                  </a:lnTo>
                  <a:lnTo>
                    <a:pt x="2122" y="607"/>
                  </a:lnTo>
                  <a:lnTo>
                    <a:pt x="2021" y="135"/>
                  </a:lnTo>
                  <a:lnTo>
                    <a:pt x="2054" y="102"/>
                  </a:lnTo>
                  <a:lnTo>
                    <a:pt x="2054"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4" name="Google Shape;94;p2"/>
            <p:cNvSpPr/>
            <p:nvPr/>
          </p:nvSpPr>
          <p:spPr>
            <a:xfrm>
              <a:off x="2782877" y="6125986"/>
              <a:ext cx="42577" cy="51477"/>
            </a:xfrm>
            <a:custGeom>
              <a:avLst/>
              <a:gdLst/>
              <a:ahLst/>
              <a:cxnLst/>
              <a:rect l="l" t="t" r="r" b="b"/>
              <a:pathLst>
                <a:path w="641" h="775" extrusionOk="0">
                  <a:moveTo>
                    <a:pt x="438" y="135"/>
                  </a:moveTo>
                  <a:lnTo>
                    <a:pt x="438" y="169"/>
                  </a:lnTo>
                  <a:lnTo>
                    <a:pt x="405" y="270"/>
                  </a:lnTo>
                  <a:lnTo>
                    <a:pt x="304" y="304"/>
                  </a:lnTo>
                  <a:lnTo>
                    <a:pt x="203" y="337"/>
                  </a:lnTo>
                  <a:lnTo>
                    <a:pt x="135" y="169"/>
                  </a:lnTo>
                  <a:lnTo>
                    <a:pt x="405" y="135"/>
                  </a:lnTo>
                  <a:close/>
                  <a:moveTo>
                    <a:pt x="405" y="405"/>
                  </a:moveTo>
                  <a:lnTo>
                    <a:pt x="472" y="438"/>
                  </a:lnTo>
                  <a:lnTo>
                    <a:pt x="472" y="472"/>
                  </a:lnTo>
                  <a:lnTo>
                    <a:pt x="438" y="539"/>
                  </a:lnTo>
                  <a:lnTo>
                    <a:pt x="405" y="607"/>
                  </a:lnTo>
                  <a:lnTo>
                    <a:pt x="270" y="607"/>
                  </a:lnTo>
                  <a:lnTo>
                    <a:pt x="236" y="472"/>
                  </a:lnTo>
                  <a:lnTo>
                    <a:pt x="270" y="472"/>
                  </a:lnTo>
                  <a:lnTo>
                    <a:pt x="405" y="438"/>
                  </a:lnTo>
                  <a:lnTo>
                    <a:pt x="405" y="405"/>
                  </a:lnTo>
                  <a:close/>
                  <a:moveTo>
                    <a:pt x="337" y="1"/>
                  </a:moveTo>
                  <a:lnTo>
                    <a:pt x="169" y="68"/>
                  </a:lnTo>
                  <a:lnTo>
                    <a:pt x="34" y="169"/>
                  </a:lnTo>
                  <a:lnTo>
                    <a:pt x="34" y="203"/>
                  </a:lnTo>
                  <a:lnTo>
                    <a:pt x="102" y="472"/>
                  </a:lnTo>
                  <a:lnTo>
                    <a:pt x="102" y="607"/>
                  </a:lnTo>
                  <a:lnTo>
                    <a:pt x="34" y="607"/>
                  </a:lnTo>
                  <a:lnTo>
                    <a:pt x="1" y="674"/>
                  </a:lnTo>
                  <a:lnTo>
                    <a:pt x="34" y="741"/>
                  </a:lnTo>
                  <a:lnTo>
                    <a:pt x="68" y="775"/>
                  </a:lnTo>
                  <a:lnTo>
                    <a:pt x="438" y="775"/>
                  </a:lnTo>
                  <a:lnTo>
                    <a:pt x="506" y="708"/>
                  </a:lnTo>
                  <a:lnTo>
                    <a:pt x="573" y="674"/>
                  </a:lnTo>
                  <a:lnTo>
                    <a:pt x="607" y="607"/>
                  </a:lnTo>
                  <a:lnTo>
                    <a:pt x="640" y="506"/>
                  </a:lnTo>
                  <a:lnTo>
                    <a:pt x="640" y="405"/>
                  </a:lnTo>
                  <a:lnTo>
                    <a:pt x="539" y="304"/>
                  </a:lnTo>
                  <a:lnTo>
                    <a:pt x="573" y="203"/>
                  </a:lnTo>
                  <a:lnTo>
                    <a:pt x="573" y="102"/>
                  </a:lnTo>
                  <a:lnTo>
                    <a:pt x="539" y="34"/>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5" name="Google Shape;95;p2"/>
            <p:cNvSpPr/>
            <p:nvPr/>
          </p:nvSpPr>
          <p:spPr>
            <a:xfrm>
              <a:off x="3418009" y="5499821"/>
              <a:ext cx="154366" cy="145399"/>
            </a:xfrm>
            <a:custGeom>
              <a:avLst/>
              <a:gdLst/>
              <a:ahLst/>
              <a:cxnLst/>
              <a:rect l="l" t="t" r="r" b="b"/>
              <a:pathLst>
                <a:path w="2324" h="2189" extrusionOk="0">
                  <a:moveTo>
                    <a:pt x="1920" y="169"/>
                  </a:moveTo>
                  <a:lnTo>
                    <a:pt x="1953" y="539"/>
                  </a:lnTo>
                  <a:lnTo>
                    <a:pt x="2021" y="910"/>
                  </a:lnTo>
                  <a:lnTo>
                    <a:pt x="2088" y="1381"/>
                  </a:lnTo>
                  <a:lnTo>
                    <a:pt x="2155" y="1819"/>
                  </a:lnTo>
                  <a:lnTo>
                    <a:pt x="1785" y="1819"/>
                  </a:lnTo>
                  <a:lnTo>
                    <a:pt x="1414" y="1886"/>
                  </a:lnTo>
                  <a:lnTo>
                    <a:pt x="943" y="1953"/>
                  </a:lnTo>
                  <a:lnTo>
                    <a:pt x="707" y="1987"/>
                  </a:lnTo>
                  <a:lnTo>
                    <a:pt x="505" y="2088"/>
                  </a:lnTo>
                  <a:lnTo>
                    <a:pt x="404" y="1617"/>
                  </a:lnTo>
                  <a:lnTo>
                    <a:pt x="270" y="1145"/>
                  </a:lnTo>
                  <a:lnTo>
                    <a:pt x="202" y="775"/>
                  </a:lnTo>
                  <a:lnTo>
                    <a:pt x="135" y="405"/>
                  </a:lnTo>
                  <a:lnTo>
                    <a:pt x="1010" y="304"/>
                  </a:lnTo>
                  <a:lnTo>
                    <a:pt x="1920" y="169"/>
                  </a:lnTo>
                  <a:close/>
                  <a:moveTo>
                    <a:pt x="1886" y="0"/>
                  </a:moveTo>
                  <a:lnTo>
                    <a:pt x="977" y="101"/>
                  </a:lnTo>
                  <a:lnTo>
                    <a:pt x="101" y="270"/>
                  </a:lnTo>
                  <a:lnTo>
                    <a:pt x="34" y="304"/>
                  </a:lnTo>
                  <a:lnTo>
                    <a:pt x="34" y="371"/>
                  </a:lnTo>
                  <a:lnTo>
                    <a:pt x="0" y="573"/>
                  </a:lnTo>
                  <a:lnTo>
                    <a:pt x="34" y="775"/>
                  </a:lnTo>
                  <a:lnTo>
                    <a:pt x="101" y="1179"/>
                  </a:lnTo>
                  <a:lnTo>
                    <a:pt x="202" y="1684"/>
                  </a:lnTo>
                  <a:lnTo>
                    <a:pt x="270" y="1920"/>
                  </a:lnTo>
                  <a:lnTo>
                    <a:pt x="371" y="2155"/>
                  </a:lnTo>
                  <a:lnTo>
                    <a:pt x="404" y="2189"/>
                  </a:lnTo>
                  <a:lnTo>
                    <a:pt x="707" y="2189"/>
                  </a:lnTo>
                  <a:lnTo>
                    <a:pt x="909" y="2155"/>
                  </a:lnTo>
                  <a:lnTo>
                    <a:pt x="1313" y="2088"/>
                  </a:lnTo>
                  <a:lnTo>
                    <a:pt x="1751" y="2054"/>
                  </a:lnTo>
                  <a:lnTo>
                    <a:pt x="1987" y="2021"/>
                  </a:lnTo>
                  <a:lnTo>
                    <a:pt x="2189" y="1953"/>
                  </a:lnTo>
                  <a:lnTo>
                    <a:pt x="2223" y="1987"/>
                  </a:lnTo>
                  <a:lnTo>
                    <a:pt x="2256" y="1987"/>
                  </a:lnTo>
                  <a:lnTo>
                    <a:pt x="2290" y="1953"/>
                  </a:lnTo>
                  <a:lnTo>
                    <a:pt x="2324" y="1920"/>
                  </a:lnTo>
                  <a:lnTo>
                    <a:pt x="2324" y="1684"/>
                  </a:lnTo>
                  <a:lnTo>
                    <a:pt x="2290" y="1482"/>
                  </a:lnTo>
                  <a:lnTo>
                    <a:pt x="2223" y="1044"/>
                  </a:lnTo>
                  <a:lnTo>
                    <a:pt x="2155" y="539"/>
                  </a:lnTo>
                  <a:lnTo>
                    <a:pt x="2088" y="270"/>
                  </a:lnTo>
                  <a:lnTo>
                    <a:pt x="2021" y="34"/>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6" name="Google Shape;96;p2"/>
            <p:cNvSpPr/>
            <p:nvPr/>
          </p:nvSpPr>
          <p:spPr>
            <a:xfrm>
              <a:off x="1982286" y="5929176"/>
              <a:ext cx="49285" cy="55994"/>
            </a:xfrm>
            <a:custGeom>
              <a:avLst/>
              <a:gdLst/>
              <a:ahLst/>
              <a:cxnLst/>
              <a:rect l="l" t="t" r="r" b="b"/>
              <a:pathLst>
                <a:path w="742" h="843" extrusionOk="0">
                  <a:moveTo>
                    <a:pt x="371" y="203"/>
                  </a:moveTo>
                  <a:lnTo>
                    <a:pt x="405" y="236"/>
                  </a:lnTo>
                  <a:lnTo>
                    <a:pt x="405" y="304"/>
                  </a:lnTo>
                  <a:lnTo>
                    <a:pt x="405" y="371"/>
                  </a:lnTo>
                  <a:lnTo>
                    <a:pt x="304" y="472"/>
                  </a:lnTo>
                  <a:lnTo>
                    <a:pt x="203" y="506"/>
                  </a:lnTo>
                  <a:lnTo>
                    <a:pt x="203" y="405"/>
                  </a:lnTo>
                  <a:lnTo>
                    <a:pt x="236" y="304"/>
                  </a:lnTo>
                  <a:lnTo>
                    <a:pt x="270" y="236"/>
                  </a:lnTo>
                  <a:lnTo>
                    <a:pt x="304" y="236"/>
                  </a:lnTo>
                  <a:lnTo>
                    <a:pt x="371" y="203"/>
                  </a:lnTo>
                  <a:close/>
                  <a:moveTo>
                    <a:pt x="304" y="1"/>
                  </a:moveTo>
                  <a:lnTo>
                    <a:pt x="236" y="68"/>
                  </a:lnTo>
                  <a:lnTo>
                    <a:pt x="102" y="169"/>
                  </a:lnTo>
                  <a:lnTo>
                    <a:pt x="34" y="337"/>
                  </a:lnTo>
                  <a:lnTo>
                    <a:pt x="1" y="472"/>
                  </a:lnTo>
                  <a:lnTo>
                    <a:pt x="34" y="607"/>
                  </a:lnTo>
                  <a:lnTo>
                    <a:pt x="68" y="674"/>
                  </a:lnTo>
                  <a:lnTo>
                    <a:pt x="135" y="708"/>
                  </a:lnTo>
                  <a:lnTo>
                    <a:pt x="304" y="674"/>
                  </a:lnTo>
                  <a:lnTo>
                    <a:pt x="405" y="640"/>
                  </a:lnTo>
                  <a:lnTo>
                    <a:pt x="438" y="674"/>
                  </a:lnTo>
                  <a:lnTo>
                    <a:pt x="539" y="775"/>
                  </a:lnTo>
                  <a:lnTo>
                    <a:pt x="674" y="842"/>
                  </a:lnTo>
                  <a:lnTo>
                    <a:pt x="741" y="809"/>
                  </a:lnTo>
                  <a:lnTo>
                    <a:pt x="741" y="775"/>
                  </a:lnTo>
                  <a:lnTo>
                    <a:pt x="708" y="741"/>
                  </a:lnTo>
                  <a:lnTo>
                    <a:pt x="607" y="674"/>
                  </a:lnTo>
                  <a:lnTo>
                    <a:pt x="506" y="573"/>
                  </a:lnTo>
                  <a:lnTo>
                    <a:pt x="573" y="405"/>
                  </a:lnTo>
                  <a:lnTo>
                    <a:pt x="607" y="304"/>
                  </a:lnTo>
                  <a:lnTo>
                    <a:pt x="607" y="203"/>
                  </a:lnTo>
                  <a:lnTo>
                    <a:pt x="573" y="135"/>
                  </a:lnTo>
                  <a:lnTo>
                    <a:pt x="539" y="68"/>
                  </a:lnTo>
                  <a:lnTo>
                    <a:pt x="472" y="34"/>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7" name="Google Shape;97;p2"/>
            <p:cNvSpPr/>
            <p:nvPr/>
          </p:nvSpPr>
          <p:spPr>
            <a:xfrm>
              <a:off x="1906233" y="6354081"/>
              <a:ext cx="156624" cy="187909"/>
            </a:xfrm>
            <a:custGeom>
              <a:avLst/>
              <a:gdLst/>
              <a:ahLst/>
              <a:cxnLst/>
              <a:rect l="l" t="t" r="r" b="b"/>
              <a:pathLst>
                <a:path w="2358" h="2829" extrusionOk="0">
                  <a:moveTo>
                    <a:pt x="1954" y="169"/>
                  </a:moveTo>
                  <a:lnTo>
                    <a:pt x="1954" y="674"/>
                  </a:lnTo>
                  <a:lnTo>
                    <a:pt x="2021" y="1280"/>
                  </a:lnTo>
                  <a:lnTo>
                    <a:pt x="2088" y="1852"/>
                  </a:lnTo>
                  <a:lnTo>
                    <a:pt x="2189" y="2324"/>
                  </a:lnTo>
                  <a:lnTo>
                    <a:pt x="2223" y="2357"/>
                  </a:lnTo>
                  <a:lnTo>
                    <a:pt x="2189" y="2357"/>
                  </a:lnTo>
                  <a:lnTo>
                    <a:pt x="1785" y="2391"/>
                  </a:lnTo>
                  <a:lnTo>
                    <a:pt x="1381" y="2458"/>
                  </a:lnTo>
                  <a:lnTo>
                    <a:pt x="977" y="2492"/>
                  </a:lnTo>
                  <a:lnTo>
                    <a:pt x="540" y="2559"/>
                  </a:lnTo>
                  <a:lnTo>
                    <a:pt x="338" y="1482"/>
                  </a:lnTo>
                  <a:lnTo>
                    <a:pt x="136" y="405"/>
                  </a:lnTo>
                  <a:lnTo>
                    <a:pt x="607" y="371"/>
                  </a:lnTo>
                  <a:lnTo>
                    <a:pt x="1045" y="337"/>
                  </a:lnTo>
                  <a:lnTo>
                    <a:pt x="1954" y="169"/>
                  </a:lnTo>
                  <a:close/>
                  <a:moveTo>
                    <a:pt x="1954" y="1"/>
                  </a:moveTo>
                  <a:lnTo>
                    <a:pt x="1011" y="135"/>
                  </a:lnTo>
                  <a:lnTo>
                    <a:pt x="573" y="203"/>
                  </a:lnTo>
                  <a:lnTo>
                    <a:pt x="102" y="270"/>
                  </a:lnTo>
                  <a:lnTo>
                    <a:pt x="68" y="304"/>
                  </a:lnTo>
                  <a:lnTo>
                    <a:pt x="35" y="337"/>
                  </a:lnTo>
                  <a:lnTo>
                    <a:pt x="35" y="371"/>
                  </a:lnTo>
                  <a:lnTo>
                    <a:pt x="1" y="405"/>
                  </a:lnTo>
                  <a:lnTo>
                    <a:pt x="35" y="977"/>
                  </a:lnTo>
                  <a:lnTo>
                    <a:pt x="136" y="1617"/>
                  </a:lnTo>
                  <a:lnTo>
                    <a:pt x="270" y="2223"/>
                  </a:lnTo>
                  <a:lnTo>
                    <a:pt x="405" y="2795"/>
                  </a:lnTo>
                  <a:lnTo>
                    <a:pt x="472" y="2829"/>
                  </a:lnTo>
                  <a:lnTo>
                    <a:pt x="540" y="2829"/>
                  </a:lnTo>
                  <a:lnTo>
                    <a:pt x="573" y="2795"/>
                  </a:lnTo>
                  <a:lnTo>
                    <a:pt x="607" y="2728"/>
                  </a:lnTo>
                  <a:lnTo>
                    <a:pt x="573" y="2660"/>
                  </a:lnTo>
                  <a:lnTo>
                    <a:pt x="977" y="2694"/>
                  </a:lnTo>
                  <a:lnTo>
                    <a:pt x="1415" y="2660"/>
                  </a:lnTo>
                  <a:lnTo>
                    <a:pt x="1853" y="2593"/>
                  </a:lnTo>
                  <a:lnTo>
                    <a:pt x="2223" y="2492"/>
                  </a:lnTo>
                  <a:lnTo>
                    <a:pt x="2257" y="2458"/>
                  </a:lnTo>
                  <a:lnTo>
                    <a:pt x="2257" y="2391"/>
                  </a:lnTo>
                  <a:lnTo>
                    <a:pt x="2324" y="2391"/>
                  </a:lnTo>
                  <a:lnTo>
                    <a:pt x="2358" y="2357"/>
                  </a:lnTo>
                  <a:lnTo>
                    <a:pt x="2358" y="2324"/>
                  </a:lnTo>
                  <a:lnTo>
                    <a:pt x="2324" y="1785"/>
                  </a:lnTo>
                  <a:lnTo>
                    <a:pt x="2223" y="1213"/>
                  </a:lnTo>
                  <a:lnTo>
                    <a:pt x="2122" y="640"/>
                  </a:lnTo>
                  <a:lnTo>
                    <a:pt x="2021" y="135"/>
                  </a:lnTo>
                  <a:lnTo>
                    <a:pt x="2055" y="102"/>
                  </a:lnTo>
                  <a:lnTo>
                    <a:pt x="2055"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8" name="Google Shape;98;p2"/>
            <p:cNvSpPr/>
            <p:nvPr/>
          </p:nvSpPr>
          <p:spPr>
            <a:xfrm>
              <a:off x="1977836" y="6029806"/>
              <a:ext cx="158816" cy="149916"/>
            </a:xfrm>
            <a:custGeom>
              <a:avLst/>
              <a:gdLst/>
              <a:ahLst/>
              <a:cxnLst/>
              <a:rect l="l" t="t" r="r" b="b"/>
              <a:pathLst>
                <a:path w="2391" h="2257" extrusionOk="0">
                  <a:moveTo>
                    <a:pt x="1751" y="1"/>
                  </a:moveTo>
                  <a:lnTo>
                    <a:pt x="1515" y="34"/>
                  </a:lnTo>
                  <a:lnTo>
                    <a:pt x="1078" y="135"/>
                  </a:lnTo>
                  <a:lnTo>
                    <a:pt x="573" y="236"/>
                  </a:lnTo>
                  <a:lnTo>
                    <a:pt x="101" y="371"/>
                  </a:lnTo>
                  <a:lnTo>
                    <a:pt x="68" y="304"/>
                  </a:lnTo>
                  <a:lnTo>
                    <a:pt x="68" y="270"/>
                  </a:lnTo>
                  <a:lnTo>
                    <a:pt x="34" y="270"/>
                  </a:lnTo>
                  <a:lnTo>
                    <a:pt x="0" y="304"/>
                  </a:lnTo>
                  <a:lnTo>
                    <a:pt x="0" y="573"/>
                  </a:lnTo>
                  <a:lnTo>
                    <a:pt x="34" y="843"/>
                  </a:lnTo>
                  <a:lnTo>
                    <a:pt x="135" y="1348"/>
                  </a:lnTo>
                  <a:lnTo>
                    <a:pt x="169" y="1819"/>
                  </a:lnTo>
                  <a:lnTo>
                    <a:pt x="202" y="2021"/>
                  </a:lnTo>
                  <a:lnTo>
                    <a:pt x="270" y="2257"/>
                  </a:lnTo>
                  <a:lnTo>
                    <a:pt x="337" y="2257"/>
                  </a:lnTo>
                  <a:lnTo>
                    <a:pt x="371" y="2223"/>
                  </a:lnTo>
                  <a:lnTo>
                    <a:pt x="438" y="2257"/>
                  </a:lnTo>
                  <a:lnTo>
                    <a:pt x="1313" y="2156"/>
                  </a:lnTo>
                  <a:lnTo>
                    <a:pt x="1751" y="2088"/>
                  </a:lnTo>
                  <a:lnTo>
                    <a:pt x="2189" y="1954"/>
                  </a:lnTo>
                  <a:lnTo>
                    <a:pt x="2222" y="1987"/>
                  </a:lnTo>
                  <a:lnTo>
                    <a:pt x="2256" y="1987"/>
                  </a:lnTo>
                  <a:lnTo>
                    <a:pt x="2323" y="1920"/>
                  </a:lnTo>
                  <a:lnTo>
                    <a:pt x="2357" y="1853"/>
                  </a:lnTo>
                  <a:lnTo>
                    <a:pt x="2391" y="1752"/>
                  </a:lnTo>
                  <a:lnTo>
                    <a:pt x="2391" y="1651"/>
                  </a:lnTo>
                  <a:lnTo>
                    <a:pt x="2357" y="1449"/>
                  </a:lnTo>
                  <a:lnTo>
                    <a:pt x="2290" y="1247"/>
                  </a:lnTo>
                  <a:lnTo>
                    <a:pt x="2222" y="641"/>
                  </a:lnTo>
                  <a:lnTo>
                    <a:pt x="2121" y="304"/>
                  </a:lnTo>
                  <a:lnTo>
                    <a:pt x="2054" y="169"/>
                  </a:lnTo>
                  <a:lnTo>
                    <a:pt x="1987" y="68"/>
                  </a:lnTo>
                  <a:lnTo>
                    <a:pt x="1953" y="68"/>
                  </a:lnTo>
                  <a:lnTo>
                    <a:pt x="1919" y="304"/>
                  </a:lnTo>
                  <a:lnTo>
                    <a:pt x="1953" y="506"/>
                  </a:lnTo>
                  <a:lnTo>
                    <a:pt x="2054" y="977"/>
                  </a:lnTo>
                  <a:lnTo>
                    <a:pt x="2121" y="1415"/>
                  </a:lnTo>
                  <a:lnTo>
                    <a:pt x="2189" y="1853"/>
                  </a:lnTo>
                  <a:lnTo>
                    <a:pt x="1751" y="1853"/>
                  </a:lnTo>
                  <a:lnTo>
                    <a:pt x="1280" y="1886"/>
                  </a:lnTo>
                  <a:lnTo>
                    <a:pt x="404" y="2055"/>
                  </a:lnTo>
                  <a:lnTo>
                    <a:pt x="371" y="2055"/>
                  </a:lnTo>
                  <a:lnTo>
                    <a:pt x="371" y="1853"/>
                  </a:lnTo>
                  <a:lnTo>
                    <a:pt x="337" y="1617"/>
                  </a:lnTo>
                  <a:lnTo>
                    <a:pt x="270" y="1179"/>
                  </a:lnTo>
                  <a:lnTo>
                    <a:pt x="236" y="876"/>
                  </a:lnTo>
                  <a:lnTo>
                    <a:pt x="169" y="540"/>
                  </a:lnTo>
                  <a:lnTo>
                    <a:pt x="707" y="405"/>
                  </a:lnTo>
                  <a:lnTo>
                    <a:pt x="1246" y="304"/>
                  </a:lnTo>
                  <a:lnTo>
                    <a:pt x="1616" y="236"/>
                  </a:lnTo>
                  <a:lnTo>
                    <a:pt x="1785" y="169"/>
                  </a:lnTo>
                  <a:lnTo>
                    <a:pt x="1953" y="68"/>
                  </a:lnTo>
                  <a:lnTo>
                    <a:pt x="1852" y="34"/>
                  </a:lnTo>
                  <a:lnTo>
                    <a:pt x="175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9" name="Google Shape;99;p2"/>
            <p:cNvSpPr/>
            <p:nvPr/>
          </p:nvSpPr>
          <p:spPr>
            <a:xfrm>
              <a:off x="1926359" y="5875506"/>
              <a:ext cx="152174" cy="167783"/>
            </a:xfrm>
            <a:custGeom>
              <a:avLst/>
              <a:gdLst/>
              <a:ahLst/>
              <a:cxnLst/>
              <a:rect l="l" t="t" r="r" b="b"/>
              <a:pathLst>
                <a:path w="2291" h="2526" extrusionOk="0">
                  <a:moveTo>
                    <a:pt x="1954" y="169"/>
                  </a:moveTo>
                  <a:lnTo>
                    <a:pt x="1954" y="640"/>
                  </a:lnTo>
                  <a:lnTo>
                    <a:pt x="1987" y="1112"/>
                  </a:lnTo>
                  <a:lnTo>
                    <a:pt x="2055" y="1583"/>
                  </a:lnTo>
                  <a:lnTo>
                    <a:pt x="2156" y="2021"/>
                  </a:lnTo>
                  <a:lnTo>
                    <a:pt x="1752" y="2054"/>
                  </a:lnTo>
                  <a:lnTo>
                    <a:pt x="1348" y="2122"/>
                  </a:lnTo>
                  <a:lnTo>
                    <a:pt x="944" y="2189"/>
                  </a:lnTo>
                  <a:lnTo>
                    <a:pt x="506" y="2223"/>
                  </a:lnTo>
                  <a:lnTo>
                    <a:pt x="304" y="1314"/>
                  </a:lnTo>
                  <a:lnTo>
                    <a:pt x="136" y="405"/>
                  </a:lnTo>
                  <a:lnTo>
                    <a:pt x="607" y="405"/>
                  </a:lnTo>
                  <a:lnTo>
                    <a:pt x="1045" y="337"/>
                  </a:lnTo>
                  <a:lnTo>
                    <a:pt x="1954" y="169"/>
                  </a:lnTo>
                  <a:close/>
                  <a:moveTo>
                    <a:pt x="1954" y="1"/>
                  </a:moveTo>
                  <a:lnTo>
                    <a:pt x="1045" y="135"/>
                  </a:lnTo>
                  <a:lnTo>
                    <a:pt x="573" y="203"/>
                  </a:lnTo>
                  <a:lnTo>
                    <a:pt x="102" y="270"/>
                  </a:lnTo>
                  <a:lnTo>
                    <a:pt x="68" y="304"/>
                  </a:lnTo>
                  <a:lnTo>
                    <a:pt x="68" y="337"/>
                  </a:lnTo>
                  <a:lnTo>
                    <a:pt x="35" y="371"/>
                  </a:lnTo>
                  <a:lnTo>
                    <a:pt x="1" y="405"/>
                  </a:lnTo>
                  <a:lnTo>
                    <a:pt x="35" y="943"/>
                  </a:lnTo>
                  <a:lnTo>
                    <a:pt x="102" y="1448"/>
                  </a:lnTo>
                  <a:lnTo>
                    <a:pt x="237" y="1953"/>
                  </a:lnTo>
                  <a:lnTo>
                    <a:pt x="371" y="2458"/>
                  </a:lnTo>
                  <a:lnTo>
                    <a:pt x="405" y="2526"/>
                  </a:lnTo>
                  <a:lnTo>
                    <a:pt x="472" y="2526"/>
                  </a:lnTo>
                  <a:lnTo>
                    <a:pt x="540" y="2492"/>
                  </a:lnTo>
                  <a:lnTo>
                    <a:pt x="540" y="2425"/>
                  </a:lnTo>
                  <a:lnTo>
                    <a:pt x="540" y="2357"/>
                  </a:lnTo>
                  <a:lnTo>
                    <a:pt x="1381" y="2357"/>
                  </a:lnTo>
                  <a:lnTo>
                    <a:pt x="1785" y="2290"/>
                  </a:lnTo>
                  <a:lnTo>
                    <a:pt x="2156" y="2155"/>
                  </a:lnTo>
                  <a:lnTo>
                    <a:pt x="2223" y="2122"/>
                  </a:lnTo>
                  <a:lnTo>
                    <a:pt x="2189" y="2054"/>
                  </a:lnTo>
                  <a:lnTo>
                    <a:pt x="2257" y="2054"/>
                  </a:lnTo>
                  <a:lnTo>
                    <a:pt x="2290" y="2021"/>
                  </a:lnTo>
                  <a:lnTo>
                    <a:pt x="2290" y="1987"/>
                  </a:lnTo>
                  <a:lnTo>
                    <a:pt x="2257" y="1516"/>
                  </a:lnTo>
                  <a:lnTo>
                    <a:pt x="2223" y="1078"/>
                  </a:lnTo>
                  <a:lnTo>
                    <a:pt x="2122" y="607"/>
                  </a:lnTo>
                  <a:lnTo>
                    <a:pt x="2021" y="135"/>
                  </a:lnTo>
                  <a:lnTo>
                    <a:pt x="2055" y="102"/>
                  </a:lnTo>
                  <a:lnTo>
                    <a:pt x="2055"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0" name="Google Shape;100;p2"/>
            <p:cNvSpPr/>
            <p:nvPr/>
          </p:nvSpPr>
          <p:spPr>
            <a:xfrm>
              <a:off x="2946143" y="5571358"/>
              <a:ext cx="147657" cy="147657"/>
            </a:xfrm>
            <a:custGeom>
              <a:avLst/>
              <a:gdLst/>
              <a:ahLst/>
              <a:cxnLst/>
              <a:rect l="l" t="t" r="r" b="b"/>
              <a:pathLst>
                <a:path w="2223" h="2223" extrusionOk="0">
                  <a:moveTo>
                    <a:pt x="1852" y="1"/>
                  </a:moveTo>
                  <a:lnTo>
                    <a:pt x="1314" y="68"/>
                  </a:lnTo>
                  <a:lnTo>
                    <a:pt x="809" y="136"/>
                  </a:lnTo>
                  <a:lnTo>
                    <a:pt x="404" y="169"/>
                  </a:lnTo>
                  <a:lnTo>
                    <a:pt x="202" y="203"/>
                  </a:lnTo>
                  <a:lnTo>
                    <a:pt x="0" y="304"/>
                  </a:lnTo>
                  <a:lnTo>
                    <a:pt x="169" y="371"/>
                  </a:lnTo>
                  <a:lnTo>
                    <a:pt x="337" y="405"/>
                  </a:lnTo>
                  <a:lnTo>
                    <a:pt x="708" y="371"/>
                  </a:lnTo>
                  <a:lnTo>
                    <a:pt x="1246" y="304"/>
                  </a:lnTo>
                  <a:lnTo>
                    <a:pt x="1785" y="203"/>
                  </a:lnTo>
                  <a:lnTo>
                    <a:pt x="1785" y="371"/>
                  </a:lnTo>
                  <a:lnTo>
                    <a:pt x="1785" y="573"/>
                  </a:lnTo>
                  <a:lnTo>
                    <a:pt x="1886" y="944"/>
                  </a:lnTo>
                  <a:lnTo>
                    <a:pt x="1920" y="1381"/>
                  </a:lnTo>
                  <a:lnTo>
                    <a:pt x="1953" y="1617"/>
                  </a:lnTo>
                  <a:lnTo>
                    <a:pt x="2021" y="1819"/>
                  </a:lnTo>
                  <a:lnTo>
                    <a:pt x="1044" y="1954"/>
                  </a:lnTo>
                  <a:lnTo>
                    <a:pt x="674" y="1987"/>
                  </a:lnTo>
                  <a:lnTo>
                    <a:pt x="539" y="2055"/>
                  </a:lnTo>
                  <a:lnTo>
                    <a:pt x="404" y="2156"/>
                  </a:lnTo>
                  <a:lnTo>
                    <a:pt x="539" y="2223"/>
                  </a:lnTo>
                  <a:lnTo>
                    <a:pt x="708" y="2223"/>
                  </a:lnTo>
                  <a:lnTo>
                    <a:pt x="1078" y="2156"/>
                  </a:lnTo>
                  <a:lnTo>
                    <a:pt x="2155" y="2021"/>
                  </a:lnTo>
                  <a:lnTo>
                    <a:pt x="2189" y="1987"/>
                  </a:lnTo>
                  <a:lnTo>
                    <a:pt x="2223" y="1954"/>
                  </a:lnTo>
                  <a:lnTo>
                    <a:pt x="2223" y="1886"/>
                  </a:lnTo>
                  <a:lnTo>
                    <a:pt x="2189" y="1853"/>
                  </a:lnTo>
                  <a:lnTo>
                    <a:pt x="2189" y="1617"/>
                  </a:lnTo>
                  <a:lnTo>
                    <a:pt x="2155" y="1381"/>
                  </a:lnTo>
                  <a:lnTo>
                    <a:pt x="2054" y="910"/>
                  </a:lnTo>
                  <a:lnTo>
                    <a:pt x="2021" y="506"/>
                  </a:lnTo>
                  <a:lnTo>
                    <a:pt x="1987" y="338"/>
                  </a:lnTo>
                  <a:lnTo>
                    <a:pt x="1920" y="169"/>
                  </a:lnTo>
                  <a:lnTo>
                    <a:pt x="1920" y="102"/>
                  </a:lnTo>
                  <a:lnTo>
                    <a:pt x="1920" y="68"/>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1" name="Google Shape;101;p2"/>
            <p:cNvSpPr/>
            <p:nvPr/>
          </p:nvSpPr>
          <p:spPr>
            <a:xfrm>
              <a:off x="1745224" y="6383174"/>
              <a:ext cx="161075" cy="170042"/>
            </a:xfrm>
            <a:custGeom>
              <a:avLst/>
              <a:gdLst/>
              <a:ahLst/>
              <a:cxnLst/>
              <a:rect l="l" t="t" r="r" b="b"/>
              <a:pathLst>
                <a:path w="2425" h="2560" extrusionOk="0">
                  <a:moveTo>
                    <a:pt x="1886" y="0"/>
                  </a:moveTo>
                  <a:lnTo>
                    <a:pt x="1684" y="34"/>
                  </a:lnTo>
                  <a:lnTo>
                    <a:pt x="1347" y="101"/>
                  </a:lnTo>
                  <a:lnTo>
                    <a:pt x="741" y="169"/>
                  </a:lnTo>
                  <a:lnTo>
                    <a:pt x="438" y="202"/>
                  </a:lnTo>
                  <a:lnTo>
                    <a:pt x="135" y="303"/>
                  </a:lnTo>
                  <a:lnTo>
                    <a:pt x="135" y="236"/>
                  </a:lnTo>
                  <a:lnTo>
                    <a:pt x="102" y="202"/>
                  </a:lnTo>
                  <a:lnTo>
                    <a:pt x="68" y="202"/>
                  </a:lnTo>
                  <a:lnTo>
                    <a:pt x="34" y="236"/>
                  </a:lnTo>
                  <a:lnTo>
                    <a:pt x="1" y="472"/>
                  </a:lnTo>
                  <a:lnTo>
                    <a:pt x="34" y="707"/>
                  </a:lnTo>
                  <a:lnTo>
                    <a:pt x="68" y="1145"/>
                  </a:lnTo>
                  <a:lnTo>
                    <a:pt x="169" y="1852"/>
                  </a:lnTo>
                  <a:lnTo>
                    <a:pt x="270" y="2222"/>
                  </a:lnTo>
                  <a:lnTo>
                    <a:pt x="371" y="2492"/>
                  </a:lnTo>
                  <a:lnTo>
                    <a:pt x="405" y="2559"/>
                  </a:lnTo>
                  <a:lnTo>
                    <a:pt x="438" y="2559"/>
                  </a:lnTo>
                  <a:lnTo>
                    <a:pt x="506" y="2525"/>
                  </a:lnTo>
                  <a:lnTo>
                    <a:pt x="506" y="2458"/>
                  </a:lnTo>
                  <a:lnTo>
                    <a:pt x="405" y="1785"/>
                  </a:lnTo>
                  <a:lnTo>
                    <a:pt x="270" y="1111"/>
                  </a:lnTo>
                  <a:lnTo>
                    <a:pt x="236" y="741"/>
                  </a:lnTo>
                  <a:lnTo>
                    <a:pt x="169" y="371"/>
                  </a:lnTo>
                  <a:lnTo>
                    <a:pt x="573" y="371"/>
                  </a:lnTo>
                  <a:lnTo>
                    <a:pt x="977" y="303"/>
                  </a:lnTo>
                  <a:lnTo>
                    <a:pt x="1886" y="169"/>
                  </a:lnTo>
                  <a:lnTo>
                    <a:pt x="1920" y="202"/>
                  </a:lnTo>
                  <a:lnTo>
                    <a:pt x="1987" y="202"/>
                  </a:lnTo>
                  <a:lnTo>
                    <a:pt x="2021" y="472"/>
                  </a:lnTo>
                  <a:lnTo>
                    <a:pt x="2054" y="775"/>
                  </a:lnTo>
                  <a:lnTo>
                    <a:pt x="2223" y="2121"/>
                  </a:lnTo>
                  <a:lnTo>
                    <a:pt x="2021" y="2121"/>
                  </a:lnTo>
                  <a:lnTo>
                    <a:pt x="1819" y="2155"/>
                  </a:lnTo>
                  <a:lnTo>
                    <a:pt x="1415" y="2222"/>
                  </a:lnTo>
                  <a:lnTo>
                    <a:pt x="943" y="2256"/>
                  </a:lnTo>
                  <a:lnTo>
                    <a:pt x="674" y="2323"/>
                  </a:lnTo>
                  <a:lnTo>
                    <a:pt x="573" y="2391"/>
                  </a:lnTo>
                  <a:lnTo>
                    <a:pt x="506" y="2458"/>
                  </a:lnTo>
                  <a:lnTo>
                    <a:pt x="607" y="2525"/>
                  </a:lnTo>
                  <a:lnTo>
                    <a:pt x="674" y="2559"/>
                  </a:lnTo>
                  <a:lnTo>
                    <a:pt x="910" y="2525"/>
                  </a:lnTo>
                  <a:lnTo>
                    <a:pt x="1314" y="2458"/>
                  </a:lnTo>
                  <a:lnTo>
                    <a:pt x="1819" y="2391"/>
                  </a:lnTo>
                  <a:lnTo>
                    <a:pt x="2054" y="2357"/>
                  </a:lnTo>
                  <a:lnTo>
                    <a:pt x="2257" y="2290"/>
                  </a:lnTo>
                  <a:lnTo>
                    <a:pt x="2324" y="2323"/>
                  </a:lnTo>
                  <a:lnTo>
                    <a:pt x="2391" y="2323"/>
                  </a:lnTo>
                  <a:lnTo>
                    <a:pt x="2425" y="2290"/>
                  </a:lnTo>
                  <a:lnTo>
                    <a:pt x="2425" y="2222"/>
                  </a:lnTo>
                  <a:lnTo>
                    <a:pt x="2223" y="876"/>
                  </a:lnTo>
                  <a:lnTo>
                    <a:pt x="2189" y="438"/>
                  </a:lnTo>
                  <a:lnTo>
                    <a:pt x="2155" y="236"/>
                  </a:lnTo>
                  <a:lnTo>
                    <a:pt x="2054" y="34"/>
                  </a:lnTo>
                  <a:lnTo>
                    <a:pt x="2021" y="68"/>
                  </a:lnTo>
                  <a:lnTo>
                    <a:pt x="1953"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2" name="Google Shape;102;p2"/>
            <p:cNvSpPr/>
            <p:nvPr/>
          </p:nvSpPr>
          <p:spPr>
            <a:xfrm>
              <a:off x="4267818" y="5524397"/>
              <a:ext cx="590430" cy="979599"/>
            </a:xfrm>
            <a:custGeom>
              <a:avLst/>
              <a:gdLst/>
              <a:ahLst/>
              <a:cxnLst/>
              <a:rect l="l" t="t" r="r" b="b"/>
              <a:pathLst>
                <a:path w="8889" h="14748" extrusionOk="0">
                  <a:moveTo>
                    <a:pt x="4882" y="304"/>
                  </a:moveTo>
                  <a:lnTo>
                    <a:pt x="4815" y="472"/>
                  </a:lnTo>
                  <a:lnTo>
                    <a:pt x="4545" y="371"/>
                  </a:lnTo>
                  <a:lnTo>
                    <a:pt x="4882" y="304"/>
                  </a:lnTo>
                  <a:close/>
                  <a:moveTo>
                    <a:pt x="4781" y="4344"/>
                  </a:moveTo>
                  <a:lnTo>
                    <a:pt x="4815" y="4411"/>
                  </a:lnTo>
                  <a:lnTo>
                    <a:pt x="4747" y="4411"/>
                  </a:lnTo>
                  <a:lnTo>
                    <a:pt x="4545" y="4479"/>
                  </a:lnTo>
                  <a:lnTo>
                    <a:pt x="4545" y="4344"/>
                  </a:lnTo>
                  <a:lnTo>
                    <a:pt x="4613" y="4411"/>
                  </a:lnTo>
                  <a:lnTo>
                    <a:pt x="4747" y="4411"/>
                  </a:lnTo>
                  <a:lnTo>
                    <a:pt x="4781" y="4344"/>
                  </a:lnTo>
                  <a:close/>
                  <a:moveTo>
                    <a:pt x="5556" y="270"/>
                  </a:moveTo>
                  <a:lnTo>
                    <a:pt x="5892" y="304"/>
                  </a:lnTo>
                  <a:lnTo>
                    <a:pt x="6195" y="405"/>
                  </a:lnTo>
                  <a:lnTo>
                    <a:pt x="6498" y="540"/>
                  </a:lnTo>
                  <a:lnTo>
                    <a:pt x="6801" y="742"/>
                  </a:lnTo>
                  <a:lnTo>
                    <a:pt x="7037" y="977"/>
                  </a:lnTo>
                  <a:lnTo>
                    <a:pt x="7273" y="1213"/>
                  </a:lnTo>
                  <a:lnTo>
                    <a:pt x="7508" y="1482"/>
                  </a:lnTo>
                  <a:lnTo>
                    <a:pt x="7677" y="1785"/>
                  </a:lnTo>
                  <a:lnTo>
                    <a:pt x="7946" y="2290"/>
                  </a:lnTo>
                  <a:lnTo>
                    <a:pt x="8148" y="2863"/>
                  </a:lnTo>
                  <a:lnTo>
                    <a:pt x="8316" y="3469"/>
                  </a:lnTo>
                  <a:lnTo>
                    <a:pt x="8451" y="4108"/>
                  </a:lnTo>
                  <a:lnTo>
                    <a:pt x="8518" y="4748"/>
                  </a:lnTo>
                  <a:lnTo>
                    <a:pt x="8586" y="5354"/>
                  </a:lnTo>
                  <a:lnTo>
                    <a:pt x="8653" y="6566"/>
                  </a:lnTo>
                  <a:lnTo>
                    <a:pt x="8653" y="7172"/>
                  </a:lnTo>
                  <a:lnTo>
                    <a:pt x="8653" y="7778"/>
                  </a:lnTo>
                  <a:lnTo>
                    <a:pt x="8653" y="8384"/>
                  </a:lnTo>
                  <a:lnTo>
                    <a:pt x="8586" y="9024"/>
                  </a:lnTo>
                  <a:lnTo>
                    <a:pt x="8518" y="9630"/>
                  </a:lnTo>
                  <a:lnTo>
                    <a:pt x="8417" y="10236"/>
                  </a:lnTo>
                  <a:lnTo>
                    <a:pt x="8283" y="10808"/>
                  </a:lnTo>
                  <a:lnTo>
                    <a:pt x="8114" y="11414"/>
                  </a:lnTo>
                  <a:lnTo>
                    <a:pt x="7946" y="11818"/>
                  </a:lnTo>
                  <a:lnTo>
                    <a:pt x="7946" y="11818"/>
                  </a:lnTo>
                  <a:lnTo>
                    <a:pt x="8081" y="11010"/>
                  </a:lnTo>
                  <a:lnTo>
                    <a:pt x="8182" y="10169"/>
                  </a:lnTo>
                  <a:lnTo>
                    <a:pt x="8249" y="9361"/>
                  </a:lnTo>
                  <a:lnTo>
                    <a:pt x="8283" y="8553"/>
                  </a:lnTo>
                  <a:lnTo>
                    <a:pt x="8316" y="7542"/>
                  </a:lnTo>
                  <a:lnTo>
                    <a:pt x="8316" y="6499"/>
                  </a:lnTo>
                  <a:lnTo>
                    <a:pt x="8283" y="5489"/>
                  </a:lnTo>
                  <a:lnTo>
                    <a:pt x="8182" y="4479"/>
                  </a:lnTo>
                  <a:lnTo>
                    <a:pt x="8013" y="3671"/>
                  </a:lnTo>
                  <a:lnTo>
                    <a:pt x="7912" y="3267"/>
                  </a:lnTo>
                  <a:lnTo>
                    <a:pt x="7778" y="2896"/>
                  </a:lnTo>
                  <a:lnTo>
                    <a:pt x="7643" y="2492"/>
                  </a:lnTo>
                  <a:lnTo>
                    <a:pt x="7475" y="2122"/>
                  </a:lnTo>
                  <a:lnTo>
                    <a:pt x="7239" y="1785"/>
                  </a:lnTo>
                  <a:lnTo>
                    <a:pt x="7003" y="1449"/>
                  </a:lnTo>
                  <a:lnTo>
                    <a:pt x="6835" y="1213"/>
                  </a:lnTo>
                  <a:lnTo>
                    <a:pt x="6633" y="1011"/>
                  </a:lnTo>
                  <a:lnTo>
                    <a:pt x="6397" y="809"/>
                  </a:lnTo>
                  <a:lnTo>
                    <a:pt x="6128" y="641"/>
                  </a:lnTo>
                  <a:lnTo>
                    <a:pt x="5859" y="506"/>
                  </a:lnTo>
                  <a:lnTo>
                    <a:pt x="5589" y="405"/>
                  </a:lnTo>
                  <a:lnTo>
                    <a:pt x="5185" y="405"/>
                  </a:lnTo>
                  <a:lnTo>
                    <a:pt x="5050" y="439"/>
                  </a:lnTo>
                  <a:lnTo>
                    <a:pt x="5050" y="304"/>
                  </a:lnTo>
                  <a:lnTo>
                    <a:pt x="5556" y="270"/>
                  </a:lnTo>
                  <a:close/>
                  <a:moveTo>
                    <a:pt x="5421" y="573"/>
                  </a:moveTo>
                  <a:lnTo>
                    <a:pt x="5623" y="607"/>
                  </a:lnTo>
                  <a:lnTo>
                    <a:pt x="5825" y="674"/>
                  </a:lnTo>
                  <a:lnTo>
                    <a:pt x="5993" y="775"/>
                  </a:lnTo>
                  <a:lnTo>
                    <a:pt x="6162" y="876"/>
                  </a:lnTo>
                  <a:lnTo>
                    <a:pt x="6465" y="1146"/>
                  </a:lnTo>
                  <a:lnTo>
                    <a:pt x="6768" y="1449"/>
                  </a:lnTo>
                  <a:lnTo>
                    <a:pt x="7003" y="1819"/>
                  </a:lnTo>
                  <a:lnTo>
                    <a:pt x="7239" y="2156"/>
                  </a:lnTo>
                  <a:lnTo>
                    <a:pt x="7407" y="2492"/>
                  </a:lnTo>
                  <a:lnTo>
                    <a:pt x="7576" y="2863"/>
                  </a:lnTo>
                  <a:lnTo>
                    <a:pt x="7677" y="3233"/>
                  </a:lnTo>
                  <a:lnTo>
                    <a:pt x="7778" y="3603"/>
                  </a:lnTo>
                  <a:lnTo>
                    <a:pt x="7879" y="3974"/>
                  </a:lnTo>
                  <a:lnTo>
                    <a:pt x="7980" y="4748"/>
                  </a:lnTo>
                  <a:lnTo>
                    <a:pt x="8047" y="5522"/>
                  </a:lnTo>
                  <a:lnTo>
                    <a:pt x="8081" y="6398"/>
                  </a:lnTo>
                  <a:lnTo>
                    <a:pt x="8081" y="7273"/>
                  </a:lnTo>
                  <a:lnTo>
                    <a:pt x="8081" y="8149"/>
                  </a:lnTo>
                  <a:lnTo>
                    <a:pt x="8047" y="9024"/>
                  </a:lnTo>
                  <a:lnTo>
                    <a:pt x="7980" y="9899"/>
                  </a:lnTo>
                  <a:lnTo>
                    <a:pt x="7879" y="10775"/>
                  </a:lnTo>
                  <a:lnTo>
                    <a:pt x="7744" y="11650"/>
                  </a:lnTo>
                  <a:lnTo>
                    <a:pt x="7576" y="12525"/>
                  </a:lnTo>
                  <a:lnTo>
                    <a:pt x="7441" y="12727"/>
                  </a:lnTo>
                  <a:lnTo>
                    <a:pt x="7508" y="12559"/>
                  </a:lnTo>
                  <a:lnTo>
                    <a:pt x="7542" y="12357"/>
                  </a:lnTo>
                  <a:lnTo>
                    <a:pt x="7576" y="12155"/>
                  </a:lnTo>
                  <a:lnTo>
                    <a:pt x="7576" y="11953"/>
                  </a:lnTo>
                  <a:lnTo>
                    <a:pt x="7542" y="11886"/>
                  </a:lnTo>
                  <a:lnTo>
                    <a:pt x="7441" y="11886"/>
                  </a:lnTo>
                  <a:lnTo>
                    <a:pt x="7407" y="11953"/>
                  </a:lnTo>
                  <a:lnTo>
                    <a:pt x="7340" y="12323"/>
                  </a:lnTo>
                  <a:lnTo>
                    <a:pt x="7239" y="12626"/>
                  </a:lnTo>
                  <a:lnTo>
                    <a:pt x="7071" y="12896"/>
                  </a:lnTo>
                  <a:lnTo>
                    <a:pt x="6902" y="13131"/>
                  </a:lnTo>
                  <a:lnTo>
                    <a:pt x="6667" y="13333"/>
                  </a:lnTo>
                  <a:lnTo>
                    <a:pt x="6431" y="13535"/>
                  </a:lnTo>
                  <a:lnTo>
                    <a:pt x="6162" y="13670"/>
                  </a:lnTo>
                  <a:lnTo>
                    <a:pt x="5859" y="13805"/>
                  </a:lnTo>
                  <a:lnTo>
                    <a:pt x="5556" y="13906"/>
                  </a:lnTo>
                  <a:lnTo>
                    <a:pt x="5253" y="13973"/>
                  </a:lnTo>
                  <a:lnTo>
                    <a:pt x="4579" y="14074"/>
                  </a:lnTo>
                  <a:lnTo>
                    <a:pt x="3939" y="14108"/>
                  </a:lnTo>
                  <a:lnTo>
                    <a:pt x="3300" y="14074"/>
                  </a:lnTo>
                  <a:lnTo>
                    <a:pt x="2896" y="14040"/>
                  </a:lnTo>
                  <a:lnTo>
                    <a:pt x="2492" y="13973"/>
                  </a:lnTo>
                  <a:lnTo>
                    <a:pt x="2155" y="13838"/>
                  </a:lnTo>
                  <a:lnTo>
                    <a:pt x="1852" y="13636"/>
                  </a:lnTo>
                  <a:lnTo>
                    <a:pt x="1616" y="13434"/>
                  </a:lnTo>
                  <a:lnTo>
                    <a:pt x="1381" y="13199"/>
                  </a:lnTo>
                  <a:lnTo>
                    <a:pt x="1179" y="12929"/>
                  </a:lnTo>
                  <a:lnTo>
                    <a:pt x="1010" y="12626"/>
                  </a:lnTo>
                  <a:lnTo>
                    <a:pt x="909" y="12290"/>
                  </a:lnTo>
                  <a:lnTo>
                    <a:pt x="808" y="11953"/>
                  </a:lnTo>
                  <a:lnTo>
                    <a:pt x="707" y="11583"/>
                  </a:lnTo>
                  <a:lnTo>
                    <a:pt x="674" y="11246"/>
                  </a:lnTo>
                  <a:lnTo>
                    <a:pt x="640" y="10876"/>
                  </a:lnTo>
                  <a:lnTo>
                    <a:pt x="640" y="10472"/>
                  </a:lnTo>
                  <a:lnTo>
                    <a:pt x="640" y="9765"/>
                  </a:lnTo>
                  <a:lnTo>
                    <a:pt x="808" y="8418"/>
                  </a:lnTo>
                  <a:lnTo>
                    <a:pt x="1044" y="7071"/>
                  </a:lnTo>
                  <a:lnTo>
                    <a:pt x="1313" y="5758"/>
                  </a:lnTo>
                  <a:lnTo>
                    <a:pt x="1650" y="4445"/>
                  </a:lnTo>
                  <a:lnTo>
                    <a:pt x="1852" y="3839"/>
                  </a:lnTo>
                  <a:lnTo>
                    <a:pt x="2020" y="3267"/>
                  </a:lnTo>
                  <a:lnTo>
                    <a:pt x="2256" y="2694"/>
                  </a:lnTo>
                  <a:lnTo>
                    <a:pt x="2559" y="2156"/>
                  </a:lnTo>
                  <a:lnTo>
                    <a:pt x="2761" y="1853"/>
                  </a:lnTo>
                  <a:lnTo>
                    <a:pt x="2997" y="1583"/>
                  </a:lnTo>
                  <a:lnTo>
                    <a:pt x="3232" y="1381"/>
                  </a:lnTo>
                  <a:lnTo>
                    <a:pt x="3502" y="1213"/>
                  </a:lnTo>
                  <a:lnTo>
                    <a:pt x="3771" y="1078"/>
                  </a:lnTo>
                  <a:lnTo>
                    <a:pt x="4074" y="944"/>
                  </a:lnTo>
                  <a:lnTo>
                    <a:pt x="4747" y="742"/>
                  </a:lnTo>
                  <a:lnTo>
                    <a:pt x="4646" y="1179"/>
                  </a:lnTo>
                  <a:lnTo>
                    <a:pt x="4579" y="1651"/>
                  </a:lnTo>
                  <a:lnTo>
                    <a:pt x="4411" y="1752"/>
                  </a:lnTo>
                  <a:lnTo>
                    <a:pt x="4343" y="1752"/>
                  </a:lnTo>
                  <a:lnTo>
                    <a:pt x="4242" y="1785"/>
                  </a:lnTo>
                  <a:lnTo>
                    <a:pt x="4209" y="1886"/>
                  </a:lnTo>
                  <a:lnTo>
                    <a:pt x="3939" y="3401"/>
                  </a:lnTo>
                  <a:lnTo>
                    <a:pt x="3737" y="4950"/>
                  </a:lnTo>
                  <a:lnTo>
                    <a:pt x="3771" y="5017"/>
                  </a:lnTo>
                  <a:lnTo>
                    <a:pt x="3805" y="5085"/>
                  </a:lnTo>
                  <a:lnTo>
                    <a:pt x="3872" y="5118"/>
                  </a:lnTo>
                  <a:lnTo>
                    <a:pt x="3939" y="5118"/>
                  </a:lnTo>
                  <a:lnTo>
                    <a:pt x="4141" y="5051"/>
                  </a:lnTo>
                  <a:lnTo>
                    <a:pt x="4141" y="5051"/>
                  </a:lnTo>
                  <a:lnTo>
                    <a:pt x="3872" y="6532"/>
                  </a:lnTo>
                  <a:lnTo>
                    <a:pt x="3468" y="6465"/>
                  </a:lnTo>
                  <a:lnTo>
                    <a:pt x="3064" y="6364"/>
                  </a:lnTo>
                  <a:lnTo>
                    <a:pt x="2256" y="6128"/>
                  </a:lnTo>
                  <a:lnTo>
                    <a:pt x="2222" y="6128"/>
                  </a:lnTo>
                  <a:lnTo>
                    <a:pt x="2189" y="6162"/>
                  </a:lnTo>
                  <a:lnTo>
                    <a:pt x="2155" y="6196"/>
                  </a:lnTo>
                  <a:lnTo>
                    <a:pt x="2189" y="6229"/>
                  </a:lnTo>
                  <a:lnTo>
                    <a:pt x="2357" y="6364"/>
                  </a:lnTo>
                  <a:lnTo>
                    <a:pt x="2525" y="6499"/>
                  </a:lnTo>
                  <a:lnTo>
                    <a:pt x="2929" y="6701"/>
                  </a:lnTo>
                  <a:lnTo>
                    <a:pt x="3367" y="6835"/>
                  </a:lnTo>
                  <a:lnTo>
                    <a:pt x="3805" y="6936"/>
                  </a:lnTo>
                  <a:lnTo>
                    <a:pt x="3872" y="7004"/>
                  </a:lnTo>
                  <a:lnTo>
                    <a:pt x="3939" y="7037"/>
                  </a:lnTo>
                  <a:lnTo>
                    <a:pt x="4007" y="7037"/>
                  </a:lnTo>
                  <a:lnTo>
                    <a:pt x="4074" y="6970"/>
                  </a:lnTo>
                  <a:lnTo>
                    <a:pt x="4646" y="6970"/>
                  </a:lnTo>
                  <a:lnTo>
                    <a:pt x="5253" y="6936"/>
                  </a:lnTo>
                  <a:lnTo>
                    <a:pt x="5791" y="6869"/>
                  </a:lnTo>
                  <a:lnTo>
                    <a:pt x="6296" y="6734"/>
                  </a:lnTo>
                  <a:lnTo>
                    <a:pt x="6364" y="6701"/>
                  </a:lnTo>
                  <a:lnTo>
                    <a:pt x="6397" y="6667"/>
                  </a:lnTo>
                  <a:lnTo>
                    <a:pt x="6397" y="6532"/>
                  </a:lnTo>
                  <a:lnTo>
                    <a:pt x="6330" y="6465"/>
                  </a:lnTo>
                  <a:lnTo>
                    <a:pt x="6296" y="6431"/>
                  </a:lnTo>
                  <a:lnTo>
                    <a:pt x="6229" y="6431"/>
                  </a:lnTo>
                  <a:lnTo>
                    <a:pt x="5690" y="6532"/>
                  </a:lnTo>
                  <a:lnTo>
                    <a:pt x="5185" y="6600"/>
                  </a:lnTo>
                  <a:lnTo>
                    <a:pt x="4646" y="6600"/>
                  </a:lnTo>
                  <a:lnTo>
                    <a:pt x="4175" y="6566"/>
                  </a:lnTo>
                  <a:lnTo>
                    <a:pt x="4310" y="5758"/>
                  </a:lnTo>
                  <a:lnTo>
                    <a:pt x="4478" y="4950"/>
                  </a:lnTo>
                  <a:lnTo>
                    <a:pt x="5017" y="4815"/>
                  </a:lnTo>
                  <a:lnTo>
                    <a:pt x="5084" y="4815"/>
                  </a:lnTo>
                  <a:lnTo>
                    <a:pt x="5118" y="4748"/>
                  </a:lnTo>
                  <a:lnTo>
                    <a:pt x="5151" y="4647"/>
                  </a:lnTo>
                  <a:lnTo>
                    <a:pt x="5050" y="3940"/>
                  </a:lnTo>
                  <a:lnTo>
                    <a:pt x="5084" y="3233"/>
                  </a:lnTo>
                  <a:lnTo>
                    <a:pt x="5151" y="2526"/>
                  </a:lnTo>
                  <a:lnTo>
                    <a:pt x="5320" y="1853"/>
                  </a:lnTo>
                  <a:lnTo>
                    <a:pt x="5320" y="1819"/>
                  </a:lnTo>
                  <a:lnTo>
                    <a:pt x="5387" y="1785"/>
                  </a:lnTo>
                  <a:lnTo>
                    <a:pt x="5387" y="1684"/>
                  </a:lnTo>
                  <a:lnTo>
                    <a:pt x="5354" y="1617"/>
                  </a:lnTo>
                  <a:lnTo>
                    <a:pt x="5286" y="1583"/>
                  </a:lnTo>
                  <a:lnTo>
                    <a:pt x="5185" y="1550"/>
                  </a:lnTo>
                  <a:lnTo>
                    <a:pt x="4882" y="1550"/>
                  </a:lnTo>
                  <a:lnTo>
                    <a:pt x="4983" y="775"/>
                  </a:lnTo>
                  <a:lnTo>
                    <a:pt x="5050" y="742"/>
                  </a:lnTo>
                  <a:lnTo>
                    <a:pt x="5050" y="674"/>
                  </a:lnTo>
                  <a:lnTo>
                    <a:pt x="5050" y="641"/>
                  </a:lnTo>
                  <a:lnTo>
                    <a:pt x="5017" y="607"/>
                  </a:lnTo>
                  <a:lnTo>
                    <a:pt x="5219" y="573"/>
                  </a:lnTo>
                  <a:close/>
                  <a:moveTo>
                    <a:pt x="4108" y="506"/>
                  </a:moveTo>
                  <a:lnTo>
                    <a:pt x="4310" y="540"/>
                  </a:lnTo>
                  <a:lnTo>
                    <a:pt x="4512" y="607"/>
                  </a:lnTo>
                  <a:lnTo>
                    <a:pt x="4714" y="674"/>
                  </a:lnTo>
                  <a:lnTo>
                    <a:pt x="4478" y="641"/>
                  </a:lnTo>
                  <a:lnTo>
                    <a:pt x="4209" y="641"/>
                  </a:lnTo>
                  <a:lnTo>
                    <a:pt x="3973" y="708"/>
                  </a:lnTo>
                  <a:lnTo>
                    <a:pt x="3737" y="775"/>
                  </a:lnTo>
                  <a:lnTo>
                    <a:pt x="3502" y="910"/>
                  </a:lnTo>
                  <a:lnTo>
                    <a:pt x="3266" y="1045"/>
                  </a:lnTo>
                  <a:lnTo>
                    <a:pt x="2896" y="1381"/>
                  </a:lnTo>
                  <a:lnTo>
                    <a:pt x="2626" y="1617"/>
                  </a:lnTo>
                  <a:lnTo>
                    <a:pt x="2424" y="1920"/>
                  </a:lnTo>
                  <a:lnTo>
                    <a:pt x="2222" y="2223"/>
                  </a:lnTo>
                  <a:lnTo>
                    <a:pt x="2088" y="2526"/>
                  </a:lnTo>
                  <a:lnTo>
                    <a:pt x="1818" y="3199"/>
                  </a:lnTo>
                  <a:lnTo>
                    <a:pt x="1583" y="3873"/>
                  </a:lnTo>
                  <a:lnTo>
                    <a:pt x="1313" y="4748"/>
                  </a:lnTo>
                  <a:lnTo>
                    <a:pt x="1078" y="5657"/>
                  </a:lnTo>
                  <a:lnTo>
                    <a:pt x="842" y="6600"/>
                  </a:lnTo>
                  <a:lnTo>
                    <a:pt x="674" y="7542"/>
                  </a:lnTo>
                  <a:lnTo>
                    <a:pt x="505" y="8485"/>
                  </a:lnTo>
                  <a:lnTo>
                    <a:pt x="404" y="9428"/>
                  </a:lnTo>
                  <a:lnTo>
                    <a:pt x="371" y="10337"/>
                  </a:lnTo>
                  <a:lnTo>
                    <a:pt x="404" y="11280"/>
                  </a:lnTo>
                  <a:lnTo>
                    <a:pt x="438" y="11583"/>
                  </a:lnTo>
                  <a:lnTo>
                    <a:pt x="472" y="11886"/>
                  </a:lnTo>
                  <a:lnTo>
                    <a:pt x="573" y="12155"/>
                  </a:lnTo>
                  <a:lnTo>
                    <a:pt x="674" y="12458"/>
                  </a:lnTo>
                  <a:lnTo>
                    <a:pt x="775" y="12727"/>
                  </a:lnTo>
                  <a:lnTo>
                    <a:pt x="943" y="12963"/>
                  </a:lnTo>
                  <a:lnTo>
                    <a:pt x="1078" y="13232"/>
                  </a:lnTo>
                  <a:lnTo>
                    <a:pt x="1280" y="13468"/>
                  </a:lnTo>
                  <a:lnTo>
                    <a:pt x="1515" y="13704"/>
                  </a:lnTo>
                  <a:lnTo>
                    <a:pt x="1818" y="13906"/>
                  </a:lnTo>
                  <a:lnTo>
                    <a:pt x="2121" y="14074"/>
                  </a:lnTo>
                  <a:lnTo>
                    <a:pt x="2424" y="14175"/>
                  </a:lnTo>
                  <a:lnTo>
                    <a:pt x="2761" y="14242"/>
                  </a:lnTo>
                  <a:lnTo>
                    <a:pt x="3098" y="14310"/>
                  </a:lnTo>
                  <a:lnTo>
                    <a:pt x="4310" y="14310"/>
                  </a:lnTo>
                  <a:lnTo>
                    <a:pt x="4882" y="14242"/>
                  </a:lnTo>
                  <a:lnTo>
                    <a:pt x="5455" y="14141"/>
                  </a:lnTo>
                  <a:lnTo>
                    <a:pt x="6027" y="13973"/>
                  </a:lnTo>
                  <a:lnTo>
                    <a:pt x="6027" y="13973"/>
                  </a:lnTo>
                  <a:lnTo>
                    <a:pt x="5623" y="14141"/>
                  </a:lnTo>
                  <a:lnTo>
                    <a:pt x="5219" y="14276"/>
                  </a:lnTo>
                  <a:lnTo>
                    <a:pt x="4781" y="14377"/>
                  </a:lnTo>
                  <a:lnTo>
                    <a:pt x="4343" y="14444"/>
                  </a:lnTo>
                  <a:lnTo>
                    <a:pt x="3737" y="14478"/>
                  </a:lnTo>
                  <a:lnTo>
                    <a:pt x="3131" y="14478"/>
                  </a:lnTo>
                  <a:lnTo>
                    <a:pt x="2559" y="14411"/>
                  </a:lnTo>
                  <a:lnTo>
                    <a:pt x="2290" y="14377"/>
                  </a:lnTo>
                  <a:lnTo>
                    <a:pt x="2020" y="14276"/>
                  </a:lnTo>
                  <a:lnTo>
                    <a:pt x="1751" y="14175"/>
                  </a:lnTo>
                  <a:lnTo>
                    <a:pt x="1515" y="14074"/>
                  </a:lnTo>
                  <a:lnTo>
                    <a:pt x="1313" y="13906"/>
                  </a:lnTo>
                  <a:lnTo>
                    <a:pt x="1078" y="13737"/>
                  </a:lnTo>
                  <a:lnTo>
                    <a:pt x="909" y="13535"/>
                  </a:lnTo>
                  <a:lnTo>
                    <a:pt x="741" y="13266"/>
                  </a:lnTo>
                  <a:lnTo>
                    <a:pt x="606" y="12997"/>
                  </a:lnTo>
                  <a:lnTo>
                    <a:pt x="472" y="12694"/>
                  </a:lnTo>
                  <a:lnTo>
                    <a:pt x="371" y="12155"/>
                  </a:lnTo>
                  <a:lnTo>
                    <a:pt x="270" y="11616"/>
                  </a:lnTo>
                  <a:lnTo>
                    <a:pt x="236" y="11044"/>
                  </a:lnTo>
                  <a:lnTo>
                    <a:pt x="270" y="10472"/>
                  </a:lnTo>
                  <a:lnTo>
                    <a:pt x="337" y="9327"/>
                  </a:lnTo>
                  <a:lnTo>
                    <a:pt x="438" y="8216"/>
                  </a:lnTo>
                  <a:lnTo>
                    <a:pt x="606" y="6970"/>
                  </a:lnTo>
                  <a:lnTo>
                    <a:pt x="775" y="5724"/>
                  </a:lnTo>
                  <a:lnTo>
                    <a:pt x="1044" y="4512"/>
                  </a:lnTo>
                  <a:lnTo>
                    <a:pt x="1347" y="3267"/>
                  </a:lnTo>
                  <a:lnTo>
                    <a:pt x="1482" y="2896"/>
                  </a:lnTo>
                  <a:lnTo>
                    <a:pt x="1616" y="2526"/>
                  </a:lnTo>
                  <a:lnTo>
                    <a:pt x="1818" y="2122"/>
                  </a:lnTo>
                  <a:lnTo>
                    <a:pt x="2054" y="1752"/>
                  </a:lnTo>
                  <a:lnTo>
                    <a:pt x="2323" y="1415"/>
                  </a:lnTo>
                  <a:lnTo>
                    <a:pt x="2593" y="1112"/>
                  </a:lnTo>
                  <a:lnTo>
                    <a:pt x="2929" y="876"/>
                  </a:lnTo>
                  <a:lnTo>
                    <a:pt x="3266" y="674"/>
                  </a:lnTo>
                  <a:lnTo>
                    <a:pt x="3906" y="506"/>
                  </a:lnTo>
                  <a:close/>
                  <a:moveTo>
                    <a:pt x="5017" y="1"/>
                  </a:moveTo>
                  <a:lnTo>
                    <a:pt x="5017" y="35"/>
                  </a:lnTo>
                  <a:lnTo>
                    <a:pt x="4512" y="136"/>
                  </a:lnTo>
                  <a:lnTo>
                    <a:pt x="4007" y="237"/>
                  </a:lnTo>
                  <a:lnTo>
                    <a:pt x="3030" y="472"/>
                  </a:lnTo>
                  <a:lnTo>
                    <a:pt x="2963" y="506"/>
                  </a:lnTo>
                  <a:lnTo>
                    <a:pt x="2929" y="573"/>
                  </a:lnTo>
                  <a:lnTo>
                    <a:pt x="2593" y="775"/>
                  </a:lnTo>
                  <a:lnTo>
                    <a:pt x="2290" y="1045"/>
                  </a:lnTo>
                  <a:lnTo>
                    <a:pt x="2020" y="1314"/>
                  </a:lnTo>
                  <a:lnTo>
                    <a:pt x="1785" y="1617"/>
                  </a:lnTo>
                  <a:lnTo>
                    <a:pt x="1616" y="1886"/>
                  </a:lnTo>
                  <a:lnTo>
                    <a:pt x="1482" y="2122"/>
                  </a:lnTo>
                  <a:lnTo>
                    <a:pt x="1246" y="2694"/>
                  </a:lnTo>
                  <a:lnTo>
                    <a:pt x="1078" y="3267"/>
                  </a:lnTo>
                  <a:lnTo>
                    <a:pt x="943" y="3839"/>
                  </a:lnTo>
                  <a:lnTo>
                    <a:pt x="741" y="4647"/>
                  </a:lnTo>
                  <a:lnTo>
                    <a:pt x="573" y="5489"/>
                  </a:lnTo>
                  <a:lnTo>
                    <a:pt x="438" y="6330"/>
                  </a:lnTo>
                  <a:lnTo>
                    <a:pt x="303" y="7172"/>
                  </a:lnTo>
                  <a:lnTo>
                    <a:pt x="135" y="8485"/>
                  </a:lnTo>
                  <a:lnTo>
                    <a:pt x="68" y="9192"/>
                  </a:lnTo>
                  <a:lnTo>
                    <a:pt x="34" y="9866"/>
                  </a:lnTo>
                  <a:lnTo>
                    <a:pt x="0" y="10573"/>
                  </a:lnTo>
                  <a:lnTo>
                    <a:pt x="34" y="11246"/>
                  </a:lnTo>
                  <a:lnTo>
                    <a:pt x="68" y="11919"/>
                  </a:lnTo>
                  <a:lnTo>
                    <a:pt x="202" y="12559"/>
                  </a:lnTo>
                  <a:lnTo>
                    <a:pt x="270" y="12862"/>
                  </a:lnTo>
                  <a:lnTo>
                    <a:pt x="337" y="13098"/>
                  </a:lnTo>
                  <a:lnTo>
                    <a:pt x="472" y="13333"/>
                  </a:lnTo>
                  <a:lnTo>
                    <a:pt x="606" y="13569"/>
                  </a:lnTo>
                  <a:lnTo>
                    <a:pt x="741" y="13737"/>
                  </a:lnTo>
                  <a:lnTo>
                    <a:pt x="909" y="13939"/>
                  </a:lnTo>
                  <a:lnTo>
                    <a:pt x="1078" y="14074"/>
                  </a:lnTo>
                  <a:lnTo>
                    <a:pt x="1280" y="14242"/>
                  </a:lnTo>
                  <a:lnTo>
                    <a:pt x="1482" y="14343"/>
                  </a:lnTo>
                  <a:lnTo>
                    <a:pt x="1684" y="14444"/>
                  </a:lnTo>
                  <a:lnTo>
                    <a:pt x="2155" y="14613"/>
                  </a:lnTo>
                  <a:lnTo>
                    <a:pt x="2660" y="14714"/>
                  </a:lnTo>
                  <a:lnTo>
                    <a:pt x="3199" y="14747"/>
                  </a:lnTo>
                  <a:lnTo>
                    <a:pt x="3805" y="14747"/>
                  </a:lnTo>
                  <a:lnTo>
                    <a:pt x="4411" y="14714"/>
                  </a:lnTo>
                  <a:lnTo>
                    <a:pt x="4983" y="14613"/>
                  </a:lnTo>
                  <a:lnTo>
                    <a:pt x="5522" y="14478"/>
                  </a:lnTo>
                  <a:lnTo>
                    <a:pt x="6061" y="14276"/>
                  </a:lnTo>
                  <a:lnTo>
                    <a:pt x="6296" y="14141"/>
                  </a:lnTo>
                  <a:lnTo>
                    <a:pt x="6566" y="14007"/>
                  </a:lnTo>
                  <a:lnTo>
                    <a:pt x="6768" y="13805"/>
                  </a:lnTo>
                  <a:lnTo>
                    <a:pt x="7003" y="13636"/>
                  </a:lnTo>
                  <a:lnTo>
                    <a:pt x="7205" y="13434"/>
                  </a:lnTo>
                  <a:lnTo>
                    <a:pt x="7407" y="13165"/>
                  </a:lnTo>
                  <a:lnTo>
                    <a:pt x="7576" y="12929"/>
                  </a:lnTo>
                  <a:lnTo>
                    <a:pt x="7710" y="12929"/>
                  </a:lnTo>
                  <a:lnTo>
                    <a:pt x="7744" y="12862"/>
                  </a:lnTo>
                  <a:lnTo>
                    <a:pt x="7811" y="12593"/>
                  </a:lnTo>
                  <a:lnTo>
                    <a:pt x="8081" y="12054"/>
                  </a:lnTo>
                  <a:lnTo>
                    <a:pt x="8283" y="11549"/>
                  </a:lnTo>
                  <a:lnTo>
                    <a:pt x="8451" y="10977"/>
                  </a:lnTo>
                  <a:lnTo>
                    <a:pt x="8586" y="10404"/>
                  </a:lnTo>
                  <a:lnTo>
                    <a:pt x="8687" y="9832"/>
                  </a:lnTo>
                  <a:lnTo>
                    <a:pt x="8788" y="9260"/>
                  </a:lnTo>
                  <a:lnTo>
                    <a:pt x="8855" y="8115"/>
                  </a:lnTo>
                  <a:lnTo>
                    <a:pt x="8889" y="7374"/>
                  </a:lnTo>
                  <a:lnTo>
                    <a:pt x="8889" y="6633"/>
                  </a:lnTo>
                  <a:lnTo>
                    <a:pt x="8889" y="5893"/>
                  </a:lnTo>
                  <a:lnTo>
                    <a:pt x="8821" y="5152"/>
                  </a:lnTo>
                  <a:lnTo>
                    <a:pt x="8720" y="4411"/>
                  </a:lnTo>
                  <a:lnTo>
                    <a:pt x="8586" y="3671"/>
                  </a:lnTo>
                  <a:lnTo>
                    <a:pt x="8417" y="2964"/>
                  </a:lnTo>
                  <a:lnTo>
                    <a:pt x="8182" y="2257"/>
                  </a:lnTo>
                  <a:lnTo>
                    <a:pt x="7980" y="1785"/>
                  </a:lnTo>
                  <a:lnTo>
                    <a:pt x="7710" y="1348"/>
                  </a:lnTo>
                  <a:lnTo>
                    <a:pt x="7374" y="944"/>
                  </a:lnTo>
                  <a:lnTo>
                    <a:pt x="7003" y="607"/>
                  </a:lnTo>
                  <a:lnTo>
                    <a:pt x="6801" y="439"/>
                  </a:lnTo>
                  <a:lnTo>
                    <a:pt x="6599" y="304"/>
                  </a:lnTo>
                  <a:lnTo>
                    <a:pt x="6364" y="203"/>
                  </a:lnTo>
                  <a:lnTo>
                    <a:pt x="6128" y="102"/>
                  </a:lnTo>
                  <a:lnTo>
                    <a:pt x="5892" y="68"/>
                  </a:lnTo>
                  <a:lnTo>
                    <a:pt x="5623" y="1"/>
                  </a:lnTo>
                  <a:lnTo>
                    <a:pt x="5354" y="1"/>
                  </a:lnTo>
                  <a:lnTo>
                    <a:pt x="5118" y="35"/>
                  </a:lnTo>
                  <a:lnTo>
                    <a:pt x="50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3" name="Google Shape;103;p2"/>
            <p:cNvSpPr/>
            <p:nvPr/>
          </p:nvSpPr>
          <p:spPr>
            <a:xfrm>
              <a:off x="2458602" y="5638445"/>
              <a:ext cx="152174" cy="165591"/>
            </a:xfrm>
            <a:custGeom>
              <a:avLst/>
              <a:gdLst/>
              <a:ahLst/>
              <a:cxnLst/>
              <a:rect l="l" t="t" r="r" b="b"/>
              <a:pathLst>
                <a:path w="2291" h="2493" extrusionOk="0">
                  <a:moveTo>
                    <a:pt x="1920" y="169"/>
                  </a:moveTo>
                  <a:lnTo>
                    <a:pt x="1920" y="641"/>
                  </a:lnTo>
                  <a:lnTo>
                    <a:pt x="1954" y="1112"/>
                  </a:lnTo>
                  <a:lnTo>
                    <a:pt x="2021" y="1550"/>
                  </a:lnTo>
                  <a:lnTo>
                    <a:pt x="2122" y="1987"/>
                  </a:lnTo>
                  <a:lnTo>
                    <a:pt x="2156" y="2021"/>
                  </a:lnTo>
                  <a:lnTo>
                    <a:pt x="2122" y="2021"/>
                  </a:lnTo>
                  <a:lnTo>
                    <a:pt x="1718" y="2055"/>
                  </a:lnTo>
                  <a:lnTo>
                    <a:pt x="1314" y="2122"/>
                  </a:lnTo>
                  <a:lnTo>
                    <a:pt x="910" y="2156"/>
                  </a:lnTo>
                  <a:lnTo>
                    <a:pt x="472" y="2223"/>
                  </a:lnTo>
                  <a:lnTo>
                    <a:pt x="304" y="1314"/>
                  </a:lnTo>
                  <a:lnTo>
                    <a:pt x="136" y="405"/>
                  </a:lnTo>
                  <a:lnTo>
                    <a:pt x="573" y="371"/>
                  </a:lnTo>
                  <a:lnTo>
                    <a:pt x="1045" y="338"/>
                  </a:lnTo>
                  <a:lnTo>
                    <a:pt x="1920" y="169"/>
                  </a:lnTo>
                  <a:close/>
                  <a:moveTo>
                    <a:pt x="1920" y="1"/>
                  </a:moveTo>
                  <a:lnTo>
                    <a:pt x="1011" y="136"/>
                  </a:lnTo>
                  <a:lnTo>
                    <a:pt x="540" y="203"/>
                  </a:lnTo>
                  <a:lnTo>
                    <a:pt x="68" y="270"/>
                  </a:lnTo>
                  <a:lnTo>
                    <a:pt x="35" y="304"/>
                  </a:lnTo>
                  <a:lnTo>
                    <a:pt x="35" y="338"/>
                  </a:lnTo>
                  <a:lnTo>
                    <a:pt x="1" y="371"/>
                  </a:lnTo>
                  <a:lnTo>
                    <a:pt x="1" y="405"/>
                  </a:lnTo>
                  <a:lnTo>
                    <a:pt x="1" y="910"/>
                  </a:lnTo>
                  <a:lnTo>
                    <a:pt x="102" y="1449"/>
                  </a:lnTo>
                  <a:lnTo>
                    <a:pt x="203" y="1954"/>
                  </a:lnTo>
                  <a:lnTo>
                    <a:pt x="338" y="2459"/>
                  </a:lnTo>
                  <a:lnTo>
                    <a:pt x="405" y="2492"/>
                  </a:lnTo>
                  <a:lnTo>
                    <a:pt x="472" y="2492"/>
                  </a:lnTo>
                  <a:lnTo>
                    <a:pt x="506" y="2459"/>
                  </a:lnTo>
                  <a:lnTo>
                    <a:pt x="540" y="2391"/>
                  </a:lnTo>
                  <a:lnTo>
                    <a:pt x="506" y="2324"/>
                  </a:lnTo>
                  <a:lnTo>
                    <a:pt x="506" y="2324"/>
                  </a:lnTo>
                  <a:lnTo>
                    <a:pt x="910" y="2358"/>
                  </a:lnTo>
                  <a:lnTo>
                    <a:pt x="1348" y="2358"/>
                  </a:lnTo>
                  <a:lnTo>
                    <a:pt x="1785" y="2290"/>
                  </a:lnTo>
                  <a:lnTo>
                    <a:pt x="2156" y="2156"/>
                  </a:lnTo>
                  <a:lnTo>
                    <a:pt x="2189" y="2122"/>
                  </a:lnTo>
                  <a:lnTo>
                    <a:pt x="2189" y="2055"/>
                  </a:lnTo>
                  <a:lnTo>
                    <a:pt x="2257" y="2055"/>
                  </a:lnTo>
                  <a:lnTo>
                    <a:pt x="2290" y="2021"/>
                  </a:lnTo>
                  <a:lnTo>
                    <a:pt x="2290" y="1987"/>
                  </a:lnTo>
                  <a:lnTo>
                    <a:pt x="2257" y="1516"/>
                  </a:lnTo>
                  <a:lnTo>
                    <a:pt x="2189" y="1045"/>
                  </a:lnTo>
                  <a:lnTo>
                    <a:pt x="2122" y="607"/>
                  </a:lnTo>
                  <a:lnTo>
                    <a:pt x="2021" y="136"/>
                  </a:lnTo>
                  <a:lnTo>
                    <a:pt x="2021" y="102"/>
                  </a:lnTo>
                  <a:lnTo>
                    <a:pt x="2021" y="35"/>
                  </a:lnTo>
                  <a:lnTo>
                    <a:pt x="198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4" name="Google Shape;104;p2"/>
            <p:cNvSpPr/>
            <p:nvPr/>
          </p:nvSpPr>
          <p:spPr>
            <a:xfrm>
              <a:off x="2617418" y="5618318"/>
              <a:ext cx="154366" cy="147657"/>
            </a:xfrm>
            <a:custGeom>
              <a:avLst/>
              <a:gdLst/>
              <a:ahLst/>
              <a:cxnLst/>
              <a:rect l="l" t="t" r="r" b="b"/>
              <a:pathLst>
                <a:path w="2324" h="2223" extrusionOk="0">
                  <a:moveTo>
                    <a:pt x="1919" y="203"/>
                  </a:moveTo>
                  <a:lnTo>
                    <a:pt x="1953" y="573"/>
                  </a:lnTo>
                  <a:lnTo>
                    <a:pt x="2020" y="944"/>
                  </a:lnTo>
                  <a:lnTo>
                    <a:pt x="2088" y="1381"/>
                  </a:lnTo>
                  <a:lnTo>
                    <a:pt x="2155" y="1819"/>
                  </a:lnTo>
                  <a:lnTo>
                    <a:pt x="1953" y="1819"/>
                  </a:lnTo>
                  <a:lnTo>
                    <a:pt x="1785" y="1853"/>
                  </a:lnTo>
                  <a:lnTo>
                    <a:pt x="1414" y="1920"/>
                  </a:lnTo>
                  <a:lnTo>
                    <a:pt x="943" y="1954"/>
                  </a:lnTo>
                  <a:lnTo>
                    <a:pt x="707" y="2021"/>
                  </a:lnTo>
                  <a:lnTo>
                    <a:pt x="472" y="2088"/>
                  </a:lnTo>
                  <a:lnTo>
                    <a:pt x="404" y="1651"/>
                  </a:lnTo>
                  <a:lnTo>
                    <a:pt x="270" y="1179"/>
                  </a:lnTo>
                  <a:lnTo>
                    <a:pt x="202" y="809"/>
                  </a:lnTo>
                  <a:lnTo>
                    <a:pt x="101" y="439"/>
                  </a:lnTo>
                  <a:lnTo>
                    <a:pt x="1010" y="338"/>
                  </a:lnTo>
                  <a:lnTo>
                    <a:pt x="1919" y="203"/>
                  </a:lnTo>
                  <a:close/>
                  <a:moveTo>
                    <a:pt x="1886" y="1"/>
                  </a:moveTo>
                  <a:lnTo>
                    <a:pt x="977" y="136"/>
                  </a:lnTo>
                  <a:lnTo>
                    <a:pt x="68" y="270"/>
                  </a:lnTo>
                  <a:lnTo>
                    <a:pt x="34" y="304"/>
                  </a:lnTo>
                  <a:lnTo>
                    <a:pt x="34" y="371"/>
                  </a:lnTo>
                  <a:lnTo>
                    <a:pt x="0" y="573"/>
                  </a:lnTo>
                  <a:lnTo>
                    <a:pt x="34" y="809"/>
                  </a:lnTo>
                  <a:lnTo>
                    <a:pt x="101" y="1213"/>
                  </a:lnTo>
                  <a:lnTo>
                    <a:pt x="202" y="1718"/>
                  </a:lnTo>
                  <a:lnTo>
                    <a:pt x="270" y="1954"/>
                  </a:lnTo>
                  <a:lnTo>
                    <a:pt x="371" y="2189"/>
                  </a:lnTo>
                  <a:lnTo>
                    <a:pt x="404" y="2223"/>
                  </a:lnTo>
                  <a:lnTo>
                    <a:pt x="674" y="2223"/>
                  </a:lnTo>
                  <a:lnTo>
                    <a:pt x="909" y="2189"/>
                  </a:lnTo>
                  <a:lnTo>
                    <a:pt x="1313" y="2122"/>
                  </a:lnTo>
                  <a:lnTo>
                    <a:pt x="1751" y="2055"/>
                  </a:lnTo>
                  <a:lnTo>
                    <a:pt x="1987" y="2021"/>
                  </a:lnTo>
                  <a:lnTo>
                    <a:pt x="2189" y="1987"/>
                  </a:lnTo>
                  <a:lnTo>
                    <a:pt x="2290" y="1987"/>
                  </a:lnTo>
                  <a:lnTo>
                    <a:pt x="2323" y="1954"/>
                  </a:lnTo>
                  <a:lnTo>
                    <a:pt x="2323" y="1718"/>
                  </a:lnTo>
                  <a:lnTo>
                    <a:pt x="2290" y="1482"/>
                  </a:lnTo>
                  <a:lnTo>
                    <a:pt x="2222" y="1045"/>
                  </a:lnTo>
                  <a:lnTo>
                    <a:pt x="2155" y="540"/>
                  </a:lnTo>
                  <a:lnTo>
                    <a:pt x="2088" y="304"/>
                  </a:lnTo>
                  <a:lnTo>
                    <a:pt x="1987" y="35"/>
                  </a:lnTo>
                  <a:lnTo>
                    <a:pt x="1953" y="35"/>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5" name="Google Shape;105;p2"/>
            <p:cNvSpPr/>
            <p:nvPr/>
          </p:nvSpPr>
          <p:spPr>
            <a:xfrm>
              <a:off x="2143294" y="5913567"/>
              <a:ext cx="51544" cy="42510"/>
            </a:xfrm>
            <a:custGeom>
              <a:avLst/>
              <a:gdLst/>
              <a:ahLst/>
              <a:cxnLst/>
              <a:rect l="l" t="t" r="r" b="b"/>
              <a:pathLst>
                <a:path w="776" h="640" extrusionOk="0">
                  <a:moveTo>
                    <a:pt x="674" y="0"/>
                  </a:moveTo>
                  <a:lnTo>
                    <a:pt x="573" y="202"/>
                  </a:lnTo>
                  <a:lnTo>
                    <a:pt x="539" y="438"/>
                  </a:lnTo>
                  <a:lnTo>
                    <a:pt x="438" y="337"/>
                  </a:lnTo>
                  <a:lnTo>
                    <a:pt x="405" y="269"/>
                  </a:lnTo>
                  <a:lnTo>
                    <a:pt x="438" y="168"/>
                  </a:lnTo>
                  <a:lnTo>
                    <a:pt x="438" y="135"/>
                  </a:lnTo>
                  <a:lnTo>
                    <a:pt x="405" y="67"/>
                  </a:lnTo>
                  <a:lnTo>
                    <a:pt x="337" y="67"/>
                  </a:lnTo>
                  <a:lnTo>
                    <a:pt x="304" y="135"/>
                  </a:lnTo>
                  <a:lnTo>
                    <a:pt x="169" y="404"/>
                  </a:lnTo>
                  <a:lnTo>
                    <a:pt x="135" y="370"/>
                  </a:lnTo>
                  <a:lnTo>
                    <a:pt x="102" y="269"/>
                  </a:lnTo>
                  <a:lnTo>
                    <a:pt x="102" y="236"/>
                  </a:lnTo>
                  <a:lnTo>
                    <a:pt x="68" y="202"/>
                  </a:lnTo>
                  <a:lnTo>
                    <a:pt x="34" y="202"/>
                  </a:lnTo>
                  <a:lnTo>
                    <a:pt x="1" y="269"/>
                  </a:lnTo>
                  <a:lnTo>
                    <a:pt x="1" y="303"/>
                  </a:lnTo>
                  <a:lnTo>
                    <a:pt x="1" y="404"/>
                  </a:lnTo>
                  <a:lnTo>
                    <a:pt x="102" y="606"/>
                  </a:lnTo>
                  <a:lnTo>
                    <a:pt x="135" y="640"/>
                  </a:lnTo>
                  <a:lnTo>
                    <a:pt x="203" y="640"/>
                  </a:lnTo>
                  <a:lnTo>
                    <a:pt x="236" y="606"/>
                  </a:lnTo>
                  <a:lnTo>
                    <a:pt x="337" y="404"/>
                  </a:lnTo>
                  <a:lnTo>
                    <a:pt x="371" y="438"/>
                  </a:lnTo>
                  <a:lnTo>
                    <a:pt x="472" y="539"/>
                  </a:lnTo>
                  <a:lnTo>
                    <a:pt x="573" y="606"/>
                  </a:lnTo>
                  <a:lnTo>
                    <a:pt x="640" y="606"/>
                  </a:lnTo>
                  <a:lnTo>
                    <a:pt x="674" y="539"/>
                  </a:lnTo>
                  <a:lnTo>
                    <a:pt x="708" y="303"/>
                  </a:lnTo>
                  <a:lnTo>
                    <a:pt x="775" y="67"/>
                  </a:lnTo>
                  <a:lnTo>
                    <a:pt x="775" y="34"/>
                  </a:lnTo>
                  <a:lnTo>
                    <a:pt x="74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6" name="Google Shape;106;p2"/>
            <p:cNvSpPr/>
            <p:nvPr/>
          </p:nvSpPr>
          <p:spPr>
            <a:xfrm>
              <a:off x="2780685" y="5591484"/>
              <a:ext cx="154366" cy="152174"/>
            </a:xfrm>
            <a:custGeom>
              <a:avLst/>
              <a:gdLst/>
              <a:ahLst/>
              <a:cxnLst/>
              <a:rect l="l" t="t" r="r" b="b"/>
              <a:pathLst>
                <a:path w="2324" h="2291" extrusionOk="0">
                  <a:moveTo>
                    <a:pt x="1986" y="1"/>
                  </a:moveTo>
                  <a:lnTo>
                    <a:pt x="1953" y="35"/>
                  </a:lnTo>
                  <a:lnTo>
                    <a:pt x="1953" y="136"/>
                  </a:lnTo>
                  <a:lnTo>
                    <a:pt x="1448" y="136"/>
                  </a:lnTo>
                  <a:lnTo>
                    <a:pt x="943" y="169"/>
                  </a:lnTo>
                  <a:lnTo>
                    <a:pt x="505" y="203"/>
                  </a:lnTo>
                  <a:lnTo>
                    <a:pt x="269" y="270"/>
                  </a:lnTo>
                  <a:lnTo>
                    <a:pt x="168" y="304"/>
                  </a:lnTo>
                  <a:lnTo>
                    <a:pt x="101" y="371"/>
                  </a:lnTo>
                  <a:lnTo>
                    <a:pt x="269" y="439"/>
                  </a:lnTo>
                  <a:lnTo>
                    <a:pt x="471" y="439"/>
                  </a:lnTo>
                  <a:lnTo>
                    <a:pt x="842" y="371"/>
                  </a:lnTo>
                  <a:lnTo>
                    <a:pt x="1380" y="338"/>
                  </a:lnTo>
                  <a:lnTo>
                    <a:pt x="1953" y="304"/>
                  </a:lnTo>
                  <a:lnTo>
                    <a:pt x="1986" y="641"/>
                  </a:lnTo>
                  <a:lnTo>
                    <a:pt x="2020" y="944"/>
                  </a:lnTo>
                  <a:lnTo>
                    <a:pt x="2087" y="1381"/>
                  </a:lnTo>
                  <a:lnTo>
                    <a:pt x="2121" y="1617"/>
                  </a:lnTo>
                  <a:lnTo>
                    <a:pt x="2188" y="1819"/>
                  </a:lnTo>
                  <a:lnTo>
                    <a:pt x="2155" y="1819"/>
                  </a:lnTo>
                  <a:lnTo>
                    <a:pt x="1279" y="1920"/>
                  </a:lnTo>
                  <a:lnTo>
                    <a:pt x="808" y="2021"/>
                  </a:lnTo>
                  <a:lnTo>
                    <a:pt x="404" y="2122"/>
                  </a:lnTo>
                  <a:lnTo>
                    <a:pt x="303" y="1718"/>
                  </a:lnTo>
                  <a:lnTo>
                    <a:pt x="236" y="1280"/>
                  </a:lnTo>
                  <a:lnTo>
                    <a:pt x="202" y="809"/>
                  </a:lnTo>
                  <a:lnTo>
                    <a:pt x="168" y="573"/>
                  </a:lnTo>
                  <a:lnTo>
                    <a:pt x="67" y="371"/>
                  </a:lnTo>
                  <a:lnTo>
                    <a:pt x="34" y="506"/>
                  </a:lnTo>
                  <a:lnTo>
                    <a:pt x="0" y="674"/>
                  </a:lnTo>
                  <a:lnTo>
                    <a:pt x="0" y="977"/>
                  </a:lnTo>
                  <a:lnTo>
                    <a:pt x="101" y="1583"/>
                  </a:lnTo>
                  <a:lnTo>
                    <a:pt x="135" y="1785"/>
                  </a:lnTo>
                  <a:lnTo>
                    <a:pt x="135" y="2021"/>
                  </a:lnTo>
                  <a:lnTo>
                    <a:pt x="168" y="2122"/>
                  </a:lnTo>
                  <a:lnTo>
                    <a:pt x="202" y="2189"/>
                  </a:lnTo>
                  <a:lnTo>
                    <a:pt x="269" y="2257"/>
                  </a:lnTo>
                  <a:lnTo>
                    <a:pt x="370" y="2290"/>
                  </a:lnTo>
                  <a:lnTo>
                    <a:pt x="404" y="2290"/>
                  </a:lnTo>
                  <a:lnTo>
                    <a:pt x="438" y="2257"/>
                  </a:lnTo>
                  <a:lnTo>
                    <a:pt x="875" y="2223"/>
                  </a:lnTo>
                  <a:lnTo>
                    <a:pt x="1313" y="2189"/>
                  </a:lnTo>
                  <a:lnTo>
                    <a:pt x="2188" y="2021"/>
                  </a:lnTo>
                  <a:lnTo>
                    <a:pt x="2256" y="1987"/>
                  </a:lnTo>
                  <a:lnTo>
                    <a:pt x="2289" y="1987"/>
                  </a:lnTo>
                  <a:lnTo>
                    <a:pt x="2323" y="1954"/>
                  </a:lnTo>
                  <a:lnTo>
                    <a:pt x="2323" y="1752"/>
                  </a:lnTo>
                  <a:lnTo>
                    <a:pt x="2289" y="1516"/>
                  </a:lnTo>
                  <a:lnTo>
                    <a:pt x="2222" y="1078"/>
                  </a:lnTo>
                  <a:lnTo>
                    <a:pt x="2155" y="540"/>
                  </a:lnTo>
                  <a:lnTo>
                    <a:pt x="2121" y="304"/>
                  </a:lnTo>
                  <a:lnTo>
                    <a:pt x="2054" y="35"/>
                  </a:lnTo>
                  <a:lnTo>
                    <a:pt x="202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7" name="Google Shape;107;p2"/>
            <p:cNvSpPr/>
            <p:nvPr/>
          </p:nvSpPr>
          <p:spPr>
            <a:xfrm>
              <a:off x="2845513" y="5676505"/>
              <a:ext cx="26901" cy="40318"/>
            </a:xfrm>
            <a:custGeom>
              <a:avLst/>
              <a:gdLst/>
              <a:ahLst/>
              <a:cxnLst/>
              <a:rect l="l" t="t" r="r" b="b"/>
              <a:pathLst>
                <a:path w="405" h="607" extrusionOk="0">
                  <a:moveTo>
                    <a:pt x="236" y="0"/>
                  </a:moveTo>
                  <a:lnTo>
                    <a:pt x="135" y="68"/>
                  </a:lnTo>
                  <a:lnTo>
                    <a:pt x="0" y="135"/>
                  </a:lnTo>
                  <a:lnTo>
                    <a:pt x="0" y="169"/>
                  </a:lnTo>
                  <a:lnTo>
                    <a:pt x="0" y="202"/>
                  </a:lnTo>
                  <a:lnTo>
                    <a:pt x="169" y="202"/>
                  </a:lnTo>
                  <a:lnTo>
                    <a:pt x="202" y="169"/>
                  </a:lnTo>
                  <a:lnTo>
                    <a:pt x="202" y="337"/>
                  </a:lnTo>
                  <a:lnTo>
                    <a:pt x="169" y="505"/>
                  </a:lnTo>
                  <a:lnTo>
                    <a:pt x="169" y="573"/>
                  </a:lnTo>
                  <a:lnTo>
                    <a:pt x="202" y="606"/>
                  </a:lnTo>
                  <a:lnTo>
                    <a:pt x="270" y="606"/>
                  </a:lnTo>
                  <a:lnTo>
                    <a:pt x="337" y="573"/>
                  </a:lnTo>
                  <a:lnTo>
                    <a:pt x="371" y="438"/>
                  </a:lnTo>
                  <a:lnTo>
                    <a:pt x="404" y="303"/>
                  </a:lnTo>
                  <a:lnTo>
                    <a:pt x="371" y="169"/>
                  </a:lnTo>
                  <a:lnTo>
                    <a:pt x="337" y="34"/>
                  </a:lnTo>
                  <a:lnTo>
                    <a:pt x="3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8" name="Google Shape;108;p2"/>
            <p:cNvSpPr/>
            <p:nvPr/>
          </p:nvSpPr>
          <p:spPr>
            <a:xfrm>
              <a:off x="2686697" y="5701081"/>
              <a:ext cx="33676" cy="40318"/>
            </a:xfrm>
            <a:custGeom>
              <a:avLst/>
              <a:gdLst/>
              <a:ahLst/>
              <a:cxnLst/>
              <a:rect l="l" t="t" r="r" b="b"/>
              <a:pathLst>
                <a:path w="507" h="607" extrusionOk="0">
                  <a:moveTo>
                    <a:pt x="270" y="1"/>
                  </a:moveTo>
                  <a:lnTo>
                    <a:pt x="203" y="34"/>
                  </a:lnTo>
                  <a:lnTo>
                    <a:pt x="136" y="68"/>
                  </a:lnTo>
                  <a:lnTo>
                    <a:pt x="35" y="203"/>
                  </a:lnTo>
                  <a:lnTo>
                    <a:pt x="1" y="337"/>
                  </a:lnTo>
                  <a:lnTo>
                    <a:pt x="1" y="438"/>
                  </a:lnTo>
                  <a:lnTo>
                    <a:pt x="35" y="506"/>
                  </a:lnTo>
                  <a:lnTo>
                    <a:pt x="136" y="573"/>
                  </a:lnTo>
                  <a:lnTo>
                    <a:pt x="270" y="607"/>
                  </a:lnTo>
                  <a:lnTo>
                    <a:pt x="338" y="607"/>
                  </a:lnTo>
                  <a:lnTo>
                    <a:pt x="405" y="573"/>
                  </a:lnTo>
                  <a:lnTo>
                    <a:pt x="506" y="438"/>
                  </a:lnTo>
                  <a:lnTo>
                    <a:pt x="506" y="371"/>
                  </a:lnTo>
                  <a:lnTo>
                    <a:pt x="506" y="337"/>
                  </a:lnTo>
                  <a:lnTo>
                    <a:pt x="472" y="304"/>
                  </a:lnTo>
                  <a:lnTo>
                    <a:pt x="439" y="304"/>
                  </a:lnTo>
                  <a:lnTo>
                    <a:pt x="136" y="371"/>
                  </a:lnTo>
                  <a:lnTo>
                    <a:pt x="136" y="270"/>
                  </a:lnTo>
                  <a:lnTo>
                    <a:pt x="203" y="169"/>
                  </a:lnTo>
                  <a:lnTo>
                    <a:pt x="237" y="102"/>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9" name="Google Shape;109;p2"/>
            <p:cNvSpPr/>
            <p:nvPr/>
          </p:nvSpPr>
          <p:spPr>
            <a:xfrm>
              <a:off x="2087367" y="5855380"/>
              <a:ext cx="154432" cy="147657"/>
            </a:xfrm>
            <a:custGeom>
              <a:avLst/>
              <a:gdLst/>
              <a:ahLst/>
              <a:cxnLst/>
              <a:rect l="l" t="t" r="r" b="b"/>
              <a:pathLst>
                <a:path w="2325" h="2223" extrusionOk="0">
                  <a:moveTo>
                    <a:pt x="1920" y="203"/>
                  </a:moveTo>
                  <a:lnTo>
                    <a:pt x="1954" y="573"/>
                  </a:lnTo>
                  <a:lnTo>
                    <a:pt x="2021" y="943"/>
                  </a:lnTo>
                  <a:lnTo>
                    <a:pt x="2055" y="1381"/>
                  </a:lnTo>
                  <a:lnTo>
                    <a:pt x="2156" y="1852"/>
                  </a:lnTo>
                  <a:lnTo>
                    <a:pt x="1752" y="1852"/>
                  </a:lnTo>
                  <a:lnTo>
                    <a:pt x="1381" y="1920"/>
                  </a:lnTo>
                  <a:lnTo>
                    <a:pt x="944" y="1987"/>
                  </a:lnTo>
                  <a:lnTo>
                    <a:pt x="708" y="2021"/>
                  </a:lnTo>
                  <a:lnTo>
                    <a:pt x="472" y="2122"/>
                  </a:lnTo>
                  <a:lnTo>
                    <a:pt x="371" y="1650"/>
                  </a:lnTo>
                  <a:lnTo>
                    <a:pt x="270" y="1179"/>
                  </a:lnTo>
                  <a:lnTo>
                    <a:pt x="203" y="809"/>
                  </a:lnTo>
                  <a:lnTo>
                    <a:pt x="102" y="438"/>
                  </a:lnTo>
                  <a:lnTo>
                    <a:pt x="1011" y="337"/>
                  </a:lnTo>
                  <a:lnTo>
                    <a:pt x="1920" y="203"/>
                  </a:lnTo>
                  <a:close/>
                  <a:moveTo>
                    <a:pt x="1886" y="1"/>
                  </a:moveTo>
                  <a:lnTo>
                    <a:pt x="977" y="135"/>
                  </a:lnTo>
                  <a:lnTo>
                    <a:pt x="68" y="270"/>
                  </a:lnTo>
                  <a:lnTo>
                    <a:pt x="1" y="337"/>
                  </a:lnTo>
                  <a:lnTo>
                    <a:pt x="1" y="371"/>
                  </a:lnTo>
                  <a:lnTo>
                    <a:pt x="1" y="607"/>
                  </a:lnTo>
                  <a:lnTo>
                    <a:pt x="35" y="809"/>
                  </a:lnTo>
                  <a:lnTo>
                    <a:pt x="102" y="1213"/>
                  </a:lnTo>
                  <a:lnTo>
                    <a:pt x="203" y="1718"/>
                  </a:lnTo>
                  <a:lnTo>
                    <a:pt x="270" y="1953"/>
                  </a:lnTo>
                  <a:lnTo>
                    <a:pt x="338" y="2189"/>
                  </a:lnTo>
                  <a:lnTo>
                    <a:pt x="405" y="2223"/>
                  </a:lnTo>
                  <a:lnTo>
                    <a:pt x="674" y="2223"/>
                  </a:lnTo>
                  <a:lnTo>
                    <a:pt x="876" y="2189"/>
                  </a:lnTo>
                  <a:lnTo>
                    <a:pt x="1280" y="2122"/>
                  </a:lnTo>
                  <a:lnTo>
                    <a:pt x="1752" y="2088"/>
                  </a:lnTo>
                  <a:lnTo>
                    <a:pt x="1987" y="2054"/>
                  </a:lnTo>
                  <a:lnTo>
                    <a:pt x="2189" y="1987"/>
                  </a:lnTo>
                  <a:lnTo>
                    <a:pt x="2290" y="1987"/>
                  </a:lnTo>
                  <a:lnTo>
                    <a:pt x="2290" y="1953"/>
                  </a:lnTo>
                  <a:lnTo>
                    <a:pt x="2324" y="1718"/>
                  </a:lnTo>
                  <a:lnTo>
                    <a:pt x="2290" y="1516"/>
                  </a:lnTo>
                  <a:lnTo>
                    <a:pt x="2223" y="1078"/>
                  </a:lnTo>
                  <a:lnTo>
                    <a:pt x="2122" y="539"/>
                  </a:lnTo>
                  <a:lnTo>
                    <a:pt x="2088" y="304"/>
                  </a:lnTo>
                  <a:lnTo>
                    <a:pt x="1987" y="68"/>
                  </a:lnTo>
                  <a:lnTo>
                    <a:pt x="1954"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0" name="Google Shape;110;p2"/>
            <p:cNvSpPr/>
            <p:nvPr/>
          </p:nvSpPr>
          <p:spPr>
            <a:xfrm>
              <a:off x="2523497" y="5721207"/>
              <a:ext cx="40318" cy="58186"/>
            </a:xfrm>
            <a:custGeom>
              <a:avLst/>
              <a:gdLst/>
              <a:ahLst/>
              <a:cxnLst/>
              <a:rect l="l" t="t" r="r" b="b"/>
              <a:pathLst>
                <a:path w="607" h="876" extrusionOk="0">
                  <a:moveTo>
                    <a:pt x="371" y="1"/>
                  </a:moveTo>
                  <a:lnTo>
                    <a:pt x="236" y="34"/>
                  </a:lnTo>
                  <a:lnTo>
                    <a:pt x="0" y="169"/>
                  </a:lnTo>
                  <a:lnTo>
                    <a:pt x="0" y="203"/>
                  </a:lnTo>
                  <a:lnTo>
                    <a:pt x="0" y="236"/>
                  </a:lnTo>
                  <a:lnTo>
                    <a:pt x="101" y="472"/>
                  </a:lnTo>
                  <a:lnTo>
                    <a:pt x="169" y="539"/>
                  </a:lnTo>
                  <a:lnTo>
                    <a:pt x="236" y="506"/>
                  </a:lnTo>
                  <a:lnTo>
                    <a:pt x="337" y="472"/>
                  </a:lnTo>
                  <a:lnTo>
                    <a:pt x="371" y="438"/>
                  </a:lnTo>
                  <a:lnTo>
                    <a:pt x="438" y="472"/>
                  </a:lnTo>
                  <a:lnTo>
                    <a:pt x="472" y="506"/>
                  </a:lnTo>
                  <a:lnTo>
                    <a:pt x="472" y="539"/>
                  </a:lnTo>
                  <a:lnTo>
                    <a:pt x="371" y="573"/>
                  </a:lnTo>
                  <a:lnTo>
                    <a:pt x="202" y="607"/>
                  </a:lnTo>
                  <a:lnTo>
                    <a:pt x="68" y="674"/>
                  </a:lnTo>
                  <a:lnTo>
                    <a:pt x="34" y="708"/>
                  </a:lnTo>
                  <a:lnTo>
                    <a:pt x="0" y="775"/>
                  </a:lnTo>
                  <a:lnTo>
                    <a:pt x="0" y="809"/>
                  </a:lnTo>
                  <a:lnTo>
                    <a:pt x="34" y="842"/>
                  </a:lnTo>
                  <a:lnTo>
                    <a:pt x="68" y="876"/>
                  </a:lnTo>
                  <a:lnTo>
                    <a:pt x="101" y="842"/>
                  </a:lnTo>
                  <a:lnTo>
                    <a:pt x="236" y="775"/>
                  </a:lnTo>
                  <a:lnTo>
                    <a:pt x="371" y="741"/>
                  </a:lnTo>
                  <a:lnTo>
                    <a:pt x="505" y="674"/>
                  </a:lnTo>
                  <a:lnTo>
                    <a:pt x="573" y="640"/>
                  </a:lnTo>
                  <a:lnTo>
                    <a:pt x="606" y="573"/>
                  </a:lnTo>
                  <a:lnTo>
                    <a:pt x="606" y="506"/>
                  </a:lnTo>
                  <a:lnTo>
                    <a:pt x="606" y="438"/>
                  </a:lnTo>
                  <a:lnTo>
                    <a:pt x="539" y="371"/>
                  </a:lnTo>
                  <a:lnTo>
                    <a:pt x="472" y="337"/>
                  </a:lnTo>
                  <a:lnTo>
                    <a:pt x="404" y="304"/>
                  </a:lnTo>
                  <a:lnTo>
                    <a:pt x="337" y="304"/>
                  </a:lnTo>
                  <a:lnTo>
                    <a:pt x="202" y="337"/>
                  </a:lnTo>
                  <a:lnTo>
                    <a:pt x="169" y="236"/>
                  </a:lnTo>
                  <a:lnTo>
                    <a:pt x="337" y="135"/>
                  </a:lnTo>
                  <a:lnTo>
                    <a:pt x="505" y="34"/>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1" name="Google Shape;111;p2"/>
            <p:cNvSpPr/>
            <p:nvPr/>
          </p:nvSpPr>
          <p:spPr>
            <a:xfrm>
              <a:off x="2145553" y="5692114"/>
              <a:ext cx="147657" cy="145465"/>
            </a:xfrm>
            <a:custGeom>
              <a:avLst/>
              <a:gdLst/>
              <a:ahLst/>
              <a:cxnLst/>
              <a:rect l="l" t="t" r="r" b="b"/>
              <a:pathLst>
                <a:path w="2223" h="2190" extrusionOk="0">
                  <a:moveTo>
                    <a:pt x="1818" y="1"/>
                  </a:moveTo>
                  <a:lnTo>
                    <a:pt x="1313" y="68"/>
                  </a:lnTo>
                  <a:lnTo>
                    <a:pt x="808" y="136"/>
                  </a:lnTo>
                  <a:lnTo>
                    <a:pt x="404" y="169"/>
                  </a:lnTo>
                  <a:lnTo>
                    <a:pt x="202" y="203"/>
                  </a:lnTo>
                  <a:lnTo>
                    <a:pt x="0" y="270"/>
                  </a:lnTo>
                  <a:lnTo>
                    <a:pt x="0" y="304"/>
                  </a:lnTo>
                  <a:lnTo>
                    <a:pt x="169" y="371"/>
                  </a:lnTo>
                  <a:lnTo>
                    <a:pt x="337" y="371"/>
                  </a:lnTo>
                  <a:lnTo>
                    <a:pt x="707" y="338"/>
                  </a:lnTo>
                  <a:lnTo>
                    <a:pt x="1246" y="270"/>
                  </a:lnTo>
                  <a:lnTo>
                    <a:pt x="1785" y="169"/>
                  </a:lnTo>
                  <a:lnTo>
                    <a:pt x="1785" y="371"/>
                  </a:lnTo>
                  <a:lnTo>
                    <a:pt x="1785" y="540"/>
                  </a:lnTo>
                  <a:lnTo>
                    <a:pt x="1852" y="910"/>
                  </a:lnTo>
                  <a:lnTo>
                    <a:pt x="1919" y="1381"/>
                  </a:lnTo>
                  <a:lnTo>
                    <a:pt x="1953" y="1583"/>
                  </a:lnTo>
                  <a:lnTo>
                    <a:pt x="2020" y="1819"/>
                  </a:lnTo>
                  <a:lnTo>
                    <a:pt x="1044" y="1954"/>
                  </a:lnTo>
                  <a:lnTo>
                    <a:pt x="674" y="1987"/>
                  </a:lnTo>
                  <a:lnTo>
                    <a:pt x="505" y="2021"/>
                  </a:lnTo>
                  <a:lnTo>
                    <a:pt x="371" y="2122"/>
                  </a:lnTo>
                  <a:lnTo>
                    <a:pt x="539" y="2189"/>
                  </a:lnTo>
                  <a:lnTo>
                    <a:pt x="707" y="2189"/>
                  </a:lnTo>
                  <a:lnTo>
                    <a:pt x="1078" y="2156"/>
                  </a:lnTo>
                  <a:lnTo>
                    <a:pt x="2121" y="2021"/>
                  </a:lnTo>
                  <a:lnTo>
                    <a:pt x="2189" y="1987"/>
                  </a:lnTo>
                  <a:lnTo>
                    <a:pt x="2222" y="1954"/>
                  </a:lnTo>
                  <a:lnTo>
                    <a:pt x="2222" y="1886"/>
                  </a:lnTo>
                  <a:lnTo>
                    <a:pt x="2189" y="1853"/>
                  </a:lnTo>
                  <a:lnTo>
                    <a:pt x="2189" y="1583"/>
                  </a:lnTo>
                  <a:lnTo>
                    <a:pt x="2155" y="1348"/>
                  </a:lnTo>
                  <a:lnTo>
                    <a:pt x="2054" y="876"/>
                  </a:lnTo>
                  <a:lnTo>
                    <a:pt x="2020" y="506"/>
                  </a:lnTo>
                  <a:lnTo>
                    <a:pt x="1953" y="304"/>
                  </a:lnTo>
                  <a:lnTo>
                    <a:pt x="1919" y="136"/>
                  </a:lnTo>
                  <a:lnTo>
                    <a:pt x="1919" y="102"/>
                  </a:lnTo>
                  <a:lnTo>
                    <a:pt x="1919" y="35"/>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2" name="Google Shape;112;p2"/>
            <p:cNvSpPr/>
            <p:nvPr/>
          </p:nvSpPr>
          <p:spPr>
            <a:xfrm>
              <a:off x="1725098" y="5989554"/>
              <a:ext cx="64961" cy="53736"/>
            </a:xfrm>
            <a:custGeom>
              <a:avLst/>
              <a:gdLst/>
              <a:ahLst/>
              <a:cxnLst/>
              <a:rect l="l" t="t" r="r" b="b"/>
              <a:pathLst>
                <a:path w="978" h="809" extrusionOk="0">
                  <a:moveTo>
                    <a:pt x="809" y="1"/>
                  </a:moveTo>
                  <a:lnTo>
                    <a:pt x="775" y="34"/>
                  </a:lnTo>
                  <a:lnTo>
                    <a:pt x="775" y="203"/>
                  </a:lnTo>
                  <a:lnTo>
                    <a:pt x="775" y="371"/>
                  </a:lnTo>
                  <a:lnTo>
                    <a:pt x="809" y="405"/>
                  </a:lnTo>
                  <a:lnTo>
                    <a:pt x="775" y="405"/>
                  </a:lnTo>
                  <a:lnTo>
                    <a:pt x="472" y="203"/>
                  </a:lnTo>
                  <a:lnTo>
                    <a:pt x="405" y="203"/>
                  </a:lnTo>
                  <a:lnTo>
                    <a:pt x="371" y="236"/>
                  </a:lnTo>
                  <a:lnTo>
                    <a:pt x="337" y="270"/>
                  </a:lnTo>
                  <a:lnTo>
                    <a:pt x="371" y="337"/>
                  </a:lnTo>
                  <a:lnTo>
                    <a:pt x="506" y="472"/>
                  </a:lnTo>
                  <a:lnTo>
                    <a:pt x="135" y="472"/>
                  </a:lnTo>
                  <a:lnTo>
                    <a:pt x="68" y="506"/>
                  </a:lnTo>
                  <a:lnTo>
                    <a:pt x="1" y="539"/>
                  </a:lnTo>
                  <a:lnTo>
                    <a:pt x="1" y="573"/>
                  </a:lnTo>
                  <a:lnTo>
                    <a:pt x="68" y="607"/>
                  </a:lnTo>
                  <a:lnTo>
                    <a:pt x="506" y="607"/>
                  </a:lnTo>
                  <a:lnTo>
                    <a:pt x="405" y="674"/>
                  </a:lnTo>
                  <a:lnTo>
                    <a:pt x="371" y="741"/>
                  </a:lnTo>
                  <a:lnTo>
                    <a:pt x="405" y="775"/>
                  </a:lnTo>
                  <a:lnTo>
                    <a:pt x="438" y="809"/>
                  </a:lnTo>
                  <a:lnTo>
                    <a:pt x="506" y="809"/>
                  </a:lnTo>
                  <a:lnTo>
                    <a:pt x="674" y="708"/>
                  </a:lnTo>
                  <a:lnTo>
                    <a:pt x="809" y="539"/>
                  </a:lnTo>
                  <a:lnTo>
                    <a:pt x="842" y="708"/>
                  </a:lnTo>
                  <a:lnTo>
                    <a:pt x="876" y="775"/>
                  </a:lnTo>
                  <a:lnTo>
                    <a:pt x="910" y="775"/>
                  </a:lnTo>
                  <a:lnTo>
                    <a:pt x="977" y="741"/>
                  </a:lnTo>
                  <a:lnTo>
                    <a:pt x="977" y="674"/>
                  </a:lnTo>
                  <a:lnTo>
                    <a:pt x="943" y="337"/>
                  </a:lnTo>
                  <a:lnTo>
                    <a:pt x="910" y="169"/>
                  </a:lnTo>
                  <a:lnTo>
                    <a:pt x="876" y="34"/>
                  </a:lnTo>
                  <a:lnTo>
                    <a:pt x="84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3" name="Google Shape;113;p2"/>
            <p:cNvSpPr/>
            <p:nvPr/>
          </p:nvSpPr>
          <p:spPr>
            <a:xfrm>
              <a:off x="2639736" y="5506529"/>
              <a:ext cx="161141" cy="111855"/>
            </a:xfrm>
            <a:custGeom>
              <a:avLst/>
              <a:gdLst/>
              <a:ahLst/>
              <a:cxnLst/>
              <a:rect l="l" t="t" r="r" b="b"/>
              <a:pathLst>
                <a:path w="2426" h="1684" extrusionOk="0">
                  <a:moveTo>
                    <a:pt x="2088" y="0"/>
                  </a:moveTo>
                  <a:lnTo>
                    <a:pt x="2055" y="34"/>
                  </a:lnTo>
                  <a:lnTo>
                    <a:pt x="1516" y="102"/>
                  </a:lnTo>
                  <a:lnTo>
                    <a:pt x="977" y="169"/>
                  </a:lnTo>
                  <a:lnTo>
                    <a:pt x="506" y="236"/>
                  </a:lnTo>
                  <a:lnTo>
                    <a:pt x="270" y="304"/>
                  </a:lnTo>
                  <a:lnTo>
                    <a:pt x="68" y="405"/>
                  </a:lnTo>
                  <a:lnTo>
                    <a:pt x="35" y="371"/>
                  </a:lnTo>
                  <a:lnTo>
                    <a:pt x="1" y="371"/>
                  </a:lnTo>
                  <a:lnTo>
                    <a:pt x="1" y="674"/>
                  </a:lnTo>
                  <a:lnTo>
                    <a:pt x="35" y="943"/>
                  </a:lnTo>
                  <a:lnTo>
                    <a:pt x="169" y="1549"/>
                  </a:lnTo>
                  <a:lnTo>
                    <a:pt x="169" y="1583"/>
                  </a:lnTo>
                  <a:lnTo>
                    <a:pt x="203" y="1650"/>
                  </a:lnTo>
                  <a:lnTo>
                    <a:pt x="237" y="1684"/>
                  </a:lnTo>
                  <a:lnTo>
                    <a:pt x="270" y="1684"/>
                  </a:lnTo>
                  <a:lnTo>
                    <a:pt x="338" y="1650"/>
                  </a:lnTo>
                  <a:lnTo>
                    <a:pt x="338" y="1617"/>
                  </a:lnTo>
                  <a:lnTo>
                    <a:pt x="809" y="1549"/>
                  </a:lnTo>
                  <a:lnTo>
                    <a:pt x="1247" y="1482"/>
                  </a:lnTo>
                  <a:lnTo>
                    <a:pt x="1718" y="1415"/>
                  </a:lnTo>
                  <a:lnTo>
                    <a:pt x="1920" y="1347"/>
                  </a:lnTo>
                  <a:lnTo>
                    <a:pt x="2122" y="1280"/>
                  </a:lnTo>
                  <a:lnTo>
                    <a:pt x="1886" y="1246"/>
                  </a:lnTo>
                  <a:lnTo>
                    <a:pt x="1684" y="1246"/>
                  </a:lnTo>
                  <a:lnTo>
                    <a:pt x="1247" y="1314"/>
                  </a:lnTo>
                  <a:lnTo>
                    <a:pt x="775" y="1381"/>
                  </a:lnTo>
                  <a:lnTo>
                    <a:pt x="304" y="1482"/>
                  </a:lnTo>
                  <a:lnTo>
                    <a:pt x="203" y="943"/>
                  </a:lnTo>
                  <a:lnTo>
                    <a:pt x="169" y="708"/>
                  </a:lnTo>
                  <a:lnTo>
                    <a:pt x="68" y="438"/>
                  </a:lnTo>
                  <a:lnTo>
                    <a:pt x="540" y="438"/>
                  </a:lnTo>
                  <a:lnTo>
                    <a:pt x="1011" y="337"/>
                  </a:lnTo>
                  <a:lnTo>
                    <a:pt x="1550" y="236"/>
                  </a:lnTo>
                  <a:lnTo>
                    <a:pt x="2055" y="135"/>
                  </a:lnTo>
                  <a:lnTo>
                    <a:pt x="2156" y="708"/>
                  </a:lnTo>
                  <a:lnTo>
                    <a:pt x="2257" y="1280"/>
                  </a:lnTo>
                  <a:lnTo>
                    <a:pt x="2290" y="1347"/>
                  </a:lnTo>
                  <a:lnTo>
                    <a:pt x="2358" y="1347"/>
                  </a:lnTo>
                  <a:lnTo>
                    <a:pt x="2425" y="1314"/>
                  </a:lnTo>
                  <a:lnTo>
                    <a:pt x="2425" y="1246"/>
                  </a:lnTo>
                  <a:lnTo>
                    <a:pt x="2324" y="640"/>
                  </a:lnTo>
                  <a:lnTo>
                    <a:pt x="2189" y="34"/>
                  </a:lnTo>
                  <a:lnTo>
                    <a:pt x="215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4" name="Google Shape;114;p2"/>
            <p:cNvSpPr/>
            <p:nvPr/>
          </p:nvSpPr>
          <p:spPr>
            <a:xfrm>
              <a:off x="2798552" y="5484145"/>
              <a:ext cx="161075" cy="111922"/>
            </a:xfrm>
            <a:custGeom>
              <a:avLst/>
              <a:gdLst/>
              <a:ahLst/>
              <a:cxnLst/>
              <a:rect l="l" t="t" r="r" b="b"/>
              <a:pathLst>
                <a:path w="2425" h="1685" extrusionOk="0">
                  <a:moveTo>
                    <a:pt x="1684" y="1"/>
                  </a:moveTo>
                  <a:lnTo>
                    <a:pt x="1145" y="34"/>
                  </a:lnTo>
                  <a:lnTo>
                    <a:pt x="573" y="169"/>
                  </a:lnTo>
                  <a:lnTo>
                    <a:pt x="68" y="337"/>
                  </a:lnTo>
                  <a:lnTo>
                    <a:pt x="34" y="371"/>
                  </a:lnTo>
                  <a:lnTo>
                    <a:pt x="0" y="405"/>
                  </a:lnTo>
                  <a:lnTo>
                    <a:pt x="34" y="439"/>
                  </a:lnTo>
                  <a:lnTo>
                    <a:pt x="68" y="472"/>
                  </a:lnTo>
                  <a:lnTo>
                    <a:pt x="101" y="708"/>
                  </a:lnTo>
                  <a:lnTo>
                    <a:pt x="135" y="944"/>
                  </a:lnTo>
                  <a:lnTo>
                    <a:pt x="202" y="1617"/>
                  </a:lnTo>
                  <a:lnTo>
                    <a:pt x="236" y="1651"/>
                  </a:lnTo>
                  <a:lnTo>
                    <a:pt x="270" y="1684"/>
                  </a:lnTo>
                  <a:lnTo>
                    <a:pt x="337" y="1651"/>
                  </a:lnTo>
                  <a:lnTo>
                    <a:pt x="606" y="1684"/>
                  </a:lnTo>
                  <a:lnTo>
                    <a:pt x="909" y="1651"/>
                  </a:lnTo>
                  <a:lnTo>
                    <a:pt x="1482" y="1516"/>
                  </a:lnTo>
                  <a:lnTo>
                    <a:pt x="1886" y="1415"/>
                  </a:lnTo>
                  <a:lnTo>
                    <a:pt x="2088" y="1348"/>
                  </a:lnTo>
                  <a:lnTo>
                    <a:pt x="2290" y="1247"/>
                  </a:lnTo>
                  <a:lnTo>
                    <a:pt x="2020" y="1247"/>
                  </a:lnTo>
                  <a:lnTo>
                    <a:pt x="1785" y="1280"/>
                  </a:lnTo>
                  <a:lnTo>
                    <a:pt x="1313" y="1415"/>
                  </a:lnTo>
                  <a:lnTo>
                    <a:pt x="842" y="1482"/>
                  </a:lnTo>
                  <a:lnTo>
                    <a:pt x="371" y="1550"/>
                  </a:lnTo>
                  <a:lnTo>
                    <a:pt x="337" y="1179"/>
                  </a:lnTo>
                  <a:lnTo>
                    <a:pt x="270" y="809"/>
                  </a:lnTo>
                  <a:lnTo>
                    <a:pt x="236" y="641"/>
                  </a:lnTo>
                  <a:lnTo>
                    <a:pt x="169" y="472"/>
                  </a:lnTo>
                  <a:lnTo>
                    <a:pt x="438" y="405"/>
                  </a:lnTo>
                  <a:lnTo>
                    <a:pt x="674" y="337"/>
                  </a:lnTo>
                  <a:lnTo>
                    <a:pt x="1212" y="270"/>
                  </a:lnTo>
                  <a:lnTo>
                    <a:pt x="1717" y="203"/>
                  </a:lnTo>
                  <a:lnTo>
                    <a:pt x="1987" y="135"/>
                  </a:lnTo>
                  <a:lnTo>
                    <a:pt x="2222" y="102"/>
                  </a:lnTo>
                  <a:lnTo>
                    <a:pt x="2222" y="337"/>
                  </a:lnTo>
                  <a:lnTo>
                    <a:pt x="2256" y="607"/>
                  </a:lnTo>
                  <a:lnTo>
                    <a:pt x="2256" y="944"/>
                  </a:lnTo>
                  <a:lnTo>
                    <a:pt x="2290" y="1247"/>
                  </a:lnTo>
                  <a:lnTo>
                    <a:pt x="2323" y="1314"/>
                  </a:lnTo>
                  <a:lnTo>
                    <a:pt x="2424" y="1314"/>
                  </a:lnTo>
                  <a:lnTo>
                    <a:pt x="2424" y="1247"/>
                  </a:lnTo>
                  <a:lnTo>
                    <a:pt x="2424" y="977"/>
                  </a:lnTo>
                  <a:lnTo>
                    <a:pt x="2391" y="674"/>
                  </a:lnTo>
                  <a:lnTo>
                    <a:pt x="2357" y="371"/>
                  </a:lnTo>
                  <a:lnTo>
                    <a:pt x="2323" y="68"/>
                  </a:lnTo>
                  <a:lnTo>
                    <a:pt x="2290" y="34"/>
                  </a:lnTo>
                  <a:lnTo>
                    <a:pt x="2222" y="34"/>
                  </a:lnTo>
                  <a:lnTo>
                    <a:pt x="16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5" name="Google Shape;115;p2"/>
            <p:cNvSpPr/>
            <p:nvPr/>
          </p:nvSpPr>
          <p:spPr>
            <a:xfrm>
              <a:off x="3462711" y="5390224"/>
              <a:ext cx="152174" cy="100697"/>
            </a:xfrm>
            <a:custGeom>
              <a:avLst/>
              <a:gdLst/>
              <a:ahLst/>
              <a:cxnLst/>
              <a:rect l="l" t="t" r="r" b="b"/>
              <a:pathLst>
                <a:path w="2291" h="1516" extrusionOk="0">
                  <a:moveTo>
                    <a:pt x="1920" y="169"/>
                  </a:moveTo>
                  <a:lnTo>
                    <a:pt x="1920" y="371"/>
                  </a:lnTo>
                  <a:lnTo>
                    <a:pt x="1954" y="573"/>
                  </a:lnTo>
                  <a:lnTo>
                    <a:pt x="2055" y="1078"/>
                  </a:lnTo>
                  <a:lnTo>
                    <a:pt x="1146" y="1280"/>
                  </a:lnTo>
                  <a:lnTo>
                    <a:pt x="741" y="1347"/>
                  </a:lnTo>
                  <a:lnTo>
                    <a:pt x="539" y="1381"/>
                  </a:lnTo>
                  <a:lnTo>
                    <a:pt x="337" y="1415"/>
                  </a:lnTo>
                  <a:lnTo>
                    <a:pt x="203" y="876"/>
                  </a:lnTo>
                  <a:lnTo>
                    <a:pt x="102" y="304"/>
                  </a:lnTo>
                  <a:lnTo>
                    <a:pt x="539" y="304"/>
                  </a:lnTo>
                  <a:lnTo>
                    <a:pt x="944" y="236"/>
                  </a:lnTo>
                  <a:lnTo>
                    <a:pt x="1920" y="169"/>
                  </a:lnTo>
                  <a:close/>
                  <a:moveTo>
                    <a:pt x="1482" y="1"/>
                  </a:moveTo>
                  <a:lnTo>
                    <a:pt x="977" y="34"/>
                  </a:lnTo>
                  <a:lnTo>
                    <a:pt x="506" y="102"/>
                  </a:lnTo>
                  <a:lnTo>
                    <a:pt x="270" y="135"/>
                  </a:lnTo>
                  <a:lnTo>
                    <a:pt x="34" y="236"/>
                  </a:lnTo>
                  <a:lnTo>
                    <a:pt x="1" y="236"/>
                  </a:lnTo>
                  <a:lnTo>
                    <a:pt x="1" y="270"/>
                  </a:lnTo>
                  <a:lnTo>
                    <a:pt x="1" y="573"/>
                  </a:lnTo>
                  <a:lnTo>
                    <a:pt x="34" y="876"/>
                  </a:lnTo>
                  <a:lnTo>
                    <a:pt x="102" y="1179"/>
                  </a:lnTo>
                  <a:lnTo>
                    <a:pt x="203" y="1482"/>
                  </a:lnTo>
                  <a:lnTo>
                    <a:pt x="203" y="1516"/>
                  </a:lnTo>
                  <a:lnTo>
                    <a:pt x="236" y="1516"/>
                  </a:lnTo>
                  <a:lnTo>
                    <a:pt x="304" y="1482"/>
                  </a:lnTo>
                  <a:lnTo>
                    <a:pt x="539" y="1516"/>
                  </a:lnTo>
                  <a:lnTo>
                    <a:pt x="741" y="1516"/>
                  </a:lnTo>
                  <a:lnTo>
                    <a:pt x="1213" y="1482"/>
                  </a:lnTo>
                  <a:lnTo>
                    <a:pt x="1684" y="1381"/>
                  </a:lnTo>
                  <a:lnTo>
                    <a:pt x="2088" y="1246"/>
                  </a:lnTo>
                  <a:lnTo>
                    <a:pt x="2156" y="1314"/>
                  </a:lnTo>
                  <a:lnTo>
                    <a:pt x="2223" y="1314"/>
                  </a:lnTo>
                  <a:lnTo>
                    <a:pt x="2257" y="1280"/>
                  </a:lnTo>
                  <a:lnTo>
                    <a:pt x="2290" y="1213"/>
                  </a:lnTo>
                  <a:lnTo>
                    <a:pt x="2156" y="674"/>
                  </a:lnTo>
                  <a:lnTo>
                    <a:pt x="2021" y="169"/>
                  </a:lnTo>
                  <a:lnTo>
                    <a:pt x="2055" y="102"/>
                  </a:lnTo>
                  <a:lnTo>
                    <a:pt x="2055" y="68"/>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6" name="Google Shape;116;p2"/>
            <p:cNvSpPr/>
            <p:nvPr/>
          </p:nvSpPr>
          <p:spPr>
            <a:xfrm>
              <a:off x="2979687" y="5457310"/>
              <a:ext cx="145399" cy="111922"/>
            </a:xfrm>
            <a:custGeom>
              <a:avLst/>
              <a:gdLst/>
              <a:ahLst/>
              <a:cxnLst/>
              <a:rect l="l" t="t" r="r" b="b"/>
              <a:pathLst>
                <a:path w="2189" h="1685" extrusionOk="0">
                  <a:moveTo>
                    <a:pt x="1953" y="102"/>
                  </a:moveTo>
                  <a:lnTo>
                    <a:pt x="1987" y="674"/>
                  </a:lnTo>
                  <a:lnTo>
                    <a:pt x="2054" y="1247"/>
                  </a:lnTo>
                  <a:lnTo>
                    <a:pt x="1852" y="1247"/>
                  </a:lnTo>
                  <a:lnTo>
                    <a:pt x="1617" y="1280"/>
                  </a:lnTo>
                  <a:lnTo>
                    <a:pt x="1213" y="1348"/>
                  </a:lnTo>
                  <a:lnTo>
                    <a:pt x="270" y="1415"/>
                  </a:lnTo>
                  <a:lnTo>
                    <a:pt x="236" y="910"/>
                  </a:lnTo>
                  <a:lnTo>
                    <a:pt x="203" y="708"/>
                  </a:lnTo>
                  <a:lnTo>
                    <a:pt x="169" y="539"/>
                  </a:lnTo>
                  <a:lnTo>
                    <a:pt x="1112" y="304"/>
                  </a:lnTo>
                  <a:lnTo>
                    <a:pt x="1516" y="236"/>
                  </a:lnTo>
                  <a:lnTo>
                    <a:pt x="1751" y="169"/>
                  </a:lnTo>
                  <a:lnTo>
                    <a:pt x="1953" y="102"/>
                  </a:lnTo>
                  <a:close/>
                  <a:moveTo>
                    <a:pt x="1718" y="1"/>
                  </a:moveTo>
                  <a:lnTo>
                    <a:pt x="1482" y="34"/>
                  </a:lnTo>
                  <a:lnTo>
                    <a:pt x="1011" y="102"/>
                  </a:lnTo>
                  <a:lnTo>
                    <a:pt x="506" y="236"/>
                  </a:lnTo>
                  <a:lnTo>
                    <a:pt x="68" y="371"/>
                  </a:lnTo>
                  <a:lnTo>
                    <a:pt x="34" y="405"/>
                  </a:lnTo>
                  <a:lnTo>
                    <a:pt x="0" y="438"/>
                  </a:lnTo>
                  <a:lnTo>
                    <a:pt x="0" y="506"/>
                  </a:lnTo>
                  <a:lnTo>
                    <a:pt x="34" y="539"/>
                  </a:lnTo>
                  <a:lnTo>
                    <a:pt x="102" y="1078"/>
                  </a:lnTo>
                  <a:lnTo>
                    <a:pt x="102" y="1617"/>
                  </a:lnTo>
                  <a:lnTo>
                    <a:pt x="135" y="1684"/>
                  </a:lnTo>
                  <a:lnTo>
                    <a:pt x="203" y="1684"/>
                  </a:lnTo>
                  <a:lnTo>
                    <a:pt x="270" y="1651"/>
                  </a:lnTo>
                  <a:lnTo>
                    <a:pt x="304" y="1583"/>
                  </a:lnTo>
                  <a:lnTo>
                    <a:pt x="741" y="1583"/>
                  </a:lnTo>
                  <a:lnTo>
                    <a:pt x="1213" y="1550"/>
                  </a:lnTo>
                  <a:lnTo>
                    <a:pt x="1650" y="1449"/>
                  </a:lnTo>
                  <a:lnTo>
                    <a:pt x="1886" y="1381"/>
                  </a:lnTo>
                  <a:lnTo>
                    <a:pt x="2054" y="1280"/>
                  </a:lnTo>
                  <a:lnTo>
                    <a:pt x="2155" y="1314"/>
                  </a:lnTo>
                  <a:lnTo>
                    <a:pt x="2189" y="1280"/>
                  </a:lnTo>
                  <a:lnTo>
                    <a:pt x="2189" y="1247"/>
                  </a:lnTo>
                  <a:lnTo>
                    <a:pt x="2189" y="944"/>
                  </a:lnTo>
                  <a:lnTo>
                    <a:pt x="2155" y="640"/>
                  </a:lnTo>
                  <a:lnTo>
                    <a:pt x="2088" y="337"/>
                  </a:lnTo>
                  <a:lnTo>
                    <a:pt x="2021" y="34"/>
                  </a:lnTo>
                  <a:lnTo>
                    <a:pt x="1953" y="34"/>
                  </a:lnTo>
                  <a:lnTo>
                    <a:pt x="17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7" name="Google Shape;117;p2"/>
            <p:cNvSpPr/>
            <p:nvPr/>
          </p:nvSpPr>
          <p:spPr>
            <a:xfrm>
              <a:off x="2304303" y="5557940"/>
              <a:ext cx="163333" cy="105213"/>
            </a:xfrm>
            <a:custGeom>
              <a:avLst/>
              <a:gdLst/>
              <a:ahLst/>
              <a:cxnLst/>
              <a:rect l="l" t="t" r="r" b="b"/>
              <a:pathLst>
                <a:path w="2459" h="1584" extrusionOk="0">
                  <a:moveTo>
                    <a:pt x="2122" y="136"/>
                  </a:moveTo>
                  <a:lnTo>
                    <a:pt x="2156" y="641"/>
                  </a:lnTo>
                  <a:lnTo>
                    <a:pt x="2257" y="1112"/>
                  </a:lnTo>
                  <a:lnTo>
                    <a:pt x="1987" y="1179"/>
                  </a:lnTo>
                  <a:lnTo>
                    <a:pt x="1684" y="1213"/>
                  </a:lnTo>
                  <a:lnTo>
                    <a:pt x="1145" y="1280"/>
                  </a:lnTo>
                  <a:lnTo>
                    <a:pt x="708" y="1314"/>
                  </a:lnTo>
                  <a:lnTo>
                    <a:pt x="472" y="1381"/>
                  </a:lnTo>
                  <a:lnTo>
                    <a:pt x="304" y="1482"/>
                  </a:lnTo>
                  <a:lnTo>
                    <a:pt x="169" y="910"/>
                  </a:lnTo>
                  <a:lnTo>
                    <a:pt x="135" y="641"/>
                  </a:lnTo>
                  <a:lnTo>
                    <a:pt x="68" y="405"/>
                  </a:lnTo>
                  <a:lnTo>
                    <a:pt x="573" y="405"/>
                  </a:lnTo>
                  <a:lnTo>
                    <a:pt x="1112" y="338"/>
                  </a:lnTo>
                  <a:lnTo>
                    <a:pt x="2122" y="136"/>
                  </a:lnTo>
                  <a:close/>
                  <a:moveTo>
                    <a:pt x="2122" y="1"/>
                  </a:moveTo>
                  <a:lnTo>
                    <a:pt x="1617" y="102"/>
                  </a:lnTo>
                  <a:lnTo>
                    <a:pt x="1078" y="136"/>
                  </a:lnTo>
                  <a:lnTo>
                    <a:pt x="539" y="237"/>
                  </a:lnTo>
                  <a:lnTo>
                    <a:pt x="34" y="338"/>
                  </a:lnTo>
                  <a:lnTo>
                    <a:pt x="1" y="371"/>
                  </a:lnTo>
                  <a:lnTo>
                    <a:pt x="34" y="405"/>
                  </a:lnTo>
                  <a:lnTo>
                    <a:pt x="1" y="674"/>
                  </a:lnTo>
                  <a:lnTo>
                    <a:pt x="34" y="977"/>
                  </a:lnTo>
                  <a:lnTo>
                    <a:pt x="169" y="1550"/>
                  </a:lnTo>
                  <a:lnTo>
                    <a:pt x="203" y="1583"/>
                  </a:lnTo>
                  <a:lnTo>
                    <a:pt x="270" y="1583"/>
                  </a:lnTo>
                  <a:lnTo>
                    <a:pt x="304" y="1516"/>
                  </a:lnTo>
                  <a:lnTo>
                    <a:pt x="539" y="1516"/>
                  </a:lnTo>
                  <a:lnTo>
                    <a:pt x="809" y="1482"/>
                  </a:lnTo>
                  <a:lnTo>
                    <a:pt x="1314" y="1415"/>
                  </a:lnTo>
                  <a:lnTo>
                    <a:pt x="1819" y="1381"/>
                  </a:lnTo>
                  <a:lnTo>
                    <a:pt x="2290" y="1280"/>
                  </a:lnTo>
                  <a:lnTo>
                    <a:pt x="2358" y="1280"/>
                  </a:lnTo>
                  <a:lnTo>
                    <a:pt x="2425" y="1247"/>
                  </a:lnTo>
                  <a:lnTo>
                    <a:pt x="2425" y="1213"/>
                  </a:lnTo>
                  <a:lnTo>
                    <a:pt x="2459" y="1179"/>
                  </a:lnTo>
                  <a:lnTo>
                    <a:pt x="2425" y="1112"/>
                  </a:lnTo>
                  <a:lnTo>
                    <a:pt x="2358" y="573"/>
                  </a:lnTo>
                  <a:lnTo>
                    <a:pt x="2290" y="304"/>
                  </a:lnTo>
                  <a:lnTo>
                    <a:pt x="2223" y="68"/>
                  </a:lnTo>
                  <a:lnTo>
                    <a:pt x="2189" y="35"/>
                  </a:lnTo>
                  <a:lnTo>
                    <a:pt x="215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8" name="Google Shape;118;p2"/>
            <p:cNvSpPr/>
            <p:nvPr/>
          </p:nvSpPr>
          <p:spPr>
            <a:xfrm>
              <a:off x="3299511" y="5412608"/>
              <a:ext cx="156558" cy="102955"/>
            </a:xfrm>
            <a:custGeom>
              <a:avLst/>
              <a:gdLst/>
              <a:ahLst/>
              <a:cxnLst/>
              <a:rect l="l" t="t" r="r" b="b"/>
              <a:pathLst>
                <a:path w="2357" h="1550" extrusionOk="0">
                  <a:moveTo>
                    <a:pt x="2054" y="135"/>
                  </a:moveTo>
                  <a:lnTo>
                    <a:pt x="2020" y="270"/>
                  </a:lnTo>
                  <a:lnTo>
                    <a:pt x="2054" y="371"/>
                  </a:lnTo>
                  <a:lnTo>
                    <a:pt x="2087" y="606"/>
                  </a:lnTo>
                  <a:lnTo>
                    <a:pt x="2121" y="842"/>
                  </a:lnTo>
                  <a:lnTo>
                    <a:pt x="2155" y="1078"/>
                  </a:lnTo>
                  <a:lnTo>
                    <a:pt x="1178" y="1212"/>
                  </a:lnTo>
                  <a:lnTo>
                    <a:pt x="707" y="1313"/>
                  </a:lnTo>
                  <a:lnTo>
                    <a:pt x="236" y="1448"/>
                  </a:lnTo>
                  <a:lnTo>
                    <a:pt x="236" y="1280"/>
                  </a:lnTo>
                  <a:lnTo>
                    <a:pt x="236" y="1145"/>
                  </a:lnTo>
                  <a:lnTo>
                    <a:pt x="202" y="808"/>
                  </a:lnTo>
                  <a:lnTo>
                    <a:pt x="168" y="606"/>
                  </a:lnTo>
                  <a:lnTo>
                    <a:pt x="135" y="371"/>
                  </a:lnTo>
                  <a:lnTo>
                    <a:pt x="438" y="371"/>
                  </a:lnTo>
                  <a:lnTo>
                    <a:pt x="741" y="303"/>
                  </a:lnTo>
                  <a:lnTo>
                    <a:pt x="1347" y="236"/>
                  </a:lnTo>
                  <a:lnTo>
                    <a:pt x="1650" y="169"/>
                  </a:lnTo>
                  <a:lnTo>
                    <a:pt x="1784" y="169"/>
                  </a:lnTo>
                  <a:lnTo>
                    <a:pt x="1953" y="135"/>
                  </a:lnTo>
                  <a:lnTo>
                    <a:pt x="1986" y="169"/>
                  </a:lnTo>
                  <a:lnTo>
                    <a:pt x="2054" y="135"/>
                  </a:lnTo>
                  <a:close/>
                  <a:moveTo>
                    <a:pt x="1784" y="0"/>
                  </a:moveTo>
                  <a:lnTo>
                    <a:pt x="1515" y="34"/>
                  </a:lnTo>
                  <a:lnTo>
                    <a:pt x="1044" y="101"/>
                  </a:lnTo>
                  <a:lnTo>
                    <a:pt x="539" y="169"/>
                  </a:lnTo>
                  <a:lnTo>
                    <a:pt x="303" y="202"/>
                  </a:lnTo>
                  <a:lnTo>
                    <a:pt x="67" y="303"/>
                  </a:lnTo>
                  <a:lnTo>
                    <a:pt x="0" y="337"/>
                  </a:lnTo>
                  <a:lnTo>
                    <a:pt x="34" y="371"/>
                  </a:lnTo>
                  <a:lnTo>
                    <a:pt x="0" y="472"/>
                  </a:lnTo>
                  <a:lnTo>
                    <a:pt x="34" y="606"/>
                  </a:lnTo>
                  <a:lnTo>
                    <a:pt x="34" y="842"/>
                  </a:lnTo>
                  <a:lnTo>
                    <a:pt x="67" y="1145"/>
                  </a:lnTo>
                  <a:lnTo>
                    <a:pt x="101" y="1313"/>
                  </a:lnTo>
                  <a:lnTo>
                    <a:pt x="135" y="1448"/>
                  </a:lnTo>
                  <a:lnTo>
                    <a:pt x="202" y="1482"/>
                  </a:lnTo>
                  <a:lnTo>
                    <a:pt x="202" y="1516"/>
                  </a:lnTo>
                  <a:lnTo>
                    <a:pt x="236" y="1549"/>
                  </a:lnTo>
                  <a:lnTo>
                    <a:pt x="741" y="1516"/>
                  </a:lnTo>
                  <a:lnTo>
                    <a:pt x="1246" y="1414"/>
                  </a:lnTo>
                  <a:lnTo>
                    <a:pt x="2222" y="1246"/>
                  </a:lnTo>
                  <a:lnTo>
                    <a:pt x="2256" y="1246"/>
                  </a:lnTo>
                  <a:lnTo>
                    <a:pt x="2289" y="1212"/>
                  </a:lnTo>
                  <a:lnTo>
                    <a:pt x="2357" y="1212"/>
                  </a:lnTo>
                  <a:lnTo>
                    <a:pt x="2357" y="1145"/>
                  </a:lnTo>
                  <a:lnTo>
                    <a:pt x="2357" y="1111"/>
                  </a:lnTo>
                  <a:lnTo>
                    <a:pt x="2289" y="1078"/>
                  </a:lnTo>
                  <a:lnTo>
                    <a:pt x="2256" y="808"/>
                  </a:lnTo>
                  <a:lnTo>
                    <a:pt x="2222" y="573"/>
                  </a:lnTo>
                  <a:lnTo>
                    <a:pt x="2188" y="303"/>
                  </a:lnTo>
                  <a:lnTo>
                    <a:pt x="2155" y="135"/>
                  </a:lnTo>
                  <a:lnTo>
                    <a:pt x="2087" y="34"/>
                  </a:lnTo>
                  <a:lnTo>
                    <a:pt x="2087" y="68"/>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9" name="Google Shape;119;p2"/>
            <p:cNvSpPr/>
            <p:nvPr/>
          </p:nvSpPr>
          <p:spPr>
            <a:xfrm>
              <a:off x="3136244" y="5437184"/>
              <a:ext cx="156624" cy="102955"/>
            </a:xfrm>
            <a:custGeom>
              <a:avLst/>
              <a:gdLst/>
              <a:ahLst/>
              <a:cxnLst/>
              <a:rect l="l" t="t" r="r" b="b"/>
              <a:pathLst>
                <a:path w="2358" h="1550" extrusionOk="0">
                  <a:moveTo>
                    <a:pt x="2020" y="102"/>
                  </a:moveTo>
                  <a:lnTo>
                    <a:pt x="2054" y="304"/>
                  </a:lnTo>
                  <a:lnTo>
                    <a:pt x="2088" y="539"/>
                  </a:lnTo>
                  <a:lnTo>
                    <a:pt x="2121" y="842"/>
                  </a:lnTo>
                  <a:lnTo>
                    <a:pt x="2155" y="1011"/>
                  </a:lnTo>
                  <a:lnTo>
                    <a:pt x="2222" y="1146"/>
                  </a:lnTo>
                  <a:lnTo>
                    <a:pt x="1751" y="1146"/>
                  </a:lnTo>
                  <a:lnTo>
                    <a:pt x="1246" y="1213"/>
                  </a:lnTo>
                  <a:lnTo>
                    <a:pt x="270" y="1381"/>
                  </a:lnTo>
                  <a:lnTo>
                    <a:pt x="270" y="1112"/>
                  </a:lnTo>
                  <a:lnTo>
                    <a:pt x="202" y="876"/>
                  </a:lnTo>
                  <a:lnTo>
                    <a:pt x="169" y="640"/>
                  </a:lnTo>
                  <a:lnTo>
                    <a:pt x="169" y="539"/>
                  </a:lnTo>
                  <a:lnTo>
                    <a:pt x="135" y="438"/>
                  </a:lnTo>
                  <a:lnTo>
                    <a:pt x="169" y="438"/>
                  </a:lnTo>
                  <a:lnTo>
                    <a:pt x="236" y="405"/>
                  </a:lnTo>
                  <a:lnTo>
                    <a:pt x="371" y="371"/>
                  </a:lnTo>
                  <a:lnTo>
                    <a:pt x="505" y="337"/>
                  </a:lnTo>
                  <a:lnTo>
                    <a:pt x="808" y="304"/>
                  </a:lnTo>
                  <a:lnTo>
                    <a:pt x="1414" y="203"/>
                  </a:lnTo>
                  <a:lnTo>
                    <a:pt x="1717" y="169"/>
                  </a:lnTo>
                  <a:lnTo>
                    <a:pt x="1886" y="135"/>
                  </a:lnTo>
                  <a:lnTo>
                    <a:pt x="2020" y="102"/>
                  </a:lnTo>
                  <a:close/>
                  <a:moveTo>
                    <a:pt x="1549" y="1"/>
                  </a:moveTo>
                  <a:lnTo>
                    <a:pt x="1078" y="102"/>
                  </a:lnTo>
                  <a:lnTo>
                    <a:pt x="573" y="169"/>
                  </a:lnTo>
                  <a:lnTo>
                    <a:pt x="337" y="203"/>
                  </a:lnTo>
                  <a:lnTo>
                    <a:pt x="101" y="270"/>
                  </a:lnTo>
                  <a:lnTo>
                    <a:pt x="68" y="371"/>
                  </a:lnTo>
                  <a:lnTo>
                    <a:pt x="34" y="337"/>
                  </a:lnTo>
                  <a:lnTo>
                    <a:pt x="0" y="472"/>
                  </a:lnTo>
                  <a:lnTo>
                    <a:pt x="34" y="607"/>
                  </a:lnTo>
                  <a:lnTo>
                    <a:pt x="68" y="876"/>
                  </a:lnTo>
                  <a:lnTo>
                    <a:pt x="101" y="1146"/>
                  </a:lnTo>
                  <a:lnTo>
                    <a:pt x="135" y="1381"/>
                  </a:lnTo>
                  <a:lnTo>
                    <a:pt x="135" y="1449"/>
                  </a:lnTo>
                  <a:lnTo>
                    <a:pt x="169" y="1482"/>
                  </a:lnTo>
                  <a:lnTo>
                    <a:pt x="236" y="1516"/>
                  </a:lnTo>
                  <a:lnTo>
                    <a:pt x="303" y="1550"/>
                  </a:lnTo>
                  <a:lnTo>
                    <a:pt x="438" y="1550"/>
                  </a:lnTo>
                  <a:lnTo>
                    <a:pt x="472" y="1516"/>
                  </a:lnTo>
                  <a:lnTo>
                    <a:pt x="1381" y="1415"/>
                  </a:lnTo>
                  <a:lnTo>
                    <a:pt x="1886" y="1348"/>
                  </a:lnTo>
                  <a:lnTo>
                    <a:pt x="2357" y="1213"/>
                  </a:lnTo>
                  <a:lnTo>
                    <a:pt x="2290" y="1179"/>
                  </a:lnTo>
                  <a:lnTo>
                    <a:pt x="2323" y="1146"/>
                  </a:lnTo>
                  <a:lnTo>
                    <a:pt x="2323" y="977"/>
                  </a:lnTo>
                  <a:lnTo>
                    <a:pt x="2290" y="809"/>
                  </a:lnTo>
                  <a:lnTo>
                    <a:pt x="2222" y="506"/>
                  </a:lnTo>
                  <a:lnTo>
                    <a:pt x="2189" y="270"/>
                  </a:lnTo>
                  <a:lnTo>
                    <a:pt x="2155" y="169"/>
                  </a:lnTo>
                  <a:lnTo>
                    <a:pt x="2121" y="34"/>
                  </a:lnTo>
                  <a:lnTo>
                    <a:pt x="2155" y="34"/>
                  </a:lnTo>
                  <a:lnTo>
                    <a:pt x="205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0" name="Google Shape;120;p2"/>
            <p:cNvSpPr/>
            <p:nvPr/>
          </p:nvSpPr>
          <p:spPr>
            <a:xfrm>
              <a:off x="1807861" y="5638445"/>
              <a:ext cx="152108" cy="100697"/>
            </a:xfrm>
            <a:custGeom>
              <a:avLst/>
              <a:gdLst/>
              <a:ahLst/>
              <a:cxnLst/>
              <a:rect l="l" t="t" r="r" b="b"/>
              <a:pathLst>
                <a:path w="2290" h="1516" extrusionOk="0">
                  <a:moveTo>
                    <a:pt x="1920" y="169"/>
                  </a:moveTo>
                  <a:lnTo>
                    <a:pt x="1920" y="371"/>
                  </a:lnTo>
                  <a:lnTo>
                    <a:pt x="1953" y="573"/>
                  </a:lnTo>
                  <a:lnTo>
                    <a:pt x="2088" y="1045"/>
                  </a:lnTo>
                  <a:lnTo>
                    <a:pt x="1145" y="1247"/>
                  </a:lnTo>
                  <a:lnTo>
                    <a:pt x="741" y="1314"/>
                  </a:lnTo>
                  <a:lnTo>
                    <a:pt x="539" y="1348"/>
                  </a:lnTo>
                  <a:lnTo>
                    <a:pt x="337" y="1415"/>
                  </a:lnTo>
                  <a:lnTo>
                    <a:pt x="202" y="876"/>
                  </a:lnTo>
                  <a:lnTo>
                    <a:pt x="101" y="304"/>
                  </a:lnTo>
                  <a:lnTo>
                    <a:pt x="303" y="304"/>
                  </a:lnTo>
                  <a:lnTo>
                    <a:pt x="539" y="270"/>
                  </a:lnTo>
                  <a:lnTo>
                    <a:pt x="977" y="237"/>
                  </a:lnTo>
                  <a:lnTo>
                    <a:pt x="1920" y="169"/>
                  </a:lnTo>
                  <a:close/>
                  <a:moveTo>
                    <a:pt x="1010" y="1"/>
                  </a:moveTo>
                  <a:lnTo>
                    <a:pt x="505" y="68"/>
                  </a:lnTo>
                  <a:lnTo>
                    <a:pt x="270" y="136"/>
                  </a:lnTo>
                  <a:lnTo>
                    <a:pt x="68" y="203"/>
                  </a:lnTo>
                  <a:lnTo>
                    <a:pt x="34" y="237"/>
                  </a:lnTo>
                  <a:lnTo>
                    <a:pt x="0" y="270"/>
                  </a:lnTo>
                  <a:lnTo>
                    <a:pt x="34" y="573"/>
                  </a:lnTo>
                  <a:lnTo>
                    <a:pt x="68" y="876"/>
                  </a:lnTo>
                  <a:lnTo>
                    <a:pt x="135" y="1179"/>
                  </a:lnTo>
                  <a:lnTo>
                    <a:pt x="202" y="1449"/>
                  </a:lnTo>
                  <a:lnTo>
                    <a:pt x="236" y="1482"/>
                  </a:lnTo>
                  <a:lnTo>
                    <a:pt x="270" y="1516"/>
                  </a:lnTo>
                  <a:lnTo>
                    <a:pt x="337" y="1482"/>
                  </a:lnTo>
                  <a:lnTo>
                    <a:pt x="539" y="1482"/>
                  </a:lnTo>
                  <a:lnTo>
                    <a:pt x="775" y="1516"/>
                  </a:lnTo>
                  <a:lnTo>
                    <a:pt x="1212" y="1449"/>
                  </a:lnTo>
                  <a:lnTo>
                    <a:pt x="1684" y="1348"/>
                  </a:lnTo>
                  <a:lnTo>
                    <a:pt x="2122" y="1213"/>
                  </a:lnTo>
                  <a:lnTo>
                    <a:pt x="2122" y="1247"/>
                  </a:lnTo>
                  <a:lnTo>
                    <a:pt x="2155" y="1280"/>
                  </a:lnTo>
                  <a:lnTo>
                    <a:pt x="2223" y="1314"/>
                  </a:lnTo>
                  <a:lnTo>
                    <a:pt x="2290" y="1280"/>
                  </a:lnTo>
                  <a:lnTo>
                    <a:pt x="2290" y="1213"/>
                  </a:lnTo>
                  <a:lnTo>
                    <a:pt x="2155" y="674"/>
                  </a:lnTo>
                  <a:lnTo>
                    <a:pt x="2054" y="136"/>
                  </a:lnTo>
                  <a:lnTo>
                    <a:pt x="2054" y="102"/>
                  </a:lnTo>
                  <a:lnTo>
                    <a:pt x="2054" y="35"/>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1" name="Google Shape;121;p2"/>
            <p:cNvSpPr/>
            <p:nvPr/>
          </p:nvSpPr>
          <p:spPr>
            <a:xfrm>
              <a:off x="1971127" y="5607160"/>
              <a:ext cx="163267" cy="107405"/>
            </a:xfrm>
            <a:custGeom>
              <a:avLst/>
              <a:gdLst/>
              <a:ahLst/>
              <a:cxnLst/>
              <a:rect l="l" t="t" r="r" b="b"/>
              <a:pathLst>
                <a:path w="2458" h="1617" extrusionOk="0">
                  <a:moveTo>
                    <a:pt x="1684" y="1"/>
                  </a:moveTo>
                  <a:lnTo>
                    <a:pt x="1145" y="68"/>
                  </a:lnTo>
                  <a:lnTo>
                    <a:pt x="573" y="169"/>
                  </a:lnTo>
                  <a:lnTo>
                    <a:pt x="68" y="371"/>
                  </a:lnTo>
                  <a:lnTo>
                    <a:pt x="0" y="371"/>
                  </a:lnTo>
                  <a:lnTo>
                    <a:pt x="0" y="405"/>
                  </a:lnTo>
                  <a:lnTo>
                    <a:pt x="34" y="741"/>
                  </a:lnTo>
                  <a:lnTo>
                    <a:pt x="101" y="1044"/>
                  </a:lnTo>
                  <a:lnTo>
                    <a:pt x="169" y="1314"/>
                  </a:lnTo>
                  <a:lnTo>
                    <a:pt x="236" y="1583"/>
                  </a:lnTo>
                  <a:lnTo>
                    <a:pt x="270" y="1617"/>
                  </a:lnTo>
                  <a:lnTo>
                    <a:pt x="371" y="1617"/>
                  </a:lnTo>
                  <a:lnTo>
                    <a:pt x="371" y="1549"/>
                  </a:lnTo>
                  <a:lnTo>
                    <a:pt x="303" y="1246"/>
                  </a:lnTo>
                  <a:lnTo>
                    <a:pt x="236" y="943"/>
                  </a:lnTo>
                  <a:lnTo>
                    <a:pt x="169" y="674"/>
                  </a:lnTo>
                  <a:lnTo>
                    <a:pt x="101" y="405"/>
                  </a:lnTo>
                  <a:lnTo>
                    <a:pt x="337" y="405"/>
                  </a:lnTo>
                  <a:lnTo>
                    <a:pt x="606" y="371"/>
                  </a:lnTo>
                  <a:lnTo>
                    <a:pt x="1111" y="270"/>
                  </a:lnTo>
                  <a:lnTo>
                    <a:pt x="1650" y="203"/>
                  </a:lnTo>
                  <a:lnTo>
                    <a:pt x="1886" y="169"/>
                  </a:lnTo>
                  <a:lnTo>
                    <a:pt x="2155" y="203"/>
                  </a:lnTo>
                  <a:lnTo>
                    <a:pt x="2155" y="371"/>
                  </a:lnTo>
                  <a:lnTo>
                    <a:pt x="2155" y="539"/>
                  </a:lnTo>
                  <a:lnTo>
                    <a:pt x="2222" y="910"/>
                  </a:lnTo>
                  <a:lnTo>
                    <a:pt x="2290" y="1280"/>
                  </a:lnTo>
                  <a:lnTo>
                    <a:pt x="1818" y="1347"/>
                  </a:lnTo>
                  <a:lnTo>
                    <a:pt x="1347" y="1415"/>
                  </a:lnTo>
                  <a:lnTo>
                    <a:pt x="842" y="1448"/>
                  </a:lnTo>
                  <a:lnTo>
                    <a:pt x="606" y="1482"/>
                  </a:lnTo>
                  <a:lnTo>
                    <a:pt x="371" y="1549"/>
                  </a:lnTo>
                  <a:lnTo>
                    <a:pt x="606" y="1583"/>
                  </a:lnTo>
                  <a:lnTo>
                    <a:pt x="808" y="1617"/>
                  </a:lnTo>
                  <a:lnTo>
                    <a:pt x="1246" y="1583"/>
                  </a:lnTo>
                  <a:lnTo>
                    <a:pt x="1818" y="1516"/>
                  </a:lnTo>
                  <a:lnTo>
                    <a:pt x="2088" y="1482"/>
                  </a:lnTo>
                  <a:lnTo>
                    <a:pt x="2357" y="1381"/>
                  </a:lnTo>
                  <a:lnTo>
                    <a:pt x="2424" y="1347"/>
                  </a:lnTo>
                  <a:lnTo>
                    <a:pt x="2458" y="1347"/>
                  </a:lnTo>
                  <a:lnTo>
                    <a:pt x="2458" y="1280"/>
                  </a:lnTo>
                  <a:lnTo>
                    <a:pt x="2323" y="607"/>
                  </a:lnTo>
                  <a:lnTo>
                    <a:pt x="2323" y="405"/>
                  </a:lnTo>
                  <a:lnTo>
                    <a:pt x="2290" y="169"/>
                  </a:lnTo>
                  <a:lnTo>
                    <a:pt x="2290" y="135"/>
                  </a:lnTo>
                  <a:lnTo>
                    <a:pt x="2290" y="68"/>
                  </a:lnTo>
                  <a:lnTo>
                    <a:pt x="2290" y="34"/>
                  </a:lnTo>
                  <a:lnTo>
                    <a:pt x="222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2" name="Google Shape;122;p2"/>
            <p:cNvSpPr/>
            <p:nvPr/>
          </p:nvSpPr>
          <p:spPr>
            <a:xfrm>
              <a:off x="1816828" y="5739075"/>
              <a:ext cx="154366" cy="147724"/>
            </a:xfrm>
            <a:custGeom>
              <a:avLst/>
              <a:gdLst/>
              <a:ahLst/>
              <a:cxnLst/>
              <a:rect l="l" t="t" r="r" b="b"/>
              <a:pathLst>
                <a:path w="2324" h="2224" extrusionOk="0">
                  <a:moveTo>
                    <a:pt x="1919" y="169"/>
                  </a:moveTo>
                  <a:lnTo>
                    <a:pt x="1953" y="540"/>
                  </a:lnTo>
                  <a:lnTo>
                    <a:pt x="2020" y="910"/>
                  </a:lnTo>
                  <a:lnTo>
                    <a:pt x="2088" y="1381"/>
                  </a:lnTo>
                  <a:lnTo>
                    <a:pt x="2155" y="1819"/>
                  </a:lnTo>
                  <a:lnTo>
                    <a:pt x="1785" y="1819"/>
                  </a:lnTo>
                  <a:lnTo>
                    <a:pt x="1414" y="1886"/>
                  </a:lnTo>
                  <a:lnTo>
                    <a:pt x="1381" y="1886"/>
                  </a:lnTo>
                  <a:lnTo>
                    <a:pt x="1414" y="1853"/>
                  </a:lnTo>
                  <a:lnTo>
                    <a:pt x="1381" y="1684"/>
                  </a:lnTo>
                  <a:lnTo>
                    <a:pt x="1347" y="1516"/>
                  </a:lnTo>
                  <a:lnTo>
                    <a:pt x="1313" y="1179"/>
                  </a:lnTo>
                  <a:lnTo>
                    <a:pt x="1280" y="1146"/>
                  </a:lnTo>
                  <a:lnTo>
                    <a:pt x="1212" y="1112"/>
                  </a:lnTo>
                  <a:lnTo>
                    <a:pt x="1179" y="1146"/>
                  </a:lnTo>
                  <a:lnTo>
                    <a:pt x="1145" y="1213"/>
                  </a:lnTo>
                  <a:lnTo>
                    <a:pt x="1179" y="1550"/>
                  </a:lnTo>
                  <a:lnTo>
                    <a:pt x="1212" y="1718"/>
                  </a:lnTo>
                  <a:lnTo>
                    <a:pt x="1280" y="1886"/>
                  </a:lnTo>
                  <a:lnTo>
                    <a:pt x="1313" y="1886"/>
                  </a:lnTo>
                  <a:lnTo>
                    <a:pt x="875" y="1954"/>
                  </a:lnTo>
                  <a:lnTo>
                    <a:pt x="673" y="2021"/>
                  </a:lnTo>
                  <a:lnTo>
                    <a:pt x="471" y="2088"/>
                  </a:lnTo>
                  <a:lnTo>
                    <a:pt x="370" y="1617"/>
                  </a:lnTo>
                  <a:lnTo>
                    <a:pt x="269" y="1179"/>
                  </a:lnTo>
                  <a:lnTo>
                    <a:pt x="202" y="775"/>
                  </a:lnTo>
                  <a:lnTo>
                    <a:pt x="101" y="439"/>
                  </a:lnTo>
                  <a:lnTo>
                    <a:pt x="1010" y="304"/>
                  </a:lnTo>
                  <a:lnTo>
                    <a:pt x="1919" y="169"/>
                  </a:lnTo>
                  <a:close/>
                  <a:moveTo>
                    <a:pt x="1886" y="1"/>
                  </a:moveTo>
                  <a:lnTo>
                    <a:pt x="976" y="102"/>
                  </a:lnTo>
                  <a:lnTo>
                    <a:pt x="67" y="270"/>
                  </a:lnTo>
                  <a:lnTo>
                    <a:pt x="34" y="304"/>
                  </a:lnTo>
                  <a:lnTo>
                    <a:pt x="0" y="371"/>
                  </a:lnTo>
                  <a:lnTo>
                    <a:pt x="0" y="573"/>
                  </a:lnTo>
                  <a:lnTo>
                    <a:pt x="34" y="775"/>
                  </a:lnTo>
                  <a:lnTo>
                    <a:pt x="101" y="1179"/>
                  </a:lnTo>
                  <a:lnTo>
                    <a:pt x="202" y="1684"/>
                  </a:lnTo>
                  <a:lnTo>
                    <a:pt x="269" y="1954"/>
                  </a:lnTo>
                  <a:lnTo>
                    <a:pt x="370" y="2156"/>
                  </a:lnTo>
                  <a:lnTo>
                    <a:pt x="404" y="2223"/>
                  </a:lnTo>
                  <a:lnTo>
                    <a:pt x="471" y="2189"/>
                  </a:lnTo>
                  <a:lnTo>
                    <a:pt x="875" y="2189"/>
                  </a:lnTo>
                  <a:lnTo>
                    <a:pt x="1313" y="2122"/>
                  </a:lnTo>
                  <a:lnTo>
                    <a:pt x="1751" y="2055"/>
                  </a:lnTo>
                  <a:lnTo>
                    <a:pt x="1987" y="2021"/>
                  </a:lnTo>
                  <a:lnTo>
                    <a:pt x="2189" y="1954"/>
                  </a:lnTo>
                  <a:lnTo>
                    <a:pt x="2222" y="1987"/>
                  </a:lnTo>
                  <a:lnTo>
                    <a:pt x="2256" y="1987"/>
                  </a:lnTo>
                  <a:lnTo>
                    <a:pt x="2290" y="1954"/>
                  </a:lnTo>
                  <a:lnTo>
                    <a:pt x="2323" y="1920"/>
                  </a:lnTo>
                  <a:lnTo>
                    <a:pt x="2323" y="1718"/>
                  </a:lnTo>
                  <a:lnTo>
                    <a:pt x="2290" y="1482"/>
                  </a:lnTo>
                  <a:lnTo>
                    <a:pt x="2222" y="1045"/>
                  </a:lnTo>
                  <a:lnTo>
                    <a:pt x="2155" y="540"/>
                  </a:lnTo>
                  <a:lnTo>
                    <a:pt x="2088" y="270"/>
                  </a:lnTo>
                  <a:lnTo>
                    <a:pt x="1987" y="35"/>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3" name="Google Shape;123;p2"/>
            <p:cNvSpPr/>
            <p:nvPr/>
          </p:nvSpPr>
          <p:spPr>
            <a:xfrm>
              <a:off x="2047115" y="5783843"/>
              <a:ext cx="42577" cy="51477"/>
            </a:xfrm>
            <a:custGeom>
              <a:avLst/>
              <a:gdLst/>
              <a:ahLst/>
              <a:cxnLst/>
              <a:rect l="l" t="t" r="r" b="b"/>
              <a:pathLst>
                <a:path w="641" h="775" extrusionOk="0">
                  <a:moveTo>
                    <a:pt x="136" y="0"/>
                  </a:moveTo>
                  <a:lnTo>
                    <a:pt x="68" y="68"/>
                  </a:lnTo>
                  <a:lnTo>
                    <a:pt x="35" y="169"/>
                  </a:lnTo>
                  <a:lnTo>
                    <a:pt x="35" y="236"/>
                  </a:lnTo>
                  <a:lnTo>
                    <a:pt x="102" y="236"/>
                  </a:lnTo>
                  <a:lnTo>
                    <a:pt x="237" y="135"/>
                  </a:lnTo>
                  <a:lnTo>
                    <a:pt x="169" y="404"/>
                  </a:lnTo>
                  <a:lnTo>
                    <a:pt x="35" y="640"/>
                  </a:lnTo>
                  <a:lnTo>
                    <a:pt x="1" y="707"/>
                  </a:lnTo>
                  <a:lnTo>
                    <a:pt x="1" y="741"/>
                  </a:lnTo>
                  <a:lnTo>
                    <a:pt x="35" y="775"/>
                  </a:lnTo>
                  <a:lnTo>
                    <a:pt x="102" y="775"/>
                  </a:lnTo>
                  <a:lnTo>
                    <a:pt x="371" y="707"/>
                  </a:lnTo>
                  <a:lnTo>
                    <a:pt x="506" y="674"/>
                  </a:lnTo>
                  <a:lnTo>
                    <a:pt x="641" y="606"/>
                  </a:lnTo>
                  <a:lnTo>
                    <a:pt x="641" y="539"/>
                  </a:lnTo>
                  <a:lnTo>
                    <a:pt x="641" y="505"/>
                  </a:lnTo>
                  <a:lnTo>
                    <a:pt x="472" y="505"/>
                  </a:lnTo>
                  <a:lnTo>
                    <a:pt x="338" y="539"/>
                  </a:lnTo>
                  <a:lnTo>
                    <a:pt x="270" y="573"/>
                  </a:lnTo>
                  <a:lnTo>
                    <a:pt x="371" y="337"/>
                  </a:lnTo>
                  <a:lnTo>
                    <a:pt x="439" y="68"/>
                  </a:lnTo>
                  <a:lnTo>
                    <a:pt x="4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4" name="Google Shape;124;p2"/>
            <p:cNvSpPr/>
            <p:nvPr/>
          </p:nvSpPr>
          <p:spPr>
            <a:xfrm>
              <a:off x="2136586" y="5584775"/>
              <a:ext cx="158883" cy="107405"/>
            </a:xfrm>
            <a:custGeom>
              <a:avLst/>
              <a:gdLst/>
              <a:ahLst/>
              <a:cxnLst/>
              <a:rect l="l" t="t" r="r" b="b"/>
              <a:pathLst>
                <a:path w="2392" h="1617" extrusionOk="0">
                  <a:moveTo>
                    <a:pt x="1920" y="1"/>
                  </a:moveTo>
                  <a:lnTo>
                    <a:pt x="1684" y="35"/>
                  </a:lnTo>
                  <a:lnTo>
                    <a:pt x="1213" y="102"/>
                  </a:lnTo>
                  <a:lnTo>
                    <a:pt x="674" y="169"/>
                  </a:lnTo>
                  <a:lnTo>
                    <a:pt x="135" y="304"/>
                  </a:lnTo>
                  <a:lnTo>
                    <a:pt x="102" y="270"/>
                  </a:lnTo>
                  <a:lnTo>
                    <a:pt x="34" y="270"/>
                  </a:lnTo>
                  <a:lnTo>
                    <a:pt x="1" y="304"/>
                  </a:lnTo>
                  <a:lnTo>
                    <a:pt x="68" y="944"/>
                  </a:lnTo>
                  <a:lnTo>
                    <a:pt x="135" y="1550"/>
                  </a:lnTo>
                  <a:lnTo>
                    <a:pt x="169" y="1617"/>
                  </a:lnTo>
                  <a:lnTo>
                    <a:pt x="236" y="1617"/>
                  </a:lnTo>
                  <a:lnTo>
                    <a:pt x="270" y="1583"/>
                  </a:lnTo>
                  <a:lnTo>
                    <a:pt x="304" y="1516"/>
                  </a:lnTo>
                  <a:lnTo>
                    <a:pt x="236" y="944"/>
                  </a:lnTo>
                  <a:lnTo>
                    <a:pt x="135" y="371"/>
                  </a:lnTo>
                  <a:lnTo>
                    <a:pt x="708" y="338"/>
                  </a:lnTo>
                  <a:lnTo>
                    <a:pt x="1246" y="237"/>
                  </a:lnTo>
                  <a:lnTo>
                    <a:pt x="1684" y="203"/>
                  </a:lnTo>
                  <a:lnTo>
                    <a:pt x="1920" y="169"/>
                  </a:lnTo>
                  <a:lnTo>
                    <a:pt x="2155" y="102"/>
                  </a:lnTo>
                  <a:lnTo>
                    <a:pt x="2155" y="338"/>
                  </a:lnTo>
                  <a:lnTo>
                    <a:pt x="2155" y="607"/>
                  </a:lnTo>
                  <a:lnTo>
                    <a:pt x="2223" y="1146"/>
                  </a:lnTo>
                  <a:lnTo>
                    <a:pt x="1751" y="1179"/>
                  </a:lnTo>
                  <a:lnTo>
                    <a:pt x="1314" y="1280"/>
                  </a:lnTo>
                  <a:lnTo>
                    <a:pt x="842" y="1348"/>
                  </a:lnTo>
                  <a:lnTo>
                    <a:pt x="640" y="1381"/>
                  </a:lnTo>
                  <a:lnTo>
                    <a:pt x="438" y="1482"/>
                  </a:lnTo>
                  <a:lnTo>
                    <a:pt x="640" y="1516"/>
                  </a:lnTo>
                  <a:lnTo>
                    <a:pt x="842" y="1482"/>
                  </a:lnTo>
                  <a:lnTo>
                    <a:pt x="1280" y="1415"/>
                  </a:lnTo>
                  <a:lnTo>
                    <a:pt x="1785" y="1348"/>
                  </a:lnTo>
                  <a:lnTo>
                    <a:pt x="2155" y="1280"/>
                  </a:lnTo>
                  <a:lnTo>
                    <a:pt x="2189" y="1348"/>
                  </a:lnTo>
                  <a:lnTo>
                    <a:pt x="2256" y="1348"/>
                  </a:lnTo>
                  <a:lnTo>
                    <a:pt x="2324" y="1314"/>
                  </a:lnTo>
                  <a:lnTo>
                    <a:pt x="2357" y="1280"/>
                  </a:lnTo>
                  <a:lnTo>
                    <a:pt x="2357" y="1213"/>
                  </a:lnTo>
                  <a:lnTo>
                    <a:pt x="2391" y="1179"/>
                  </a:lnTo>
                  <a:lnTo>
                    <a:pt x="2324" y="573"/>
                  </a:lnTo>
                  <a:lnTo>
                    <a:pt x="2290" y="270"/>
                  </a:lnTo>
                  <a:lnTo>
                    <a:pt x="2189" y="1"/>
                  </a:lnTo>
                  <a:lnTo>
                    <a:pt x="2155" y="1"/>
                  </a:lnTo>
                  <a:lnTo>
                    <a:pt x="2155" y="35"/>
                  </a:lnTo>
                  <a:lnTo>
                    <a:pt x="192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5" name="Google Shape;125;p2"/>
            <p:cNvSpPr/>
            <p:nvPr/>
          </p:nvSpPr>
          <p:spPr>
            <a:xfrm>
              <a:off x="1980028" y="5712240"/>
              <a:ext cx="154366" cy="152174"/>
            </a:xfrm>
            <a:custGeom>
              <a:avLst/>
              <a:gdLst/>
              <a:ahLst/>
              <a:cxnLst/>
              <a:rect l="l" t="t" r="r" b="b"/>
              <a:pathLst>
                <a:path w="2324" h="2291" extrusionOk="0">
                  <a:moveTo>
                    <a:pt x="1954" y="1"/>
                  </a:moveTo>
                  <a:lnTo>
                    <a:pt x="1954" y="35"/>
                  </a:lnTo>
                  <a:lnTo>
                    <a:pt x="1954" y="102"/>
                  </a:lnTo>
                  <a:lnTo>
                    <a:pt x="1449" y="136"/>
                  </a:lnTo>
                  <a:lnTo>
                    <a:pt x="944" y="169"/>
                  </a:lnTo>
                  <a:lnTo>
                    <a:pt x="506" y="203"/>
                  </a:lnTo>
                  <a:lnTo>
                    <a:pt x="270" y="237"/>
                  </a:lnTo>
                  <a:lnTo>
                    <a:pt x="169" y="304"/>
                  </a:lnTo>
                  <a:lnTo>
                    <a:pt x="102" y="338"/>
                  </a:lnTo>
                  <a:lnTo>
                    <a:pt x="102" y="371"/>
                  </a:lnTo>
                  <a:lnTo>
                    <a:pt x="270" y="405"/>
                  </a:lnTo>
                  <a:lnTo>
                    <a:pt x="439" y="405"/>
                  </a:lnTo>
                  <a:lnTo>
                    <a:pt x="843" y="371"/>
                  </a:lnTo>
                  <a:lnTo>
                    <a:pt x="1381" y="338"/>
                  </a:lnTo>
                  <a:lnTo>
                    <a:pt x="1954" y="270"/>
                  </a:lnTo>
                  <a:lnTo>
                    <a:pt x="1987" y="607"/>
                  </a:lnTo>
                  <a:lnTo>
                    <a:pt x="2021" y="944"/>
                  </a:lnTo>
                  <a:lnTo>
                    <a:pt x="2088" y="1381"/>
                  </a:lnTo>
                  <a:lnTo>
                    <a:pt x="2122" y="1583"/>
                  </a:lnTo>
                  <a:lnTo>
                    <a:pt x="2189" y="1819"/>
                  </a:lnTo>
                  <a:lnTo>
                    <a:pt x="2156" y="1819"/>
                  </a:lnTo>
                  <a:lnTo>
                    <a:pt x="1280" y="1920"/>
                  </a:lnTo>
                  <a:lnTo>
                    <a:pt x="809" y="1987"/>
                  </a:lnTo>
                  <a:lnTo>
                    <a:pt x="405" y="2122"/>
                  </a:lnTo>
                  <a:lnTo>
                    <a:pt x="304" y="1684"/>
                  </a:lnTo>
                  <a:lnTo>
                    <a:pt x="237" y="1247"/>
                  </a:lnTo>
                  <a:lnTo>
                    <a:pt x="203" y="809"/>
                  </a:lnTo>
                  <a:lnTo>
                    <a:pt x="169" y="573"/>
                  </a:lnTo>
                  <a:lnTo>
                    <a:pt x="68" y="371"/>
                  </a:lnTo>
                  <a:lnTo>
                    <a:pt x="35" y="506"/>
                  </a:lnTo>
                  <a:lnTo>
                    <a:pt x="1" y="641"/>
                  </a:lnTo>
                  <a:lnTo>
                    <a:pt x="1" y="977"/>
                  </a:lnTo>
                  <a:lnTo>
                    <a:pt x="102" y="1583"/>
                  </a:lnTo>
                  <a:lnTo>
                    <a:pt x="102" y="1785"/>
                  </a:lnTo>
                  <a:lnTo>
                    <a:pt x="136" y="1987"/>
                  </a:lnTo>
                  <a:lnTo>
                    <a:pt x="169" y="2088"/>
                  </a:lnTo>
                  <a:lnTo>
                    <a:pt x="203" y="2189"/>
                  </a:lnTo>
                  <a:lnTo>
                    <a:pt x="270" y="2257"/>
                  </a:lnTo>
                  <a:lnTo>
                    <a:pt x="371" y="2290"/>
                  </a:lnTo>
                  <a:lnTo>
                    <a:pt x="405" y="2290"/>
                  </a:lnTo>
                  <a:lnTo>
                    <a:pt x="439" y="2223"/>
                  </a:lnTo>
                  <a:lnTo>
                    <a:pt x="843" y="2223"/>
                  </a:lnTo>
                  <a:lnTo>
                    <a:pt x="1314" y="2156"/>
                  </a:lnTo>
                  <a:lnTo>
                    <a:pt x="2189" y="1987"/>
                  </a:lnTo>
                  <a:lnTo>
                    <a:pt x="2257" y="1954"/>
                  </a:lnTo>
                  <a:lnTo>
                    <a:pt x="2290" y="1987"/>
                  </a:lnTo>
                  <a:lnTo>
                    <a:pt x="2324" y="1954"/>
                  </a:lnTo>
                  <a:lnTo>
                    <a:pt x="2324" y="1718"/>
                  </a:lnTo>
                  <a:lnTo>
                    <a:pt x="2290" y="1516"/>
                  </a:lnTo>
                  <a:lnTo>
                    <a:pt x="2223" y="1045"/>
                  </a:lnTo>
                  <a:lnTo>
                    <a:pt x="2156" y="540"/>
                  </a:lnTo>
                  <a:lnTo>
                    <a:pt x="2122" y="270"/>
                  </a:lnTo>
                  <a:lnTo>
                    <a:pt x="2055" y="35"/>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6" name="Google Shape;126;p2"/>
            <p:cNvSpPr/>
            <p:nvPr/>
          </p:nvSpPr>
          <p:spPr>
            <a:xfrm>
              <a:off x="2357972" y="5739075"/>
              <a:ext cx="44835" cy="49285"/>
            </a:xfrm>
            <a:custGeom>
              <a:avLst/>
              <a:gdLst/>
              <a:ahLst/>
              <a:cxnLst/>
              <a:rect l="l" t="t" r="r" b="b"/>
              <a:pathLst>
                <a:path w="675" h="742" extrusionOk="0">
                  <a:moveTo>
                    <a:pt x="270" y="1"/>
                  </a:moveTo>
                  <a:lnTo>
                    <a:pt x="169" y="136"/>
                  </a:lnTo>
                  <a:lnTo>
                    <a:pt x="102" y="270"/>
                  </a:lnTo>
                  <a:lnTo>
                    <a:pt x="1" y="540"/>
                  </a:lnTo>
                  <a:lnTo>
                    <a:pt x="1" y="573"/>
                  </a:lnTo>
                  <a:lnTo>
                    <a:pt x="1" y="641"/>
                  </a:lnTo>
                  <a:lnTo>
                    <a:pt x="270" y="641"/>
                  </a:lnTo>
                  <a:lnTo>
                    <a:pt x="472" y="607"/>
                  </a:lnTo>
                  <a:lnTo>
                    <a:pt x="506" y="674"/>
                  </a:lnTo>
                  <a:lnTo>
                    <a:pt x="539" y="742"/>
                  </a:lnTo>
                  <a:lnTo>
                    <a:pt x="573" y="742"/>
                  </a:lnTo>
                  <a:lnTo>
                    <a:pt x="607" y="708"/>
                  </a:lnTo>
                  <a:lnTo>
                    <a:pt x="607" y="641"/>
                  </a:lnTo>
                  <a:lnTo>
                    <a:pt x="607" y="573"/>
                  </a:lnTo>
                  <a:lnTo>
                    <a:pt x="640" y="540"/>
                  </a:lnTo>
                  <a:lnTo>
                    <a:pt x="674" y="506"/>
                  </a:lnTo>
                  <a:lnTo>
                    <a:pt x="640" y="439"/>
                  </a:lnTo>
                  <a:lnTo>
                    <a:pt x="607" y="405"/>
                  </a:lnTo>
                  <a:lnTo>
                    <a:pt x="607" y="237"/>
                  </a:lnTo>
                  <a:lnTo>
                    <a:pt x="573" y="203"/>
                  </a:lnTo>
                  <a:lnTo>
                    <a:pt x="539" y="237"/>
                  </a:lnTo>
                  <a:lnTo>
                    <a:pt x="506" y="405"/>
                  </a:lnTo>
                  <a:lnTo>
                    <a:pt x="203" y="472"/>
                  </a:lnTo>
                  <a:lnTo>
                    <a:pt x="270" y="270"/>
                  </a:lnTo>
                  <a:lnTo>
                    <a:pt x="337" y="35"/>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7" name="Google Shape;127;p2"/>
            <p:cNvSpPr/>
            <p:nvPr/>
          </p:nvSpPr>
          <p:spPr>
            <a:xfrm>
              <a:off x="2297594" y="5667538"/>
              <a:ext cx="156624" cy="147657"/>
            </a:xfrm>
            <a:custGeom>
              <a:avLst/>
              <a:gdLst/>
              <a:ahLst/>
              <a:cxnLst/>
              <a:rect l="l" t="t" r="r" b="b"/>
              <a:pathLst>
                <a:path w="2358" h="2223" extrusionOk="0">
                  <a:moveTo>
                    <a:pt x="1886" y="169"/>
                  </a:moveTo>
                  <a:lnTo>
                    <a:pt x="1886" y="203"/>
                  </a:lnTo>
                  <a:lnTo>
                    <a:pt x="1987" y="203"/>
                  </a:lnTo>
                  <a:lnTo>
                    <a:pt x="1987" y="472"/>
                  </a:lnTo>
                  <a:lnTo>
                    <a:pt x="2021" y="775"/>
                  </a:lnTo>
                  <a:lnTo>
                    <a:pt x="2156" y="1785"/>
                  </a:lnTo>
                  <a:lnTo>
                    <a:pt x="1953" y="1785"/>
                  </a:lnTo>
                  <a:lnTo>
                    <a:pt x="1751" y="1819"/>
                  </a:lnTo>
                  <a:lnTo>
                    <a:pt x="1347" y="1886"/>
                  </a:lnTo>
                  <a:lnTo>
                    <a:pt x="842" y="1953"/>
                  </a:lnTo>
                  <a:lnTo>
                    <a:pt x="607" y="1987"/>
                  </a:lnTo>
                  <a:lnTo>
                    <a:pt x="506" y="2054"/>
                  </a:lnTo>
                  <a:lnTo>
                    <a:pt x="438" y="2122"/>
                  </a:lnTo>
                  <a:lnTo>
                    <a:pt x="405" y="1886"/>
                  </a:lnTo>
                  <a:lnTo>
                    <a:pt x="337" y="1617"/>
                  </a:lnTo>
                  <a:lnTo>
                    <a:pt x="236" y="1112"/>
                  </a:lnTo>
                  <a:lnTo>
                    <a:pt x="203" y="741"/>
                  </a:lnTo>
                  <a:lnTo>
                    <a:pt x="135" y="371"/>
                  </a:lnTo>
                  <a:lnTo>
                    <a:pt x="539" y="371"/>
                  </a:lnTo>
                  <a:lnTo>
                    <a:pt x="943" y="304"/>
                  </a:lnTo>
                  <a:lnTo>
                    <a:pt x="1886" y="169"/>
                  </a:lnTo>
                  <a:close/>
                  <a:moveTo>
                    <a:pt x="1852" y="1"/>
                  </a:moveTo>
                  <a:lnTo>
                    <a:pt x="1684" y="34"/>
                  </a:lnTo>
                  <a:lnTo>
                    <a:pt x="1347" y="102"/>
                  </a:lnTo>
                  <a:lnTo>
                    <a:pt x="708" y="169"/>
                  </a:lnTo>
                  <a:lnTo>
                    <a:pt x="405" y="236"/>
                  </a:lnTo>
                  <a:lnTo>
                    <a:pt x="135" y="304"/>
                  </a:lnTo>
                  <a:lnTo>
                    <a:pt x="102" y="236"/>
                  </a:lnTo>
                  <a:lnTo>
                    <a:pt x="102" y="203"/>
                  </a:lnTo>
                  <a:lnTo>
                    <a:pt x="68" y="203"/>
                  </a:lnTo>
                  <a:lnTo>
                    <a:pt x="1" y="236"/>
                  </a:lnTo>
                  <a:lnTo>
                    <a:pt x="1" y="472"/>
                  </a:lnTo>
                  <a:lnTo>
                    <a:pt x="1" y="708"/>
                  </a:lnTo>
                  <a:lnTo>
                    <a:pt x="68" y="1145"/>
                  </a:lnTo>
                  <a:lnTo>
                    <a:pt x="135" y="1684"/>
                  </a:lnTo>
                  <a:lnTo>
                    <a:pt x="203" y="1920"/>
                  </a:lnTo>
                  <a:lnTo>
                    <a:pt x="304" y="2189"/>
                  </a:lnTo>
                  <a:lnTo>
                    <a:pt x="337" y="2223"/>
                  </a:lnTo>
                  <a:lnTo>
                    <a:pt x="371" y="2223"/>
                  </a:lnTo>
                  <a:lnTo>
                    <a:pt x="438" y="2189"/>
                  </a:lnTo>
                  <a:lnTo>
                    <a:pt x="438" y="2155"/>
                  </a:lnTo>
                  <a:lnTo>
                    <a:pt x="539" y="2189"/>
                  </a:lnTo>
                  <a:lnTo>
                    <a:pt x="607" y="2223"/>
                  </a:lnTo>
                  <a:lnTo>
                    <a:pt x="842" y="2223"/>
                  </a:lnTo>
                  <a:lnTo>
                    <a:pt x="1246" y="2122"/>
                  </a:lnTo>
                  <a:lnTo>
                    <a:pt x="1718" y="2088"/>
                  </a:lnTo>
                  <a:lnTo>
                    <a:pt x="1987" y="2021"/>
                  </a:lnTo>
                  <a:lnTo>
                    <a:pt x="2189" y="1953"/>
                  </a:lnTo>
                  <a:lnTo>
                    <a:pt x="2257" y="1987"/>
                  </a:lnTo>
                  <a:lnTo>
                    <a:pt x="2290" y="1987"/>
                  </a:lnTo>
                  <a:lnTo>
                    <a:pt x="2358" y="1953"/>
                  </a:lnTo>
                  <a:lnTo>
                    <a:pt x="2358" y="1886"/>
                  </a:lnTo>
                  <a:lnTo>
                    <a:pt x="2223" y="876"/>
                  </a:lnTo>
                  <a:lnTo>
                    <a:pt x="2156" y="438"/>
                  </a:lnTo>
                  <a:lnTo>
                    <a:pt x="2122" y="236"/>
                  </a:lnTo>
                  <a:lnTo>
                    <a:pt x="2054" y="34"/>
                  </a:lnTo>
                  <a:lnTo>
                    <a:pt x="2021" y="34"/>
                  </a:lnTo>
                  <a:lnTo>
                    <a:pt x="2021" y="68"/>
                  </a:lnTo>
                  <a:lnTo>
                    <a:pt x="1987" y="68"/>
                  </a:lnTo>
                  <a:lnTo>
                    <a:pt x="1920" y="34"/>
                  </a:lnTo>
                  <a:lnTo>
                    <a:pt x="185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8" name="Google Shape;128;p2"/>
            <p:cNvSpPr/>
            <p:nvPr/>
          </p:nvSpPr>
          <p:spPr>
            <a:xfrm>
              <a:off x="2472019" y="5535622"/>
              <a:ext cx="158883" cy="105147"/>
            </a:xfrm>
            <a:custGeom>
              <a:avLst/>
              <a:gdLst/>
              <a:ahLst/>
              <a:cxnLst/>
              <a:rect l="l" t="t" r="r" b="b"/>
              <a:pathLst>
                <a:path w="2392" h="1583" extrusionOk="0">
                  <a:moveTo>
                    <a:pt x="2156" y="34"/>
                  </a:moveTo>
                  <a:lnTo>
                    <a:pt x="2156" y="303"/>
                  </a:lnTo>
                  <a:lnTo>
                    <a:pt x="2189" y="573"/>
                  </a:lnTo>
                  <a:lnTo>
                    <a:pt x="2257" y="1145"/>
                  </a:lnTo>
                  <a:lnTo>
                    <a:pt x="2021" y="1111"/>
                  </a:lnTo>
                  <a:lnTo>
                    <a:pt x="1819" y="1111"/>
                  </a:lnTo>
                  <a:lnTo>
                    <a:pt x="1381" y="1212"/>
                  </a:lnTo>
                  <a:lnTo>
                    <a:pt x="843" y="1313"/>
                  </a:lnTo>
                  <a:lnTo>
                    <a:pt x="540" y="1347"/>
                  </a:lnTo>
                  <a:lnTo>
                    <a:pt x="270" y="1381"/>
                  </a:lnTo>
                  <a:lnTo>
                    <a:pt x="203" y="876"/>
                  </a:lnTo>
                  <a:lnTo>
                    <a:pt x="102" y="404"/>
                  </a:lnTo>
                  <a:lnTo>
                    <a:pt x="1146" y="303"/>
                  </a:lnTo>
                  <a:lnTo>
                    <a:pt x="1651" y="202"/>
                  </a:lnTo>
                  <a:lnTo>
                    <a:pt x="2156" y="34"/>
                  </a:lnTo>
                  <a:close/>
                  <a:moveTo>
                    <a:pt x="2156" y="0"/>
                  </a:moveTo>
                  <a:lnTo>
                    <a:pt x="1651" y="34"/>
                  </a:lnTo>
                  <a:lnTo>
                    <a:pt x="1112" y="101"/>
                  </a:lnTo>
                  <a:lnTo>
                    <a:pt x="573" y="202"/>
                  </a:lnTo>
                  <a:lnTo>
                    <a:pt x="68" y="270"/>
                  </a:lnTo>
                  <a:lnTo>
                    <a:pt x="35" y="303"/>
                  </a:lnTo>
                  <a:lnTo>
                    <a:pt x="1" y="303"/>
                  </a:lnTo>
                  <a:lnTo>
                    <a:pt x="1" y="337"/>
                  </a:lnTo>
                  <a:lnTo>
                    <a:pt x="1" y="606"/>
                  </a:lnTo>
                  <a:lnTo>
                    <a:pt x="35" y="876"/>
                  </a:lnTo>
                  <a:lnTo>
                    <a:pt x="102" y="1414"/>
                  </a:lnTo>
                  <a:lnTo>
                    <a:pt x="102" y="1515"/>
                  </a:lnTo>
                  <a:lnTo>
                    <a:pt x="136" y="1515"/>
                  </a:lnTo>
                  <a:lnTo>
                    <a:pt x="169" y="1549"/>
                  </a:lnTo>
                  <a:lnTo>
                    <a:pt x="203" y="1583"/>
                  </a:lnTo>
                  <a:lnTo>
                    <a:pt x="270" y="1549"/>
                  </a:lnTo>
                  <a:lnTo>
                    <a:pt x="775" y="1482"/>
                  </a:lnTo>
                  <a:lnTo>
                    <a:pt x="1247" y="1414"/>
                  </a:lnTo>
                  <a:lnTo>
                    <a:pt x="1752" y="1313"/>
                  </a:lnTo>
                  <a:lnTo>
                    <a:pt x="2021" y="1280"/>
                  </a:lnTo>
                  <a:lnTo>
                    <a:pt x="2257" y="1179"/>
                  </a:lnTo>
                  <a:lnTo>
                    <a:pt x="2290" y="1246"/>
                  </a:lnTo>
                  <a:lnTo>
                    <a:pt x="2324" y="1246"/>
                  </a:lnTo>
                  <a:lnTo>
                    <a:pt x="2391" y="1212"/>
                  </a:lnTo>
                  <a:lnTo>
                    <a:pt x="2391" y="1179"/>
                  </a:lnTo>
                  <a:lnTo>
                    <a:pt x="2358" y="573"/>
                  </a:lnTo>
                  <a:lnTo>
                    <a:pt x="2290" y="303"/>
                  </a:lnTo>
                  <a:lnTo>
                    <a:pt x="2189" y="34"/>
                  </a:lnTo>
                  <a:lnTo>
                    <a:pt x="218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9" name="Google Shape;129;p2"/>
            <p:cNvSpPr/>
            <p:nvPr/>
          </p:nvSpPr>
          <p:spPr>
            <a:xfrm>
              <a:off x="3981537" y="6166238"/>
              <a:ext cx="29159" cy="42577"/>
            </a:xfrm>
            <a:custGeom>
              <a:avLst/>
              <a:gdLst/>
              <a:ahLst/>
              <a:cxnLst/>
              <a:rect l="l" t="t" r="r" b="b"/>
              <a:pathLst>
                <a:path w="439" h="641" extrusionOk="0">
                  <a:moveTo>
                    <a:pt x="68" y="1"/>
                  </a:moveTo>
                  <a:lnTo>
                    <a:pt x="34" y="68"/>
                  </a:lnTo>
                  <a:lnTo>
                    <a:pt x="34" y="135"/>
                  </a:lnTo>
                  <a:lnTo>
                    <a:pt x="68" y="169"/>
                  </a:lnTo>
                  <a:lnTo>
                    <a:pt x="135" y="236"/>
                  </a:lnTo>
                  <a:lnTo>
                    <a:pt x="203" y="270"/>
                  </a:lnTo>
                  <a:lnTo>
                    <a:pt x="169" y="304"/>
                  </a:lnTo>
                  <a:lnTo>
                    <a:pt x="34" y="506"/>
                  </a:lnTo>
                  <a:lnTo>
                    <a:pt x="1" y="573"/>
                  </a:lnTo>
                  <a:lnTo>
                    <a:pt x="68" y="640"/>
                  </a:lnTo>
                  <a:lnTo>
                    <a:pt x="135" y="640"/>
                  </a:lnTo>
                  <a:lnTo>
                    <a:pt x="203" y="607"/>
                  </a:lnTo>
                  <a:lnTo>
                    <a:pt x="337" y="405"/>
                  </a:lnTo>
                  <a:lnTo>
                    <a:pt x="405" y="304"/>
                  </a:lnTo>
                  <a:lnTo>
                    <a:pt x="438" y="270"/>
                  </a:lnTo>
                  <a:lnTo>
                    <a:pt x="438" y="236"/>
                  </a:lnTo>
                  <a:lnTo>
                    <a:pt x="438" y="203"/>
                  </a:lnTo>
                  <a:lnTo>
                    <a:pt x="405" y="169"/>
                  </a:lnTo>
                  <a:lnTo>
                    <a:pt x="304" y="102"/>
                  </a:lnTo>
                  <a:lnTo>
                    <a:pt x="236" y="68"/>
                  </a:lnTo>
                  <a:lnTo>
                    <a:pt x="169"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0" name="Google Shape;130;p2"/>
            <p:cNvSpPr/>
            <p:nvPr/>
          </p:nvSpPr>
          <p:spPr>
            <a:xfrm>
              <a:off x="3921159" y="6163979"/>
              <a:ext cx="18000" cy="78379"/>
            </a:xfrm>
            <a:custGeom>
              <a:avLst/>
              <a:gdLst/>
              <a:ahLst/>
              <a:cxnLst/>
              <a:rect l="l" t="t" r="r" b="b"/>
              <a:pathLst>
                <a:path w="271" h="1180" extrusionOk="0">
                  <a:moveTo>
                    <a:pt x="34" y="1"/>
                  </a:moveTo>
                  <a:lnTo>
                    <a:pt x="1" y="102"/>
                  </a:lnTo>
                  <a:lnTo>
                    <a:pt x="1" y="203"/>
                  </a:lnTo>
                  <a:lnTo>
                    <a:pt x="34" y="439"/>
                  </a:lnTo>
                  <a:lnTo>
                    <a:pt x="102" y="1112"/>
                  </a:lnTo>
                  <a:lnTo>
                    <a:pt x="135" y="1146"/>
                  </a:lnTo>
                  <a:lnTo>
                    <a:pt x="203" y="1179"/>
                  </a:lnTo>
                  <a:lnTo>
                    <a:pt x="236" y="1146"/>
                  </a:lnTo>
                  <a:lnTo>
                    <a:pt x="270" y="1078"/>
                  </a:lnTo>
                  <a:lnTo>
                    <a:pt x="169" y="405"/>
                  </a:lnTo>
                  <a:lnTo>
                    <a:pt x="135" y="203"/>
                  </a:lnTo>
                  <a:lnTo>
                    <a:pt x="102" y="68"/>
                  </a:lnTo>
                  <a:lnTo>
                    <a:pt x="3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1" name="Google Shape;131;p2"/>
            <p:cNvSpPr/>
            <p:nvPr/>
          </p:nvSpPr>
          <p:spPr>
            <a:xfrm>
              <a:off x="3921159" y="6132694"/>
              <a:ext cx="154366" cy="102955"/>
            </a:xfrm>
            <a:custGeom>
              <a:avLst/>
              <a:gdLst/>
              <a:ahLst/>
              <a:cxnLst/>
              <a:rect l="l" t="t" r="r" b="b"/>
              <a:pathLst>
                <a:path w="2324" h="1550" extrusionOk="0">
                  <a:moveTo>
                    <a:pt x="1886" y="1"/>
                  </a:moveTo>
                  <a:lnTo>
                    <a:pt x="1886" y="34"/>
                  </a:lnTo>
                  <a:lnTo>
                    <a:pt x="1920" y="68"/>
                  </a:lnTo>
                  <a:lnTo>
                    <a:pt x="1718" y="34"/>
                  </a:lnTo>
                  <a:lnTo>
                    <a:pt x="1516" y="68"/>
                  </a:lnTo>
                  <a:lnTo>
                    <a:pt x="1112" y="102"/>
                  </a:lnTo>
                  <a:lnTo>
                    <a:pt x="573" y="203"/>
                  </a:lnTo>
                  <a:lnTo>
                    <a:pt x="304" y="236"/>
                  </a:lnTo>
                  <a:lnTo>
                    <a:pt x="34" y="337"/>
                  </a:lnTo>
                  <a:lnTo>
                    <a:pt x="1" y="371"/>
                  </a:lnTo>
                  <a:lnTo>
                    <a:pt x="1" y="405"/>
                  </a:lnTo>
                  <a:lnTo>
                    <a:pt x="34" y="438"/>
                  </a:lnTo>
                  <a:lnTo>
                    <a:pt x="68" y="438"/>
                  </a:lnTo>
                  <a:lnTo>
                    <a:pt x="607" y="371"/>
                  </a:lnTo>
                  <a:lnTo>
                    <a:pt x="1112" y="304"/>
                  </a:lnTo>
                  <a:lnTo>
                    <a:pt x="1549" y="270"/>
                  </a:lnTo>
                  <a:lnTo>
                    <a:pt x="1751" y="236"/>
                  </a:lnTo>
                  <a:lnTo>
                    <a:pt x="1953" y="203"/>
                  </a:lnTo>
                  <a:lnTo>
                    <a:pt x="2054" y="438"/>
                  </a:lnTo>
                  <a:lnTo>
                    <a:pt x="2088" y="674"/>
                  </a:lnTo>
                  <a:lnTo>
                    <a:pt x="2122" y="1179"/>
                  </a:lnTo>
                  <a:lnTo>
                    <a:pt x="1179" y="1314"/>
                  </a:lnTo>
                  <a:lnTo>
                    <a:pt x="741" y="1347"/>
                  </a:lnTo>
                  <a:lnTo>
                    <a:pt x="506" y="1415"/>
                  </a:lnTo>
                  <a:lnTo>
                    <a:pt x="304" y="1482"/>
                  </a:lnTo>
                  <a:lnTo>
                    <a:pt x="270" y="1516"/>
                  </a:lnTo>
                  <a:lnTo>
                    <a:pt x="304" y="1549"/>
                  </a:lnTo>
                  <a:lnTo>
                    <a:pt x="741" y="1549"/>
                  </a:lnTo>
                  <a:lnTo>
                    <a:pt x="1213" y="1482"/>
                  </a:lnTo>
                  <a:lnTo>
                    <a:pt x="2223" y="1347"/>
                  </a:lnTo>
                  <a:lnTo>
                    <a:pt x="2290" y="1314"/>
                  </a:lnTo>
                  <a:lnTo>
                    <a:pt x="2324" y="1246"/>
                  </a:lnTo>
                  <a:lnTo>
                    <a:pt x="2257" y="977"/>
                  </a:lnTo>
                  <a:lnTo>
                    <a:pt x="2189" y="708"/>
                  </a:lnTo>
                  <a:lnTo>
                    <a:pt x="2021" y="203"/>
                  </a:lnTo>
                  <a:lnTo>
                    <a:pt x="2054" y="169"/>
                  </a:lnTo>
                  <a:lnTo>
                    <a:pt x="2088" y="169"/>
                  </a:lnTo>
                  <a:lnTo>
                    <a:pt x="2088" y="135"/>
                  </a:lnTo>
                  <a:lnTo>
                    <a:pt x="2054" y="102"/>
                  </a:lnTo>
                  <a:lnTo>
                    <a:pt x="2021" y="68"/>
                  </a:lnTo>
                  <a:lnTo>
                    <a:pt x="1987" y="68"/>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2" name="Google Shape;132;p2"/>
            <p:cNvSpPr/>
            <p:nvPr/>
          </p:nvSpPr>
          <p:spPr>
            <a:xfrm>
              <a:off x="3804920" y="6112568"/>
              <a:ext cx="49219" cy="31351"/>
            </a:xfrm>
            <a:custGeom>
              <a:avLst/>
              <a:gdLst/>
              <a:ahLst/>
              <a:cxnLst/>
              <a:rect l="l" t="t" r="r" b="b"/>
              <a:pathLst>
                <a:path w="741" h="472" extrusionOk="0">
                  <a:moveTo>
                    <a:pt x="303" y="1"/>
                  </a:moveTo>
                  <a:lnTo>
                    <a:pt x="202" y="102"/>
                  </a:lnTo>
                  <a:lnTo>
                    <a:pt x="135" y="203"/>
                  </a:lnTo>
                  <a:lnTo>
                    <a:pt x="34" y="304"/>
                  </a:lnTo>
                  <a:lnTo>
                    <a:pt x="0" y="337"/>
                  </a:lnTo>
                  <a:lnTo>
                    <a:pt x="0" y="405"/>
                  </a:lnTo>
                  <a:lnTo>
                    <a:pt x="0" y="472"/>
                  </a:lnTo>
                  <a:lnTo>
                    <a:pt x="67" y="472"/>
                  </a:lnTo>
                  <a:lnTo>
                    <a:pt x="168" y="438"/>
                  </a:lnTo>
                  <a:lnTo>
                    <a:pt x="236" y="337"/>
                  </a:lnTo>
                  <a:lnTo>
                    <a:pt x="370" y="203"/>
                  </a:lnTo>
                  <a:lnTo>
                    <a:pt x="505" y="337"/>
                  </a:lnTo>
                  <a:lnTo>
                    <a:pt x="640" y="438"/>
                  </a:lnTo>
                  <a:lnTo>
                    <a:pt x="707" y="438"/>
                  </a:lnTo>
                  <a:lnTo>
                    <a:pt x="741" y="405"/>
                  </a:lnTo>
                  <a:lnTo>
                    <a:pt x="741" y="337"/>
                  </a:lnTo>
                  <a:lnTo>
                    <a:pt x="572" y="236"/>
                  </a:lnTo>
                  <a:lnTo>
                    <a:pt x="404" y="102"/>
                  </a:lnTo>
                  <a:lnTo>
                    <a:pt x="404" y="68"/>
                  </a:lnTo>
                  <a:lnTo>
                    <a:pt x="404" y="34"/>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3" name="Google Shape;133;p2"/>
            <p:cNvSpPr/>
            <p:nvPr/>
          </p:nvSpPr>
          <p:spPr>
            <a:xfrm>
              <a:off x="3623719" y="5358939"/>
              <a:ext cx="165591" cy="109664"/>
            </a:xfrm>
            <a:custGeom>
              <a:avLst/>
              <a:gdLst/>
              <a:ahLst/>
              <a:cxnLst/>
              <a:rect l="l" t="t" r="r" b="b"/>
              <a:pathLst>
                <a:path w="2493" h="1651" extrusionOk="0">
                  <a:moveTo>
                    <a:pt x="1718" y="0"/>
                  </a:moveTo>
                  <a:lnTo>
                    <a:pt x="1146" y="68"/>
                  </a:lnTo>
                  <a:lnTo>
                    <a:pt x="607" y="202"/>
                  </a:lnTo>
                  <a:lnTo>
                    <a:pt x="102" y="371"/>
                  </a:lnTo>
                  <a:lnTo>
                    <a:pt x="102" y="404"/>
                  </a:lnTo>
                  <a:lnTo>
                    <a:pt x="35" y="371"/>
                  </a:lnTo>
                  <a:lnTo>
                    <a:pt x="1" y="438"/>
                  </a:lnTo>
                  <a:lnTo>
                    <a:pt x="68" y="741"/>
                  </a:lnTo>
                  <a:lnTo>
                    <a:pt x="136" y="1044"/>
                  </a:lnTo>
                  <a:lnTo>
                    <a:pt x="169" y="1347"/>
                  </a:lnTo>
                  <a:lnTo>
                    <a:pt x="270" y="1616"/>
                  </a:lnTo>
                  <a:lnTo>
                    <a:pt x="304" y="1650"/>
                  </a:lnTo>
                  <a:lnTo>
                    <a:pt x="338" y="1650"/>
                  </a:lnTo>
                  <a:lnTo>
                    <a:pt x="371" y="1616"/>
                  </a:lnTo>
                  <a:lnTo>
                    <a:pt x="405" y="1583"/>
                  </a:lnTo>
                  <a:lnTo>
                    <a:pt x="338" y="1246"/>
                  </a:lnTo>
                  <a:lnTo>
                    <a:pt x="237" y="943"/>
                  </a:lnTo>
                  <a:lnTo>
                    <a:pt x="203" y="674"/>
                  </a:lnTo>
                  <a:lnTo>
                    <a:pt x="102" y="438"/>
                  </a:lnTo>
                  <a:lnTo>
                    <a:pt x="371" y="404"/>
                  </a:lnTo>
                  <a:lnTo>
                    <a:pt x="641" y="371"/>
                  </a:lnTo>
                  <a:lnTo>
                    <a:pt x="1146" y="303"/>
                  </a:lnTo>
                  <a:lnTo>
                    <a:pt x="1651" y="202"/>
                  </a:lnTo>
                  <a:lnTo>
                    <a:pt x="2189" y="202"/>
                  </a:lnTo>
                  <a:lnTo>
                    <a:pt x="2189" y="371"/>
                  </a:lnTo>
                  <a:lnTo>
                    <a:pt x="2189" y="539"/>
                  </a:lnTo>
                  <a:lnTo>
                    <a:pt x="2223" y="909"/>
                  </a:lnTo>
                  <a:lnTo>
                    <a:pt x="2324" y="1280"/>
                  </a:lnTo>
                  <a:lnTo>
                    <a:pt x="1853" y="1347"/>
                  </a:lnTo>
                  <a:lnTo>
                    <a:pt x="1381" y="1414"/>
                  </a:lnTo>
                  <a:lnTo>
                    <a:pt x="876" y="1448"/>
                  </a:lnTo>
                  <a:lnTo>
                    <a:pt x="641" y="1482"/>
                  </a:lnTo>
                  <a:lnTo>
                    <a:pt x="405" y="1549"/>
                  </a:lnTo>
                  <a:lnTo>
                    <a:pt x="607" y="1616"/>
                  </a:lnTo>
                  <a:lnTo>
                    <a:pt x="843" y="1616"/>
                  </a:lnTo>
                  <a:lnTo>
                    <a:pt x="1247" y="1583"/>
                  </a:lnTo>
                  <a:lnTo>
                    <a:pt x="1819" y="1549"/>
                  </a:lnTo>
                  <a:lnTo>
                    <a:pt x="2122" y="1482"/>
                  </a:lnTo>
                  <a:lnTo>
                    <a:pt x="2391" y="1381"/>
                  </a:lnTo>
                  <a:lnTo>
                    <a:pt x="2459" y="1381"/>
                  </a:lnTo>
                  <a:lnTo>
                    <a:pt x="2492" y="1347"/>
                  </a:lnTo>
                  <a:lnTo>
                    <a:pt x="2492" y="1313"/>
                  </a:lnTo>
                  <a:lnTo>
                    <a:pt x="2358" y="640"/>
                  </a:lnTo>
                  <a:lnTo>
                    <a:pt x="2324" y="404"/>
                  </a:lnTo>
                  <a:lnTo>
                    <a:pt x="2290" y="169"/>
                  </a:lnTo>
                  <a:lnTo>
                    <a:pt x="2324" y="135"/>
                  </a:lnTo>
                  <a:lnTo>
                    <a:pt x="2324" y="101"/>
                  </a:lnTo>
                  <a:lnTo>
                    <a:pt x="2290" y="34"/>
                  </a:lnTo>
                  <a:lnTo>
                    <a:pt x="2257" y="34"/>
                  </a:lnTo>
                  <a:lnTo>
                    <a:pt x="171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4" name="Google Shape;134;p2"/>
            <p:cNvSpPr/>
            <p:nvPr/>
          </p:nvSpPr>
          <p:spPr>
            <a:xfrm>
              <a:off x="3753442" y="6081283"/>
              <a:ext cx="154366" cy="181201"/>
            </a:xfrm>
            <a:custGeom>
              <a:avLst/>
              <a:gdLst/>
              <a:ahLst/>
              <a:cxnLst/>
              <a:rect l="l" t="t" r="r" b="b"/>
              <a:pathLst>
                <a:path w="2324" h="2728" extrusionOk="0">
                  <a:moveTo>
                    <a:pt x="1819" y="0"/>
                  </a:moveTo>
                  <a:lnTo>
                    <a:pt x="1347" y="68"/>
                  </a:lnTo>
                  <a:lnTo>
                    <a:pt x="876" y="169"/>
                  </a:lnTo>
                  <a:lnTo>
                    <a:pt x="472" y="270"/>
                  </a:lnTo>
                  <a:lnTo>
                    <a:pt x="102" y="371"/>
                  </a:lnTo>
                  <a:lnTo>
                    <a:pt x="68" y="337"/>
                  </a:lnTo>
                  <a:lnTo>
                    <a:pt x="68" y="303"/>
                  </a:lnTo>
                  <a:lnTo>
                    <a:pt x="34" y="337"/>
                  </a:lnTo>
                  <a:lnTo>
                    <a:pt x="1" y="606"/>
                  </a:lnTo>
                  <a:lnTo>
                    <a:pt x="34" y="876"/>
                  </a:lnTo>
                  <a:lnTo>
                    <a:pt x="102" y="1414"/>
                  </a:lnTo>
                  <a:lnTo>
                    <a:pt x="203" y="2054"/>
                  </a:lnTo>
                  <a:lnTo>
                    <a:pt x="270" y="2357"/>
                  </a:lnTo>
                  <a:lnTo>
                    <a:pt x="337" y="2694"/>
                  </a:lnTo>
                  <a:lnTo>
                    <a:pt x="371" y="2727"/>
                  </a:lnTo>
                  <a:lnTo>
                    <a:pt x="438" y="2727"/>
                  </a:lnTo>
                  <a:lnTo>
                    <a:pt x="472" y="2694"/>
                  </a:lnTo>
                  <a:lnTo>
                    <a:pt x="506" y="2626"/>
                  </a:lnTo>
                  <a:lnTo>
                    <a:pt x="472" y="2357"/>
                  </a:lnTo>
                  <a:lnTo>
                    <a:pt x="438" y="2054"/>
                  </a:lnTo>
                  <a:lnTo>
                    <a:pt x="337" y="1482"/>
                  </a:lnTo>
                  <a:lnTo>
                    <a:pt x="506" y="1515"/>
                  </a:lnTo>
                  <a:lnTo>
                    <a:pt x="708" y="1482"/>
                  </a:lnTo>
                  <a:lnTo>
                    <a:pt x="1112" y="1448"/>
                  </a:lnTo>
                  <a:lnTo>
                    <a:pt x="1549" y="1414"/>
                  </a:lnTo>
                  <a:lnTo>
                    <a:pt x="1785" y="1381"/>
                  </a:lnTo>
                  <a:lnTo>
                    <a:pt x="2021" y="1347"/>
                  </a:lnTo>
                  <a:lnTo>
                    <a:pt x="2054" y="1785"/>
                  </a:lnTo>
                  <a:lnTo>
                    <a:pt x="2088" y="1987"/>
                  </a:lnTo>
                  <a:lnTo>
                    <a:pt x="2155" y="2189"/>
                  </a:lnTo>
                  <a:lnTo>
                    <a:pt x="1751" y="2256"/>
                  </a:lnTo>
                  <a:lnTo>
                    <a:pt x="1381" y="2323"/>
                  </a:lnTo>
                  <a:lnTo>
                    <a:pt x="943" y="2424"/>
                  </a:lnTo>
                  <a:lnTo>
                    <a:pt x="708" y="2492"/>
                  </a:lnTo>
                  <a:lnTo>
                    <a:pt x="506" y="2559"/>
                  </a:lnTo>
                  <a:lnTo>
                    <a:pt x="506" y="2593"/>
                  </a:lnTo>
                  <a:lnTo>
                    <a:pt x="506" y="2626"/>
                  </a:lnTo>
                  <a:lnTo>
                    <a:pt x="741" y="2593"/>
                  </a:lnTo>
                  <a:lnTo>
                    <a:pt x="943" y="2593"/>
                  </a:lnTo>
                  <a:lnTo>
                    <a:pt x="1381" y="2492"/>
                  </a:lnTo>
                  <a:lnTo>
                    <a:pt x="1785" y="2424"/>
                  </a:lnTo>
                  <a:lnTo>
                    <a:pt x="2189" y="2323"/>
                  </a:lnTo>
                  <a:lnTo>
                    <a:pt x="2223" y="2391"/>
                  </a:lnTo>
                  <a:lnTo>
                    <a:pt x="2290" y="2391"/>
                  </a:lnTo>
                  <a:lnTo>
                    <a:pt x="2290" y="2290"/>
                  </a:lnTo>
                  <a:lnTo>
                    <a:pt x="2324" y="2256"/>
                  </a:lnTo>
                  <a:lnTo>
                    <a:pt x="2290" y="2222"/>
                  </a:lnTo>
                  <a:lnTo>
                    <a:pt x="2290" y="1987"/>
                  </a:lnTo>
                  <a:lnTo>
                    <a:pt x="2256" y="1751"/>
                  </a:lnTo>
                  <a:lnTo>
                    <a:pt x="2189" y="1313"/>
                  </a:lnTo>
                  <a:lnTo>
                    <a:pt x="2122" y="707"/>
                  </a:lnTo>
                  <a:lnTo>
                    <a:pt x="2054" y="371"/>
                  </a:lnTo>
                  <a:lnTo>
                    <a:pt x="1953" y="101"/>
                  </a:lnTo>
                  <a:lnTo>
                    <a:pt x="1920" y="101"/>
                  </a:lnTo>
                  <a:lnTo>
                    <a:pt x="1920" y="371"/>
                  </a:lnTo>
                  <a:lnTo>
                    <a:pt x="1920" y="640"/>
                  </a:lnTo>
                  <a:lnTo>
                    <a:pt x="1987" y="1145"/>
                  </a:lnTo>
                  <a:lnTo>
                    <a:pt x="1987" y="1212"/>
                  </a:lnTo>
                  <a:lnTo>
                    <a:pt x="1785" y="1179"/>
                  </a:lnTo>
                  <a:lnTo>
                    <a:pt x="1516" y="1212"/>
                  </a:lnTo>
                  <a:lnTo>
                    <a:pt x="1078" y="1246"/>
                  </a:lnTo>
                  <a:lnTo>
                    <a:pt x="708" y="1280"/>
                  </a:lnTo>
                  <a:lnTo>
                    <a:pt x="506" y="1313"/>
                  </a:lnTo>
                  <a:lnTo>
                    <a:pt x="304" y="1414"/>
                  </a:lnTo>
                  <a:lnTo>
                    <a:pt x="304" y="1381"/>
                  </a:lnTo>
                  <a:lnTo>
                    <a:pt x="236" y="943"/>
                  </a:lnTo>
                  <a:lnTo>
                    <a:pt x="203" y="707"/>
                  </a:lnTo>
                  <a:lnTo>
                    <a:pt x="135" y="505"/>
                  </a:lnTo>
                  <a:lnTo>
                    <a:pt x="573" y="438"/>
                  </a:lnTo>
                  <a:lnTo>
                    <a:pt x="1011" y="337"/>
                  </a:lnTo>
                  <a:lnTo>
                    <a:pt x="1448" y="236"/>
                  </a:lnTo>
                  <a:lnTo>
                    <a:pt x="1852" y="135"/>
                  </a:lnTo>
                  <a:lnTo>
                    <a:pt x="1886" y="101"/>
                  </a:lnTo>
                  <a:lnTo>
                    <a:pt x="1886"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5" name="Google Shape;135;p2"/>
            <p:cNvSpPr/>
            <p:nvPr/>
          </p:nvSpPr>
          <p:spPr>
            <a:xfrm>
              <a:off x="3818337" y="6190814"/>
              <a:ext cx="47027" cy="31418"/>
            </a:xfrm>
            <a:custGeom>
              <a:avLst/>
              <a:gdLst/>
              <a:ahLst/>
              <a:cxnLst/>
              <a:rect l="l" t="t" r="r" b="b"/>
              <a:pathLst>
                <a:path w="708" h="473" extrusionOk="0">
                  <a:moveTo>
                    <a:pt x="572" y="1"/>
                  </a:moveTo>
                  <a:lnTo>
                    <a:pt x="337" y="304"/>
                  </a:lnTo>
                  <a:lnTo>
                    <a:pt x="236" y="203"/>
                  </a:lnTo>
                  <a:lnTo>
                    <a:pt x="101" y="102"/>
                  </a:lnTo>
                  <a:lnTo>
                    <a:pt x="67" y="68"/>
                  </a:lnTo>
                  <a:lnTo>
                    <a:pt x="0" y="102"/>
                  </a:lnTo>
                  <a:lnTo>
                    <a:pt x="0" y="136"/>
                  </a:lnTo>
                  <a:lnTo>
                    <a:pt x="0" y="203"/>
                  </a:lnTo>
                  <a:lnTo>
                    <a:pt x="135" y="338"/>
                  </a:lnTo>
                  <a:lnTo>
                    <a:pt x="236" y="439"/>
                  </a:lnTo>
                  <a:lnTo>
                    <a:pt x="303" y="472"/>
                  </a:lnTo>
                  <a:lnTo>
                    <a:pt x="370" y="439"/>
                  </a:lnTo>
                  <a:lnTo>
                    <a:pt x="404" y="439"/>
                  </a:lnTo>
                  <a:lnTo>
                    <a:pt x="438" y="405"/>
                  </a:lnTo>
                  <a:lnTo>
                    <a:pt x="572" y="270"/>
                  </a:lnTo>
                  <a:lnTo>
                    <a:pt x="707" y="136"/>
                  </a:lnTo>
                  <a:lnTo>
                    <a:pt x="707" y="68"/>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6" name="Google Shape;136;p2"/>
            <p:cNvSpPr/>
            <p:nvPr/>
          </p:nvSpPr>
          <p:spPr>
            <a:xfrm>
              <a:off x="3605851" y="6172946"/>
              <a:ext cx="154366" cy="107405"/>
            </a:xfrm>
            <a:custGeom>
              <a:avLst/>
              <a:gdLst/>
              <a:ahLst/>
              <a:cxnLst/>
              <a:rect l="l" t="t" r="r" b="b"/>
              <a:pathLst>
                <a:path w="2324" h="1617" extrusionOk="0">
                  <a:moveTo>
                    <a:pt x="1920" y="270"/>
                  </a:moveTo>
                  <a:lnTo>
                    <a:pt x="2021" y="775"/>
                  </a:lnTo>
                  <a:lnTo>
                    <a:pt x="2122" y="1179"/>
                  </a:lnTo>
                  <a:lnTo>
                    <a:pt x="1920" y="1179"/>
                  </a:lnTo>
                  <a:lnTo>
                    <a:pt x="1718" y="1213"/>
                  </a:lnTo>
                  <a:lnTo>
                    <a:pt x="1280" y="1280"/>
                  </a:lnTo>
                  <a:lnTo>
                    <a:pt x="809" y="1347"/>
                  </a:lnTo>
                  <a:lnTo>
                    <a:pt x="539" y="1381"/>
                  </a:lnTo>
                  <a:lnTo>
                    <a:pt x="304" y="1482"/>
                  </a:lnTo>
                  <a:lnTo>
                    <a:pt x="236" y="943"/>
                  </a:lnTo>
                  <a:lnTo>
                    <a:pt x="203" y="708"/>
                  </a:lnTo>
                  <a:lnTo>
                    <a:pt x="169" y="573"/>
                  </a:lnTo>
                  <a:lnTo>
                    <a:pt x="135" y="472"/>
                  </a:lnTo>
                  <a:lnTo>
                    <a:pt x="337" y="506"/>
                  </a:lnTo>
                  <a:lnTo>
                    <a:pt x="573" y="506"/>
                  </a:lnTo>
                  <a:lnTo>
                    <a:pt x="1011" y="438"/>
                  </a:lnTo>
                  <a:lnTo>
                    <a:pt x="1448" y="405"/>
                  </a:lnTo>
                  <a:lnTo>
                    <a:pt x="1684" y="337"/>
                  </a:lnTo>
                  <a:lnTo>
                    <a:pt x="1920" y="270"/>
                  </a:lnTo>
                  <a:close/>
                  <a:moveTo>
                    <a:pt x="1920" y="1"/>
                  </a:moveTo>
                  <a:lnTo>
                    <a:pt x="1886" y="34"/>
                  </a:lnTo>
                  <a:lnTo>
                    <a:pt x="1886" y="68"/>
                  </a:lnTo>
                  <a:lnTo>
                    <a:pt x="1886" y="135"/>
                  </a:lnTo>
                  <a:lnTo>
                    <a:pt x="1516" y="203"/>
                  </a:lnTo>
                  <a:lnTo>
                    <a:pt x="1112" y="270"/>
                  </a:lnTo>
                  <a:lnTo>
                    <a:pt x="607" y="304"/>
                  </a:lnTo>
                  <a:lnTo>
                    <a:pt x="371" y="337"/>
                  </a:lnTo>
                  <a:lnTo>
                    <a:pt x="102" y="405"/>
                  </a:lnTo>
                  <a:lnTo>
                    <a:pt x="68" y="405"/>
                  </a:lnTo>
                  <a:lnTo>
                    <a:pt x="34" y="438"/>
                  </a:lnTo>
                  <a:lnTo>
                    <a:pt x="1" y="539"/>
                  </a:lnTo>
                  <a:lnTo>
                    <a:pt x="1" y="640"/>
                  </a:lnTo>
                  <a:lnTo>
                    <a:pt x="34" y="876"/>
                  </a:lnTo>
                  <a:lnTo>
                    <a:pt x="135" y="1549"/>
                  </a:lnTo>
                  <a:lnTo>
                    <a:pt x="169" y="1617"/>
                  </a:lnTo>
                  <a:lnTo>
                    <a:pt x="304" y="1617"/>
                  </a:lnTo>
                  <a:lnTo>
                    <a:pt x="337" y="1549"/>
                  </a:lnTo>
                  <a:lnTo>
                    <a:pt x="741" y="1549"/>
                  </a:lnTo>
                  <a:lnTo>
                    <a:pt x="1179" y="1482"/>
                  </a:lnTo>
                  <a:lnTo>
                    <a:pt x="1684" y="1415"/>
                  </a:lnTo>
                  <a:lnTo>
                    <a:pt x="1920" y="1347"/>
                  </a:lnTo>
                  <a:lnTo>
                    <a:pt x="2155" y="1280"/>
                  </a:lnTo>
                  <a:lnTo>
                    <a:pt x="2256" y="1415"/>
                  </a:lnTo>
                  <a:lnTo>
                    <a:pt x="2290" y="1448"/>
                  </a:lnTo>
                  <a:lnTo>
                    <a:pt x="2324" y="1415"/>
                  </a:lnTo>
                  <a:lnTo>
                    <a:pt x="2324" y="1246"/>
                  </a:lnTo>
                  <a:lnTo>
                    <a:pt x="2290" y="1078"/>
                  </a:lnTo>
                  <a:lnTo>
                    <a:pt x="2189" y="775"/>
                  </a:lnTo>
                  <a:lnTo>
                    <a:pt x="2054" y="236"/>
                  </a:lnTo>
                  <a:lnTo>
                    <a:pt x="2054" y="203"/>
                  </a:lnTo>
                  <a:lnTo>
                    <a:pt x="2054" y="169"/>
                  </a:lnTo>
                  <a:lnTo>
                    <a:pt x="2021" y="135"/>
                  </a:lnTo>
                  <a:lnTo>
                    <a:pt x="1987" y="135"/>
                  </a:lnTo>
                  <a:lnTo>
                    <a:pt x="1953"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7" name="Google Shape;137;p2"/>
            <p:cNvSpPr/>
            <p:nvPr/>
          </p:nvSpPr>
          <p:spPr>
            <a:xfrm>
              <a:off x="3735575" y="5441701"/>
              <a:ext cx="239320" cy="154366"/>
            </a:xfrm>
            <a:custGeom>
              <a:avLst/>
              <a:gdLst/>
              <a:ahLst/>
              <a:cxnLst/>
              <a:rect l="l" t="t" r="r" b="b"/>
              <a:pathLst>
                <a:path w="3603" h="2324" extrusionOk="0">
                  <a:moveTo>
                    <a:pt x="3131" y="168"/>
                  </a:moveTo>
                  <a:lnTo>
                    <a:pt x="3266" y="976"/>
                  </a:lnTo>
                  <a:lnTo>
                    <a:pt x="3401" y="1785"/>
                  </a:lnTo>
                  <a:lnTo>
                    <a:pt x="1852" y="1987"/>
                  </a:lnTo>
                  <a:lnTo>
                    <a:pt x="1111" y="2088"/>
                  </a:lnTo>
                  <a:lnTo>
                    <a:pt x="337" y="2222"/>
                  </a:lnTo>
                  <a:lnTo>
                    <a:pt x="337" y="2189"/>
                  </a:lnTo>
                  <a:lnTo>
                    <a:pt x="337" y="2020"/>
                  </a:lnTo>
                  <a:lnTo>
                    <a:pt x="303" y="1818"/>
                  </a:lnTo>
                  <a:lnTo>
                    <a:pt x="202" y="1414"/>
                  </a:lnTo>
                  <a:lnTo>
                    <a:pt x="169" y="1010"/>
                  </a:lnTo>
                  <a:lnTo>
                    <a:pt x="135" y="572"/>
                  </a:lnTo>
                  <a:lnTo>
                    <a:pt x="876" y="471"/>
                  </a:lnTo>
                  <a:lnTo>
                    <a:pt x="1616" y="370"/>
                  </a:lnTo>
                  <a:lnTo>
                    <a:pt x="2391" y="236"/>
                  </a:lnTo>
                  <a:lnTo>
                    <a:pt x="3131" y="168"/>
                  </a:lnTo>
                  <a:close/>
                  <a:moveTo>
                    <a:pt x="3131" y="0"/>
                  </a:moveTo>
                  <a:lnTo>
                    <a:pt x="2357" y="67"/>
                  </a:lnTo>
                  <a:lnTo>
                    <a:pt x="1583" y="168"/>
                  </a:lnTo>
                  <a:lnTo>
                    <a:pt x="842" y="303"/>
                  </a:lnTo>
                  <a:lnTo>
                    <a:pt x="101" y="471"/>
                  </a:lnTo>
                  <a:lnTo>
                    <a:pt x="68" y="471"/>
                  </a:lnTo>
                  <a:lnTo>
                    <a:pt x="34" y="505"/>
                  </a:lnTo>
                  <a:lnTo>
                    <a:pt x="0" y="539"/>
                  </a:lnTo>
                  <a:lnTo>
                    <a:pt x="0" y="976"/>
                  </a:lnTo>
                  <a:lnTo>
                    <a:pt x="68" y="1448"/>
                  </a:lnTo>
                  <a:lnTo>
                    <a:pt x="101" y="1852"/>
                  </a:lnTo>
                  <a:lnTo>
                    <a:pt x="169" y="2054"/>
                  </a:lnTo>
                  <a:lnTo>
                    <a:pt x="270" y="2222"/>
                  </a:lnTo>
                  <a:lnTo>
                    <a:pt x="303" y="2256"/>
                  </a:lnTo>
                  <a:lnTo>
                    <a:pt x="303" y="2290"/>
                  </a:lnTo>
                  <a:lnTo>
                    <a:pt x="337" y="2323"/>
                  </a:lnTo>
                  <a:lnTo>
                    <a:pt x="1111" y="2323"/>
                  </a:lnTo>
                  <a:lnTo>
                    <a:pt x="1886" y="2256"/>
                  </a:lnTo>
                  <a:lnTo>
                    <a:pt x="2694" y="2155"/>
                  </a:lnTo>
                  <a:lnTo>
                    <a:pt x="3434" y="1987"/>
                  </a:lnTo>
                  <a:lnTo>
                    <a:pt x="3468" y="2020"/>
                  </a:lnTo>
                  <a:lnTo>
                    <a:pt x="3535" y="1987"/>
                  </a:lnTo>
                  <a:lnTo>
                    <a:pt x="3569" y="1953"/>
                  </a:lnTo>
                  <a:lnTo>
                    <a:pt x="3603" y="1919"/>
                  </a:lnTo>
                  <a:lnTo>
                    <a:pt x="3434" y="976"/>
                  </a:lnTo>
                  <a:lnTo>
                    <a:pt x="3266" y="67"/>
                  </a:lnTo>
                  <a:lnTo>
                    <a:pt x="3232" y="34"/>
                  </a:lnTo>
                  <a:lnTo>
                    <a:pt x="323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8" name="Google Shape;138;p2"/>
            <p:cNvSpPr/>
            <p:nvPr/>
          </p:nvSpPr>
          <p:spPr>
            <a:xfrm>
              <a:off x="3874198" y="5517688"/>
              <a:ext cx="62703" cy="42577"/>
            </a:xfrm>
            <a:custGeom>
              <a:avLst/>
              <a:gdLst/>
              <a:ahLst/>
              <a:cxnLst/>
              <a:rect l="l" t="t" r="r" b="b"/>
              <a:pathLst>
                <a:path w="944" h="641" extrusionOk="0">
                  <a:moveTo>
                    <a:pt x="203" y="1"/>
                  </a:moveTo>
                  <a:lnTo>
                    <a:pt x="102" y="68"/>
                  </a:lnTo>
                  <a:lnTo>
                    <a:pt x="68" y="169"/>
                  </a:lnTo>
                  <a:lnTo>
                    <a:pt x="1" y="371"/>
                  </a:lnTo>
                  <a:lnTo>
                    <a:pt x="1" y="405"/>
                  </a:lnTo>
                  <a:lnTo>
                    <a:pt x="34" y="472"/>
                  </a:lnTo>
                  <a:lnTo>
                    <a:pt x="337" y="641"/>
                  </a:lnTo>
                  <a:lnTo>
                    <a:pt x="405" y="641"/>
                  </a:lnTo>
                  <a:lnTo>
                    <a:pt x="472" y="607"/>
                  </a:lnTo>
                  <a:lnTo>
                    <a:pt x="472" y="573"/>
                  </a:lnTo>
                  <a:lnTo>
                    <a:pt x="438" y="506"/>
                  </a:lnTo>
                  <a:lnTo>
                    <a:pt x="270" y="405"/>
                  </a:lnTo>
                  <a:lnTo>
                    <a:pt x="573" y="338"/>
                  </a:lnTo>
                  <a:lnTo>
                    <a:pt x="876" y="237"/>
                  </a:lnTo>
                  <a:lnTo>
                    <a:pt x="910" y="203"/>
                  </a:lnTo>
                  <a:lnTo>
                    <a:pt x="943" y="136"/>
                  </a:lnTo>
                  <a:lnTo>
                    <a:pt x="910" y="102"/>
                  </a:lnTo>
                  <a:lnTo>
                    <a:pt x="842" y="68"/>
                  </a:lnTo>
                  <a:lnTo>
                    <a:pt x="539" y="169"/>
                  </a:lnTo>
                  <a:lnTo>
                    <a:pt x="203" y="270"/>
                  </a:lnTo>
                  <a:lnTo>
                    <a:pt x="304" y="102"/>
                  </a:lnTo>
                  <a:lnTo>
                    <a:pt x="337" y="68"/>
                  </a:lnTo>
                  <a:lnTo>
                    <a:pt x="3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9" name="Google Shape;139;p2"/>
            <p:cNvSpPr/>
            <p:nvPr/>
          </p:nvSpPr>
          <p:spPr>
            <a:xfrm>
              <a:off x="3791436" y="5336554"/>
              <a:ext cx="156624" cy="109664"/>
            </a:xfrm>
            <a:custGeom>
              <a:avLst/>
              <a:gdLst/>
              <a:ahLst/>
              <a:cxnLst/>
              <a:rect l="l" t="t" r="r" b="b"/>
              <a:pathLst>
                <a:path w="2358" h="1651" extrusionOk="0">
                  <a:moveTo>
                    <a:pt x="2156" y="1"/>
                  </a:moveTo>
                  <a:lnTo>
                    <a:pt x="2156" y="34"/>
                  </a:lnTo>
                  <a:lnTo>
                    <a:pt x="1684" y="34"/>
                  </a:lnTo>
                  <a:lnTo>
                    <a:pt x="1213" y="102"/>
                  </a:lnTo>
                  <a:lnTo>
                    <a:pt x="641" y="169"/>
                  </a:lnTo>
                  <a:lnTo>
                    <a:pt x="102" y="304"/>
                  </a:lnTo>
                  <a:lnTo>
                    <a:pt x="68" y="270"/>
                  </a:lnTo>
                  <a:lnTo>
                    <a:pt x="35" y="270"/>
                  </a:lnTo>
                  <a:lnTo>
                    <a:pt x="1" y="304"/>
                  </a:lnTo>
                  <a:lnTo>
                    <a:pt x="1" y="337"/>
                  </a:lnTo>
                  <a:lnTo>
                    <a:pt x="35" y="943"/>
                  </a:lnTo>
                  <a:lnTo>
                    <a:pt x="136" y="1583"/>
                  </a:lnTo>
                  <a:lnTo>
                    <a:pt x="169" y="1617"/>
                  </a:lnTo>
                  <a:lnTo>
                    <a:pt x="203" y="1650"/>
                  </a:lnTo>
                  <a:lnTo>
                    <a:pt x="270" y="1617"/>
                  </a:lnTo>
                  <a:lnTo>
                    <a:pt x="270" y="1549"/>
                  </a:lnTo>
                  <a:lnTo>
                    <a:pt x="237" y="977"/>
                  </a:lnTo>
                  <a:lnTo>
                    <a:pt x="136" y="405"/>
                  </a:lnTo>
                  <a:lnTo>
                    <a:pt x="674" y="337"/>
                  </a:lnTo>
                  <a:lnTo>
                    <a:pt x="1213" y="270"/>
                  </a:lnTo>
                  <a:lnTo>
                    <a:pt x="1684" y="203"/>
                  </a:lnTo>
                  <a:lnTo>
                    <a:pt x="1920" y="169"/>
                  </a:lnTo>
                  <a:lnTo>
                    <a:pt x="2122" y="102"/>
                  </a:lnTo>
                  <a:lnTo>
                    <a:pt x="2122" y="371"/>
                  </a:lnTo>
                  <a:lnTo>
                    <a:pt x="2156" y="640"/>
                  </a:lnTo>
                  <a:lnTo>
                    <a:pt x="2223" y="1145"/>
                  </a:lnTo>
                  <a:lnTo>
                    <a:pt x="1752" y="1213"/>
                  </a:lnTo>
                  <a:lnTo>
                    <a:pt x="1280" y="1280"/>
                  </a:lnTo>
                  <a:lnTo>
                    <a:pt x="843" y="1347"/>
                  </a:lnTo>
                  <a:lnTo>
                    <a:pt x="641" y="1415"/>
                  </a:lnTo>
                  <a:lnTo>
                    <a:pt x="405" y="1482"/>
                  </a:lnTo>
                  <a:lnTo>
                    <a:pt x="439" y="1482"/>
                  </a:lnTo>
                  <a:lnTo>
                    <a:pt x="641" y="1516"/>
                  </a:lnTo>
                  <a:lnTo>
                    <a:pt x="843" y="1516"/>
                  </a:lnTo>
                  <a:lnTo>
                    <a:pt x="1280" y="1448"/>
                  </a:lnTo>
                  <a:lnTo>
                    <a:pt x="1752" y="1381"/>
                  </a:lnTo>
                  <a:lnTo>
                    <a:pt x="2189" y="1280"/>
                  </a:lnTo>
                  <a:lnTo>
                    <a:pt x="2189" y="1314"/>
                  </a:lnTo>
                  <a:lnTo>
                    <a:pt x="2223" y="1347"/>
                  </a:lnTo>
                  <a:lnTo>
                    <a:pt x="2290" y="1347"/>
                  </a:lnTo>
                  <a:lnTo>
                    <a:pt x="2324" y="1314"/>
                  </a:lnTo>
                  <a:lnTo>
                    <a:pt x="2358" y="1280"/>
                  </a:lnTo>
                  <a:lnTo>
                    <a:pt x="2358" y="1213"/>
                  </a:lnTo>
                  <a:lnTo>
                    <a:pt x="2358" y="1179"/>
                  </a:lnTo>
                  <a:lnTo>
                    <a:pt x="2324" y="573"/>
                  </a:lnTo>
                  <a:lnTo>
                    <a:pt x="2257" y="304"/>
                  </a:lnTo>
                  <a:lnTo>
                    <a:pt x="218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0" name="Google Shape;140;p2"/>
            <p:cNvSpPr/>
            <p:nvPr/>
          </p:nvSpPr>
          <p:spPr>
            <a:xfrm>
              <a:off x="3912258" y="5671988"/>
              <a:ext cx="60444" cy="55994"/>
            </a:xfrm>
            <a:custGeom>
              <a:avLst/>
              <a:gdLst/>
              <a:ahLst/>
              <a:cxnLst/>
              <a:rect l="l" t="t" r="r" b="b"/>
              <a:pathLst>
                <a:path w="910" h="843" extrusionOk="0">
                  <a:moveTo>
                    <a:pt x="741" y="1"/>
                  </a:moveTo>
                  <a:lnTo>
                    <a:pt x="707" y="35"/>
                  </a:lnTo>
                  <a:lnTo>
                    <a:pt x="707" y="102"/>
                  </a:lnTo>
                  <a:lnTo>
                    <a:pt x="741" y="203"/>
                  </a:lnTo>
                  <a:lnTo>
                    <a:pt x="707" y="304"/>
                  </a:lnTo>
                  <a:lnTo>
                    <a:pt x="640" y="371"/>
                  </a:lnTo>
                  <a:lnTo>
                    <a:pt x="539" y="439"/>
                  </a:lnTo>
                  <a:lnTo>
                    <a:pt x="438" y="472"/>
                  </a:lnTo>
                  <a:lnTo>
                    <a:pt x="337" y="472"/>
                  </a:lnTo>
                  <a:lnTo>
                    <a:pt x="337" y="405"/>
                  </a:lnTo>
                  <a:lnTo>
                    <a:pt x="337" y="338"/>
                  </a:lnTo>
                  <a:lnTo>
                    <a:pt x="337" y="270"/>
                  </a:lnTo>
                  <a:lnTo>
                    <a:pt x="337" y="237"/>
                  </a:lnTo>
                  <a:lnTo>
                    <a:pt x="269" y="237"/>
                  </a:lnTo>
                  <a:lnTo>
                    <a:pt x="168" y="338"/>
                  </a:lnTo>
                  <a:lnTo>
                    <a:pt x="67" y="405"/>
                  </a:lnTo>
                  <a:lnTo>
                    <a:pt x="0" y="439"/>
                  </a:lnTo>
                  <a:lnTo>
                    <a:pt x="0" y="506"/>
                  </a:lnTo>
                  <a:lnTo>
                    <a:pt x="202" y="809"/>
                  </a:lnTo>
                  <a:lnTo>
                    <a:pt x="236" y="843"/>
                  </a:lnTo>
                  <a:lnTo>
                    <a:pt x="370" y="843"/>
                  </a:lnTo>
                  <a:lnTo>
                    <a:pt x="370" y="809"/>
                  </a:lnTo>
                  <a:lnTo>
                    <a:pt x="370" y="742"/>
                  </a:lnTo>
                  <a:lnTo>
                    <a:pt x="370" y="641"/>
                  </a:lnTo>
                  <a:lnTo>
                    <a:pt x="539" y="607"/>
                  </a:lnTo>
                  <a:lnTo>
                    <a:pt x="707" y="540"/>
                  </a:lnTo>
                  <a:lnTo>
                    <a:pt x="808" y="439"/>
                  </a:lnTo>
                  <a:lnTo>
                    <a:pt x="875" y="304"/>
                  </a:lnTo>
                  <a:lnTo>
                    <a:pt x="909" y="169"/>
                  </a:lnTo>
                  <a:lnTo>
                    <a:pt x="842" y="35"/>
                  </a:lnTo>
                  <a:lnTo>
                    <a:pt x="8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1" name="Google Shape;141;p2"/>
            <p:cNvSpPr/>
            <p:nvPr/>
          </p:nvSpPr>
          <p:spPr>
            <a:xfrm>
              <a:off x="3686356" y="5895632"/>
              <a:ext cx="355626" cy="192426"/>
            </a:xfrm>
            <a:custGeom>
              <a:avLst/>
              <a:gdLst/>
              <a:ahLst/>
              <a:cxnLst/>
              <a:rect l="l" t="t" r="r" b="b"/>
              <a:pathLst>
                <a:path w="5354" h="2897" extrusionOk="0">
                  <a:moveTo>
                    <a:pt x="5051" y="1"/>
                  </a:moveTo>
                  <a:lnTo>
                    <a:pt x="5017" y="34"/>
                  </a:lnTo>
                  <a:lnTo>
                    <a:pt x="4983" y="34"/>
                  </a:lnTo>
                  <a:lnTo>
                    <a:pt x="4983" y="539"/>
                  </a:lnTo>
                  <a:lnTo>
                    <a:pt x="5017" y="1011"/>
                  </a:lnTo>
                  <a:lnTo>
                    <a:pt x="5152" y="1987"/>
                  </a:lnTo>
                  <a:lnTo>
                    <a:pt x="4546" y="2054"/>
                  </a:lnTo>
                  <a:lnTo>
                    <a:pt x="3973" y="2155"/>
                  </a:lnTo>
                  <a:lnTo>
                    <a:pt x="2829" y="2358"/>
                  </a:lnTo>
                  <a:lnTo>
                    <a:pt x="1684" y="2593"/>
                  </a:lnTo>
                  <a:lnTo>
                    <a:pt x="1112" y="2694"/>
                  </a:lnTo>
                  <a:lnTo>
                    <a:pt x="539" y="2762"/>
                  </a:lnTo>
                  <a:lnTo>
                    <a:pt x="371" y="2256"/>
                  </a:lnTo>
                  <a:lnTo>
                    <a:pt x="270" y="1785"/>
                  </a:lnTo>
                  <a:lnTo>
                    <a:pt x="203" y="1347"/>
                  </a:lnTo>
                  <a:lnTo>
                    <a:pt x="169" y="1145"/>
                  </a:lnTo>
                  <a:lnTo>
                    <a:pt x="102" y="943"/>
                  </a:lnTo>
                  <a:lnTo>
                    <a:pt x="640" y="876"/>
                  </a:lnTo>
                  <a:lnTo>
                    <a:pt x="1179" y="809"/>
                  </a:lnTo>
                  <a:lnTo>
                    <a:pt x="2256" y="573"/>
                  </a:lnTo>
                  <a:lnTo>
                    <a:pt x="3367" y="405"/>
                  </a:lnTo>
                  <a:lnTo>
                    <a:pt x="4041" y="304"/>
                  </a:lnTo>
                  <a:lnTo>
                    <a:pt x="4445" y="236"/>
                  </a:lnTo>
                  <a:lnTo>
                    <a:pt x="4647" y="203"/>
                  </a:lnTo>
                  <a:lnTo>
                    <a:pt x="4748" y="203"/>
                  </a:lnTo>
                  <a:lnTo>
                    <a:pt x="4815" y="236"/>
                  </a:lnTo>
                  <a:lnTo>
                    <a:pt x="4882" y="236"/>
                  </a:lnTo>
                  <a:lnTo>
                    <a:pt x="4916" y="203"/>
                  </a:lnTo>
                  <a:lnTo>
                    <a:pt x="4916" y="135"/>
                  </a:lnTo>
                  <a:lnTo>
                    <a:pt x="4882" y="68"/>
                  </a:lnTo>
                  <a:lnTo>
                    <a:pt x="4849" y="34"/>
                  </a:lnTo>
                  <a:lnTo>
                    <a:pt x="4680" y="34"/>
                  </a:lnTo>
                  <a:lnTo>
                    <a:pt x="3132" y="236"/>
                  </a:lnTo>
                  <a:lnTo>
                    <a:pt x="1549" y="506"/>
                  </a:lnTo>
                  <a:lnTo>
                    <a:pt x="775" y="640"/>
                  </a:lnTo>
                  <a:lnTo>
                    <a:pt x="371" y="741"/>
                  </a:lnTo>
                  <a:lnTo>
                    <a:pt x="1" y="876"/>
                  </a:lnTo>
                  <a:lnTo>
                    <a:pt x="1" y="910"/>
                  </a:lnTo>
                  <a:lnTo>
                    <a:pt x="34" y="943"/>
                  </a:lnTo>
                  <a:lnTo>
                    <a:pt x="1" y="1145"/>
                  </a:lnTo>
                  <a:lnTo>
                    <a:pt x="1" y="1381"/>
                  </a:lnTo>
                  <a:lnTo>
                    <a:pt x="68" y="1819"/>
                  </a:lnTo>
                  <a:lnTo>
                    <a:pt x="203" y="2324"/>
                  </a:lnTo>
                  <a:lnTo>
                    <a:pt x="337" y="2863"/>
                  </a:lnTo>
                  <a:lnTo>
                    <a:pt x="371" y="2896"/>
                  </a:lnTo>
                  <a:lnTo>
                    <a:pt x="1078" y="2896"/>
                  </a:lnTo>
                  <a:lnTo>
                    <a:pt x="1684" y="2829"/>
                  </a:lnTo>
                  <a:lnTo>
                    <a:pt x="2256" y="2728"/>
                  </a:lnTo>
                  <a:lnTo>
                    <a:pt x="2829" y="2593"/>
                  </a:lnTo>
                  <a:lnTo>
                    <a:pt x="4007" y="2358"/>
                  </a:lnTo>
                  <a:lnTo>
                    <a:pt x="4579" y="2256"/>
                  </a:lnTo>
                  <a:lnTo>
                    <a:pt x="5185" y="2189"/>
                  </a:lnTo>
                  <a:lnTo>
                    <a:pt x="5219" y="2223"/>
                  </a:lnTo>
                  <a:lnTo>
                    <a:pt x="5286" y="2223"/>
                  </a:lnTo>
                  <a:lnTo>
                    <a:pt x="5354" y="2189"/>
                  </a:lnTo>
                  <a:lnTo>
                    <a:pt x="5354" y="2122"/>
                  </a:lnTo>
                  <a:lnTo>
                    <a:pt x="5286" y="1078"/>
                  </a:lnTo>
                  <a:lnTo>
                    <a:pt x="5219" y="539"/>
                  </a:lnTo>
                  <a:lnTo>
                    <a:pt x="5118" y="34"/>
                  </a:lnTo>
                  <a:lnTo>
                    <a:pt x="50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2" name="Google Shape;142;p2"/>
            <p:cNvSpPr/>
            <p:nvPr/>
          </p:nvSpPr>
          <p:spPr>
            <a:xfrm>
              <a:off x="3842913" y="5591484"/>
              <a:ext cx="185651" cy="297506"/>
            </a:xfrm>
            <a:custGeom>
              <a:avLst/>
              <a:gdLst/>
              <a:ahLst/>
              <a:cxnLst/>
              <a:rect l="l" t="t" r="r" b="b"/>
              <a:pathLst>
                <a:path w="2795" h="4479" extrusionOk="0">
                  <a:moveTo>
                    <a:pt x="2054" y="169"/>
                  </a:moveTo>
                  <a:lnTo>
                    <a:pt x="2020" y="405"/>
                  </a:lnTo>
                  <a:lnTo>
                    <a:pt x="2054" y="641"/>
                  </a:lnTo>
                  <a:lnTo>
                    <a:pt x="2121" y="1112"/>
                  </a:lnTo>
                  <a:lnTo>
                    <a:pt x="2222" y="1617"/>
                  </a:lnTo>
                  <a:lnTo>
                    <a:pt x="2290" y="2088"/>
                  </a:lnTo>
                  <a:lnTo>
                    <a:pt x="2424" y="3132"/>
                  </a:lnTo>
                  <a:lnTo>
                    <a:pt x="2525" y="4142"/>
                  </a:lnTo>
                  <a:lnTo>
                    <a:pt x="1953" y="4209"/>
                  </a:lnTo>
                  <a:lnTo>
                    <a:pt x="1650" y="4243"/>
                  </a:lnTo>
                  <a:lnTo>
                    <a:pt x="1515" y="4277"/>
                  </a:lnTo>
                  <a:lnTo>
                    <a:pt x="1347" y="4310"/>
                  </a:lnTo>
                  <a:lnTo>
                    <a:pt x="1313" y="3772"/>
                  </a:lnTo>
                  <a:lnTo>
                    <a:pt x="1212" y="3233"/>
                  </a:lnTo>
                  <a:lnTo>
                    <a:pt x="1010" y="2189"/>
                  </a:lnTo>
                  <a:lnTo>
                    <a:pt x="1044" y="2122"/>
                  </a:lnTo>
                  <a:lnTo>
                    <a:pt x="1010" y="2055"/>
                  </a:lnTo>
                  <a:lnTo>
                    <a:pt x="977" y="2021"/>
                  </a:lnTo>
                  <a:lnTo>
                    <a:pt x="909" y="2021"/>
                  </a:lnTo>
                  <a:lnTo>
                    <a:pt x="472" y="2189"/>
                  </a:lnTo>
                  <a:lnTo>
                    <a:pt x="404" y="1718"/>
                  </a:lnTo>
                  <a:lnTo>
                    <a:pt x="303" y="1247"/>
                  </a:lnTo>
                  <a:lnTo>
                    <a:pt x="236" y="843"/>
                  </a:lnTo>
                  <a:lnTo>
                    <a:pt x="202" y="641"/>
                  </a:lnTo>
                  <a:lnTo>
                    <a:pt x="135" y="439"/>
                  </a:lnTo>
                  <a:lnTo>
                    <a:pt x="606" y="405"/>
                  </a:lnTo>
                  <a:lnTo>
                    <a:pt x="1111" y="338"/>
                  </a:lnTo>
                  <a:lnTo>
                    <a:pt x="2054" y="169"/>
                  </a:lnTo>
                  <a:close/>
                  <a:moveTo>
                    <a:pt x="2020" y="1"/>
                  </a:moveTo>
                  <a:lnTo>
                    <a:pt x="1078" y="136"/>
                  </a:lnTo>
                  <a:lnTo>
                    <a:pt x="606" y="203"/>
                  </a:lnTo>
                  <a:lnTo>
                    <a:pt x="135" y="338"/>
                  </a:lnTo>
                  <a:lnTo>
                    <a:pt x="101" y="371"/>
                  </a:lnTo>
                  <a:lnTo>
                    <a:pt x="68" y="371"/>
                  </a:lnTo>
                  <a:lnTo>
                    <a:pt x="34" y="405"/>
                  </a:lnTo>
                  <a:lnTo>
                    <a:pt x="0" y="607"/>
                  </a:lnTo>
                  <a:lnTo>
                    <a:pt x="0" y="843"/>
                  </a:lnTo>
                  <a:lnTo>
                    <a:pt x="68" y="1280"/>
                  </a:lnTo>
                  <a:lnTo>
                    <a:pt x="169" y="1785"/>
                  </a:lnTo>
                  <a:lnTo>
                    <a:pt x="236" y="2055"/>
                  </a:lnTo>
                  <a:lnTo>
                    <a:pt x="303" y="2290"/>
                  </a:lnTo>
                  <a:lnTo>
                    <a:pt x="337" y="2324"/>
                  </a:lnTo>
                  <a:lnTo>
                    <a:pt x="371" y="2358"/>
                  </a:lnTo>
                  <a:lnTo>
                    <a:pt x="438" y="2324"/>
                  </a:lnTo>
                  <a:lnTo>
                    <a:pt x="472" y="2324"/>
                  </a:lnTo>
                  <a:lnTo>
                    <a:pt x="876" y="2223"/>
                  </a:lnTo>
                  <a:lnTo>
                    <a:pt x="1010" y="3334"/>
                  </a:lnTo>
                  <a:lnTo>
                    <a:pt x="1111" y="3906"/>
                  </a:lnTo>
                  <a:lnTo>
                    <a:pt x="1246" y="4445"/>
                  </a:lnTo>
                  <a:lnTo>
                    <a:pt x="1280" y="4479"/>
                  </a:lnTo>
                  <a:lnTo>
                    <a:pt x="1347" y="4479"/>
                  </a:lnTo>
                  <a:lnTo>
                    <a:pt x="1381" y="4411"/>
                  </a:lnTo>
                  <a:lnTo>
                    <a:pt x="1482" y="4445"/>
                  </a:lnTo>
                  <a:lnTo>
                    <a:pt x="1616" y="4445"/>
                  </a:lnTo>
                  <a:lnTo>
                    <a:pt x="1886" y="4411"/>
                  </a:lnTo>
                  <a:lnTo>
                    <a:pt x="2559" y="4344"/>
                  </a:lnTo>
                  <a:lnTo>
                    <a:pt x="2626" y="4344"/>
                  </a:lnTo>
                  <a:lnTo>
                    <a:pt x="2694" y="4310"/>
                  </a:lnTo>
                  <a:lnTo>
                    <a:pt x="2761" y="4277"/>
                  </a:lnTo>
                  <a:lnTo>
                    <a:pt x="2795" y="4209"/>
                  </a:lnTo>
                  <a:lnTo>
                    <a:pt x="2761" y="4176"/>
                  </a:lnTo>
                  <a:lnTo>
                    <a:pt x="2694" y="4142"/>
                  </a:lnTo>
                  <a:lnTo>
                    <a:pt x="2593" y="3098"/>
                  </a:lnTo>
                  <a:lnTo>
                    <a:pt x="2458" y="2055"/>
                  </a:lnTo>
                  <a:lnTo>
                    <a:pt x="2357" y="1078"/>
                  </a:lnTo>
                  <a:lnTo>
                    <a:pt x="2256" y="573"/>
                  </a:lnTo>
                  <a:lnTo>
                    <a:pt x="2189" y="338"/>
                  </a:lnTo>
                  <a:lnTo>
                    <a:pt x="2088" y="136"/>
                  </a:lnTo>
                  <a:lnTo>
                    <a:pt x="2121" y="68"/>
                  </a:lnTo>
                  <a:lnTo>
                    <a:pt x="2088" y="35"/>
                  </a:lnTo>
                  <a:lnTo>
                    <a:pt x="205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3" name="Google Shape;143;p2"/>
            <p:cNvSpPr/>
            <p:nvPr/>
          </p:nvSpPr>
          <p:spPr>
            <a:xfrm>
              <a:off x="1725098" y="6217649"/>
              <a:ext cx="199135" cy="161141"/>
            </a:xfrm>
            <a:custGeom>
              <a:avLst/>
              <a:gdLst/>
              <a:ahLst/>
              <a:cxnLst/>
              <a:rect l="l" t="t" r="r" b="b"/>
              <a:pathLst>
                <a:path w="2998" h="2426" extrusionOk="0">
                  <a:moveTo>
                    <a:pt x="2526" y="371"/>
                  </a:moveTo>
                  <a:lnTo>
                    <a:pt x="2526" y="775"/>
                  </a:lnTo>
                  <a:lnTo>
                    <a:pt x="2593" y="1179"/>
                  </a:lnTo>
                  <a:lnTo>
                    <a:pt x="2762" y="1954"/>
                  </a:lnTo>
                  <a:lnTo>
                    <a:pt x="1617" y="2189"/>
                  </a:lnTo>
                  <a:lnTo>
                    <a:pt x="977" y="2257"/>
                  </a:lnTo>
                  <a:lnTo>
                    <a:pt x="573" y="2257"/>
                  </a:lnTo>
                  <a:lnTo>
                    <a:pt x="506" y="1785"/>
                  </a:lnTo>
                  <a:lnTo>
                    <a:pt x="405" y="1314"/>
                  </a:lnTo>
                  <a:lnTo>
                    <a:pt x="337" y="944"/>
                  </a:lnTo>
                  <a:lnTo>
                    <a:pt x="236" y="573"/>
                  </a:lnTo>
                  <a:lnTo>
                    <a:pt x="708" y="540"/>
                  </a:lnTo>
                  <a:lnTo>
                    <a:pt x="1179" y="472"/>
                  </a:lnTo>
                  <a:lnTo>
                    <a:pt x="1852" y="405"/>
                  </a:lnTo>
                  <a:lnTo>
                    <a:pt x="2526" y="371"/>
                  </a:lnTo>
                  <a:close/>
                  <a:moveTo>
                    <a:pt x="2627" y="1"/>
                  </a:moveTo>
                  <a:lnTo>
                    <a:pt x="2593" y="35"/>
                  </a:lnTo>
                  <a:lnTo>
                    <a:pt x="2560" y="68"/>
                  </a:lnTo>
                  <a:lnTo>
                    <a:pt x="2560" y="203"/>
                  </a:lnTo>
                  <a:lnTo>
                    <a:pt x="1953" y="203"/>
                  </a:lnTo>
                  <a:lnTo>
                    <a:pt x="1347" y="270"/>
                  </a:lnTo>
                  <a:lnTo>
                    <a:pt x="775" y="338"/>
                  </a:lnTo>
                  <a:lnTo>
                    <a:pt x="472" y="371"/>
                  </a:lnTo>
                  <a:lnTo>
                    <a:pt x="203" y="439"/>
                  </a:lnTo>
                  <a:lnTo>
                    <a:pt x="169" y="405"/>
                  </a:lnTo>
                  <a:lnTo>
                    <a:pt x="135" y="371"/>
                  </a:lnTo>
                  <a:lnTo>
                    <a:pt x="102" y="371"/>
                  </a:lnTo>
                  <a:lnTo>
                    <a:pt x="34" y="405"/>
                  </a:lnTo>
                  <a:lnTo>
                    <a:pt x="34" y="472"/>
                  </a:lnTo>
                  <a:lnTo>
                    <a:pt x="34" y="506"/>
                  </a:lnTo>
                  <a:lnTo>
                    <a:pt x="1" y="506"/>
                  </a:lnTo>
                  <a:lnTo>
                    <a:pt x="1" y="540"/>
                  </a:lnTo>
                  <a:lnTo>
                    <a:pt x="1" y="573"/>
                  </a:lnTo>
                  <a:lnTo>
                    <a:pt x="34" y="573"/>
                  </a:lnTo>
                  <a:lnTo>
                    <a:pt x="102" y="1011"/>
                  </a:lnTo>
                  <a:lnTo>
                    <a:pt x="203" y="1482"/>
                  </a:lnTo>
                  <a:lnTo>
                    <a:pt x="304" y="1920"/>
                  </a:lnTo>
                  <a:lnTo>
                    <a:pt x="337" y="2156"/>
                  </a:lnTo>
                  <a:lnTo>
                    <a:pt x="438" y="2358"/>
                  </a:lnTo>
                  <a:lnTo>
                    <a:pt x="438" y="2391"/>
                  </a:lnTo>
                  <a:lnTo>
                    <a:pt x="472" y="2425"/>
                  </a:lnTo>
                  <a:lnTo>
                    <a:pt x="539" y="2391"/>
                  </a:lnTo>
                  <a:lnTo>
                    <a:pt x="1145" y="2425"/>
                  </a:lnTo>
                  <a:lnTo>
                    <a:pt x="1718" y="2391"/>
                  </a:lnTo>
                  <a:lnTo>
                    <a:pt x="2290" y="2290"/>
                  </a:lnTo>
                  <a:lnTo>
                    <a:pt x="2863" y="2122"/>
                  </a:lnTo>
                  <a:lnTo>
                    <a:pt x="2896" y="2122"/>
                  </a:lnTo>
                  <a:lnTo>
                    <a:pt x="2964" y="2088"/>
                  </a:lnTo>
                  <a:lnTo>
                    <a:pt x="2997" y="2055"/>
                  </a:lnTo>
                  <a:lnTo>
                    <a:pt x="2997" y="1987"/>
                  </a:lnTo>
                  <a:lnTo>
                    <a:pt x="2896" y="1482"/>
                  </a:lnTo>
                  <a:lnTo>
                    <a:pt x="2795" y="944"/>
                  </a:lnTo>
                  <a:lnTo>
                    <a:pt x="2762" y="506"/>
                  </a:lnTo>
                  <a:lnTo>
                    <a:pt x="2728" y="270"/>
                  </a:lnTo>
                  <a:lnTo>
                    <a:pt x="2694" y="35"/>
                  </a:lnTo>
                  <a:lnTo>
                    <a:pt x="266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4" name="Google Shape;144;p2"/>
            <p:cNvSpPr/>
            <p:nvPr/>
          </p:nvSpPr>
          <p:spPr>
            <a:xfrm>
              <a:off x="1644594" y="5658571"/>
              <a:ext cx="156624" cy="102955"/>
            </a:xfrm>
            <a:custGeom>
              <a:avLst/>
              <a:gdLst/>
              <a:ahLst/>
              <a:cxnLst/>
              <a:rect l="l" t="t" r="r" b="b"/>
              <a:pathLst>
                <a:path w="2358" h="1550" extrusionOk="0">
                  <a:moveTo>
                    <a:pt x="2054" y="169"/>
                  </a:moveTo>
                  <a:lnTo>
                    <a:pt x="2054" y="270"/>
                  </a:lnTo>
                  <a:lnTo>
                    <a:pt x="2054" y="405"/>
                  </a:lnTo>
                  <a:lnTo>
                    <a:pt x="2088" y="607"/>
                  </a:lnTo>
                  <a:lnTo>
                    <a:pt x="2122" y="876"/>
                  </a:lnTo>
                  <a:lnTo>
                    <a:pt x="2155" y="1112"/>
                  </a:lnTo>
                  <a:lnTo>
                    <a:pt x="1213" y="1247"/>
                  </a:lnTo>
                  <a:lnTo>
                    <a:pt x="708" y="1348"/>
                  </a:lnTo>
                  <a:lnTo>
                    <a:pt x="236" y="1449"/>
                  </a:lnTo>
                  <a:lnTo>
                    <a:pt x="236" y="1449"/>
                  </a:lnTo>
                  <a:lnTo>
                    <a:pt x="270" y="1314"/>
                  </a:lnTo>
                  <a:lnTo>
                    <a:pt x="236" y="1146"/>
                  </a:lnTo>
                  <a:lnTo>
                    <a:pt x="203" y="843"/>
                  </a:lnTo>
                  <a:lnTo>
                    <a:pt x="169" y="607"/>
                  </a:lnTo>
                  <a:lnTo>
                    <a:pt x="135" y="405"/>
                  </a:lnTo>
                  <a:lnTo>
                    <a:pt x="438" y="405"/>
                  </a:lnTo>
                  <a:lnTo>
                    <a:pt x="775" y="338"/>
                  </a:lnTo>
                  <a:lnTo>
                    <a:pt x="1381" y="270"/>
                  </a:lnTo>
                  <a:lnTo>
                    <a:pt x="1650" y="203"/>
                  </a:lnTo>
                  <a:lnTo>
                    <a:pt x="1819" y="169"/>
                  </a:lnTo>
                  <a:lnTo>
                    <a:pt x="1953" y="169"/>
                  </a:lnTo>
                  <a:lnTo>
                    <a:pt x="1987" y="203"/>
                  </a:lnTo>
                  <a:lnTo>
                    <a:pt x="2054" y="169"/>
                  </a:lnTo>
                  <a:close/>
                  <a:moveTo>
                    <a:pt x="1785" y="1"/>
                  </a:moveTo>
                  <a:lnTo>
                    <a:pt x="1549" y="35"/>
                  </a:lnTo>
                  <a:lnTo>
                    <a:pt x="1044" y="136"/>
                  </a:lnTo>
                  <a:lnTo>
                    <a:pt x="573" y="203"/>
                  </a:lnTo>
                  <a:lnTo>
                    <a:pt x="304" y="237"/>
                  </a:lnTo>
                  <a:lnTo>
                    <a:pt x="102" y="304"/>
                  </a:lnTo>
                  <a:lnTo>
                    <a:pt x="68" y="304"/>
                  </a:lnTo>
                  <a:lnTo>
                    <a:pt x="68" y="338"/>
                  </a:lnTo>
                  <a:lnTo>
                    <a:pt x="1" y="371"/>
                  </a:lnTo>
                  <a:lnTo>
                    <a:pt x="34" y="371"/>
                  </a:lnTo>
                  <a:lnTo>
                    <a:pt x="34" y="506"/>
                  </a:lnTo>
                  <a:lnTo>
                    <a:pt x="34" y="607"/>
                  </a:lnTo>
                  <a:lnTo>
                    <a:pt x="68" y="843"/>
                  </a:lnTo>
                  <a:lnTo>
                    <a:pt x="68" y="1179"/>
                  </a:lnTo>
                  <a:lnTo>
                    <a:pt x="102" y="1348"/>
                  </a:lnTo>
                  <a:lnTo>
                    <a:pt x="169" y="1482"/>
                  </a:lnTo>
                  <a:lnTo>
                    <a:pt x="203" y="1516"/>
                  </a:lnTo>
                  <a:lnTo>
                    <a:pt x="203" y="1550"/>
                  </a:lnTo>
                  <a:lnTo>
                    <a:pt x="236" y="1550"/>
                  </a:lnTo>
                  <a:lnTo>
                    <a:pt x="741" y="1516"/>
                  </a:lnTo>
                  <a:lnTo>
                    <a:pt x="1246" y="1449"/>
                  </a:lnTo>
                  <a:lnTo>
                    <a:pt x="2256" y="1247"/>
                  </a:lnTo>
                  <a:lnTo>
                    <a:pt x="2290" y="1280"/>
                  </a:lnTo>
                  <a:lnTo>
                    <a:pt x="2290" y="1247"/>
                  </a:lnTo>
                  <a:lnTo>
                    <a:pt x="2357" y="1213"/>
                  </a:lnTo>
                  <a:lnTo>
                    <a:pt x="2357" y="1179"/>
                  </a:lnTo>
                  <a:lnTo>
                    <a:pt x="2357" y="1112"/>
                  </a:lnTo>
                  <a:lnTo>
                    <a:pt x="2324" y="1078"/>
                  </a:lnTo>
                  <a:lnTo>
                    <a:pt x="2290" y="843"/>
                  </a:lnTo>
                  <a:lnTo>
                    <a:pt x="2223" y="607"/>
                  </a:lnTo>
                  <a:lnTo>
                    <a:pt x="2189" y="304"/>
                  </a:lnTo>
                  <a:lnTo>
                    <a:pt x="2155" y="169"/>
                  </a:lnTo>
                  <a:lnTo>
                    <a:pt x="2088" y="68"/>
                  </a:lnTo>
                  <a:lnTo>
                    <a:pt x="2021" y="35"/>
                  </a:lnTo>
                  <a:lnTo>
                    <a:pt x="178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5" name="Google Shape;145;p2"/>
            <p:cNvSpPr/>
            <p:nvPr/>
          </p:nvSpPr>
          <p:spPr>
            <a:xfrm>
              <a:off x="3666230" y="6210940"/>
              <a:ext cx="26901" cy="40318"/>
            </a:xfrm>
            <a:custGeom>
              <a:avLst/>
              <a:gdLst/>
              <a:ahLst/>
              <a:cxnLst/>
              <a:rect l="l" t="t" r="r" b="b"/>
              <a:pathLst>
                <a:path w="405" h="607" extrusionOk="0">
                  <a:moveTo>
                    <a:pt x="270" y="1"/>
                  </a:moveTo>
                  <a:lnTo>
                    <a:pt x="203" y="35"/>
                  </a:lnTo>
                  <a:lnTo>
                    <a:pt x="68" y="136"/>
                  </a:lnTo>
                  <a:lnTo>
                    <a:pt x="1" y="237"/>
                  </a:lnTo>
                  <a:lnTo>
                    <a:pt x="1" y="371"/>
                  </a:lnTo>
                  <a:lnTo>
                    <a:pt x="1" y="405"/>
                  </a:lnTo>
                  <a:lnTo>
                    <a:pt x="34" y="439"/>
                  </a:lnTo>
                  <a:lnTo>
                    <a:pt x="68" y="439"/>
                  </a:lnTo>
                  <a:lnTo>
                    <a:pt x="102" y="405"/>
                  </a:lnTo>
                  <a:lnTo>
                    <a:pt x="135" y="472"/>
                  </a:lnTo>
                  <a:lnTo>
                    <a:pt x="270" y="573"/>
                  </a:lnTo>
                  <a:lnTo>
                    <a:pt x="337" y="607"/>
                  </a:lnTo>
                  <a:lnTo>
                    <a:pt x="371" y="573"/>
                  </a:lnTo>
                  <a:lnTo>
                    <a:pt x="405" y="506"/>
                  </a:lnTo>
                  <a:lnTo>
                    <a:pt x="371" y="472"/>
                  </a:lnTo>
                  <a:lnTo>
                    <a:pt x="270" y="371"/>
                  </a:lnTo>
                  <a:lnTo>
                    <a:pt x="169" y="304"/>
                  </a:lnTo>
                  <a:lnTo>
                    <a:pt x="304" y="169"/>
                  </a:lnTo>
                  <a:lnTo>
                    <a:pt x="337" y="102"/>
                  </a:lnTo>
                  <a:lnTo>
                    <a:pt x="337" y="68"/>
                  </a:lnTo>
                  <a:lnTo>
                    <a:pt x="304" y="35"/>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6" name="Google Shape;146;p2"/>
            <p:cNvSpPr/>
            <p:nvPr/>
          </p:nvSpPr>
          <p:spPr>
            <a:xfrm>
              <a:off x="1573057" y="5173288"/>
              <a:ext cx="2549428" cy="1442497"/>
            </a:xfrm>
            <a:custGeom>
              <a:avLst/>
              <a:gdLst/>
              <a:ahLst/>
              <a:cxnLst/>
              <a:rect l="l" t="t" r="r" b="b"/>
              <a:pathLst>
                <a:path w="38382" h="21717" extrusionOk="0">
                  <a:moveTo>
                    <a:pt x="36059" y="304"/>
                  </a:moveTo>
                  <a:lnTo>
                    <a:pt x="36227" y="1247"/>
                  </a:lnTo>
                  <a:lnTo>
                    <a:pt x="36395" y="2223"/>
                  </a:lnTo>
                  <a:lnTo>
                    <a:pt x="36766" y="4142"/>
                  </a:lnTo>
                  <a:lnTo>
                    <a:pt x="37136" y="6432"/>
                  </a:lnTo>
                  <a:lnTo>
                    <a:pt x="37439" y="8721"/>
                  </a:lnTo>
                  <a:lnTo>
                    <a:pt x="37709" y="10909"/>
                  </a:lnTo>
                  <a:lnTo>
                    <a:pt x="37944" y="13098"/>
                  </a:lnTo>
                  <a:lnTo>
                    <a:pt x="38012" y="14108"/>
                  </a:lnTo>
                  <a:lnTo>
                    <a:pt x="38079" y="15152"/>
                  </a:lnTo>
                  <a:lnTo>
                    <a:pt x="38113" y="15421"/>
                  </a:lnTo>
                  <a:lnTo>
                    <a:pt x="38079" y="15791"/>
                  </a:lnTo>
                  <a:lnTo>
                    <a:pt x="38045" y="15960"/>
                  </a:lnTo>
                  <a:lnTo>
                    <a:pt x="38012" y="16094"/>
                  </a:lnTo>
                  <a:lnTo>
                    <a:pt x="37911" y="16229"/>
                  </a:lnTo>
                  <a:lnTo>
                    <a:pt x="37742" y="16296"/>
                  </a:lnTo>
                  <a:lnTo>
                    <a:pt x="37574" y="16330"/>
                  </a:lnTo>
                  <a:lnTo>
                    <a:pt x="37439" y="16397"/>
                  </a:lnTo>
                  <a:lnTo>
                    <a:pt x="28685" y="17609"/>
                  </a:lnTo>
                  <a:lnTo>
                    <a:pt x="19932" y="18855"/>
                  </a:lnTo>
                  <a:lnTo>
                    <a:pt x="15488" y="19495"/>
                  </a:lnTo>
                  <a:lnTo>
                    <a:pt x="11043" y="20202"/>
                  </a:lnTo>
                  <a:lnTo>
                    <a:pt x="6633" y="20976"/>
                  </a:lnTo>
                  <a:lnTo>
                    <a:pt x="4276" y="21414"/>
                  </a:lnTo>
                  <a:lnTo>
                    <a:pt x="3805" y="21481"/>
                  </a:lnTo>
                  <a:lnTo>
                    <a:pt x="3333" y="21549"/>
                  </a:lnTo>
                  <a:lnTo>
                    <a:pt x="3098" y="21549"/>
                  </a:lnTo>
                  <a:lnTo>
                    <a:pt x="2862" y="21515"/>
                  </a:lnTo>
                  <a:lnTo>
                    <a:pt x="2626" y="21448"/>
                  </a:lnTo>
                  <a:lnTo>
                    <a:pt x="2424" y="21313"/>
                  </a:lnTo>
                  <a:lnTo>
                    <a:pt x="2054" y="19360"/>
                  </a:lnTo>
                  <a:lnTo>
                    <a:pt x="1751" y="17407"/>
                  </a:lnTo>
                  <a:lnTo>
                    <a:pt x="1448" y="15488"/>
                  </a:lnTo>
                  <a:lnTo>
                    <a:pt x="1179" y="13502"/>
                  </a:lnTo>
                  <a:lnTo>
                    <a:pt x="674" y="9630"/>
                  </a:lnTo>
                  <a:lnTo>
                    <a:pt x="438" y="7745"/>
                  </a:lnTo>
                  <a:lnTo>
                    <a:pt x="303" y="6768"/>
                  </a:lnTo>
                  <a:lnTo>
                    <a:pt x="101" y="5859"/>
                  </a:lnTo>
                  <a:lnTo>
                    <a:pt x="4579" y="5119"/>
                  </a:lnTo>
                  <a:lnTo>
                    <a:pt x="9091" y="4445"/>
                  </a:lnTo>
                  <a:lnTo>
                    <a:pt x="18080" y="3199"/>
                  </a:lnTo>
                  <a:lnTo>
                    <a:pt x="22592" y="2526"/>
                  </a:lnTo>
                  <a:lnTo>
                    <a:pt x="27103" y="1853"/>
                  </a:lnTo>
                  <a:lnTo>
                    <a:pt x="31581" y="1112"/>
                  </a:lnTo>
                  <a:lnTo>
                    <a:pt x="33837" y="708"/>
                  </a:lnTo>
                  <a:lnTo>
                    <a:pt x="36059" y="304"/>
                  </a:lnTo>
                  <a:close/>
                  <a:moveTo>
                    <a:pt x="36092" y="1"/>
                  </a:moveTo>
                  <a:lnTo>
                    <a:pt x="36025" y="35"/>
                  </a:lnTo>
                  <a:lnTo>
                    <a:pt x="36025" y="68"/>
                  </a:lnTo>
                  <a:lnTo>
                    <a:pt x="36025" y="102"/>
                  </a:lnTo>
                  <a:lnTo>
                    <a:pt x="33803" y="540"/>
                  </a:lnTo>
                  <a:lnTo>
                    <a:pt x="31547" y="910"/>
                  </a:lnTo>
                  <a:lnTo>
                    <a:pt x="29291" y="1280"/>
                  </a:lnTo>
                  <a:lnTo>
                    <a:pt x="27069" y="1651"/>
                  </a:lnTo>
                  <a:lnTo>
                    <a:pt x="22558" y="2290"/>
                  </a:lnTo>
                  <a:lnTo>
                    <a:pt x="18046" y="2930"/>
                  </a:lnTo>
                  <a:lnTo>
                    <a:pt x="13535" y="3536"/>
                  </a:lnTo>
                  <a:lnTo>
                    <a:pt x="9023" y="4176"/>
                  </a:lnTo>
                  <a:lnTo>
                    <a:pt x="6768" y="4546"/>
                  </a:lnTo>
                  <a:lnTo>
                    <a:pt x="4545" y="4916"/>
                  </a:lnTo>
                  <a:lnTo>
                    <a:pt x="2290" y="5287"/>
                  </a:lnTo>
                  <a:lnTo>
                    <a:pt x="68" y="5725"/>
                  </a:lnTo>
                  <a:lnTo>
                    <a:pt x="34" y="5725"/>
                  </a:lnTo>
                  <a:lnTo>
                    <a:pt x="0" y="5758"/>
                  </a:lnTo>
                  <a:lnTo>
                    <a:pt x="34" y="5826"/>
                  </a:lnTo>
                  <a:lnTo>
                    <a:pt x="68" y="6768"/>
                  </a:lnTo>
                  <a:lnTo>
                    <a:pt x="169" y="7745"/>
                  </a:lnTo>
                  <a:lnTo>
                    <a:pt x="438" y="9630"/>
                  </a:lnTo>
                  <a:lnTo>
                    <a:pt x="1010" y="13771"/>
                  </a:lnTo>
                  <a:lnTo>
                    <a:pt x="1212" y="15589"/>
                  </a:lnTo>
                  <a:lnTo>
                    <a:pt x="1482" y="17441"/>
                  </a:lnTo>
                  <a:lnTo>
                    <a:pt x="1751" y="19259"/>
                  </a:lnTo>
                  <a:lnTo>
                    <a:pt x="1919" y="20134"/>
                  </a:lnTo>
                  <a:lnTo>
                    <a:pt x="2155" y="21043"/>
                  </a:lnTo>
                  <a:lnTo>
                    <a:pt x="2088" y="21077"/>
                  </a:lnTo>
                  <a:lnTo>
                    <a:pt x="2054" y="21111"/>
                  </a:lnTo>
                  <a:lnTo>
                    <a:pt x="2054" y="21144"/>
                  </a:lnTo>
                  <a:lnTo>
                    <a:pt x="2222" y="21347"/>
                  </a:lnTo>
                  <a:lnTo>
                    <a:pt x="2222" y="21380"/>
                  </a:lnTo>
                  <a:lnTo>
                    <a:pt x="2256" y="21414"/>
                  </a:lnTo>
                  <a:lnTo>
                    <a:pt x="2323" y="21448"/>
                  </a:lnTo>
                  <a:lnTo>
                    <a:pt x="2492" y="21582"/>
                  </a:lnTo>
                  <a:lnTo>
                    <a:pt x="2694" y="21650"/>
                  </a:lnTo>
                  <a:lnTo>
                    <a:pt x="2929" y="21717"/>
                  </a:lnTo>
                  <a:lnTo>
                    <a:pt x="3603" y="21717"/>
                  </a:lnTo>
                  <a:lnTo>
                    <a:pt x="4074" y="21650"/>
                  </a:lnTo>
                  <a:lnTo>
                    <a:pt x="6431" y="21246"/>
                  </a:lnTo>
                  <a:lnTo>
                    <a:pt x="8754" y="20808"/>
                  </a:lnTo>
                  <a:lnTo>
                    <a:pt x="11178" y="20404"/>
                  </a:lnTo>
                  <a:lnTo>
                    <a:pt x="13569" y="20000"/>
                  </a:lnTo>
                  <a:lnTo>
                    <a:pt x="18417" y="19293"/>
                  </a:lnTo>
                  <a:lnTo>
                    <a:pt x="27844" y="17946"/>
                  </a:lnTo>
                  <a:lnTo>
                    <a:pt x="37271" y="16633"/>
                  </a:lnTo>
                  <a:lnTo>
                    <a:pt x="37338" y="16700"/>
                  </a:lnTo>
                  <a:lnTo>
                    <a:pt x="37372" y="16700"/>
                  </a:lnTo>
                  <a:lnTo>
                    <a:pt x="37405" y="16667"/>
                  </a:lnTo>
                  <a:lnTo>
                    <a:pt x="37540" y="16633"/>
                  </a:lnTo>
                  <a:lnTo>
                    <a:pt x="37641" y="16566"/>
                  </a:lnTo>
                  <a:lnTo>
                    <a:pt x="37742" y="16566"/>
                  </a:lnTo>
                  <a:lnTo>
                    <a:pt x="37810" y="16532"/>
                  </a:lnTo>
                  <a:lnTo>
                    <a:pt x="37944" y="16498"/>
                  </a:lnTo>
                  <a:lnTo>
                    <a:pt x="38079" y="16431"/>
                  </a:lnTo>
                  <a:lnTo>
                    <a:pt x="38214" y="16330"/>
                  </a:lnTo>
                  <a:lnTo>
                    <a:pt x="38281" y="16162"/>
                  </a:lnTo>
                  <a:lnTo>
                    <a:pt x="38315" y="15960"/>
                  </a:lnTo>
                  <a:lnTo>
                    <a:pt x="38348" y="15724"/>
                  </a:lnTo>
                  <a:lnTo>
                    <a:pt x="38382" y="15286"/>
                  </a:lnTo>
                  <a:lnTo>
                    <a:pt x="38315" y="14377"/>
                  </a:lnTo>
                  <a:lnTo>
                    <a:pt x="38214" y="13165"/>
                  </a:lnTo>
                  <a:lnTo>
                    <a:pt x="38079" y="11919"/>
                  </a:lnTo>
                  <a:lnTo>
                    <a:pt x="37810" y="9495"/>
                  </a:lnTo>
                  <a:lnTo>
                    <a:pt x="37473" y="7172"/>
                  </a:lnTo>
                  <a:lnTo>
                    <a:pt x="37136" y="4849"/>
                  </a:lnTo>
                  <a:lnTo>
                    <a:pt x="36934" y="3637"/>
                  </a:lnTo>
                  <a:lnTo>
                    <a:pt x="36732" y="2425"/>
                  </a:lnTo>
                  <a:lnTo>
                    <a:pt x="36496" y="1213"/>
                  </a:lnTo>
                  <a:lnTo>
                    <a:pt x="36328" y="641"/>
                  </a:lnTo>
                  <a:lnTo>
                    <a:pt x="36193" y="35"/>
                  </a:lnTo>
                  <a:lnTo>
                    <a:pt x="3612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7" name="Google Shape;147;p2"/>
            <p:cNvSpPr/>
            <p:nvPr/>
          </p:nvSpPr>
          <p:spPr>
            <a:xfrm>
              <a:off x="1655820" y="5757009"/>
              <a:ext cx="154366" cy="167783"/>
            </a:xfrm>
            <a:custGeom>
              <a:avLst/>
              <a:gdLst/>
              <a:ahLst/>
              <a:cxnLst/>
              <a:rect l="l" t="t" r="r" b="b"/>
              <a:pathLst>
                <a:path w="2324" h="2526" extrusionOk="0">
                  <a:moveTo>
                    <a:pt x="1953" y="202"/>
                  </a:moveTo>
                  <a:lnTo>
                    <a:pt x="1953" y="640"/>
                  </a:lnTo>
                  <a:lnTo>
                    <a:pt x="1986" y="1111"/>
                  </a:lnTo>
                  <a:lnTo>
                    <a:pt x="2054" y="1583"/>
                  </a:lnTo>
                  <a:lnTo>
                    <a:pt x="2155" y="2020"/>
                  </a:lnTo>
                  <a:lnTo>
                    <a:pt x="2188" y="2054"/>
                  </a:lnTo>
                  <a:lnTo>
                    <a:pt x="2155" y="2054"/>
                  </a:lnTo>
                  <a:lnTo>
                    <a:pt x="1751" y="2088"/>
                  </a:lnTo>
                  <a:lnTo>
                    <a:pt x="1347" y="2155"/>
                  </a:lnTo>
                  <a:lnTo>
                    <a:pt x="943" y="2189"/>
                  </a:lnTo>
                  <a:lnTo>
                    <a:pt x="505" y="2222"/>
                  </a:lnTo>
                  <a:lnTo>
                    <a:pt x="337" y="1347"/>
                  </a:lnTo>
                  <a:lnTo>
                    <a:pt x="168" y="404"/>
                  </a:lnTo>
                  <a:lnTo>
                    <a:pt x="606" y="404"/>
                  </a:lnTo>
                  <a:lnTo>
                    <a:pt x="1077" y="371"/>
                  </a:lnTo>
                  <a:lnTo>
                    <a:pt x="1953" y="202"/>
                  </a:lnTo>
                  <a:close/>
                  <a:moveTo>
                    <a:pt x="1953" y="0"/>
                  </a:moveTo>
                  <a:lnTo>
                    <a:pt x="1044" y="135"/>
                  </a:lnTo>
                  <a:lnTo>
                    <a:pt x="572" y="202"/>
                  </a:lnTo>
                  <a:lnTo>
                    <a:pt x="101" y="303"/>
                  </a:lnTo>
                  <a:lnTo>
                    <a:pt x="67" y="303"/>
                  </a:lnTo>
                  <a:lnTo>
                    <a:pt x="67" y="371"/>
                  </a:lnTo>
                  <a:lnTo>
                    <a:pt x="34" y="371"/>
                  </a:lnTo>
                  <a:lnTo>
                    <a:pt x="0" y="404"/>
                  </a:lnTo>
                  <a:lnTo>
                    <a:pt x="34" y="943"/>
                  </a:lnTo>
                  <a:lnTo>
                    <a:pt x="135" y="1448"/>
                  </a:lnTo>
                  <a:lnTo>
                    <a:pt x="236" y="1987"/>
                  </a:lnTo>
                  <a:lnTo>
                    <a:pt x="370" y="2458"/>
                  </a:lnTo>
                  <a:lnTo>
                    <a:pt x="404" y="2525"/>
                  </a:lnTo>
                  <a:lnTo>
                    <a:pt x="471" y="2525"/>
                  </a:lnTo>
                  <a:lnTo>
                    <a:pt x="539" y="2492"/>
                  </a:lnTo>
                  <a:lnTo>
                    <a:pt x="572" y="2424"/>
                  </a:lnTo>
                  <a:lnTo>
                    <a:pt x="539" y="2357"/>
                  </a:lnTo>
                  <a:lnTo>
                    <a:pt x="943" y="2391"/>
                  </a:lnTo>
                  <a:lnTo>
                    <a:pt x="1380" y="2357"/>
                  </a:lnTo>
                  <a:lnTo>
                    <a:pt x="1784" y="2290"/>
                  </a:lnTo>
                  <a:lnTo>
                    <a:pt x="2188" y="2189"/>
                  </a:lnTo>
                  <a:lnTo>
                    <a:pt x="2222" y="2121"/>
                  </a:lnTo>
                  <a:lnTo>
                    <a:pt x="2222" y="2088"/>
                  </a:lnTo>
                  <a:lnTo>
                    <a:pt x="2289" y="2054"/>
                  </a:lnTo>
                  <a:lnTo>
                    <a:pt x="2323" y="1987"/>
                  </a:lnTo>
                  <a:lnTo>
                    <a:pt x="2289" y="1549"/>
                  </a:lnTo>
                  <a:lnTo>
                    <a:pt x="2222" y="1078"/>
                  </a:lnTo>
                  <a:lnTo>
                    <a:pt x="2121" y="606"/>
                  </a:lnTo>
                  <a:lnTo>
                    <a:pt x="2054" y="169"/>
                  </a:lnTo>
                  <a:lnTo>
                    <a:pt x="2054" y="101"/>
                  </a:lnTo>
                  <a:lnTo>
                    <a:pt x="2054" y="68"/>
                  </a:lnTo>
                  <a:lnTo>
                    <a:pt x="2020" y="34"/>
                  </a:lnTo>
                  <a:lnTo>
                    <a:pt x="195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8" name="Google Shape;148;p2"/>
            <p:cNvSpPr/>
            <p:nvPr/>
          </p:nvSpPr>
          <p:spPr>
            <a:xfrm>
              <a:off x="1704972" y="6058899"/>
              <a:ext cx="275122" cy="167783"/>
            </a:xfrm>
            <a:custGeom>
              <a:avLst/>
              <a:gdLst/>
              <a:ahLst/>
              <a:cxnLst/>
              <a:rect l="l" t="t" r="r" b="b"/>
              <a:pathLst>
                <a:path w="4142" h="2526" extrusionOk="0">
                  <a:moveTo>
                    <a:pt x="3738" y="169"/>
                  </a:moveTo>
                  <a:lnTo>
                    <a:pt x="3704" y="337"/>
                  </a:lnTo>
                  <a:lnTo>
                    <a:pt x="3738" y="472"/>
                  </a:lnTo>
                  <a:lnTo>
                    <a:pt x="3772" y="809"/>
                  </a:lnTo>
                  <a:lnTo>
                    <a:pt x="3906" y="1751"/>
                  </a:lnTo>
                  <a:lnTo>
                    <a:pt x="3065" y="1852"/>
                  </a:lnTo>
                  <a:lnTo>
                    <a:pt x="2223" y="1953"/>
                  </a:lnTo>
                  <a:lnTo>
                    <a:pt x="1347" y="2088"/>
                  </a:lnTo>
                  <a:lnTo>
                    <a:pt x="910" y="2189"/>
                  </a:lnTo>
                  <a:lnTo>
                    <a:pt x="674" y="2256"/>
                  </a:lnTo>
                  <a:lnTo>
                    <a:pt x="506" y="2357"/>
                  </a:lnTo>
                  <a:lnTo>
                    <a:pt x="337" y="1381"/>
                  </a:lnTo>
                  <a:lnTo>
                    <a:pt x="270" y="1011"/>
                  </a:lnTo>
                  <a:lnTo>
                    <a:pt x="236" y="809"/>
                  </a:lnTo>
                  <a:lnTo>
                    <a:pt x="169" y="640"/>
                  </a:lnTo>
                  <a:lnTo>
                    <a:pt x="1044" y="472"/>
                  </a:lnTo>
                  <a:lnTo>
                    <a:pt x="1953" y="371"/>
                  </a:lnTo>
                  <a:lnTo>
                    <a:pt x="3738" y="169"/>
                  </a:lnTo>
                  <a:close/>
                  <a:moveTo>
                    <a:pt x="3267" y="1"/>
                  </a:moveTo>
                  <a:lnTo>
                    <a:pt x="2728" y="68"/>
                  </a:lnTo>
                  <a:lnTo>
                    <a:pt x="1684" y="203"/>
                  </a:lnTo>
                  <a:lnTo>
                    <a:pt x="876" y="304"/>
                  </a:lnTo>
                  <a:lnTo>
                    <a:pt x="472" y="405"/>
                  </a:lnTo>
                  <a:lnTo>
                    <a:pt x="270" y="472"/>
                  </a:lnTo>
                  <a:lnTo>
                    <a:pt x="135" y="573"/>
                  </a:lnTo>
                  <a:lnTo>
                    <a:pt x="102" y="506"/>
                  </a:lnTo>
                  <a:lnTo>
                    <a:pt x="68" y="539"/>
                  </a:lnTo>
                  <a:lnTo>
                    <a:pt x="1" y="708"/>
                  </a:lnTo>
                  <a:lnTo>
                    <a:pt x="34" y="910"/>
                  </a:lnTo>
                  <a:lnTo>
                    <a:pt x="102" y="1280"/>
                  </a:lnTo>
                  <a:lnTo>
                    <a:pt x="304" y="2425"/>
                  </a:lnTo>
                  <a:lnTo>
                    <a:pt x="337" y="2492"/>
                  </a:lnTo>
                  <a:lnTo>
                    <a:pt x="405" y="2526"/>
                  </a:lnTo>
                  <a:lnTo>
                    <a:pt x="472" y="2492"/>
                  </a:lnTo>
                  <a:lnTo>
                    <a:pt x="506" y="2425"/>
                  </a:lnTo>
                  <a:lnTo>
                    <a:pt x="506" y="2391"/>
                  </a:lnTo>
                  <a:lnTo>
                    <a:pt x="876" y="2391"/>
                  </a:lnTo>
                  <a:lnTo>
                    <a:pt x="1246" y="2324"/>
                  </a:lnTo>
                  <a:lnTo>
                    <a:pt x="2021" y="2155"/>
                  </a:lnTo>
                  <a:lnTo>
                    <a:pt x="2997" y="2021"/>
                  </a:lnTo>
                  <a:lnTo>
                    <a:pt x="3974" y="1920"/>
                  </a:lnTo>
                  <a:lnTo>
                    <a:pt x="3974" y="1987"/>
                  </a:lnTo>
                  <a:lnTo>
                    <a:pt x="4007" y="2021"/>
                  </a:lnTo>
                  <a:lnTo>
                    <a:pt x="4075" y="2054"/>
                  </a:lnTo>
                  <a:lnTo>
                    <a:pt x="4108" y="2021"/>
                  </a:lnTo>
                  <a:lnTo>
                    <a:pt x="4142" y="1953"/>
                  </a:lnTo>
                  <a:lnTo>
                    <a:pt x="4075" y="1448"/>
                  </a:lnTo>
                  <a:lnTo>
                    <a:pt x="4007" y="910"/>
                  </a:lnTo>
                  <a:lnTo>
                    <a:pt x="3974" y="539"/>
                  </a:lnTo>
                  <a:lnTo>
                    <a:pt x="3940" y="337"/>
                  </a:lnTo>
                  <a:lnTo>
                    <a:pt x="3839" y="135"/>
                  </a:lnTo>
                  <a:lnTo>
                    <a:pt x="3873" y="102"/>
                  </a:lnTo>
                  <a:lnTo>
                    <a:pt x="3873" y="34"/>
                  </a:lnTo>
                  <a:lnTo>
                    <a:pt x="38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9" name="Google Shape;149;p2"/>
            <p:cNvSpPr/>
            <p:nvPr/>
          </p:nvSpPr>
          <p:spPr>
            <a:xfrm>
              <a:off x="1678138" y="5897891"/>
              <a:ext cx="239387" cy="167783"/>
            </a:xfrm>
            <a:custGeom>
              <a:avLst/>
              <a:gdLst/>
              <a:ahLst/>
              <a:cxnLst/>
              <a:rect l="l" t="t" r="r" b="b"/>
              <a:pathLst>
                <a:path w="3604" h="2526" extrusionOk="0">
                  <a:moveTo>
                    <a:pt x="3199" y="337"/>
                  </a:moveTo>
                  <a:lnTo>
                    <a:pt x="3300" y="1212"/>
                  </a:lnTo>
                  <a:lnTo>
                    <a:pt x="3334" y="1583"/>
                  </a:lnTo>
                  <a:lnTo>
                    <a:pt x="3368" y="1987"/>
                  </a:lnTo>
                  <a:lnTo>
                    <a:pt x="3267" y="1919"/>
                  </a:lnTo>
                  <a:lnTo>
                    <a:pt x="2896" y="1919"/>
                  </a:lnTo>
                  <a:lnTo>
                    <a:pt x="2425" y="2020"/>
                  </a:lnTo>
                  <a:lnTo>
                    <a:pt x="1482" y="2256"/>
                  </a:lnTo>
                  <a:lnTo>
                    <a:pt x="1246" y="2290"/>
                  </a:lnTo>
                  <a:lnTo>
                    <a:pt x="977" y="2290"/>
                  </a:lnTo>
                  <a:lnTo>
                    <a:pt x="708" y="2324"/>
                  </a:lnTo>
                  <a:lnTo>
                    <a:pt x="472" y="2391"/>
                  </a:lnTo>
                  <a:lnTo>
                    <a:pt x="337" y="1919"/>
                  </a:lnTo>
                  <a:lnTo>
                    <a:pt x="236" y="1448"/>
                  </a:lnTo>
                  <a:lnTo>
                    <a:pt x="203" y="1078"/>
                  </a:lnTo>
                  <a:lnTo>
                    <a:pt x="203" y="876"/>
                  </a:lnTo>
                  <a:lnTo>
                    <a:pt x="135" y="707"/>
                  </a:lnTo>
                  <a:lnTo>
                    <a:pt x="169" y="707"/>
                  </a:lnTo>
                  <a:lnTo>
                    <a:pt x="506" y="606"/>
                  </a:lnTo>
                  <a:lnTo>
                    <a:pt x="842" y="539"/>
                  </a:lnTo>
                  <a:lnTo>
                    <a:pt x="1549" y="472"/>
                  </a:lnTo>
                  <a:lnTo>
                    <a:pt x="2357" y="371"/>
                  </a:lnTo>
                  <a:lnTo>
                    <a:pt x="3199" y="337"/>
                  </a:lnTo>
                  <a:close/>
                  <a:moveTo>
                    <a:pt x="3233" y="0"/>
                  </a:moveTo>
                  <a:lnTo>
                    <a:pt x="3165" y="34"/>
                  </a:lnTo>
                  <a:lnTo>
                    <a:pt x="3165" y="101"/>
                  </a:lnTo>
                  <a:lnTo>
                    <a:pt x="3165" y="169"/>
                  </a:lnTo>
                  <a:lnTo>
                    <a:pt x="2458" y="202"/>
                  </a:lnTo>
                  <a:lnTo>
                    <a:pt x="1751" y="270"/>
                  </a:lnTo>
                  <a:lnTo>
                    <a:pt x="943" y="337"/>
                  </a:lnTo>
                  <a:lnTo>
                    <a:pt x="539" y="438"/>
                  </a:lnTo>
                  <a:lnTo>
                    <a:pt x="169" y="539"/>
                  </a:lnTo>
                  <a:lnTo>
                    <a:pt x="135" y="606"/>
                  </a:lnTo>
                  <a:lnTo>
                    <a:pt x="135" y="674"/>
                  </a:lnTo>
                  <a:lnTo>
                    <a:pt x="102" y="606"/>
                  </a:lnTo>
                  <a:lnTo>
                    <a:pt x="68" y="606"/>
                  </a:lnTo>
                  <a:lnTo>
                    <a:pt x="34" y="707"/>
                  </a:lnTo>
                  <a:lnTo>
                    <a:pt x="1" y="808"/>
                  </a:lnTo>
                  <a:lnTo>
                    <a:pt x="1" y="1044"/>
                  </a:lnTo>
                  <a:lnTo>
                    <a:pt x="68" y="1482"/>
                  </a:lnTo>
                  <a:lnTo>
                    <a:pt x="169" y="1987"/>
                  </a:lnTo>
                  <a:lnTo>
                    <a:pt x="304" y="2458"/>
                  </a:lnTo>
                  <a:lnTo>
                    <a:pt x="337" y="2526"/>
                  </a:lnTo>
                  <a:lnTo>
                    <a:pt x="405" y="2526"/>
                  </a:lnTo>
                  <a:lnTo>
                    <a:pt x="472" y="2492"/>
                  </a:lnTo>
                  <a:lnTo>
                    <a:pt x="472" y="2425"/>
                  </a:lnTo>
                  <a:lnTo>
                    <a:pt x="842" y="2492"/>
                  </a:lnTo>
                  <a:lnTo>
                    <a:pt x="1179" y="2458"/>
                  </a:lnTo>
                  <a:lnTo>
                    <a:pt x="1549" y="2425"/>
                  </a:lnTo>
                  <a:lnTo>
                    <a:pt x="1886" y="2357"/>
                  </a:lnTo>
                  <a:lnTo>
                    <a:pt x="2290" y="2256"/>
                  </a:lnTo>
                  <a:lnTo>
                    <a:pt x="2660" y="2189"/>
                  </a:lnTo>
                  <a:lnTo>
                    <a:pt x="3031" y="2155"/>
                  </a:lnTo>
                  <a:lnTo>
                    <a:pt x="3435" y="2155"/>
                  </a:lnTo>
                  <a:lnTo>
                    <a:pt x="3435" y="2189"/>
                  </a:lnTo>
                  <a:lnTo>
                    <a:pt x="3536" y="2189"/>
                  </a:lnTo>
                  <a:lnTo>
                    <a:pt x="3570" y="2121"/>
                  </a:lnTo>
                  <a:lnTo>
                    <a:pt x="3603" y="1886"/>
                  </a:lnTo>
                  <a:lnTo>
                    <a:pt x="3603" y="1650"/>
                  </a:lnTo>
                  <a:lnTo>
                    <a:pt x="3536" y="1179"/>
                  </a:lnTo>
                  <a:lnTo>
                    <a:pt x="3469" y="606"/>
                  </a:lnTo>
                  <a:lnTo>
                    <a:pt x="3334" y="68"/>
                  </a:lnTo>
                  <a:lnTo>
                    <a:pt x="330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0" name="Google Shape;150;p2"/>
            <p:cNvSpPr/>
            <p:nvPr/>
          </p:nvSpPr>
          <p:spPr>
            <a:xfrm>
              <a:off x="2749333" y="5935884"/>
              <a:ext cx="22451" cy="134240"/>
            </a:xfrm>
            <a:custGeom>
              <a:avLst/>
              <a:gdLst/>
              <a:ahLst/>
              <a:cxnLst/>
              <a:rect l="l" t="t" r="r" b="b"/>
              <a:pathLst>
                <a:path w="338" h="2021" extrusionOk="0">
                  <a:moveTo>
                    <a:pt x="1" y="1"/>
                  </a:moveTo>
                  <a:lnTo>
                    <a:pt x="1" y="34"/>
                  </a:lnTo>
                  <a:lnTo>
                    <a:pt x="1" y="270"/>
                  </a:lnTo>
                  <a:lnTo>
                    <a:pt x="34" y="472"/>
                  </a:lnTo>
                  <a:lnTo>
                    <a:pt x="102" y="943"/>
                  </a:lnTo>
                  <a:lnTo>
                    <a:pt x="135" y="1448"/>
                  </a:lnTo>
                  <a:lnTo>
                    <a:pt x="169" y="1718"/>
                  </a:lnTo>
                  <a:lnTo>
                    <a:pt x="203" y="1954"/>
                  </a:lnTo>
                  <a:lnTo>
                    <a:pt x="236" y="1987"/>
                  </a:lnTo>
                  <a:lnTo>
                    <a:pt x="270" y="2021"/>
                  </a:lnTo>
                  <a:lnTo>
                    <a:pt x="304" y="1987"/>
                  </a:lnTo>
                  <a:lnTo>
                    <a:pt x="337" y="1954"/>
                  </a:lnTo>
                  <a:lnTo>
                    <a:pt x="337" y="1684"/>
                  </a:lnTo>
                  <a:lnTo>
                    <a:pt x="337" y="1448"/>
                  </a:lnTo>
                  <a:lnTo>
                    <a:pt x="270" y="910"/>
                  </a:lnTo>
                  <a:lnTo>
                    <a:pt x="203" y="472"/>
                  </a:lnTo>
                  <a:lnTo>
                    <a:pt x="169" y="236"/>
                  </a:lnTo>
                  <a:lnTo>
                    <a:pt x="102"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1" name="Google Shape;151;p2"/>
            <p:cNvSpPr/>
            <p:nvPr/>
          </p:nvSpPr>
          <p:spPr>
            <a:xfrm>
              <a:off x="3216748" y="5689922"/>
              <a:ext cx="147657" cy="147657"/>
            </a:xfrm>
            <a:custGeom>
              <a:avLst/>
              <a:gdLst/>
              <a:ahLst/>
              <a:cxnLst/>
              <a:rect l="l" t="t" r="r" b="b"/>
              <a:pathLst>
                <a:path w="2223" h="2223" extrusionOk="0">
                  <a:moveTo>
                    <a:pt x="1818" y="0"/>
                  </a:moveTo>
                  <a:lnTo>
                    <a:pt x="1313" y="68"/>
                  </a:lnTo>
                  <a:lnTo>
                    <a:pt x="808" y="135"/>
                  </a:lnTo>
                  <a:lnTo>
                    <a:pt x="404" y="169"/>
                  </a:lnTo>
                  <a:lnTo>
                    <a:pt x="202" y="202"/>
                  </a:lnTo>
                  <a:lnTo>
                    <a:pt x="0" y="270"/>
                  </a:lnTo>
                  <a:lnTo>
                    <a:pt x="0" y="303"/>
                  </a:lnTo>
                  <a:lnTo>
                    <a:pt x="169" y="371"/>
                  </a:lnTo>
                  <a:lnTo>
                    <a:pt x="337" y="404"/>
                  </a:lnTo>
                  <a:lnTo>
                    <a:pt x="707" y="337"/>
                  </a:lnTo>
                  <a:lnTo>
                    <a:pt x="1246" y="270"/>
                  </a:lnTo>
                  <a:lnTo>
                    <a:pt x="1785" y="202"/>
                  </a:lnTo>
                  <a:lnTo>
                    <a:pt x="1785" y="371"/>
                  </a:lnTo>
                  <a:lnTo>
                    <a:pt x="1785" y="539"/>
                  </a:lnTo>
                  <a:lnTo>
                    <a:pt x="1852" y="909"/>
                  </a:lnTo>
                  <a:lnTo>
                    <a:pt x="1919" y="1381"/>
                  </a:lnTo>
                  <a:lnTo>
                    <a:pt x="1953" y="1616"/>
                  </a:lnTo>
                  <a:lnTo>
                    <a:pt x="2020" y="1818"/>
                  </a:lnTo>
                  <a:lnTo>
                    <a:pt x="1044" y="1953"/>
                  </a:lnTo>
                  <a:lnTo>
                    <a:pt x="674" y="1987"/>
                  </a:lnTo>
                  <a:lnTo>
                    <a:pt x="505" y="2020"/>
                  </a:lnTo>
                  <a:lnTo>
                    <a:pt x="371" y="2121"/>
                  </a:lnTo>
                  <a:lnTo>
                    <a:pt x="539" y="2189"/>
                  </a:lnTo>
                  <a:lnTo>
                    <a:pt x="707" y="2222"/>
                  </a:lnTo>
                  <a:lnTo>
                    <a:pt x="1078" y="2155"/>
                  </a:lnTo>
                  <a:lnTo>
                    <a:pt x="2121" y="2020"/>
                  </a:lnTo>
                  <a:lnTo>
                    <a:pt x="2189" y="1987"/>
                  </a:lnTo>
                  <a:lnTo>
                    <a:pt x="2222" y="1953"/>
                  </a:lnTo>
                  <a:lnTo>
                    <a:pt x="2222" y="1886"/>
                  </a:lnTo>
                  <a:lnTo>
                    <a:pt x="2189" y="1852"/>
                  </a:lnTo>
                  <a:lnTo>
                    <a:pt x="2155" y="1616"/>
                  </a:lnTo>
                  <a:lnTo>
                    <a:pt x="2121" y="1347"/>
                  </a:lnTo>
                  <a:lnTo>
                    <a:pt x="2054" y="876"/>
                  </a:lnTo>
                  <a:lnTo>
                    <a:pt x="1987" y="505"/>
                  </a:lnTo>
                  <a:lnTo>
                    <a:pt x="1953" y="337"/>
                  </a:lnTo>
                  <a:lnTo>
                    <a:pt x="1886" y="135"/>
                  </a:lnTo>
                  <a:lnTo>
                    <a:pt x="1919" y="101"/>
                  </a:lnTo>
                  <a:lnTo>
                    <a:pt x="1919"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2" name="Google Shape;152;p2"/>
            <p:cNvSpPr/>
            <p:nvPr/>
          </p:nvSpPr>
          <p:spPr>
            <a:xfrm>
              <a:off x="3418009" y="5721207"/>
              <a:ext cx="49285" cy="42577"/>
            </a:xfrm>
            <a:custGeom>
              <a:avLst/>
              <a:gdLst/>
              <a:ahLst/>
              <a:cxnLst/>
              <a:rect l="l" t="t" r="r" b="b"/>
              <a:pathLst>
                <a:path w="742" h="641" extrusionOk="0">
                  <a:moveTo>
                    <a:pt x="606" y="135"/>
                  </a:moveTo>
                  <a:lnTo>
                    <a:pt x="539" y="236"/>
                  </a:lnTo>
                  <a:lnTo>
                    <a:pt x="438" y="304"/>
                  </a:lnTo>
                  <a:lnTo>
                    <a:pt x="337" y="337"/>
                  </a:lnTo>
                  <a:lnTo>
                    <a:pt x="202" y="337"/>
                  </a:lnTo>
                  <a:lnTo>
                    <a:pt x="202" y="203"/>
                  </a:lnTo>
                  <a:lnTo>
                    <a:pt x="404" y="135"/>
                  </a:lnTo>
                  <a:close/>
                  <a:moveTo>
                    <a:pt x="371" y="1"/>
                  </a:moveTo>
                  <a:lnTo>
                    <a:pt x="270" y="34"/>
                  </a:lnTo>
                  <a:lnTo>
                    <a:pt x="169" y="102"/>
                  </a:lnTo>
                  <a:lnTo>
                    <a:pt x="135" y="68"/>
                  </a:lnTo>
                  <a:lnTo>
                    <a:pt x="101" y="102"/>
                  </a:lnTo>
                  <a:lnTo>
                    <a:pt x="68" y="102"/>
                  </a:lnTo>
                  <a:lnTo>
                    <a:pt x="68" y="337"/>
                  </a:lnTo>
                  <a:lnTo>
                    <a:pt x="0" y="371"/>
                  </a:lnTo>
                  <a:lnTo>
                    <a:pt x="0" y="405"/>
                  </a:lnTo>
                  <a:lnTo>
                    <a:pt x="0" y="472"/>
                  </a:lnTo>
                  <a:lnTo>
                    <a:pt x="68" y="506"/>
                  </a:lnTo>
                  <a:lnTo>
                    <a:pt x="101" y="573"/>
                  </a:lnTo>
                  <a:lnTo>
                    <a:pt x="135" y="607"/>
                  </a:lnTo>
                  <a:lnTo>
                    <a:pt x="169" y="640"/>
                  </a:lnTo>
                  <a:lnTo>
                    <a:pt x="236" y="607"/>
                  </a:lnTo>
                  <a:lnTo>
                    <a:pt x="236" y="573"/>
                  </a:lnTo>
                  <a:lnTo>
                    <a:pt x="236" y="539"/>
                  </a:lnTo>
                  <a:lnTo>
                    <a:pt x="236" y="506"/>
                  </a:lnTo>
                  <a:lnTo>
                    <a:pt x="438" y="472"/>
                  </a:lnTo>
                  <a:lnTo>
                    <a:pt x="573" y="405"/>
                  </a:lnTo>
                  <a:lnTo>
                    <a:pt x="640" y="337"/>
                  </a:lnTo>
                  <a:lnTo>
                    <a:pt x="707" y="270"/>
                  </a:lnTo>
                  <a:lnTo>
                    <a:pt x="741" y="203"/>
                  </a:lnTo>
                  <a:lnTo>
                    <a:pt x="741" y="102"/>
                  </a:lnTo>
                  <a:lnTo>
                    <a:pt x="741" y="68"/>
                  </a:lnTo>
                  <a:lnTo>
                    <a:pt x="707" y="34"/>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3" name="Google Shape;153;p2"/>
            <p:cNvSpPr/>
            <p:nvPr/>
          </p:nvSpPr>
          <p:spPr>
            <a:xfrm>
              <a:off x="3549924" y="5815128"/>
              <a:ext cx="24709" cy="134240"/>
            </a:xfrm>
            <a:custGeom>
              <a:avLst/>
              <a:gdLst/>
              <a:ahLst/>
              <a:cxnLst/>
              <a:rect l="l" t="t" r="r" b="b"/>
              <a:pathLst>
                <a:path w="372" h="2021" extrusionOk="0">
                  <a:moveTo>
                    <a:pt x="35" y="1"/>
                  </a:moveTo>
                  <a:lnTo>
                    <a:pt x="1" y="34"/>
                  </a:lnTo>
                  <a:lnTo>
                    <a:pt x="1" y="68"/>
                  </a:lnTo>
                  <a:lnTo>
                    <a:pt x="1" y="270"/>
                  </a:lnTo>
                  <a:lnTo>
                    <a:pt x="35" y="506"/>
                  </a:lnTo>
                  <a:lnTo>
                    <a:pt x="102" y="943"/>
                  </a:lnTo>
                  <a:lnTo>
                    <a:pt x="136" y="1482"/>
                  </a:lnTo>
                  <a:lnTo>
                    <a:pt x="169" y="1718"/>
                  </a:lnTo>
                  <a:lnTo>
                    <a:pt x="203" y="1987"/>
                  </a:lnTo>
                  <a:lnTo>
                    <a:pt x="237" y="2021"/>
                  </a:lnTo>
                  <a:lnTo>
                    <a:pt x="304" y="2021"/>
                  </a:lnTo>
                  <a:lnTo>
                    <a:pt x="338" y="1987"/>
                  </a:lnTo>
                  <a:lnTo>
                    <a:pt x="371" y="1718"/>
                  </a:lnTo>
                  <a:lnTo>
                    <a:pt x="338" y="1448"/>
                  </a:lnTo>
                  <a:lnTo>
                    <a:pt x="270" y="910"/>
                  </a:lnTo>
                  <a:lnTo>
                    <a:pt x="203" y="472"/>
                  </a:lnTo>
                  <a:lnTo>
                    <a:pt x="169" y="236"/>
                  </a:lnTo>
                  <a:lnTo>
                    <a:pt x="102"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4" name="Google Shape;154;p2"/>
            <p:cNvSpPr/>
            <p:nvPr/>
          </p:nvSpPr>
          <p:spPr>
            <a:xfrm>
              <a:off x="3368790" y="5665279"/>
              <a:ext cx="156624" cy="147724"/>
            </a:xfrm>
            <a:custGeom>
              <a:avLst/>
              <a:gdLst/>
              <a:ahLst/>
              <a:cxnLst/>
              <a:rect l="l" t="t" r="r" b="b"/>
              <a:pathLst>
                <a:path w="2358" h="2224" extrusionOk="0">
                  <a:moveTo>
                    <a:pt x="1852" y="1"/>
                  </a:moveTo>
                  <a:lnTo>
                    <a:pt x="1684" y="35"/>
                  </a:lnTo>
                  <a:lnTo>
                    <a:pt x="1347" y="102"/>
                  </a:lnTo>
                  <a:lnTo>
                    <a:pt x="708" y="169"/>
                  </a:lnTo>
                  <a:lnTo>
                    <a:pt x="405" y="237"/>
                  </a:lnTo>
                  <a:lnTo>
                    <a:pt x="135" y="304"/>
                  </a:lnTo>
                  <a:lnTo>
                    <a:pt x="102" y="237"/>
                  </a:lnTo>
                  <a:lnTo>
                    <a:pt x="68" y="203"/>
                  </a:lnTo>
                  <a:lnTo>
                    <a:pt x="1" y="237"/>
                  </a:lnTo>
                  <a:lnTo>
                    <a:pt x="1" y="472"/>
                  </a:lnTo>
                  <a:lnTo>
                    <a:pt x="1" y="708"/>
                  </a:lnTo>
                  <a:lnTo>
                    <a:pt x="68" y="1146"/>
                  </a:lnTo>
                  <a:lnTo>
                    <a:pt x="135" y="1684"/>
                  </a:lnTo>
                  <a:lnTo>
                    <a:pt x="203" y="1920"/>
                  </a:lnTo>
                  <a:lnTo>
                    <a:pt x="304" y="2189"/>
                  </a:lnTo>
                  <a:lnTo>
                    <a:pt x="337" y="2223"/>
                  </a:lnTo>
                  <a:lnTo>
                    <a:pt x="371" y="2223"/>
                  </a:lnTo>
                  <a:lnTo>
                    <a:pt x="405" y="2189"/>
                  </a:lnTo>
                  <a:lnTo>
                    <a:pt x="438" y="2156"/>
                  </a:lnTo>
                  <a:lnTo>
                    <a:pt x="405" y="1886"/>
                  </a:lnTo>
                  <a:lnTo>
                    <a:pt x="337" y="1617"/>
                  </a:lnTo>
                  <a:lnTo>
                    <a:pt x="236" y="1112"/>
                  </a:lnTo>
                  <a:lnTo>
                    <a:pt x="203" y="742"/>
                  </a:lnTo>
                  <a:lnTo>
                    <a:pt x="135" y="405"/>
                  </a:lnTo>
                  <a:lnTo>
                    <a:pt x="539" y="371"/>
                  </a:lnTo>
                  <a:lnTo>
                    <a:pt x="943" y="338"/>
                  </a:lnTo>
                  <a:lnTo>
                    <a:pt x="1852" y="169"/>
                  </a:lnTo>
                  <a:lnTo>
                    <a:pt x="1886" y="203"/>
                  </a:lnTo>
                  <a:lnTo>
                    <a:pt x="1987" y="203"/>
                  </a:lnTo>
                  <a:lnTo>
                    <a:pt x="1987" y="472"/>
                  </a:lnTo>
                  <a:lnTo>
                    <a:pt x="2021" y="775"/>
                  </a:lnTo>
                  <a:lnTo>
                    <a:pt x="2155" y="1785"/>
                  </a:lnTo>
                  <a:lnTo>
                    <a:pt x="1953" y="1785"/>
                  </a:lnTo>
                  <a:lnTo>
                    <a:pt x="1751" y="1819"/>
                  </a:lnTo>
                  <a:lnTo>
                    <a:pt x="1347" y="1886"/>
                  </a:lnTo>
                  <a:lnTo>
                    <a:pt x="842" y="1954"/>
                  </a:lnTo>
                  <a:lnTo>
                    <a:pt x="607" y="2021"/>
                  </a:lnTo>
                  <a:lnTo>
                    <a:pt x="506" y="2055"/>
                  </a:lnTo>
                  <a:lnTo>
                    <a:pt x="438" y="2156"/>
                  </a:lnTo>
                  <a:lnTo>
                    <a:pt x="506" y="2189"/>
                  </a:lnTo>
                  <a:lnTo>
                    <a:pt x="607" y="2223"/>
                  </a:lnTo>
                  <a:lnTo>
                    <a:pt x="842" y="2223"/>
                  </a:lnTo>
                  <a:lnTo>
                    <a:pt x="1246" y="2122"/>
                  </a:lnTo>
                  <a:lnTo>
                    <a:pt x="1718" y="2088"/>
                  </a:lnTo>
                  <a:lnTo>
                    <a:pt x="1987" y="2021"/>
                  </a:lnTo>
                  <a:lnTo>
                    <a:pt x="2189" y="1954"/>
                  </a:lnTo>
                  <a:lnTo>
                    <a:pt x="2256" y="1987"/>
                  </a:lnTo>
                  <a:lnTo>
                    <a:pt x="2290" y="1987"/>
                  </a:lnTo>
                  <a:lnTo>
                    <a:pt x="2358" y="1954"/>
                  </a:lnTo>
                  <a:lnTo>
                    <a:pt x="2358" y="1886"/>
                  </a:lnTo>
                  <a:lnTo>
                    <a:pt x="2189" y="876"/>
                  </a:lnTo>
                  <a:lnTo>
                    <a:pt x="2155" y="439"/>
                  </a:lnTo>
                  <a:lnTo>
                    <a:pt x="2122" y="237"/>
                  </a:lnTo>
                  <a:lnTo>
                    <a:pt x="2054" y="35"/>
                  </a:lnTo>
                  <a:lnTo>
                    <a:pt x="2021" y="35"/>
                  </a:lnTo>
                  <a:lnTo>
                    <a:pt x="2021" y="68"/>
                  </a:lnTo>
                  <a:lnTo>
                    <a:pt x="1987" y="68"/>
                  </a:lnTo>
                  <a:lnTo>
                    <a:pt x="1920" y="35"/>
                  </a:lnTo>
                  <a:lnTo>
                    <a:pt x="185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5" name="Google Shape;155;p2"/>
            <p:cNvSpPr/>
            <p:nvPr/>
          </p:nvSpPr>
          <p:spPr>
            <a:xfrm>
              <a:off x="3422459" y="5815128"/>
              <a:ext cx="138757" cy="154366"/>
            </a:xfrm>
            <a:custGeom>
              <a:avLst/>
              <a:gdLst/>
              <a:ahLst/>
              <a:cxnLst/>
              <a:rect l="l" t="t" r="r" b="b"/>
              <a:pathLst>
                <a:path w="2089" h="2324" extrusionOk="0">
                  <a:moveTo>
                    <a:pt x="1718" y="1"/>
                  </a:moveTo>
                  <a:lnTo>
                    <a:pt x="1516" y="34"/>
                  </a:lnTo>
                  <a:lnTo>
                    <a:pt x="1112" y="135"/>
                  </a:lnTo>
                  <a:lnTo>
                    <a:pt x="573" y="203"/>
                  </a:lnTo>
                  <a:lnTo>
                    <a:pt x="68" y="304"/>
                  </a:lnTo>
                  <a:lnTo>
                    <a:pt x="1" y="304"/>
                  </a:lnTo>
                  <a:lnTo>
                    <a:pt x="1" y="371"/>
                  </a:lnTo>
                  <a:lnTo>
                    <a:pt x="1" y="405"/>
                  </a:lnTo>
                  <a:lnTo>
                    <a:pt x="34" y="472"/>
                  </a:lnTo>
                  <a:lnTo>
                    <a:pt x="34" y="640"/>
                  </a:lnTo>
                  <a:lnTo>
                    <a:pt x="68" y="842"/>
                  </a:lnTo>
                  <a:lnTo>
                    <a:pt x="135" y="1213"/>
                  </a:lnTo>
                  <a:lnTo>
                    <a:pt x="169" y="1684"/>
                  </a:lnTo>
                  <a:lnTo>
                    <a:pt x="203" y="1920"/>
                  </a:lnTo>
                  <a:lnTo>
                    <a:pt x="270" y="2155"/>
                  </a:lnTo>
                  <a:lnTo>
                    <a:pt x="270" y="2223"/>
                  </a:lnTo>
                  <a:lnTo>
                    <a:pt x="270" y="2256"/>
                  </a:lnTo>
                  <a:lnTo>
                    <a:pt x="304" y="2290"/>
                  </a:lnTo>
                  <a:lnTo>
                    <a:pt x="371" y="2324"/>
                  </a:lnTo>
                  <a:lnTo>
                    <a:pt x="1415" y="2122"/>
                  </a:lnTo>
                  <a:lnTo>
                    <a:pt x="1785" y="2088"/>
                  </a:lnTo>
                  <a:lnTo>
                    <a:pt x="1954" y="2021"/>
                  </a:lnTo>
                  <a:lnTo>
                    <a:pt x="2088" y="1920"/>
                  </a:lnTo>
                  <a:lnTo>
                    <a:pt x="1920" y="1852"/>
                  </a:lnTo>
                  <a:lnTo>
                    <a:pt x="1752" y="1852"/>
                  </a:lnTo>
                  <a:lnTo>
                    <a:pt x="1415" y="1920"/>
                  </a:lnTo>
                  <a:lnTo>
                    <a:pt x="438" y="2088"/>
                  </a:lnTo>
                  <a:lnTo>
                    <a:pt x="405" y="1852"/>
                  </a:lnTo>
                  <a:lnTo>
                    <a:pt x="371" y="1650"/>
                  </a:lnTo>
                  <a:lnTo>
                    <a:pt x="304" y="1179"/>
                  </a:lnTo>
                  <a:lnTo>
                    <a:pt x="270" y="809"/>
                  </a:lnTo>
                  <a:lnTo>
                    <a:pt x="236" y="640"/>
                  </a:lnTo>
                  <a:lnTo>
                    <a:pt x="169" y="472"/>
                  </a:lnTo>
                  <a:lnTo>
                    <a:pt x="708" y="405"/>
                  </a:lnTo>
                  <a:lnTo>
                    <a:pt x="1246" y="304"/>
                  </a:lnTo>
                  <a:lnTo>
                    <a:pt x="1617" y="236"/>
                  </a:lnTo>
                  <a:lnTo>
                    <a:pt x="1785" y="169"/>
                  </a:lnTo>
                  <a:lnTo>
                    <a:pt x="1886" y="68"/>
                  </a:lnTo>
                  <a:lnTo>
                    <a:pt x="1886" y="34"/>
                  </a:lnTo>
                  <a:lnTo>
                    <a:pt x="17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6" name="Google Shape;156;p2"/>
            <p:cNvSpPr/>
            <p:nvPr/>
          </p:nvSpPr>
          <p:spPr>
            <a:xfrm>
              <a:off x="3212232" y="6025356"/>
              <a:ext cx="29159" cy="131982"/>
            </a:xfrm>
            <a:custGeom>
              <a:avLst/>
              <a:gdLst/>
              <a:ahLst/>
              <a:cxnLst/>
              <a:rect l="l" t="t" r="r" b="b"/>
              <a:pathLst>
                <a:path w="439" h="1987" extrusionOk="0">
                  <a:moveTo>
                    <a:pt x="1" y="0"/>
                  </a:moveTo>
                  <a:lnTo>
                    <a:pt x="1" y="34"/>
                  </a:lnTo>
                  <a:lnTo>
                    <a:pt x="1" y="270"/>
                  </a:lnTo>
                  <a:lnTo>
                    <a:pt x="1" y="472"/>
                  </a:lnTo>
                  <a:lnTo>
                    <a:pt x="68" y="943"/>
                  </a:lnTo>
                  <a:lnTo>
                    <a:pt x="169" y="1448"/>
                  </a:lnTo>
                  <a:lnTo>
                    <a:pt x="237" y="1718"/>
                  </a:lnTo>
                  <a:lnTo>
                    <a:pt x="304" y="1953"/>
                  </a:lnTo>
                  <a:lnTo>
                    <a:pt x="338" y="1987"/>
                  </a:lnTo>
                  <a:lnTo>
                    <a:pt x="405" y="1987"/>
                  </a:lnTo>
                  <a:lnTo>
                    <a:pt x="439" y="1953"/>
                  </a:lnTo>
                  <a:lnTo>
                    <a:pt x="439" y="1920"/>
                  </a:lnTo>
                  <a:lnTo>
                    <a:pt x="405" y="1650"/>
                  </a:lnTo>
                  <a:lnTo>
                    <a:pt x="371" y="1415"/>
                  </a:lnTo>
                  <a:lnTo>
                    <a:pt x="270" y="910"/>
                  </a:lnTo>
                  <a:lnTo>
                    <a:pt x="169" y="472"/>
                  </a:lnTo>
                  <a:lnTo>
                    <a:pt x="136" y="236"/>
                  </a:lnTo>
                  <a:lnTo>
                    <a:pt x="6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7" name="Google Shape;157;p2"/>
            <p:cNvSpPr/>
            <p:nvPr/>
          </p:nvSpPr>
          <p:spPr>
            <a:xfrm>
              <a:off x="3236875" y="6161787"/>
              <a:ext cx="156624" cy="26901"/>
            </a:xfrm>
            <a:custGeom>
              <a:avLst/>
              <a:gdLst/>
              <a:ahLst/>
              <a:cxnLst/>
              <a:rect l="l" t="t" r="r" b="b"/>
              <a:pathLst>
                <a:path w="2358" h="405" extrusionOk="0">
                  <a:moveTo>
                    <a:pt x="2054" y="0"/>
                  </a:moveTo>
                  <a:lnTo>
                    <a:pt x="1751" y="34"/>
                  </a:lnTo>
                  <a:lnTo>
                    <a:pt x="1212" y="101"/>
                  </a:lnTo>
                  <a:lnTo>
                    <a:pt x="573" y="135"/>
                  </a:lnTo>
                  <a:lnTo>
                    <a:pt x="270" y="202"/>
                  </a:lnTo>
                  <a:lnTo>
                    <a:pt x="101" y="236"/>
                  </a:lnTo>
                  <a:lnTo>
                    <a:pt x="0" y="303"/>
                  </a:lnTo>
                  <a:lnTo>
                    <a:pt x="0" y="337"/>
                  </a:lnTo>
                  <a:lnTo>
                    <a:pt x="101" y="371"/>
                  </a:lnTo>
                  <a:lnTo>
                    <a:pt x="236" y="404"/>
                  </a:lnTo>
                  <a:lnTo>
                    <a:pt x="505" y="371"/>
                  </a:lnTo>
                  <a:lnTo>
                    <a:pt x="1044" y="303"/>
                  </a:lnTo>
                  <a:lnTo>
                    <a:pt x="1717" y="236"/>
                  </a:lnTo>
                  <a:lnTo>
                    <a:pt x="2020" y="202"/>
                  </a:lnTo>
                  <a:lnTo>
                    <a:pt x="2323" y="101"/>
                  </a:lnTo>
                  <a:lnTo>
                    <a:pt x="2357" y="68"/>
                  </a:lnTo>
                  <a:lnTo>
                    <a:pt x="2323" y="34"/>
                  </a:lnTo>
                  <a:lnTo>
                    <a:pt x="205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8" name="Google Shape;158;p2"/>
            <p:cNvSpPr/>
            <p:nvPr/>
          </p:nvSpPr>
          <p:spPr>
            <a:xfrm>
              <a:off x="3010972" y="5651862"/>
              <a:ext cx="29159" cy="44835"/>
            </a:xfrm>
            <a:custGeom>
              <a:avLst/>
              <a:gdLst/>
              <a:ahLst/>
              <a:cxnLst/>
              <a:rect l="l" t="t" r="r" b="b"/>
              <a:pathLst>
                <a:path w="439" h="675" extrusionOk="0">
                  <a:moveTo>
                    <a:pt x="270" y="169"/>
                  </a:moveTo>
                  <a:lnTo>
                    <a:pt x="270" y="270"/>
                  </a:lnTo>
                  <a:lnTo>
                    <a:pt x="270" y="338"/>
                  </a:lnTo>
                  <a:lnTo>
                    <a:pt x="203" y="304"/>
                  </a:lnTo>
                  <a:lnTo>
                    <a:pt x="169" y="237"/>
                  </a:lnTo>
                  <a:lnTo>
                    <a:pt x="169" y="203"/>
                  </a:lnTo>
                  <a:lnTo>
                    <a:pt x="203" y="169"/>
                  </a:lnTo>
                  <a:close/>
                  <a:moveTo>
                    <a:pt x="203" y="1"/>
                  </a:moveTo>
                  <a:lnTo>
                    <a:pt x="136" y="35"/>
                  </a:lnTo>
                  <a:lnTo>
                    <a:pt x="68" y="68"/>
                  </a:lnTo>
                  <a:lnTo>
                    <a:pt x="1" y="169"/>
                  </a:lnTo>
                  <a:lnTo>
                    <a:pt x="1" y="237"/>
                  </a:lnTo>
                  <a:lnTo>
                    <a:pt x="35" y="338"/>
                  </a:lnTo>
                  <a:lnTo>
                    <a:pt x="102" y="371"/>
                  </a:lnTo>
                  <a:lnTo>
                    <a:pt x="169" y="439"/>
                  </a:lnTo>
                  <a:lnTo>
                    <a:pt x="68" y="506"/>
                  </a:lnTo>
                  <a:lnTo>
                    <a:pt x="68" y="573"/>
                  </a:lnTo>
                  <a:lnTo>
                    <a:pt x="68" y="607"/>
                  </a:lnTo>
                  <a:lnTo>
                    <a:pt x="136" y="674"/>
                  </a:lnTo>
                  <a:lnTo>
                    <a:pt x="304" y="674"/>
                  </a:lnTo>
                  <a:lnTo>
                    <a:pt x="371" y="641"/>
                  </a:lnTo>
                  <a:lnTo>
                    <a:pt x="439" y="607"/>
                  </a:lnTo>
                  <a:lnTo>
                    <a:pt x="439" y="540"/>
                  </a:lnTo>
                  <a:lnTo>
                    <a:pt x="439" y="472"/>
                  </a:lnTo>
                  <a:lnTo>
                    <a:pt x="405" y="405"/>
                  </a:lnTo>
                  <a:lnTo>
                    <a:pt x="439" y="371"/>
                  </a:lnTo>
                  <a:lnTo>
                    <a:pt x="439" y="338"/>
                  </a:lnTo>
                  <a:lnTo>
                    <a:pt x="371" y="304"/>
                  </a:lnTo>
                  <a:lnTo>
                    <a:pt x="405" y="237"/>
                  </a:lnTo>
                  <a:lnTo>
                    <a:pt x="405" y="169"/>
                  </a:lnTo>
                  <a:lnTo>
                    <a:pt x="371" y="68"/>
                  </a:lnTo>
                  <a:lnTo>
                    <a:pt x="304" y="35"/>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9" name="Google Shape;159;p2"/>
            <p:cNvSpPr/>
            <p:nvPr/>
          </p:nvSpPr>
          <p:spPr>
            <a:xfrm>
              <a:off x="3257001" y="6038773"/>
              <a:ext cx="51477" cy="29159"/>
            </a:xfrm>
            <a:custGeom>
              <a:avLst/>
              <a:gdLst/>
              <a:ahLst/>
              <a:cxnLst/>
              <a:rect l="l" t="t" r="r" b="b"/>
              <a:pathLst>
                <a:path w="775" h="439" extrusionOk="0">
                  <a:moveTo>
                    <a:pt x="573" y="0"/>
                  </a:moveTo>
                  <a:lnTo>
                    <a:pt x="438" y="34"/>
                  </a:lnTo>
                  <a:lnTo>
                    <a:pt x="303" y="101"/>
                  </a:lnTo>
                  <a:lnTo>
                    <a:pt x="34" y="270"/>
                  </a:lnTo>
                  <a:lnTo>
                    <a:pt x="0" y="304"/>
                  </a:lnTo>
                  <a:lnTo>
                    <a:pt x="0" y="371"/>
                  </a:lnTo>
                  <a:lnTo>
                    <a:pt x="34" y="405"/>
                  </a:lnTo>
                  <a:lnTo>
                    <a:pt x="68" y="438"/>
                  </a:lnTo>
                  <a:lnTo>
                    <a:pt x="674" y="438"/>
                  </a:lnTo>
                  <a:lnTo>
                    <a:pt x="741" y="405"/>
                  </a:lnTo>
                  <a:lnTo>
                    <a:pt x="775" y="337"/>
                  </a:lnTo>
                  <a:lnTo>
                    <a:pt x="741" y="270"/>
                  </a:lnTo>
                  <a:lnTo>
                    <a:pt x="674" y="236"/>
                  </a:lnTo>
                  <a:lnTo>
                    <a:pt x="404" y="236"/>
                  </a:lnTo>
                  <a:lnTo>
                    <a:pt x="539" y="169"/>
                  </a:lnTo>
                  <a:lnTo>
                    <a:pt x="606" y="68"/>
                  </a:lnTo>
                  <a:lnTo>
                    <a:pt x="64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0" name="Google Shape;160;p2"/>
            <p:cNvSpPr/>
            <p:nvPr/>
          </p:nvSpPr>
          <p:spPr>
            <a:xfrm>
              <a:off x="2939435" y="5591484"/>
              <a:ext cx="31351" cy="132048"/>
            </a:xfrm>
            <a:custGeom>
              <a:avLst/>
              <a:gdLst/>
              <a:ahLst/>
              <a:cxnLst/>
              <a:rect l="l" t="t" r="r" b="b"/>
              <a:pathLst>
                <a:path w="472" h="1988" extrusionOk="0">
                  <a:moveTo>
                    <a:pt x="34" y="1"/>
                  </a:moveTo>
                  <a:lnTo>
                    <a:pt x="0" y="35"/>
                  </a:lnTo>
                  <a:lnTo>
                    <a:pt x="0" y="237"/>
                  </a:lnTo>
                  <a:lnTo>
                    <a:pt x="34" y="472"/>
                  </a:lnTo>
                  <a:lnTo>
                    <a:pt x="101" y="910"/>
                  </a:lnTo>
                  <a:lnTo>
                    <a:pt x="169" y="1449"/>
                  </a:lnTo>
                  <a:lnTo>
                    <a:pt x="236" y="1718"/>
                  </a:lnTo>
                  <a:lnTo>
                    <a:pt x="337" y="1954"/>
                  </a:lnTo>
                  <a:lnTo>
                    <a:pt x="371" y="1987"/>
                  </a:lnTo>
                  <a:lnTo>
                    <a:pt x="404" y="1987"/>
                  </a:lnTo>
                  <a:lnTo>
                    <a:pt x="438" y="1954"/>
                  </a:lnTo>
                  <a:lnTo>
                    <a:pt x="472" y="1920"/>
                  </a:lnTo>
                  <a:lnTo>
                    <a:pt x="438" y="1651"/>
                  </a:lnTo>
                  <a:lnTo>
                    <a:pt x="404" y="1415"/>
                  </a:lnTo>
                  <a:lnTo>
                    <a:pt x="270" y="910"/>
                  </a:lnTo>
                  <a:lnTo>
                    <a:pt x="202" y="439"/>
                  </a:lnTo>
                  <a:lnTo>
                    <a:pt x="169" y="237"/>
                  </a:lnTo>
                  <a:lnTo>
                    <a:pt x="1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1" name="Google Shape;161;p2"/>
            <p:cNvSpPr/>
            <p:nvPr/>
          </p:nvSpPr>
          <p:spPr>
            <a:xfrm>
              <a:off x="3111602" y="5772618"/>
              <a:ext cx="13484" cy="40385"/>
            </a:xfrm>
            <a:custGeom>
              <a:avLst/>
              <a:gdLst/>
              <a:ahLst/>
              <a:cxnLst/>
              <a:rect l="l" t="t" r="r" b="b"/>
              <a:pathLst>
                <a:path w="203" h="608" extrusionOk="0">
                  <a:moveTo>
                    <a:pt x="68" y="1"/>
                  </a:moveTo>
                  <a:lnTo>
                    <a:pt x="35" y="35"/>
                  </a:lnTo>
                  <a:lnTo>
                    <a:pt x="1" y="169"/>
                  </a:lnTo>
                  <a:lnTo>
                    <a:pt x="1" y="304"/>
                  </a:lnTo>
                  <a:lnTo>
                    <a:pt x="35" y="540"/>
                  </a:lnTo>
                  <a:lnTo>
                    <a:pt x="68" y="573"/>
                  </a:lnTo>
                  <a:lnTo>
                    <a:pt x="102" y="607"/>
                  </a:lnTo>
                  <a:lnTo>
                    <a:pt x="169" y="573"/>
                  </a:lnTo>
                  <a:lnTo>
                    <a:pt x="203" y="540"/>
                  </a:lnTo>
                  <a:lnTo>
                    <a:pt x="203" y="506"/>
                  </a:lnTo>
                  <a:lnTo>
                    <a:pt x="169" y="270"/>
                  </a:lnTo>
                  <a:lnTo>
                    <a:pt x="169" y="35"/>
                  </a:lnTo>
                  <a:lnTo>
                    <a:pt x="1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2" name="Google Shape;162;p2"/>
            <p:cNvSpPr/>
            <p:nvPr/>
          </p:nvSpPr>
          <p:spPr>
            <a:xfrm>
              <a:off x="3098184" y="5549040"/>
              <a:ext cx="156624" cy="145399"/>
            </a:xfrm>
            <a:custGeom>
              <a:avLst/>
              <a:gdLst/>
              <a:ahLst/>
              <a:cxnLst/>
              <a:rect l="l" t="t" r="r" b="b"/>
              <a:pathLst>
                <a:path w="2358" h="2189" extrusionOk="0">
                  <a:moveTo>
                    <a:pt x="1684" y="0"/>
                  </a:moveTo>
                  <a:lnTo>
                    <a:pt x="1348" y="68"/>
                  </a:lnTo>
                  <a:lnTo>
                    <a:pt x="742" y="135"/>
                  </a:lnTo>
                  <a:lnTo>
                    <a:pt x="439" y="202"/>
                  </a:lnTo>
                  <a:lnTo>
                    <a:pt x="136" y="270"/>
                  </a:lnTo>
                  <a:lnTo>
                    <a:pt x="102" y="202"/>
                  </a:lnTo>
                  <a:lnTo>
                    <a:pt x="68" y="169"/>
                  </a:lnTo>
                  <a:lnTo>
                    <a:pt x="35" y="236"/>
                  </a:lnTo>
                  <a:lnTo>
                    <a:pt x="1" y="438"/>
                  </a:lnTo>
                  <a:lnTo>
                    <a:pt x="1" y="674"/>
                  </a:lnTo>
                  <a:lnTo>
                    <a:pt x="68" y="1111"/>
                  </a:lnTo>
                  <a:lnTo>
                    <a:pt x="136" y="1650"/>
                  </a:lnTo>
                  <a:lnTo>
                    <a:pt x="203" y="1919"/>
                  </a:lnTo>
                  <a:lnTo>
                    <a:pt x="304" y="2155"/>
                  </a:lnTo>
                  <a:lnTo>
                    <a:pt x="338" y="2189"/>
                  </a:lnTo>
                  <a:lnTo>
                    <a:pt x="371" y="2189"/>
                  </a:lnTo>
                  <a:lnTo>
                    <a:pt x="439" y="2155"/>
                  </a:lnTo>
                  <a:lnTo>
                    <a:pt x="439" y="2121"/>
                  </a:lnTo>
                  <a:lnTo>
                    <a:pt x="405" y="1852"/>
                  </a:lnTo>
                  <a:lnTo>
                    <a:pt x="371" y="1616"/>
                  </a:lnTo>
                  <a:lnTo>
                    <a:pt x="270" y="1111"/>
                  </a:lnTo>
                  <a:lnTo>
                    <a:pt x="203" y="741"/>
                  </a:lnTo>
                  <a:lnTo>
                    <a:pt x="136" y="371"/>
                  </a:lnTo>
                  <a:lnTo>
                    <a:pt x="540" y="337"/>
                  </a:lnTo>
                  <a:lnTo>
                    <a:pt x="944" y="303"/>
                  </a:lnTo>
                  <a:lnTo>
                    <a:pt x="1886" y="135"/>
                  </a:lnTo>
                  <a:lnTo>
                    <a:pt x="1920" y="169"/>
                  </a:lnTo>
                  <a:lnTo>
                    <a:pt x="1954" y="202"/>
                  </a:lnTo>
                  <a:lnTo>
                    <a:pt x="1987" y="169"/>
                  </a:lnTo>
                  <a:lnTo>
                    <a:pt x="1987" y="472"/>
                  </a:lnTo>
                  <a:lnTo>
                    <a:pt x="2021" y="741"/>
                  </a:lnTo>
                  <a:lnTo>
                    <a:pt x="2156" y="1751"/>
                  </a:lnTo>
                  <a:lnTo>
                    <a:pt x="1954" y="1751"/>
                  </a:lnTo>
                  <a:lnTo>
                    <a:pt x="1752" y="1785"/>
                  </a:lnTo>
                  <a:lnTo>
                    <a:pt x="1348" y="1886"/>
                  </a:lnTo>
                  <a:lnTo>
                    <a:pt x="876" y="1919"/>
                  </a:lnTo>
                  <a:lnTo>
                    <a:pt x="607" y="1987"/>
                  </a:lnTo>
                  <a:lnTo>
                    <a:pt x="506" y="2054"/>
                  </a:lnTo>
                  <a:lnTo>
                    <a:pt x="439" y="2121"/>
                  </a:lnTo>
                  <a:lnTo>
                    <a:pt x="540" y="2155"/>
                  </a:lnTo>
                  <a:lnTo>
                    <a:pt x="641" y="2189"/>
                  </a:lnTo>
                  <a:lnTo>
                    <a:pt x="843" y="2189"/>
                  </a:lnTo>
                  <a:lnTo>
                    <a:pt x="1247" y="2088"/>
                  </a:lnTo>
                  <a:lnTo>
                    <a:pt x="1752" y="2054"/>
                  </a:lnTo>
                  <a:lnTo>
                    <a:pt x="1987" y="2020"/>
                  </a:lnTo>
                  <a:lnTo>
                    <a:pt x="2189" y="1953"/>
                  </a:lnTo>
                  <a:lnTo>
                    <a:pt x="2324" y="1953"/>
                  </a:lnTo>
                  <a:lnTo>
                    <a:pt x="2358" y="1919"/>
                  </a:lnTo>
                  <a:lnTo>
                    <a:pt x="2358" y="1886"/>
                  </a:lnTo>
                  <a:lnTo>
                    <a:pt x="2223" y="876"/>
                  </a:lnTo>
                  <a:lnTo>
                    <a:pt x="2156" y="438"/>
                  </a:lnTo>
                  <a:lnTo>
                    <a:pt x="2122" y="202"/>
                  </a:lnTo>
                  <a:lnTo>
                    <a:pt x="2055" y="0"/>
                  </a:lnTo>
                  <a:lnTo>
                    <a:pt x="2021" y="0"/>
                  </a:lnTo>
                  <a:lnTo>
                    <a:pt x="2021" y="34"/>
                  </a:lnTo>
                  <a:lnTo>
                    <a:pt x="1987" y="34"/>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3" name="Google Shape;163;p2"/>
            <p:cNvSpPr/>
            <p:nvPr/>
          </p:nvSpPr>
          <p:spPr>
            <a:xfrm>
              <a:off x="3263709" y="5748042"/>
              <a:ext cx="42577" cy="44769"/>
            </a:xfrm>
            <a:custGeom>
              <a:avLst/>
              <a:gdLst/>
              <a:ahLst/>
              <a:cxnLst/>
              <a:rect l="l" t="t" r="r" b="b"/>
              <a:pathLst>
                <a:path w="641" h="674" extrusionOk="0">
                  <a:moveTo>
                    <a:pt x="236" y="169"/>
                  </a:moveTo>
                  <a:lnTo>
                    <a:pt x="270" y="203"/>
                  </a:lnTo>
                  <a:lnTo>
                    <a:pt x="438" y="203"/>
                  </a:lnTo>
                  <a:lnTo>
                    <a:pt x="472" y="337"/>
                  </a:lnTo>
                  <a:lnTo>
                    <a:pt x="472" y="405"/>
                  </a:lnTo>
                  <a:lnTo>
                    <a:pt x="438" y="472"/>
                  </a:lnTo>
                  <a:lnTo>
                    <a:pt x="371" y="506"/>
                  </a:lnTo>
                  <a:lnTo>
                    <a:pt x="337" y="506"/>
                  </a:lnTo>
                  <a:lnTo>
                    <a:pt x="202" y="472"/>
                  </a:lnTo>
                  <a:lnTo>
                    <a:pt x="169" y="438"/>
                  </a:lnTo>
                  <a:lnTo>
                    <a:pt x="135" y="371"/>
                  </a:lnTo>
                  <a:lnTo>
                    <a:pt x="169" y="236"/>
                  </a:lnTo>
                  <a:lnTo>
                    <a:pt x="236" y="169"/>
                  </a:lnTo>
                  <a:close/>
                  <a:moveTo>
                    <a:pt x="202" y="1"/>
                  </a:moveTo>
                  <a:lnTo>
                    <a:pt x="101" y="68"/>
                  </a:lnTo>
                  <a:lnTo>
                    <a:pt x="34" y="169"/>
                  </a:lnTo>
                  <a:lnTo>
                    <a:pt x="0" y="304"/>
                  </a:lnTo>
                  <a:lnTo>
                    <a:pt x="0" y="405"/>
                  </a:lnTo>
                  <a:lnTo>
                    <a:pt x="34" y="539"/>
                  </a:lnTo>
                  <a:lnTo>
                    <a:pt x="135" y="640"/>
                  </a:lnTo>
                  <a:lnTo>
                    <a:pt x="236" y="674"/>
                  </a:lnTo>
                  <a:lnTo>
                    <a:pt x="337" y="674"/>
                  </a:lnTo>
                  <a:lnTo>
                    <a:pt x="472" y="640"/>
                  </a:lnTo>
                  <a:lnTo>
                    <a:pt x="539" y="573"/>
                  </a:lnTo>
                  <a:lnTo>
                    <a:pt x="606" y="472"/>
                  </a:lnTo>
                  <a:lnTo>
                    <a:pt x="640" y="304"/>
                  </a:lnTo>
                  <a:lnTo>
                    <a:pt x="606" y="169"/>
                  </a:lnTo>
                  <a:lnTo>
                    <a:pt x="539" y="68"/>
                  </a:lnTo>
                  <a:lnTo>
                    <a:pt x="472" y="34"/>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4" name="Google Shape;164;p2"/>
            <p:cNvSpPr/>
            <p:nvPr/>
          </p:nvSpPr>
          <p:spPr>
            <a:xfrm>
              <a:off x="3169788" y="5627286"/>
              <a:ext cx="35802" cy="38060"/>
            </a:xfrm>
            <a:custGeom>
              <a:avLst/>
              <a:gdLst/>
              <a:ahLst/>
              <a:cxnLst/>
              <a:rect l="l" t="t" r="r" b="b"/>
              <a:pathLst>
                <a:path w="539" h="573" extrusionOk="0">
                  <a:moveTo>
                    <a:pt x="236" y="1"/>
                  </a:moveTo>
                  <a:lnTo>
                    <a:pt x="135" y="34"/>
                  </a:lnTo>
                  <a:lnTo>
                    <a:pt x="68" y="68"/>
                  </a:lnTo>
                  <a:lnTo>
                    <a:pt x="34" y="135"/>
                  </a:lnTo>
                  <a:lnTo>
                    <a:pt x="0" y="203"/>
                  </a:lnTo>
                  <a:lnTo>
                    <a:pt x="0" y="270"/>
                  </a:lnTo>
                  <a:lnTo>
                    <a:pt x="34" y="337"/>
                  </a:lnTo>
                  <a:lnTo>
                    <a:pt x="101" y="371"/>
                  </a:lnTo>
                  <a:lnTo>
                    <a:pt x="270" y="371"/>
                  </a:lnTo>
                  <a:lnTo>
                    <a:pt x="404" y="337"/>
                  </a:lnTo>
                  <a:lnTo>
                    <a:pt x="404" y="337"/>
                  </a:lnTo>
                  <a:lnTo>
                    <a:pt x="371" y="405"/>
                  </a:lnTo>
                  <a:lnTo>
                    <a:pt x="371" y="472"/>
                  </a:lnTo>
                  <a:lnTo>
                    <a:pt x="404" y="539"/>
                  </a:lnTo>
                  <a:lnTo>
                    <a:pt x="438" y="573"/>
                  </a:lnTo>
                  <a:lnTo>
                    <a:pt x="472" y="573"/>
                  </a:lnTo>
                  <a:lnTo>
                    <a:pt x="505" y="506"/>
                  </a:lnTo>
                  <a:lnTo>
                    <a:pt x="539" y="405"/>
                  </a:lnTo>
                  <a:lnTo>
                    <a:pt x="539" y="203"/>
                  </a:lnTo>
                  <a:lnTo>
                    <a:pt x="505" y="169"/>
                  </a:lnTo>
                  <a:lnTo>
                    <a:pt x="472" y="135"/>
                  </a:lnTo>
                  <a:lnTo>
                    <a:pt x="404" y="169"/>
                  </a:lnTo>
                  <a:lnTo>
                    <a:pt x="303" y="236"/>
                  </a:lnTo>
                  <a:lnTo>
                    <a:pt x="135" y="236"/>
                  </a:lnTo>
                  <a:lnTo>
                    <a:pt x="135" y="169"/>
                  </a:lnTo>
                  <a:lnTo>
                    <a:pt x="169" y="135"/>
                  </a:lnTo>
                  <a:lnTo>
                    <a:pt x="270" y="102"/>
                  </a:lnTo>
                  <a:lnTo>
                    <a:pt x="438" y="102"/>
                  </a:lnTo>
                  <a:lnTo>
                    <a:pt x="438" y="135"/>
                  </a:lnTo>
                  <a:lnTo>
                    <a:pt x="505" y="135"/>
                  </a:lnTo>
                  <a:lnTo>
                    <a:pt x="505" y="102"/>
                  </a:lnTo>
                  <a:lnTo>
                    <a:pt x="438" y="34"/>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5" name="Google Shape;165;p2"/>
            <p:cNvSpPr/>
            <p:nvPr/>
          </p:nvSpPr>
          <p:spPr>
            <a:xfrm>
              <a:off x="2941693" y="5795002"/>
              <a:ext cx="47027" cy="40318"/>
            </a:xfrm>
            <a:custGeom>
              <a:avLst/>
              <a:gdLst/>
              <a:ahLst/>
              <a:cxnLst/>
              <a:rect l="l" t="t" r="r" b="b"/>
              <a:pathLst>
                <a:path w="708" h="607" extrusionOk="0">
                  <a:moveTo>
                    <a:pt x="539" y="1"/>
                  </a:moveTo>
                  <a:lnTo>
                    <a:pt x="505" y="34"/>
                  </a:lnTo>
                  <a:lnTo>
                    <a:pt x="505" y="102"/>
                  </a:lnTo>
                  <a:lnTo>
                    <a:pt x="539" y="203"/>
                  </a:lnTo>
                  <a:lnTo>
                    <a:pt x="505" y="337"/>
                  </a:lnTo>
                  <a:lnTo>
                    <a:pt x="438" y="405"/>
                  </a:lnTo>
                  <a:lnTo>
                    <a:pt x="337" y="472"/>
                  </a:lnTo>
                  <a:lnTo>
                    <a:pt x="269" y="472"/>
                  </a:lnTo>
                  <a:lnTo>
                    <a:pt x="236" y="438"/>
                  </a:lnTo>
                  <a:lnTo>
                    <a:pt x="168" y="337"/>
                  </a:lnTo>
                  <a:lnTo>
                    <a:pt x="168" y="270"/>
                  </a:lnTo>
                  <a:lnTo>
                    <a:pt x="202" y="169"/>
                  </a:lnTo>
                  <a:lnTo>
                    <a:pt x="202" y="135"/>
                  </a:lnTo>
                  <a:lnTo>
                    <a:pt x="168" y="102"/>
                  </a:lnTo>
                  <a:lnTo>
                    <a:pt x="67" y="135"/>
                  </a:lnTo>
                  <a:lnTo>
                    <a:pt x="34" y="203"/>
                  </a:lnTo>
                  <a:lnTo>
                    <a:pt x="0" y="304"/>
                  </a:lnTo>
                  <a:lnTo>
                    <a:pt x="0" y="371"/>
                  </a:lnTo>
                  <a:lnTo>
                    <a:pt x="34" y="472"/>
                  </a:lnTo>
                  <a:lnTo>
                    <a:pt x="101" y="539"/>
                  </a:lnTo>
                  <a:lnTo>
                    <a:pt x="168" y="607"/>
                  </a:lnTo>
                  <a:lnTo>
                    <a:pt x="404" y="607"/>
                  </a:lnTo>
                  <a:lnTo>
                    <a:pt x="505" y="573"/>
                  </a:lnTo>
                  <a:lnTo>
                    <a:pt x="572" y="506"/>
                  </a:lnTo>
                  <a:lnTo>
                    <a:pt x="640" y="438"/>
                  </a:lnTo>
                  <a:lnTo>
                    <a:pt x="674" y="337"/>
                  </a:lnTo>
                  <a:lnTo>
                    <a:pt x="707" y="203"/>
                  </a:lnTo>
                  <a:lnTo>
                    <a:pt x="674" y="102"/>
                  </a:lnTo>
                  <a:lnTo>
                    <a:pt x="6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6" name="Google Shape;166;p2"/>
            <p:cNvSpPr/>
            <p:nvPr/>
          </p:nvSpPr>
          <p:spPr>
            <a:xfrm>
              <a:off x="3051224" y="5710048"/>
              <a:ext cx="154366" cy="152108"/>
            </a:xfrm>
            <a:custGeom>
              <a:avLst/>
              <a:gdLst/>
              <a:ahLst/>
              <a:cxnLst/>
              <a:rect l="l" t="t" r="r" b="b"/>
              <a:pathLst>
                <a:path w="2324" h="2290" extrusionOk="0">
                  <a:moveTo>
                    <a:pt x="1954" y="0"/>
                  </a:moveTo>
                  <a:lnTo>
                    <a:pt x="1954" y="34"/>
                  </a:lnTo>
                  <a:lnTo>
                    <a:pt x="1954" y="101"/>
                  </a:lnTo>
                  <a:lnTo>
                    <a:pt x="1449" y="135"/>
                  </a:lnTo>
                  <a:lnTo>
                    <a:pt x="944" y="169"/>
                  </a:lnTo>
                  <a:lnTo>
                    <a:pt x="506" y="202"/>
                  </a:lnTo>
                  <a:lnTo>
                    <a:pt x="270" y="236"/>
                  </a:lnTo>
                  <a:lnTo>
                    <a:pt x="169" y="303"/>
                  </a:lnTo>
                  <a:lnTo>
                    <a:pt x="102" y="371"/>
                  </a:lnTo>
                  <a:lnTo>
                    <a:pt x="270" y="404"/>
                  </a:lnTo>
                  <a:lnTo>
                    <a:pt x="439" y="404"/>
                  </a:lnTo>
                  <a:lnTo>
                    <a:pt x="809" y="371"/>
                  </a:lnTo>
                  <a:lnTo>
                    <a:pt x="1381" y="337"/>
                  </a:lnTo>
                  <a:lnTo>
                    <a:pt x="1954" y="303"/>
                  </a:lnTo>
                  <a:lnTo>
                    <a:pt x="1987" y="606"/>
                  </a:lnTo>
                  <a:lnTo>
                    <a:pt x="2021" y="943"/>
                  </a:lnTo>
                  <a:lnTo>
                    <a:pt x="2088" y="1381"/>
                  </a:lnTo>
                  <a:lnTo>
                    <a:pt x="2122" y="1583"/>
                  </a:lnTo>
                  <a:lnTo>
                    <a:pt x="2156" y="1818"/>
                  </a:lnTo>
                  <a:lnTo>
                    <a:pt x="1247" y="1919"/>
                  </a:lnTo>
                  <a:lnTo>
                    <a:pt x="809" y="1987"/>
                  </a:lnTo>
                  <a:lnTo>
                    <a:pt x="405" y="2121"/>
                  </a:lnTo>
                  <a:lnTo>
                    <a:pt x="304" y="1684"/>
                  </a:lnTo>
                  <a:lnTo>
                    <a:pt x="237" y="1246"/>
                  </a:lnTo>
                  <a:lnTo>
                    <a:pt x="203" y="808"/>
                  </a:lnTo>
                  <a:lnTo>
                    <a:pt x="169" y="573"/>
                  </a:lnTo>
                  <a:lnTo>
                    <a:pt x="68" y="371"/>
                  </a:lnTo>
                  <a:lnTo>
                    <a:pt x="1" y="505"/>
                  </a:lnTo>
                  <a:lnTo>
                    <a:pt x="1" y="640"/>
                  </a:lnTo>
                  <a:lnTo>
                    <a:pt x="1" y="977"/>
                  </a:lnTo>
                  <a:lnTo>
                    <a:pt x="102" y="1583"/>
                  </a:lnTo>
                  <a:lnTo>
                    <a:pt x="102" y="1785"/>
                  </a:lnTo>
                  <a:lnTo>
                    <a:pt x="136" y="1987"/>
                  </a:lnTo>
                  <a:lnTo>
                    <a:pt x="169" y="2088"/>
                  </a:lnTo>
                  <a:lnTo>
                    <a:pt x="203" y="2189"/>
                  </a:lnTo>
                  <a:lnTo>
                    <a:pt x="270" y="2256"/>
                  </a:lnTo>
                  <a:lnTo>
                    <a:pt x="371" y="2290"/>
                  </a:lnTo>
                  <a:lnTo>
                    <a:pt x="405" y="2290"/>
                  </a:lnTo>
                  <a:lnTo>
                    <a:pt x="405" y="2256"/>
                  </a:lnTo>
                  <a:lnTo>
                    <a:pt x="405" y="2222"/>
                  </a:lnTo>
                  <a:lnTo>
                    <a:pt x="843" y="2222"/>
                  </a:lnTo>
                  <a:lnTo>
                    <a:pt x="1314" y="2155"/>
                  </a:lnTo>
                  <a:lnTo>
                    <a:pt x="2189" y="1987"/>
                  </a:lnTo>
                  <a:lnTo>
                    <a:pt x="2290" y="1987"/>
                  </a:lnTo>
                  <a:lnTo>
                    <a:pt x="2324" y="1953"/>
                  </a:lnTo>
                  <a:lnTo>
                    <a:pt x="2324" y="1717"/>
                  </a:lnTo>
                  <a:lnTo>
                    <a:pt x="2290" y="1515"/>
                  </a:lnTo>
                  <a:lnTo>
                    <a:pt x="2223" y="1078"/>
                  </a:lnTo>
                  <a:lnTo>
                    <a:pt x="2156" y="539"/>
                  </a:lnTo>
                  <a:lnTo>
                    <a:pt x="2088" y="270"/>
                  </a:lnTo>
                  <a:lnTo>
                    <a:pt x="2021" y="34"/>
                  </a:lnTo>
                  <a:lnTo>
                    <a:pt x="20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7" name="Google Shape;167;p2"/>
            <p:cNvSpPr/>
            <p:nvPr/>
          </p:nvSpPr>
          <p:spPr>
            <a:xfrm>
              <a:off x="2946143" y="6110310"/>
              <a:ext cx="47027" cy="38127"/>
            </a:xfrm>
            <a:custGeom>
              <a:avLst/>
              <a:gdLst/>
              <a:ahLst/>
              <a:cxnLst/>
              <a:rect l="l" t="t" r="r" b="b"/>
              <a:pathLst>
                <a:path w="708" h="574" extrusionOk="0">
                  <a:moveTo>
                    <a:pt x="505" y="1"/>
                  </a:moveTo>
                  <a:lnTo>
                    <a:pt x="472" y="35"/>
                  </a:lnTo>
                  <a:lnTo>
                    <a:pt x="438" y="102"/>
                  </a:lnTo>
                  <a:lnTo>
                    <a:pt x="438" y="203"/>
                  </a:lnTo>
                  <a:lnTo>
                    <a:pt x="505" y="338"/>
                  </a:lnTo>
                  <a:lnTo>
                    <a:pt x="539" y="371"/>
                  </a:lnTo>
                  <a:lnTo>
                    <a:pt x="505" y="371"/>
                  </a:lnTo>
                  <a:lnTo>
                    <a:pt x="472" y="338"/>
                  </a:lnTo>
                  <a:lnTo>
                    <a:pt x="404" y="270"/>
                  </a:lnTo>
                  <a:lnTo>
                    <a:pt x="169" y="68"/>
                  </a:lnTo>
                  <a:lnTo>
                    <a:pt x="135" y="35"/>
                  </a:lnTo>
                  <a:lnTo>
                    <a:pt x="68" y="35"/>
                  </a:lnTo>
                  <a:lnTo>
                    <a:pt x="34" y="68"/>
                  </a:lnTo>
                  <a:lnTo>
                    <a:pt x="34" y="102"/>
                  </a:lnTo>
                  <a:lnTo>
                    <a:pt x="34" y="136"/>
                  </a:lnTo>
                  <a:lnTo>
                    <a:pt x="0" y="270"/>
                  </a:lnTo>
                  <a:lnTo>
                    <a:pt x="34" y="540"/>
                  </a:lnTo>
                  <a:lnTo>
                    <a:pt x="68" y="573"/>
                  </a:lnTo>
                  <a:lnTo>
                    <a:pt x="169" y="573"/>
                  </a:lnTo>
                  <a:lnTo>
                    <a:pt x="202" y="506"/>
                  </a:lnTo>
                  <a:lnTo>
                    <a:pt x="202" y="338"/>
                  </a:lnTo>
                  <a:lnTo>
                    <a:pt x="371" y="472"/>
                  </a:lnTo>
                  <a:lnTo>
                    <a:pt x="472" y="506"/>
                  </a:lnTo>
                  <a:lnTo>
                    <a:pt x="539" y="540"/>
                  </a:lnTo>
                  <a:lnTo>
                    <a:pt x="607" y="506"/>
                  </a:lnTo>
                  <a:lnTo>
                    <a:pt x="674" y="472"/>
                  </a:lnTo>
                  <a:lnTo>
                    <a:pt x="708" y="405"/>
                  </a:lnTo>
                  <a:lnTo>
                    <a:pt x="708" y="338"/>
                  </a:lnTo>
                  <a:lnTo>
                    <a:pt x="640" y="203"/>
                  </a:lnTo>
                  <a:lnTo>
                    <a:pt x="607" y="102"/>
                  </a:lnTo>
                  <a:lnTo>
                    <a:pt x="607" y="35"/>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8" name="Google Shape;168;p2"/>
            <p:cNvSpPr/>
            <p:nvPr/>
          </p:nvSpPr>
          <p:spPr>
            <a:xfrm>
              <a:off x="2943885" y="5886732"/>
              <a:ext cx="147657" cy="149849"/>
            </a:xfrm>
            <a:custGeom>
              <a:avLst/>
              <a:gdLst/>
              <a:ahLst/>
              <a:cxnLst/>
              <a:rect l="l" t="t" r="r" b="b"/>
              <a:pathLst>
                <a:path w="2223" h="2256" extrusionOk="0">
                  <a:moveTo>
                    <a:pt x="1920" y="168"/>
                  </a:moveTo>
                  <a:lnTo>
                    <a:pt x="1954" y="539"/>
                  </a:lnTo>
                  <a:lnTo>
                    <a:pt x="1987" y="909"/>
                  </a:lnTo>
                  <a:lnTo>
                    <a:pt x="2021" y="1380"/>
                  </a:lnTo>
                  <a:lnTo>
                    <a:pt x="2055" y="1852"/>
                  </a:lnTo>
                  <a:lnTo>
                    <a:pt x="1583" y="1852"/>
                  </a:lnTo>
                  <a:lnTo>
                    <a:pt x="1112" y="1919"/>
                  </a:lnTo>
                  <a:lnTo>
                    <a:pt x="742" y="1986"/>
                  </a:lnTo>
                  <a:lnTo>
                    <a:pt x="573" y="2020"/>
                  </a:lnTo>
                  <a:lnTo>
                    <a:pt x="405" y="2087"/>
                  </a:lnTo>
                  <a:lnTo>
                    <a:pt x="337" y="1650"/>
                  </a:lnTo>
                  <a:lnTo>
                    <a:pt x="236" y="1178"/>
                  </a:lnTo>
                  <a:lnTo>
                    <a:pt x="203" y="808"/>
                  </a:lnTo>
                  <a:lnTo>
                    <a:pt x="135" y="438"/>
                  </a:lnTo>
                  <a:lnTo>
                    <a:pt x="1045" y="337"/>
                  </a:lnTo>
                  <a:lnTo>
                    <a:pt x="1920" y="168"/>
                  </a:lnTo>
                  <a:close/>
                  <a:moveTo>
                    <a:pt x="1920" y="0"/>
                  </a:moveTo>
                  <a:lnTo>
                    <a:pt x="1011" y="101"/>
                  </a:lnTo>
                  <a:lnTo>
                    <a:pt x="102" y="269"/>
                  </a:lnTo>
                  <a:lnTo>
                    <a:pt x="34" y="303"/>
                  </a:lnTo>
                  <a:lnTo>
                    <a:pt x="1" y="337"/>
                  </a:lnTo>
                  <a:lnTo>
                    <a:pt x="1" y="606"/>
                  </a:lnTo>
                  <a:lnTo>
                    <a:pt x="34" y="842"/>
                  </a:lnTo>
                  <a:lnTo>
                    <a:pt x="102" y="1347"/>
                  </a:lnTo>
                  <a:lnTo>
                    <a:pt x="169" y="1818"/>
                  </a:lnTo>
                  <a:lnTo>
                    <a:pt x="203" y="2020"/>
                  </a:lnTo>
                  <a:lnTo>
                    <a:pt x="270" y="2222"/>
                  </a:lnTo>
                  <a:lnTo>
                    <a:pt x="304" y="2256"/>
                  </a:lnTo>
                  <a:lnTo>
                    <a:pt x="371" y="2256"/>
                  </a:lnTo>
                  <a:lnTo>
                    <a:pt x="371" y="2222"/>
                  </a:lnTo>
                  <a:lnTo>
                    <a:pt x="607" y="2222"/>
                  </a:lnTo>
                  <a:lnTo>
                    <a:pt x="843" y="2188"/>
                  </a:lnTo>
                  <a:lnTo>
                    <a:pt x="1280" y="2121"/>
                  </a:lnTo>
                  <a:lnTo>
                    <a:pt x="1684" y="2054"/>
                  </a:lnTo>
                  <a:lnTo>
                    <a:pt x="1886" y="2020"/>
                  </a:lnTo>
                  <a:lnTo>
                    <a:pt x="2088" y="1953"/>
                  </a:lnTo>
                  <a:lnTo>
                    <a:pt x="2156" y="1953"/>
                  </a:lnTo>
                  <a:lnTo>
                    <a:pt x="2223" y="1885"/>
                  </a:lnTo>
                  <a:lnTo>
                    <a:pt x="2223" y="1650"/>
                  </a:lnTo>
                  <a:lnTo>
                    <a:pt x="2223" y="1380"/>
                  </a:lnTo>
                  <a:lnTo>
                    <a:pt x="2189" y="875"/>
                  </a:lnTo>
                  <a:lnTo>
                    <a:pt x="2122" y="471"/>
                  </a:lnTo>
                  <a:lnTo>
                    <a:pt x="2088" y="269"/>
                  </a:lnTo>
                  <a:lnTo>
                    <a:pt x="1987" y="67"/>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9" name="Google Shape;169;p2"/>
            <p:cNvSpPr/>
            <p:nvPr/>
          </p:nvSpPr>
          <p:spPr>
            <a:xfrm>
              <a:off x="2999813" y="5942593"/>
              <a:ext cx="31351" cy="44835"/>
            </a:xfrm>
            <a:custGeom>
              <a:avLst/>
              <a:gdLst/>
              <a:ahLst/>
              <a:cxnLst/>
              <a:rect l="l" t="t" r="r" b="b"/>
              <a:pathLst>
                <a:path w="472" h="675" extrusionOk="0">
                  <a:moveTo>
                    <a:pt x="270" y="1"/>
                  </a:moveTo>
                  <a:lnTo>
                    <a:pt x="337" y="169"/>
                  </a:lnTo>
                  <a:lnTo>
                    <a:pt x="371" y="337"/>
                  </a:lnTo>
                  <a:lnTo>
                    <a:pt x="337" y="405"/>
                  </a:lnTo>
                  <a:lnTo>
                    <a:pt x="304" y="472"/>
                  </a:lnTo>
                  <a:lnTo>
                    <a:pt x="270" y="539"/>
                  </a:lnTo>
                  <a:lnTo>
                    <a:pt x="203" y="539"/>
                  </a:lnTo>
                  <a:lnTo>
                    <a:pt x="169" y="472"/>
                  </a:lnTo>
                  <a:lnTo>
                    <a:pt x="135" y="405"/>
                  </a:lnTo>
                  <a:lnTo>
                    <a:pt x="68" y="371"/>
                  </a:lnTo>
                  <a:lnTo>
                    <a:pt x="34" y="371"/>
                  </a:lnTo>
                  <a:lnTo>
                    <a:pt x="1" y="438"/>
                  </a:lnTo>
                  <a:lnTo>
                    <a:pt x="1" y="472"/>
                  </a:lnTo>
                  <a:lnTo>
                    <a:pt x="34" y="539"/>
                  </a:lnTo>
                  <a:lnTo>
                    <a:pt x="68" y="607"/>
                  </a:lnTo>
                  <a:lnTo>
                    <a:pt x="68" y="640"/>
                  </a:lnTo>
                  <a:lnTo>
                    <a:pt x="102" y="674"/>
                  </a:lnTo>
                  <a:lnTo>
                    <a:pt x="203" y="674"/>
                  </a:lnTo>
                  <a:lnTo>
                    <a:pt x="304" y="640"/>
                  </a:lnTo>
                  <a:lnTo>
                    <a:pt x="371" y="573"/>
                  </a:lnTo>
                  <a:lnTo>
                    <a:pt x="438" y="506"/>
                  </a:lnTo>
                  <a:lnTo>
                    <a:pt x="472" y="371"/>
                  </a:lnTo>
                  <a:lnTo>
                    <a:pt x="438" y="236"/>
                  </a:lnTo>
                  <a:lnTo>
                    <a:pt x="405" y="102"/>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0" name="Google Shape;170;p2"/>
            <p:cNvSpPr/>
            <p:nvPr/>
          </p:nvSpPr>
          <p:spPr>
            <a:xfrm>
              <a:off x="2890215" y="6052190"/>
              <a:ext cx="152174" cy="147657"/>
            </a:xfrm>
            <a:custGeom>
              <a:avLst/>
              <a:gdLst/>
              <a:ahLst/>
              <a:cxnLst/>
              <a:rect l="l" t="t" r="r" b="b"/>
              <a:pathLst>
                <a:path w="2291" h="2223" extrusionOk="0">
                  <a:moveTo>
                    <a:pt x="1886" y="203"/>
                  </a:moveTo>
                  <a:lnTo>
                    <a:pt x="1954" y="573"/>
                  </a:lnTo>
                  <a:lnTo>
                    <a:pt x="2021" y="943"/>
                  </a:lnTo>
                  <a:lnTo>
                    <a:pt x="2055" y="1381"/>
                  </a:lnTo>
                  <a:lnTo>
                    <a:pt x="2122" y="1819"/>
                  </a:lnTo>
                  <a:lnTo>
                    <a:pt x="1954" y="1819"/>
                  </a:lnTo>
                  <a:lnTo>
                    <a:pt x="1752" y="1852"/>
                  </a:lnTo>
                  <a:lnTo>
                    <a:pt x="1381" y="1920"/>
                  </a:lnTo>
                  <a:lnTo>
                    <a:pt x="910" y="1987"/>
                  </a:lnTo>
                  <a:lnTo>
                    <a:pt x="674" y="2021"/>
                  </a:lnTo>
                  <a:lnTo>
                    <a:pt x="472" y="2088"/>
                  </a:lnTo>
                  <a:lnTo>
                    <a:pt x="371" y="1650"/>
                  </a:lnTo>
                  <a:lnTo>
                    <a:pt x="270" y="1179"/>
                  </a:lnTo>
                  <a:lnTo>
                    <a:pt x="203" y="809"/>
                  </a:lnTo>
                  <a:lnTo>
                    <a:pt x="102" y="438"/>
                  </a:lnTo>
                  <a:lnTo>
                    <a:pt x="1011" y="337"/>
                  </a:lnTo>
                  <a:lnTo>
                    <a:pt x="1886" y="203"/>
                  </a:lnTo>
                  <a:close/>
                  <a:moveTo>
                    <a:pt x="1886" y="1"/>
                  </a:moveTo>
                  <a:lnTo>
                    <a:pt x="977" y="135"/>
                  </a:lnTo>
                  <a:lnTo>
                    <a:pt x="68" y="270"/>
                  </a:lnTo>
                  <a:lnTo>
                    <a:pt x="1" y="304"/>
                  </a:lnTo>
                  <a:lnTo>
                    <a:pt x="1" y="371"/>
                  </a:lnTo>
                  <a:lnTo>
                    <a:pt x="1" y="607"/>
                  </a:lnTo>
                  <a:lnTo>
                    <a:pt x="1" y="809"/>
                  </a:lnTo>
                  <a:lnTo>
                    <a:pt x="68" y="1213"/>
                  </a:lnTo>
                  <a:lnTo>
                    <a:pt x="169" y="1718"/>
                  </a:lnTo>
                  <a:lnTo>
                    <a:pt x="236" y="1953"/>
                  </a:lnTo>
                  <a:lnTo>
                    <a:pt x="337" y="2189"/>
                  </a:lnTo>
                  <a:lnTo>
                    <a:pt x="405" y="2223"/>
                  </a:lnTo>
                  <a:lnTo>
                    <a:pt x="674" y="2223"/>
                  </a:lnTo>
                  <a:lnTo>
                    <a:pt x="876" y="2189"/>
                  </a:lnTo>
                  <a:lnTo>
                    <a:pt x="1280" y="2122"/>
                  </a:lnTo>
                  <a:lnTo>
                    <a:pt x="1752" y="2088"/>
                  </a:lnTo>
                  <a:lnTo>
                    <a:pt x="1954" y="2054"/>
                  </a:lnTo>
                  <a:lnTo>
                    <a:pt x="2189" y="1987"/>
                  </a:lnTo>
                  <a:lnTo>
                    <a:pt x="2290" y="1987"/>
                  </a:lnTo>
                  <a:lnTo>
                    <a:pt x="2290" y="1953"/>
                  </a:lnTo>
                  <a:lnTo>
                    <a:pt x="2290" y="1718"/>
                  </a:lnTo>
                  <a:lnTo>
                    <a:pt x="2290" y="1482"/>
                  </a:lnTo>
                  <a:lnTo>
                    <a:pt x="2223" y="1044"/>
                  </a:lnTo>
                  <a:lnTo>
                    <a:pt x="2122" y="539"/>
                  </a:lnTo>
                  <a:lnTo>
                    <a:pt x="2055" y="304"/>
                  </a:lnTo>
                  <a:lnTo>
                    <a:pt x="1987" y="68"/>
                  </a:lnTo>
                  <a:lnTo>
                    <a:pt x="1954"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1" name="Google Shape;171;p2"/>
            <p:cNvSpPr/>
            <p:nvPr/>
          </p:nvSpPr>
          <p:spPr>
            <a:xfrm>
              <a:off x="2677796" y="5989554"/>
              <a:ext cx="58186" cy="51544"/>
            </a:xfrm>
            <a:custGeom>
              <a:avLst/>
              <a:gdLst/>
              <a:ahLst/>
              <a:cxnLst/>
              <a:rect l="l" t="t" r="r" b="b"/>
              <a:pathLst>
                <a:path w="876" h="776" extrusionOk="0">
                  <a:moveTo>
                    <a:pt x="371" y="1"/>
                  </a:moveTo>
                  <a:lnTo>
                    <a:pt x="270" y="34"/>
                  </a:lnTo>
                  <a:lnTo>
                    <a:pt x="169" y="68"/>
                  </a:lnTo>
                  <a:lnTo>
                    <a:pt x="101" y="135"/>
                  </a:lnTo>
                  <a:lnTo>
                    <a:pt x="34" y="236"/>
                  </a:lnTo>
                  <a:lnTo>
                    <a:pt x="0" y="337"/>
                  </a:lnTo>
                  <a:lnTo>
                    <a:pt x="0" y="472"/>
                  </a:lnTo>
                  <a:lnTo>
                    <a:pt x="34" y="539"/>
                  </a:lnTo>
                  <a:lnTo>
                    <a:pt x="68" y="607"/>
                  </a:lnTo>
                  <a:lnTo>
                    <a:pt x="135" y="674"/>
                  </a:lnTo>
                  <a:lnTo>
                    <a:pt x="202" y="741"/>
                  </a:lnTo>
                  <a:lnTo>
                    <a:pt x="303" y="775"/>
                  </a:lnTo>
                  <a:lnTo>
                    <a:pt x="404" y="775"/>
                  </a:lnTo>
                  <a:lnTo>
                    <a:pt x="472" y="741"/>
                  </a:lnTo>
                  <a:lnTo>
                    <a:pt x="539" y="708"/>
                  </a:lnTo>
                  <a:lnTo>
                    <a:pt x="573" y="741"/>
                  </a:lnTo>
                  <a:lnTo>
                    <a:pt x="606" y="775"/>
                  </a:lnTo>
                  <a:lnTo>
                    <a:pt x="640" y="775"/>
                  </a:lnTo>
                  <a:lnTo>
                    <a:pt x="640" y="741"/>
                  </a:lnTo>
                  <a:lnTo>
                    <a:pt x="674" y="708"/>
                  </a:lnTo>
                  <a:lnTo>
                    <a:pt x="640" y="607"/>
                  </a:lnTo>
                  <a:lnTo>
                    <a:pt x="606" y="506"/>
                  </a:lnTo>
                  <a:lnTo>
                    <a:pt x="606" y="472"/>
                  </a:lnTo>
                  <a:lnTo>
                    <a:pt x="808" y="438"/>
                  </a:lnTo>
                  <a:lnTo>
                    <a:pt x="842" y="405"/>
                  </a:lnTo>
                  <a:lnTo>
                    <a:pt x="876" y="337"/>
                  </a:lnTo>
                  <a:lnTo>
                    <a:pt x="842" y="304"/>
                  </a:lnTo>
                  <a:lnTo>
                    <a:pt x="775" y="270"/>
                  </a:lnTo>
                  <a:lnTo>
                    <a:pt x="573" y="304"/>
                  </a:lnTo>
                  <a:lnTo>
                    <a:pt x="472" y="337"/>
                  </a:lnTo>
                  <a:lnTo>
                    <a:pt x="371" y="371"/>
                  </a:lnTo>
                  <a:lnTo>
                    <a:pt x="371" y="405"/>
                  </a:lnTo>
                  <a:lnTo>
                    <a:pt x="371" y="438"/>
                  </a:lnTo>
                  <a:lnTo>
                    <a:pt x="539" y="472"/>
                  </a:lnTo>
                  <a:lnTo>
                    <a:pt x="539" y="506"/>
                  </a:lnTo>
                  <a:lnTo>
                    <a:pt x="539" y="539"/>
                  </a:lnTo>
                  <a:lnTo>
                    <a:pt x="438" y="573"/>
                  </a:lnTo>
                  <a:lnTo>
                    <a:pt x="371" y="607"/>
                  </a:lnTo>
                  <a:lnTo>
                    <a:pt x="303" y="573"/>
                  </a:lnTo>
                  <a:lnTo>
                    <a:pt x="236" y="539"/>
                  </a:lnTo>
                  <a:lnTo>
                    <a:pt x="202" y="506"/>
                  </a:lnTo>
                  <a:lnTo>
                    <a:pt x="169" y="405"/>
                  </a:lnTo>
                  <a:lnTo>
                    <a:pt x="169" y="337"/>
                  </a:lnTo>
                  <a:lnTo>
                    <a:pt x="202" y="270"/>
                  </a:lnTo>
                  <a:lnTo>
                    <a:pt x="270" y="203"/>
                  </a:lnTo>
                  <a:lnTo>
                    <a:pt x="438" y="135"/>
                  </a:lnTo>
                  <a:lnTo>
                    <a:pt x="606" y="102"/>
                  </a:lnTo>
                  <a:lnTo>
                    <a:pt x="606" y="68"/>
                  </a:lnTo>
                  <a:lnTo>
                    <a:pt x="606"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2" name="Google Shape;172;p2"/>
            <p:cNvSpPr/>
            <p:nvPr/>
          </p:nvSpPr>
          <p:spPr>
            <a:xfrm>
              <a:off x="2778426" y="5911308"/>
              <a:ext cx="158816" cy="149916"/>
            </a:xfrm>
            <a:custGeom>
              <a:avLst/>
              <a:gdLst/>
              <a:ahLst/>
              <a:cxnLst/>
              <a:rect l="l" t="t" r="r" b="b"/>
              <a:pathLst>
                <a:path w="2391" h="2257" extrusionOk="0">
                  <a:moveTo>
                    <a:pt x="1515" y="0"/>
                  </a:moveTo>
                  <a:lnTo>
                    <a:pt x="1078" y="101"/>
                  </a:lnTo>
                  <a:lnTo>
                    <a:pt x="606" y="236"/>
                  </a:lnTo>
                  <a:lnTo>
                    <a:pt x="101" y="371"/>
                  </a:lnTo>
                  <a:lnTo>
                    <a:pt x="68" y="270"/>
                  </a:lnTo>
                  <a:lnTo>
                    <a:pt x="0" y="270"/>
                  </a:lnTo>
                  <a:lnTo>
                    <a:pt x="0" y="303"/>
                  </a:lnTo>
                  <a:lnTo>
                    <a:pt x="0" y="573"/>
                  </a:lnTo>
                  <a:lnTo>
                    <a:pt x="34" y="808"/>
                  </a:lnTo>
                  <a:lnTo>
                    <a:pt x="135" y="1347"/>
                  </a:lnTo>
                  <a:lnTo>
                    <a:pt x="169" y="1785"/>
                  </a:lnTo>
                  <a:lnTo>
                    <a:pt x="202" y="2020"/>
                  </a:lnTo>
                  <a:lnTo>
                    <a:pt x="270" y="2223"/>
                  </a:lnTo>
                  <a:lnTo>
                    <a:pt x="337" y="2256"/>
                  </a:lnTo>
                  <a:lnTo>
                    <a:pt x="371" y="2223"/>
                  </a:lnTo>
                  <a:lnTo>
                    <a:pt x="438" y="2223"/>
                  </a:lnTo>
                  <a:lnTo>
                    <a:pt x="1313" y="2122"/>
                  </a:lnTo>
                  <a:lnTo>
                    <a:pt x="1751" y="2054"/>
                  </a:lnTo>
                  <a:lnTo>
                    <a:pt x="2189" y="1919"/>
                  </a:lnTo>
                  <a:lnTo>
                    <a:pt x="2189" y="1953"/>
                  </a:lnTo>
                  <a:lnTo>
                    <a:pt x="2222" y="1987"/>
                  </a:lnTo>
                  <a:lnTo>
                    <a:pt x="2256" y="1987"/>
                  </a:lnTo>
                  <a:lnTo>
                    <a:pt x="2323" y="1919"/>
                  </a:lnTo>
                  <a:lnTo>
                    <a:pt x="2357" y="1818"/>
                  </a:lnTo>
                  <a:lnTo>
                    <a:pt x="2391" y="1751"/>
                  </a:lnTo>
                  <a:lnTo>
                    <a:pt x="2391" y="1616"/>
                  </a:lnTo>
                  <a:lnTo>
                    <a:pt x="2357" y="1414"/>
                  </a:lnTo>
                  <a:lnTo>
                    <a:pt x="2290" y="1212"/>
                  </a:lnTo>
                  <a:lnTo>
                    <a:pt x="2222" y="606"/>
                  </a:lnTo>
                  <a:lnTo>
                    <a:pt x="2121" y="303"/>
                  </a:lnTo>
                  <a:lnTo>
                    <a:pt x="2054" y="169"/>
                  </a:lnTo>
                  <a:lnTo>
                    <a:pt x="1987" y="68"/>
                  </a:lnTo>
                  <a:lnTo>
                    <a:pt x="1953" y="68"/>
                  </a:lnTo>
                  <a:lnTo>
                    <a:pt x="1953" y="270"/>
                  </a:lnTo>
                  <a:lnTo>
                    <a:pt x="1953" y="505"/>
                  </a:lnTo>
                  <a:lnTo>
                    <a:pt x="2054" y="943"/>
                  </a:lnTo>
                  <a:lnTo>
                    <a:pt x="2121" y="1381"/>
                  </a:lnTo>
                  <a:lnTo>
                    <a:pt x="2189" y="1818"/>
                  </a:lnTo>
                  <a:lnTo>
                    <a:pt x="1751" y="1818"/>
                  </a:lnTo>
                  <a:lnTo>
                    <a:pt x="1280" y="1886"/>
                  </a:lnTo>
                  <a:lnTo>
                    <a:pt x="404" y="2054"/>
                  </a:lnTo>
                  <a:lnTo>
                    <a:pt x="371" y="2054"/>
                  </a:lnTo>
                  <a:lnTo>
                    <a:pt x="371" y="1818"/>
                  </a:lnTo>
                  <a:lnTo>
                    <a:pt x="337" y="1616"/>
                  </a:lnTo>
                  <a:lnTo>
                    <a:pt x="270" y="1179"/>
                  </a:lnTo>
                  <a:lnTo>
                    <a:pt x="236" y="842"/>
                  </a:lnTo>
                  <a:lnTo>
                    <a:pt x="169" y="539"/>
                  </a:lnTo>
                  <a:lnTo>
                    <a:pt x="707" y="404"/>
                  </a:lnTo>
                  <a:lnTo>
                    <a:pt x="1246" y="270"/>
                  </a:lnTo>
                  <a:lnTo>
                    <a:pt x="1616" y="202"/>
                  </a:lnTo>
                  <a:lnTo>
                    <a:pt x="1785" y="169"/>
                  </a:lnTo>
                  <a:lnTo>
                    <a:pt x="1953" y="68"/>
                  </a:lnTo>
                  <a:lnTo>
                    <a:pt x="1953"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3" name="Google Shape;173;p2"/>
            <p:cNvSpPr/>
            <p:nvPr/>
          </p:nvSpPr>
          <p:spPr>
            <a:xfrm>
              <a:off x="2847772" y="5969428"/>
              <a:ext cx="42510" cy="42577"/>
            </a:xfrm>
            <a:custGeom>
              <a:avLst/>
              <a:gdLst/>
              <a:ahLst/>
              <a:cxnLst/>
              <a:rect l="l" t="t" r="r" b="b"/>
              <a:pathLst>
                <a:path w="640" h="641" extrusionOk="0">
                  <a:moveTo>
                    <a:pt x="471" y="1"/>
                  </a:moveTo>
                  <a:lnTo>
                    <a:pt x="438" y="34"/>
                  </a:lnTo>
                  <a:lnTo>
                    <a:pt x="404" y="68"/>
                  </a:lnTo>
                  <a:lnTo>
                    <a:pt x="370" y="102"/>
                  </a:lnTo>
                  <a:lnTo>
                    <a:pt x="370" y="236"/>
                  </a:lnTo>
                  <a:lnTo>
                    <a:pt x="370" y="270"/>
                  </a:lnTo>
                  <a:lnTo>
                    <a:pt x="135" y="337"/>
                  </a:lnTo>
                  <a:lnTo>
                    <a:pt x="101" y="203"/>
                  </a:lnTo>
                  <a:lnTo>
                    <a:pt x="101" y="169"/>
                  </a:lnTo>
                  <a:lnTo>
                    <a:pt x="67" y="169"/>
                  </a:lnTo>
                  <a:lnTo>
                    <a:pt x="0" y="203"/>
                  </a:lnTo>
                  <a:lnTo>
                    <a:pt x="0" y="371"/>
                  </a:lnTo>
                  <a:lnTo>
                    <a:pt x="0" y="405"/>
                  </a:lnTo>
                  <a:lnTo>
                    <a:pt x="34" y="438"/>
                  </a:lnTo>
                  <a:lnTo>
                    <a:pt x="67" y="607"/>
                  </a:lnTo>
                  <a:lnTo>
                    <a:pt x="135" y="640"/>
                  </a:lnTo>
                  <a:lnTo>
                    <a:pt x="168" y="640"/>
                  </a:lnTo>
                  <a:lnTo>
                    <a:pt x="202" y="607"/>
                  </a:lnTo>
                  <a:lnTo>
                    <a:pt x="202" y="539"/>
                  </a:lnTo>
                  <a:lnTo>
                    <a:pt x="168" y="472"/>
                  </a:lnTo>
                  <a:lnTo>
                    <a:pt x="404" y="438"/>
                  </a:lnTo>
                  <a:lnTo>
                    <a:pt x="438" y="539"/>
                  </a:lnTo>
                  <a:lnTo>
                    <a:pt x="505" y="640"/>
                  </a:lnTo>
                  <a:lnTo>
                    <a:pt x="539" y="640"/>
                  </a:lnTo>
                  <a:lnTo>
                    <a:pt x="572" y="607"/>
                  </a:lnTo>
                  <a:lnTo>
                    <a:pt x="572" y="506"/>
                  </a:lnTo>
                  <a:lnTo>
                    <a:pt x="539" y="371"/>
                  </a:lnTo>
                  <a:lnTo>
                    <a:pt x="640" y="337"/>
                  </a:lnTo>
                  <a:lnTo>
                    <a:pt x="640" y="270"/>
                  </a:lnTo>
                  <a:lnTo>
                    <a:pt x="640" y="236"/>
                  </a:lnTo>
                  <a:lnTo>
                    <a:pt x="640" y="203"/>
                  </a:lnTo>
                  <a:lnTo>
                    <a:pt x="572" y="203"/>
                  </a:lnTo>
                  <a:lnTo>
                    <a:pt x="505" y="236"/>
                  </a:lnTo>
                  <a:lnTo>
                    <a:pt x="505" y="169"/>
                  </a:lnTo>
                  <a:lnTo>
                    <a:pt x="505" y="102"/>
                  </a:lnTo>
                  <a:lnTo>
                    <a:pt x="539" y="34"/>
                  </a:lnTo>
                  <a:lnTo>
                    <a:pt x="505" y="34"/>
                  </a:lnTo>
                  <a:lnTo>
                    <a:pt x="4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4" name="Google Shape;174;p2"/>
            <p:cNvSpPr/>
            <p:nvPr/>
          </p:nvSpPr>
          <p:spPr>
            <a:xfrm>
              <a:off x="3218940" y="6005230"/>
              <a:ext cx="145465" cy="147657"/>
            </a:xfrm>
            <a:custGeom>
              <a:avLst/>
              <a:gdLst/>
              <a:ahLst/>
              <a:cxnLst/>
              <a:rect l="l" t="t" r="r" b="b"/>
              <a:pathLst>
                <a:path w="2190" h="2223" extrusionOk="0">
                  <a:moveTo>
                    <a:pt x="1819" y="0"/>
                  </a:moveTo>
                  <a:lnTo>
                    <a:pt x="1314" y="68"/>
                  </a:lnTo>
                  <a:lnTo>
                    <a:pt x="775" y="169"/>
                  </a:lnTo>
                  <a:lnTo>
                    <a:pt x="371" y="202"/>
                  </a:lnTo>
                  <a:lnTo>
                    <a:pt x="169" y="236"/>
                  </a:lnTo>
                  <a:lnTo>
                    <a:pt x="1" y="303"/>
                  </a:lnTo>
                  <a:lnTo>
                    <a:pt x="169" y="404"/>
                  </a:lnTo>
                  <a:lnTo>
                    <a:pt x="338" y="404"/>
                  </a:lnTo>
                  <a:lnTo>
                    <a:pt x="674" y="371"/>
                  </a:lnTo>
                  <a:lnTo>
                    <a:pt x="1213" y="303"/>
                  </a:lnTo>
                  <a:lnTo>
                    <a:pt x="1752" y="202"/>
                  </a:lnTo>
                  <a:lnTo>
                    <a:pt x="1752" y="371"/>
                  </a:lnTo>
                  <a:lnTo>
                    <a:pt x="1785" y="573"/>
                  </a:lnTo>
                  <a:lnTo>
                    <a:pt x="1853" y="943"/>
                  </a:lnTo>
                  <a:lnTo>
                    <a:pt x="1920" y="1381"/>
                  </a:lnTo>
                  <a:lnTo>
                    <a:pt x="1954" y="1617"/>
                  </a:lnTo>
                  <a:lnTo>
                    <a:pt x="2021" y="1852"/>
                  </a:lnTo>
                  <a:lnTo>
                    <a:pt x="1011" y="1953"/>
                  </a:lnTo>
                  <a:lnTo>
                    <a:pt x="674" y="1987"/>
                  </a:lnTo>
                  <a:lnTo>
                    <a:pt x="506" y="2054"/>
                  </a:lnTo>
                  <a:lnTo>
                    <a:pt x="371" y="2155"/>
                  </a:lnTo>
                  <a:lnTo>
                    <a:pt x="540" y="2223"/>
                  </a:lnTo>
                  <a:lnTo>
                    <a:pt x="708" y="2223"/>
                  </a:lnTo>
                  <a:lnTo>
                    <a:pt x="1045" y="2155"/>
                  </a:lnTo>
                  <a:lnTo>
                    <a:pt x="2122" y="2021"/>
                  </a:lnTo>
                  <a:lnTo>
                    <a:pt x="2189" y="1987"/>
                  </a:lnTo>
                  <a:lnTo>
                    <a:pt x="2189" y="1953"/>
                  </a:lnTo>
                  <a:lnTo>
                    <a:pt x="2189" y="1886"/>
                  </a:lnTo>
                  <a:lnTo>
                    <a:pt x="2156" y="1852"/>
                  </a:lnTo>
                  <a:lnTo>
                    <a:pt x="2156" y="1617"/>
                  </a:lnTo>
                  <a:lnTo>
                    <a:pt x="2122" y="1381"/>
                  </a:lnTo>
                  <a:lnTo>
                    <a:pt x="2055" y="910"/>
                  </a:lnTo>
                  <a:lnTo>
                    <a:pt x="1987" y="539"/>
                  </a:lnTo>
                  <a:lnTo>
                    <a:pt x="1954" y="337"/>
                  </a:lnTo>
                  <a:lnTo>
                    <a:pt x="1886" y="169"/>
                  </a:lnTo>
                  <a:lnTo>
                    <a:pt x="1920" y="101"/>
                  </a:lnTo>
                  <a:lnTo>
                    <a:pt x="1920" y="68"/>
                  </a:lnTo>
                  <a:lnTo>
                    <a:pt x="1886" y="34"/>
                  </a:lnTo>
                  <a:lnTo>
                    <a:pt x="181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5" name="Google Shape;175;p2"/>
            <p:cNvSpPr/>
            <p:nvPr/>
          </p:nvSpPr>
          <p:spPr>
            <a:xfrm>
              <a:off x="3261451" y="5835254"/>
              <a:ext cx="154366" cy="156624"/>
            </a:xfrm>
            <a:custGeom>
              <a:avLst/>
              <a:gdLst/>
              <a:ahLst/>
              <a:cxnLst/>
              <a:rect l="l" t="t" r="r" b="b"/>
              <a:pathLst>
                <a:path w="2324" h="2358" extrusionOk="0">
                  <a:moveTo>
                    <a:pt x="1920" y="1"/>
                  </a:moveTo>
                  <a:lnTo>
                    <a:pt x="1920" y="34"/>
                  </a:lnTo>
                  <a:lnTo>
                    <a:pt x="1920" y="102"/>
                  </a:lnTo>
                  <a:lnTo>
                    <a:pt x="1617" y="102"/>
                  </a:lnTo>
                  <a:lnTo>
                    <a:pt x="1314" y="135"/>
                  </a:lnTo>
                  <a:lnTo>
                    <a:pt x="708" y="270"/>
                  </a:lnTo>
                  <a:lnTo>
                    <a:pt x="371" y="304"/>
                  </a:lnTo>
                  <a:lnTo>
                    <a:pt x="169" y="337"/>
                  </a:lnTo>
                  <a:lnTo>
                    <a:pt x="102" y="371"/>
                  </a:lnTo>
                  <a:lnTo>
                    <a:pt x="68" y="405"/>
                  </a:lnTo>
                  <a:lnTo>
                    <a:pt x="68" y="438"/>
                  </a:lnTo>
                  <a:lnTo>
                    <a:pt x="34" y="405"/>
                  </a:lnTo>
                  <a:lnTo>
                    <a:pt x="1" y="405"/>
                  </a:lnTo>
                  <a:lnTo>
                    <a:pt x="1" y="607"/>
                  </a:lnTo>
                  <a:lnTo>
                    <a:pt x="1" y="842"/>
                  </a:lnTo>
                  <a:lnTo>
                    <a:pt x="102" y="1280"/>
                  </a:lnTo>
                  <a:lnTo>
                    <a:pt x="236" y="2290"/>
                  </a:lnTo>
                  <a:lnTo>
                    <a:pt x="270" y="2324"/>
                  </a:lnTo>
                  <a:lnTo>
                    <a:pt x="337" y="2357"/>
                  </a:lnTo>
                  <a:lnTo>
                    <a:pt x="371" y="2324"/>
                  </a:lnTo>
                  <a:lnTo>
                    <a:pt x="405" y="2290"/>
                  </a:lnTo>
                  <a:lnTo>
                    <a:pt x="640" y="2290"/>
                  </a:lnTo>
                  <a:lnTo>
                    <a:pt x="910" y="2256"/>
                  </a:lnTo>
                  <a:lnTo>
                    <a:pt x="1381" y="2189"/>
                  </a:lnTo>
                  <a:lnTo>
                    <a:pt x="1785" y="2122"/>
                  </a:lnTo>
                  <a:lnTo>
                    <a:pt x="2021" y="2088"/>
                  </a:lnTo>
                  <a:lnTo>
                    <a:pt x="2088" y="2021"/>
                  </a:lnTo>
                  <a:lnTo>
                    <a:pt x="2155" y="1953"/>
                  </a:lnTo>
                  <a:lnTo>
                    <a:pt x="2054" y="1886"/>
                  </a:lnTo>
                  <a:lnTo>
                    <a:pt x="1684" y="1886"/>
                  </a:lnTo>
                  <a:lnTo>
                    <a:pt x="1213" y="1987"/>
                  </a:lnTo>
                  <a:lnTo>
                    <a:pt x="809" y="2021"/>
                  </a:lnTo>
                  <a:lnTo>
                    <a:pt x="607" y="2054"/>
                  </a:lnTo>
                  <a:lnTo>
                    <a:pt x="405" y="2122"/>
                  </a:lnTo>
                  <a:lnTo>
                    <a:pt x="236" y="1112"/>
                  </a:lnTo>
                  <a:lnTo>
                    <a:pt x="203" y="809"/>
                  </a:lnTo>
                  <a:lnTo>
                    <a:pt x="102" y="539"/>
                  </a:lnTo>
                  <a:lnTo>
                    <a:pt x="203" y="539"/>
                  </a:lnTo>
                  <a:lnTo>
                    <a:pt x="203" y="472"/>
                  </a:lnTo>
                  <a:lnTo>
                    <a:pt x="1145" y="371"/>
                  </a:lnTo>
                  <a:lnTo>
                    <a:pt x="1549" y="304"/>
                  </a:lnTo>
                  <a:lnTo>
                    <a:pt x="1920" y="203"/>
                  </a:lnTo>
                  <a:lnTo>
                    <a:pt x="1987" y="539"/>
                  </a:lnTo>
                  <a:lnTo>
                    <a:pt x="2054" y="910"/>
                  </a:lnTo>
                  <a:lnTo>
                    <a:pt x="2088" y="1448"/>
                  </a:lnTo>
                  <a:lnTo>
                    <a:pt x="2122" y="1684"/>
                  </a:lnTo>
                  <a:lnTo>
                    <a:pt x="2155" y="1953"/>
                  </a:lnTo>
                  <a:lnTo>
                    <a:pt x="2189" y="1987"/>
                  </a:lnTo>
                  <a:lnTo>
                    <a:pt x="2223" y="2021"/>
                  </a:lnTo>
                  <a:lnTo>
                    <a:pt x="2290" y="1987"/>
                  </a:lnTo>
                  <a:lnTo>
                    <a:pt x="2324" y="1953"/>
                  </a:lnTo>
                  <a:lnTo>
                    <a:pt x="2324" y="1684"/>
                  </a:lnTo>
                  <a:lnTo>
                    <a:pt x="2324" y="1415"/>
                  </a:lnTo>
                  <a:lnTo>
                    <a:pt x="2223" y="876"/>
                  </a:lnTo>
                  <a:lnTo>
                    <a:pt x="2155" y="438"/>
                  </a:lnTo>
                  <a:lnTo>
                    <a:pt x="2088" y="236"/>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6" name="Google Shape;176;p2"/>
            <p:cNvSpPr/>
            <p:nvPr/>
          </p:nvSpPr>
          <p:spPr>
            <a:xfrm>
              <a:off x="3328538" y="5895632"/>
              <a:ext cx="42577" cy="49285"/>
            </a:xfrm>
            <a:custGeom>
              <a:avLst/>
              <a:gdLst/>
              <a:ahLst/>
              <a:cxnLst/>
              <a:rect l="l" t="t" r="r" b="b"/>
              <a:pathLst>
                <a:path w="641" h="742" extrusionOk="0">
                  <a:moveTo>
                    <a:pt x="135" y="1"/>
                  </a:moveTo>
                  <a:lnTo>
                    <a:pt x="68" y="68"/>
                  </a:lnTo>
                  <a:lnTo>
                    <a:pt x="34" y="135"/>
                  </a:lnTo>
                  <a:lnTo>
                    <a:pt x="1" y="304"/>
                  </a:lnTo>
                  <a:lnTo>
                    <a:pt x="1" y="506"/>
                  </a:lnTo>
                  <a:lnTo>
                    <a:pt x="34" y="674"/>
                  </a:lnTo>
                  <a:lnTo>
                    <a:pt x="68" y="741"/>
                  </a:lnTo>
                  <a:lnTo>
                    <a:pt x="135" y="741"/>
                  </a:lnTo>
                  <a:lnTo>
                    <a:pt x="405" y="708"/>
                  </a:lnTo>
                  <a:lnTo>
                    <a:pt x="506" y="640"/>
                  </a:lnTo>
                  <a:lnTo>
                    <a:pt x="607" y="573"/>
                  </a:lnTo>
                  <a:lnTo>
                    <a:pt x="640" y="506"/>
                  </a:lnTo>
                  <a:lnTo>
                    <a:pt x="607" y="472"/>
                  </a:lnTo>
                  <a:lnTo>
                    <a:pt x="405" y="472"/>
                  </a:lnTo>
                  <a:lnTo>
                    <a:pt x="203" y="539"/>
                  </a:lnTo>
                  <a:lnTo>
                    <a:pt x="203" y="270"/>
                  </a:lnTo>
                  <a:lnTo>
                    <a:pt x="203" y="135"/>
                  </a:lnTo>
                  <a:lnTo>
                    <a:pt x="203" y="68"/>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7" name="Google Shape;177;p2"/>
            <p:cNvSpPr/>
            <p:nvPr/>
          </p:nvSpPr>
          <p:spPr>
            <a:xfrm>
              <a:off x="3210040" y="5707790"/>
              <a:ext cx="29093" cy="134240"/>
            </a:xfrm>
            <a:custGeom>
              <a:avLst/>
              <a:gdLst/>
              <a:ahLst/>
              <a:cxnLst/>
              <a:rect l="l" t="t" r="r" b="b"/>
              <a:pathLst>
                <a:path w="438" h="2021" extrusionOk="0">
                  <a:moveTo>
                    <a:pt x="34" y="1"/>
                  </a:moveTo>
                  <a:lnTo>
                    <a:pt x="0" y="34"/>
                  </a:lnTo>
                  <a:lnTo>
                    <a:pt x="0" y="270"/>
                  </a:lnTo>
                  <a:lnTo>
                    <a:pt x="0" y="506"/>
                  </a:lnTo>
                  <a:lnTo>
                    <a:pt x="101" y="943"/>
                  </a:lnTo>
                  <a:lnTo>
                    <a:pt x="169" y="1482"/>
                  </a:lnTo>
                  <a:lnTo>
                    <a:pt x="236" y="1718"/>
                  </a:lnTo>
                  <a:lnTo>
                    <a:pt x="337" y="1987"/>
                  </a:lnTo>
                  <a:lnTo>
                    <a:pt x="371" y="2021"/>
                  </a:lnTo>
                  <a:lnTo>
                    <a:pt x="404" y="2021"/>
                  </a:lnTo>
                  <a:lnTo>
                    <a:pt x="438" y="1987"/>
                  </a:lnTo>
                  <a:lnTo>
                    <a:pt x="438" y="1953"/>
                  </a:lnTo>
                  <a:lnTo>
                    <a:pt x="438" y="1684"/>
                  </a:lnTo>
                  <a:lnTo>
                    <a:pt x="371" y="1415"/>
                  </a:lnTo>
                  <a:lnTo>
                    <a:pt x="270" y="910"/>
                  </a:lnTo>
                  <a:lnTo>
                    <a:pt x="202" y="472"/>
                  </a:lnTo>
                  <a:lnTo>
                    <a:pt x="169" y="270"/>
                  </a:lnTo>
                  <a:lnTo>
                    <a:pt x="101"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 name="Google Shape;178;p2"/>
            <p:cNvSpPr/>
            <p:nvPr/>
          </p:nvSpPr>
          <p:spPr>
            <a:xfrm>
              <a:off x="3160821" y="5922467"/>
              <a:ext cx="47027" cy="44835"/>
            </a:xfrm>
            <a:custGeom>
              <a:avLst/>
              <a:gdLst/>
              <a:ahLst/>
              <a:cxnLst/>
              <a:rect l="l" t="t" r="r" b="b"/>
              <a:pathLst>
                <a:path w="708" h="675" extrusionOk="0">
                  <a:moveTo>
                    <a:pt x="1" y="1"/>
                  </a:moveTo>
                  <a:lnTo>
                    <a:pt x="1" y="102"/>
                  </a:lnTo>
                  <a:lnTo>
                    <a:pt x="1" y="236"/>
                  </a:lnTo>
                  <a:lnTo>
                    <a:pt x="68" y="573"/>
                  </a:lnTo>
                  <a:lnTo>
                    <a:pt x="102" y="607"/>
                  </a:lnTo>
                  <a:lnTo>
                    <a:pt x="135" y="640"/>
                  </a:lnTo>
                  <a:lnTo>
                    <a:pt x="169" y="640"/>
                  </a:lnTo>
                  <a:lnTo>
                    <a:pt x="203" y="607"/>
                  </a:lnTo>
                  <a:lnTo>
                    <a:pt x="371" y="405"/>
                  </a:lnTo>
                  <a:lnTo>
                    <a:pt x="371" y="438"/>
                  </a:lnTo>
                  <a:lnTo>
                    <a:pt x="405" y="472"/>
                  </a:lnTo>
                  <a:lnTo>
                    <a:pt x="472" y="573"/>
                  </a:lnTo>
                  <a:lnTo>
                    <a:pt x="573" y="674"/>
                  </a:lnTo>
                  <a:lnTo>
                    <a:pt x="674" y="674"/>
                  </a:lnTo>
                  <a:lnTo>
                    <a:pt x="674" y="640"/>
                  </a:lnTo>
                  <a:lnTo>
                    <a:pt x="674" y="573"/>
                  </a:lnTo>
                  <a:lnTo>
                    <a:pt x="607" y="506"/>
                  </a:lnTo>
                  <a:lnTo>
                    <a:pt x="506" y="405"/>
                  </a:lnTo>
                  <a:lnTo>
                    <a:pt x="472" y="371"/>
                  </a:lnTo>
                  <a:lnTo>
                    <a:pt x="405" y="371"/>
                  </a:lnTo>
                  <a:lnTo>
                    <a:pt x="472" y="304"/>
                  </a:lnTo>
                  <a:lnTo>
                    <a:pt x="573" y="203"/>
                  </a:lnTo>
                  <a:lnTo>
                    <a:pt x="607" y="203"/>
                  </a:lnTo>
                  <a:lnTo>
                    <a:pt x="640" y="169"/>
                  </a:lnTo>
                  <a:lnTo>
                    <a:pt x="708" y="102"/>
                  </a:lnTo>
                  <a:lnTo>
                    <a:pt x="708" y="68"/>
                  </a:lnTo>
                  <a:lnTo>
                    <a:pt x="674" y="34"/>
                  </a:lnTo>
                  <a:lnTo>
                    <a:pt x="607" y="1"/>
                  </a:lnTo>
                  <a:lnTo>
                    <a:pt x="506" y="1"/>
                  </a:lnTo>
                  <a:lnTo>
                    <a:pt x="405" y="135"/>
                  </a:lnTo>
                  <a:lnTo>
                    <a:pt x="304" y="236"/>
                  </a:lnTo>
                  <a:lnTo>
                    <a:pt x="203" y="405"/>
                  </a:lnTo>
                  <a:lnTo>
                    <a:pt x="169" y="270"/>
                  </a:lnTo>
                  <a:lnTo>
                    <a:pt x="135" y="135"/>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 name="Google Shape;179;p2"/>
            <p:cNvSpPr/>
            <p:nvPr/>
          </p:nvSpPr>
          <p:spPr>
            <a:xfrm>
              <a:off x="3093734" y="6081283"/>
              <a:ext cx="58186" cy="44769"/>
            </a:xfrm>
            <a:custGeom>
              <a:avLst/>
              <a:gdLst/>
              <a:ahLst/>
              <a:cxnLst/>
              <a:rect l="l" t="t" r="r" b="b"/>
              <a:pathLst>
                <a:path w="876" h="674" extrusionOk="0">
                  <a:moveTo>
                    <a:pt x="640" y="0"/>
                  </a:moveTo>
                  <a:lnTo>
                    <a:pt x="607" y="34"/>
                  </a:lnTo>
                  <a:lnTo>
                    <a:pt x="371" y="337"/>
                  </a:lnTo>
                  <a:lnTo>
                    <a:pt x="169" y="68"/>
                  </a:lnTo>
                  <a:lnTo>
                    <a:pt x="102" y="34"/>
                  </a:lnTo>
                  <a:lnTo>
                    <a:pt x="68" y="34"/>
                  </a:lnTo>
                  <a:lnTo>
                    <a:pt x="34" y="68"/>
                  </a:lnTo>
                  <a:lnTo>
                    <a:pt x="1" y="135"/>
                  </a:lnTo>
                  <a:lnTo>
                    <a:pt x="102" y="606"/>
                  </a:lnTo>
                  <a:lnTo>
                    <a:pt x="102" y="674"/>
                  </a:lnTo>
                  <a:lnTo>
                    <a:pt x="236" y="674"/>
                  </a:lnTo>
                  <a:lnTo>
                    <a:pt x="236" y="606"/>
                  </a:lnTo>
                  <a:lnTo>
                    <a:pt x="203" y="404"/>
                  </a:lnTo>
                  <a:lnTo>
                    <a:pt x="203" y="404"/>
                  </a:lnTo>
                  <a:lnTo>
                    <a:pt x="337" y="539"/>
                  </a:lnTo>
                  <a:lnTo>
                    <a:pt x="405" y="573"/>
                  </a:lnTo>
                  <a:lnTo>
                    <a:pt x="472" y="539"/>
                  </a:lnTo>
                  <a:lnTo>
                    <a:pt x="607" y="337"/>
                  </a:lnTo>
                  <a:lnTo>
                    <a:pt x="640" y="472"/>
                  </a:lnTo>
                  <a:lnTo>
                    <a:pt x="741" y="606"/>
                  </a:lnTo>
                  <a:lnTo>
                    <a:pt x="775" y="640"/>
                  </a:lnTo>
                  <a:lnTo>
                    <a:pt x="842" y="606"/>
                  </a:lnTo>
                  <a:lnTo>
                    <a:pt x="876" y="573"/>
                  </a:lnTo>
                  <a:lnTo>
                    <a:pt x="876" y="505"/>
                  </a:lnTo>
                  <a:lnTo>
                    <a:pt x="775" y="303"/>
                  </a:lnTo>
                  <a:lnTo>
                    <a:pt x="741" y="101"/>
                  </a:lnTo>
                  <a:lnTo>
                    <a:pt x="741" y="34"/>
                  </a:lnTo>
                  <a:lnTo>
                    <a:pt x="70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 name="Google Shape;180;p2"/>
            <p:cNvSpPr/>
            <p:nvPr/>
          </p:nvSpPr>
          <p:spPr>
            <a:xfrm>
              <a:off x="3100443" y="5859897"/>
              <a:ext cx="154366" cy="158816"/>
            </a:xfrm>
            <a:custGeom>
              <a:avLst/>
              <a:gdLst/>
              <a:ahLst/>
              <a:cxnLst/>
              <a:rect l="l" t="t" r="r" b="b"/>
              <a:pathLst>
                <a:path w="2324" h="2391" extrusionOk="0">
                  <a:moveTo>
                    <a:pt x="1920" y="135"/>
                  </a:moveTo>
                  <a:lnTo>
                    <a:pt x="2021" y="1044"/>
                  </a:lnTo>
                  <a:lnTo>
                    <a:pt x="2122" y="1953"/>
                  </a:lnTo>
                  <a:lnTo>
                    <a:pt x="1684" y="2020"/>
                  </a:lnTo>
                  <a:lnTo>
                    <a:pt x="1280" y="2121"/>
                  </a:lnTo>
                  <a:lnTo>
                    <a:pt x="876" y="2188"/>
                  </a:lnTo>
                  <a:lnTo>
                    <a:pt x="506" y="2256"/>
                  </a:lnTo>
                  <a:lnTo>
                    <a:pt x="472" y="2256"/>
                  </a:lnTo>
                  <a:lnTo>
                    <a:pt x="472" y="2222"/>
                  </a:lnTo>
                  <a:lnTo>
                    <a:pt x="438" y="1784"/>
                  </a:lnTo>
                  <a:lnTo>
                    <a:pt x="371" y="1313"/>
                  </a:lnTo>
                  <a:lnTo>
                    <a:pt x="270" y="875"/>
                  </a:lnTo>
                  <a:lnTo>
                    <a:pt x="135" y="438"/>
                  </a:lnTo>
                  <a:lnTo>
                    <a:pt x="1044" y="337"/>
                  </a:lnTo>
                  <a:lnTo>
                    <a:pt x="1482" y="236"/>
                  </a:lnTo>
                  <a:lnTo>
                    <a:pt x="1920" y="135"/>
                  </a:lnTo>
                  <a:close/>
                  <a:moveTo>
                    <a:pt x="1920" y="0"/>
                  </a:moveTo>
                  <a:lnTo>
                    <a:pt x="1482" y="34"/>
                  </a:lnTo>
                  <a:lnTo>
                    <a:pt x="1011" y="101"/>
                  </a:lnTo>
                  <a:lnTo>
                    <a:pt x="68" y="269"/>
                  </a:lnTo>
                  <a:lnTo>
                    <a:pt x="34" y="269"/>
                  </a:lnTo>
                  <a:lnTo>
                    <a:pt x="1" y="337"/>
                  </a:lnTo>
                  <a:lnTo>
                    <a:pt x="1" y="370"/>
                  </a:lnTo>
                  <a:lnTo>
                    <a:pt x="68" y="404"/>
                  </a:lnTo>
                  <a:lnTo>
                    <a:pt x="102" y="875"/>
                  </a:lnTo>
                  <a:lnTo>
                    <a:pt x="135" y="1347"/>
                  </a:lnTo>
                  <a:lnTo>
                    <a:pt x="236" y="1818"/>
                  </a:lnTo>
                  <a:lnTo>
                    <a:pt x="337" y="2256"/>
                  </a:lnTo>
                  <a:lnTo>
                    <a:pt x="337" y="2289"/>
                  </a:lnTo>
                  <a:lnTo>
                    <a:pt x="371" y="2323"/>
                  </a:lnTo>
                  <a:lnTo>
                    <a:pt x="438" y="2289"/>
                  </a:lnTo>
                  <a:lnTo>
                    <a:pt x="472" y="2357"/>
                  </a:lnTo>
                  <a:lnTo>
                    <a:pt x="506" y="2390"/>
                  </a:lnTo>
                  <a:lnTo>
                    <a:pt x="910" y="2390"/>
                  </a:lnTo>
                  <a:lnTo>
                    <a:pt x="1314" y="2323"/>
                  </a:lnTo>
                  <a:lnTo>
                    <a:pt x="1751" y="2222"/>
                  </a:lnTo>
                  <a:lnTo>
                    <a:pt x="2122" y="2087"/>
                  </a:lnTo>
                  <a:lnTo>
                    <a:pt x="2122" y="2155"/>
                  </a:lnTo>
                  <a:lnTo>
                    <a:pt x="2155" y="2222"/>
                  </a:lnTo>
                  <a:lnTo>
                    <a:pt x="2290" y="2222"/>
                  </a:lnTo>
                  <a:lnTo>
                    <a:pt x="2324" y="2155"/>
                  </a:lnTo>
                  <a:lnTo>
                    <a:pt x="2324" y="1616"/>
                  </a:lnTo>
                  <a:lnTo>
                    <a:pt x="2256" y="1111"/>
                  </a:lnTo>
                  <a:lnTo>
                    <a:pt x="2189" y="572"/>
                  </a:lnTo>
                  <a:lnTo>
                    <a:pt x="2054" y="67"/>
                  </a:lnTo>
                  <a:lnTo>
                    <a:pt x="2054" y="34"/>
                  </a:lnTo>
                  <a:lnTo>
                    <a:pt x="1987" y="34"/>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 name="Google Shape;181;p2"/>
            <p:cNvSpPr/>
            <p:nvPr/>
          </p:nvSpPr>
          <p:spPr>
            <a:xfrm>
              <a:off x="3420267" y="6161787"/>
              <a:ext cx="24643" cy="149849"/>
            </a:xfrm>
            <a:custGeom>
              <a:avLst/>
              <a:gdLst/>
              <a:ahLst/>
              <a:cxnLst/>
              <a:rect l="l" t="t" r="r" b="b"/>
              <a:pathLst>
                <a:path w="371" h="2256" extrusionOk="0">
                  <a:moveTo>
                    <a:pt x="34" y="0"/>
                  </a:moveTo>
                  <a:lnTo>
                    <a:pt x="0" y="202"/>
                  </a:lnTo>
                  <a:lnTo>
                    <a:pt x="0" y="438"/>
                  </a:lnTo>
                  <a:lnTo>
                    <a:pt x="67" y="876"/>
                  </a:lnTo>
                  <a:lnTo>
                    <a:pt x="135" y="1549"/>
                  </a:lnTo>
                  <a:lnTo>
                    <a:pt x="168" y="1886"/>
                  </a:lnTo>
                  <a:lnTo>
                    <a:pt x="236" y="2222"/>
                  </a:lnTo>
                  <a:lnTo>
                    <a:pt x="269" y="2256"/>
                  </a:lnTo>
                  <a:lnTo>
                    <a:pt x="370" y="2256"/>
                  </a:lnTo>
                  <a:lnTo>
                    <a:pt x="370" y="2189"/>
                  </a:lnTo>
                  <a:lnTo>
                    <a:pt x="370" y="1953"/>
                  </a:lnTo>
                  <a:lnTo>
                    <a:pt x="370" y="1684"/>
                  </a:lnTo>
                  <a:lnTo>
                    <a:pt x="303" y="1179"/>
                  </a:lnTo>
                  <a:lnTo>
                    <a:pt x="236" y="573"/>
                  </a:lnTo>
                  <a:lnTo>
                    <a:pt x="168" y="270"/>
                  </a:lnTo>
                  <a:lnTo>
                    <a:pt x="6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 name="Google Shape;182;p2"/>
            <p:cNvSpPr/>
            <p:nvPr/>
          </p:nvSpPr>
          <p:spPr>
            <a:xfrm>
              <a:off x="2138844" y="5710048"/>
              <a:ext cx="31351" cy="134240"/>
            </a:xfrm>
            <a:custGeom>
              <a:avLst/>
              <a:gdLst/>
              <a:ahLst/>
              <a:cxnLst/>
              <a:rect l="l" t="t" r="r" b="b"/>
              <a:pathLst>
                <a:path w="472" h="2021" extrusionOk="0">
                  <a:moveTo>
                    <a:pt x="34" y="0"/>
                  </a:moveTo>
                  <a:lnTo>
                    <a:pt x="34" y="34"/>
                  </a:lnTo>
                  <a:lnTo>
                    <a:pt x="0" y="34"/>
                  </a:lnTo>
                  <a:lnTo>
                    <a:pt x="0" y="270"/>
                  </a:lnTo>
                  <a:lnTo>
                    <a:pt x="34" y="505"/>
                  </a:lnTo>
                  <a:lnTo>
                    <a:pt x="101" y="943"/>
                  </a:lnTo>
                  <a:lnTo>
                    <a:pt x="169" y="1482"/>
                  </a:lnTo>
                  <a:lnTo>
                    <a:pt x="236" y="1717"/>
                  </a:lnTo>
                  <a:lnTo>
                    <a:pt x="337" y="1987"/>
                  </a:lnTo>
                  <a:lnTo>
                    <a:pt x="371" y="2020"/>
                  </a:lnTo>
                  <a:lnTo>
                    <a:pt x="404" y="2020"/>
                  </a:lnTo>
                  <a:lnTo>
                    <a:pt x="438" y="1987"/>
                  </a:lnTo>
                  <a:lnTo>
                    <a:pt x="472" y="1953"/>
                  </a:lnTo>
                  <a:lnTo>
                    <a:pt x="438" y="1684"/>
                  </a:lnTo>
                  <a:lnTo>
                    <a:pt x="371" y="1414"/>
                  </a:lnTo>
                  <a:lnTo>
                    <a:pt x="270" y="909"/>
                  </a:lnTo>
                  <a:lnTo>
                    <a:pt x="202" y="472"/>
                  </a:lnTo>
                  <a:lnTo>
                    <a:pt x="169" y="236"/>
                  </a:lnTo>
                  <a:lnTo>
                    <a:pt x="101" y="34"/>
                  </a:lnTo>
                  <a:lnTo>
                    <a:pt x="6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 name="Google Shape;183;p2"/>
            <p:cNvSpPr/>
            <p:nvPr/>
          </p:nvSpPr>
          <p:spPr>
            <a:xfrm>
              <a:off x="2201481" y="5759201"/>
              <a:ext cx="44769" cy="60511"/>
            </a:xfrm>
            <a:custGeom>
              <a:avLst/>
              <a:gdLst/>
              <a:ahLst/>
              <a:cxnLst/>
              <a:rect l="l" t="t" r="r" b="b"/>
              <a:pathLst>
                <a:path w="674" h="911" extrusionOk="0">
                  <a:moveTo>
                    <a:pt x="370" y="1"/>
                  </a:moveTo>
                  <a:lnTo>
                    <a:pt x="236" y="35"/>
                  </a:lnTo>
                  <a:lnTo>
                    <a:pt x="168" y="68"/>
                  </a:lnTo>
                  <a:lnTo>
                    <a:pt x="101" y="136"/>
                  </a:lnTo>
                  <a:lnTo>
                    <a:pt x="34" y="203"/>
                  </a:lnTo>
                  <a:lnTo>
                    <a:pt x="0" y="237"/>
                  </a:lnTo>
                  <a:lnTo>
                    <a:pt x="34" y="304"/>
                  </a:lnTo>
                  <a:lnTo>
                    <a:pt x="135" y="304"/>
                  </a:lnTo>
                  <a:lnTo>
                    <a:pt x="202" y="237"/>
                  </a:lnTo>
                  <a:lnTo>
                    <a:pt x="269" y="169"/>
                  </a:lnTo>
                  <a:lnTo>
                    <a:pt x="337" y="169"/>
                  </a:lnTo>
                  <a:lnTo>
                    <a:pt x="404" y="237"/>
                  </a:lnTo>
                  <a:lnTo>
                    <a:pt x="337" y="338"/>
                  </a:lnTo>
                  <a:lnTo>
                    <a:pt x="269" y="439"/>
                  </a:lnTo>
                  <a:lnTo>
                    <a:pt x="202" y="573"/>
                  </a:lnTo>
                  <a:lnTo>
                    <a:pt x="202" y="641"/>
                  </a:lnTo>
                  <a:lnTo>
                    <a:pt x="236" y="674"/>
                  </a:lnTo>
                  <a:lnTo>
                    <a:pt x="303" y="674"/>
                  </a:lnTo>
                  <a:lnTo>
                    <a:pt x="370" y="641"/>
                  </a:lnTo>
                  <a:lnTo>
                    <a:pt x="471" y="641"/>
                  </a:lnTo>
                  <a:lnTo>
                    <a:pt x="471" y="742"/>
                  </a:lnTo>
                  <a:lnTo>
                    <a:pt x="370" y="742"/>
                  </a:lnTo>
                  <a:lnTo>
                    <a:pt x="236" y="775"/>
                  </a:lnTo>
                  <a:lnTo>
                    <a:pt x="236" y="809"/>
                  </a:lnTo>
                  <a:lnTo>
                    <a:pt x="236" y="843"/>
                  </a:lnTo>
                  <a:lnTo>
                    <a:pt x="303" y="876"/>
                  </a:lnTo>
                  <a:lnTo>
                    <a:pt x="370" y="910"/>
                  </a:lnTo>
                  <a:lnTo>
                    <a:pt x="539" y="876"/>
                  </a:lnTo>
                  <a:lnTo>
                    <a:pt x="606" y="843"/>
                  </a:lnTo>
                  <a:lnTo>
                    <a:pt x="640" y="775"/>
                  </a:lnTo>
                  <a:lnTo>
                    <a:pt x="673" y="708"/>
                  </a:lnTo>
                  <a:lnTo>
                    <a:pt x="673" y="641"/>
                  </a:lnTo>
                  <a:lnTo>
                    <a:pt x="640" y="540"/>
                  </a:lnTo>
                  <a:lnTo>
                    <a:pt x="572" y="506"/>
                  </a:lnTo>
                  <a:lnTo>
                    <a:pt x="505" y="472"/>
                  </a:lnTo>
                  <a:lnTo>
                    <a:pt x="404" y="472"/>
                  </a:lnTo>
                  <a:lnTo>
                    <a:pt x="539" y="304"/>
                  </a:lnTo>
                  <a:lnTo>
                    <a:pt x="539" y="203"/>
                  </a:lnTo>
                  <a:lnTo>
                    <a:pt x="505" y="68"/>
                  </a:lnTo>
                  <a:lnTo>
                    <a:pt x="438" y="35"/>
                  </a:lnTo>
                  <a:lnTo>
                    <a:pt x="3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 name="Google Shape;184;p2"/>
            <p:cNvSpPr/>
            <p:nvPr/>
          </p:nvSpPr>
          <p:spPr>
            <a:xfrm>
              <a:off x="2051631" y="6079025"/>
              <a:ext cx="33610" cy="49285"/>
            </a:xfrm>
            <a:custGeom>
              <a:avLst/>
              <a:gdLst/>
              <a:ahLst/>
              <a:cxnLst/>
              <a:rect l="l" t="t" r="r" b="b"/>
              <a:pathLst>
                <a:path w="506" h="742" extrusionOk="0">
                  <a:moveTo>
                    <a:pt x="169" y="1"/>
                  </a:moveTo>
                  <a:lnTo>
                    <a:pt x="135" y="34"/>
                  </a:lnTo>
                  <a:lnTo>
                    <a:pt x="101" y="68"/>
                  </a:lnTo>
                  <a:lnTo>
                    <a:pt x="34" y="438"/>
                  </a:lnTo>
                  <a:lnTo>
                    <a:pt x="0" y="573"/>
                  </a:lnTo>
                  <a:lnTo>
                    <a:pt x="0" y="640"/>
                  </a:lnTo>
                  <a:lnTo>
                    <a:pt x="0" y="708"/>
                  </a:lnTo>
                  <a:lnTo>
                    <a:pt x="34" y="741"/>
                  </a:lnTo>
                  <a:lnTo>
                    <a:pt x="68" y="741"/>
                  </a:lnTo>
                  <a:lnTo>
                    <a:pt x="135" y="674"/>
                  </a:lnTo>
                  <a:lnTo>
                    <a:pt x="169" y="607"/>
                  </a:lnTo>
                  <a:lnTo>
                    <a:pt x="303" y="607"/>
                  </a:lnTo>
                  <a:lnTo>
                    <a:pt x="371" y="708"/>
                  </a:lnTo>
                  <a:lnTo>
                    <a:pt x="404" y="741"/>
                  </a:lnTo>
                  <a:lnTo>
                    <a:pt x="438" y="741"/>
                  </a:lnTo>
                  <a:lnTo>
                    <a:pt x="472" y="708"/>
                  </a:lnTo>
                  <a:lnTo>
                    <a:pt x="505" y="674"/>
                  </a:lnTo>
                  <a:lnTo>
                    <a:pt x="472" y="539"/>
                  </a:lnTo>
                  <a:lnTo>
                    <a:pt x="505" y="506"/>
                  </a:lnTo>
                  <a:lnTo>
                    <a:pt x="472" y="472"/>
                  </a:lnTo>
                  <a:lnTo>
                    <a:pt x="438" y="472"/>
                  </a:lnTo>
                  <a:lnTo>
                    <a:pt x="404" y="371"/>
                  </a:lnTo>
                  <a:lnTo>
                    <a:pt x="270" y="34"/>
                  </a:lnTo>
                  <a:lnTo>
                    <a:pt x="2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 name="Google Shape;185;p2"/>
            <p:cNvSpPr/>
            <p:nvPr/>
          </p:nvSpPr>
          <p:spPr>
            <a:xfrm>
              <a:off x="1928617" y="6190814"/>
              <a:ext cx="152108" cy="167850"/>
            </a:xfrm>
            <a:custGeom>
              <a:avLst/>
              <a:gdLst/>
              <a:ahLst/>
              <a:cxnLst/>
              <a:rect l="l" t="t" r="r" b="b"/>
              <a:pathLst>
                <a:path w="2290" h="2527" extrusionOk="0">
                  <a:moveTo>
                    <a:pt x="1953" y="203"/>
                  </a:moveTo>
                  <a:lnTo>
                    <a:pt x="1953" y="641"/>
                  </a:lnTo>
                  <a:lnTo>
                    <a:pt x="1987" y="1112"/>
                  </a:lnTo>
                  <a:lnTo>
                    <a:pt x="2054" y="1583"/>
                  </a:lnTo>
                  <a:lnTo>
                    <a:pt x="2155" y="2021"/>
                  </a:lnTo>
                  <a:lnTo>
                    <a:pt x="2155" y="2055"/>
                  </a:lnTo>
                  <a:lnTo>
                    <a:pt x="2122" y="2055"/>
                  </a:lnTo>
                  <a:lnTo>
                    <a:pt x="1751" y="2088"/>
                  </a:lnTo>
                  <a:lnTo>
                    <a:pt x="1347" y="2156"/>
                  </a:lnTo>
                  <a:lnTo>
                    <a:pt x="910" y="2189"/>
                  </a:lnTo>
                  <a:lnTo>
                    <a:pt x="506" y="2257"/>
                  </a:lnTo>
                  <a:lnTo>
                    <a:pt x="304" y="1348"/>
                  </a:lnTo>
                  <a:lnTo>
                    <a:pt x="135" y="439"/>
                  </a:lnTo>
                  <a:lnTo>
                    <a:pt x="573" y="405"/>
                  </a:lnTo>
                  <a:lnTo>
                    <a:pt x="1044" y="371"/>
                  </a:lnTo>
                  <a:lnTo>
                    <a:pt x="1953" y="203"/>
                  </a:lnTo>
                  <a:close/>
                  <a:moveTo>
                    <a:pt x="1953" y="1"/>
                  </a:moveTo>
                  <a:lnTo>
                    <a:pt x="1011" y="169"/>
                  </a:lnTo>
                  <a:lnTo>
                    <a:pt x="539" y="203"/>
                  </a:lnTo>
                  <a:lnTo>
                    <a:pt x="102" y="304"/>
                  </a:lnTo>
                  <a:lnTo>
                    <a:pt x="68" y="338"/>
                  </a:lnTo>
                  <a:lnTo>
                    <a:pt x="34" y="371"/>
                  </a:lnTo>
                  <a:lnTo>
                    <a:pt x="1" y="371"/>
                  </a:lnTo>
                  <a:lnTo>
                    <a:pt x="1" y="439"/>
                  </a:lnTo>
                  <a:lnTo>
                    <a:pt x="34" y="944"/>
                  </a:lnTo>
                  <a:lnTo>
                    <a:pt x="102" y="1449"/>
                  </a:lnTo>
                  <a:lnTo>
                    <a:pt x="203" y="1987"/>
                  </a:lnTo>
                  <a:lnTo>
                    <a:pt x="371" y="2492"/>
                  </a:lnTo>
                  <a:lnTo>
                    <a:pt x="405" y="2526"/>
                  </a:lnTo>
                  <a:lnTo>
                    <a:pt x="472" y="2526"/>
                  </a:lnTo>
                  <a:lnTo>
                    <a:pt x="539" y="2492"/>
                  </a:lnTo>
                  <a:lnTo>
                    <a:pt x="539" y="2425"/>
                  </a:lnTo>
                  <a:lnTo>
                    <a:pt x="539" y="2358"/>
                  </a:lnTo>
                  <a:lnTo>
                    <a:pt x="943" y="2391"/>
                  </a:lnTo>
                  <a:lnTo>
                    <a:pt x="1347" y="2358"/>
                  </a:lnTo>
                  <a:lnTo>
                    <a:pt x="1785" y="2290"/>
                  </a:lnTo>
                  <a:lnTo>
                    <a:pt x="2155" y="2189"/>
                  </a:lnTo>
                  <a:lnTo>
                    <a:pt x="2189" y="2122"/>
                  </a:lnTo>
                  <a:lnTo>
                    <a:pt x="2189" y="2088"/>
                  </a:lnTo>
                  <a:lnTo>
                    <a:pt x="2256" y="2088"/>
                  </a:lnTo>
                  <a:lnTo>
                    <a:pt x="2290" y="2055"/>
                  </a:lnTo>
                  <a:lnTo>
                    <a:pt x="2290" y="1987"/>
                  </a:lnTo>
                  <a:lnTo>
                    <a:pt x="2256" y="1550"/>
                  </a:lnTo>
                  <a:lnTo>
                    <a:pt x="2189" y="1078"/>
                  </a:lnTo>
                  <a:lnTo>
                    <a:pt x="2122" y="607"/>
                  </a:lnTo>
                  <a:lnTo>
                    <a:pt x="2021" y="169"/>
                  </a:lnTo>
                  <a:lnTo>
                    <a:pt x="2054" y="102"/>
                  </a:lnTo>
                  <a:lnTo>
                    <a:pt x="2021" y="68"/>
                  </a:lnTo>
                  <a:lnTo>
                    <a:pt x="1987" y="35"/>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 name="Google Shape;186;p2"/>
            <p:cNvSpPr/>
            <p:nvPr/>
          </p:nvSpPr>
          <p:spPr>
            <a:xfrm>
              <a:off x="2317720" y="5886732"/>
              <a:ext cx="31418" cy="13484"/>
            </a:xfrm>
            <a:custGeom>
              <a:avLst/>
              <a:gdLst/>
              <a:ahLst/>
              <a:cxnLst/>
              <a:rect l="l" t="t" r="r" b="b"/>
              <a:pathLst>
                <a:path w="473" h="203" extrusionOk="0">
                  <a:moveTo>
                    <a:pt x="405" y="0"/>
                  </a:moveTo>
                  <a:lnTo>
                    <a:pt x="337" y="34"/>
                  </a:lnTo>
                  <a:lnTo>
                    <a:pt x="270" y="34"/>
                  </a:lnTo>
                  <a:lnTo>
                    <a:pt x="102" y="67"/>
                  </a:lnTo>
                  <a:lnTo>
                    <a:pt x="68" y="67"/>
                  </a:lnTo>
                  <a:lnTo>
                    <a:pt x="1" y="101"/>
                  </a:lnTo>
                  <a:lnTo>
                    <a:pt x="1" y="135"/>
                  </a:lnTo>
                  <a:lnTo>
                    <a:pt x="1" y="168"/>
                  </a:lnTo>
                  <a:lnTo>
                    <a:pt x="68" y="168"/>
                  </a:lnTo>
                  <a:lnTo>
                    <a:pt x="169" y="202"/>
                  </a:lnTo>
                  <a:lnTo>
                    <a:pt x="304" y="168"/>
                  </a:lnTo>
                  <a:lnTo>
                    <a:pt x="371" y="168"/>
                  </a:lnTo>
                  <a:lnTo>
                    <a:pt x="438" y="135"/>
                  </a:lnTo>
                  <a:lnTo>
                    <a:pt x="472" y="101"/>
                  </a:lnTo>
                  <a:lnTo>
                    <a:pt x="472" y="67"/>
                  </a:lnTo>
                  <a:lnTo>
                    <a:pt x="4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 name="Google Shape;187;p2"/>
            <p:cNvSpPr/>
            <p:nvPr/>
          </p:nvSpPr>
          <p:spPr>
            <a:xfrm>
              <a:off x="2250633" y="5830804"/>
              <a:ext cx="154366" cy="152108"/>
            </a:xfrm>
            <a:custGeom>
              <a:avLst/>
              <a:gdLst/>
              <a:ahLst/>
              <a:cxnLst/>
              <a:rect l="l" t="t" r="r" b="b"/>
              <a:pathLst>
                <a:path w="2324" h="2290" extrusionOk="0">
                  <a:moveTo>
                    <a:pt x="1953" y="0"/>
                  </a:moveTo>
                  <a:lnTo>
                    <a:pt x="1953" y="34"/>
                  </a:lnTo>
                  <a:lnTo>
                    <a:pt x="1953" y="101"/>
                  </a:lnTo>
                  <a:lnTo>
                    <a:pt x="1448" y="101"/>
                  </a:lnTo>
                  <a:lnTo>
                    <a:pt x="943" y="169"/>
                  </a:lnTo>
                  <a:lnTo>
                    <a:pt x="472" y="169"/>
                  </a:lnTo>
                  <a:lnTo>
                    <a:pt x="270" y="236"/>
                  </a:lnTo>
                  <a:lnTo>
                    <a:pt x="169" y="270"/>
                  </a:lnTo>
                  <a:lnTo>
                    <a:pt x="102" y="337"/>
                  </a:lnTo>
                  <a:lnTo>
                    <a:pt x="270" y="404"/>
                  </a:lnTo>
                  <a:lnTo>
                    <a:pt x="438" y="404"/>
                  </a:lnTo>
                  <a:lnTo>
                    <a:pt x="809" y="371"/>
                  </a:lnTo>
                  <a:lnTo>
                    <a:pt x="1381" y="303"/>
                  </a:lnTo>
                  <a:lnTo>
                    <a:pt x="1953" y="270"/>
                  </a:lnTo>
                  <a:lnTo>
                    <a:pt x="1953" y="606"/>
                  </a:lnTo>
                  <a:lnTo>
                    <a:pt x="2021" y="909"/>
                  </a:lnTo>
                  <a:lnTo>
                    <a:pt x="2088" y="1347"/>
                  </a:lnTo>
                  <a:lnTo>
                    <a:pt x="2122" y="1583"/>
                  </a:lnTo>
                  <a:lnTo>
                    <a:pt x="2155" y="1785"/>
                  </a:lnTo>
                  <a:lnTo>
                    <a:pt x="1246" y="1919"/>
                  </a:lnTo>
                  <a:lnTo>
                    <a:pt x="809" y="1987"/>
                  </a:lnTo>
                  <a:lnTo>
                    <a:pt x="405" y="2121"/>
                  </a:lnTo>
                  <a:lnTo>
                    <a:pt x="304" y="1684"/>
                  </a:lnTo>
                  <a:lnTo>
                    <a:pt x="236" y="1246"/>
                  </a:lnTo>
                  <a:lnTo>
                    <a:pt x="203" y="775"/>
                  </a:lnTo>
                  <a:lnTo>
                    <a:pt x="169" y="573"/>
                  </a:lnTo>
                  <a:lnTo>
                    <a:pt x="68" y="371"/>
                  </a:lnTo>
                  <a:lnTo>
                    <a:pt x="1" y="505"/>
                  </a:lnTo>
                  <a:lnTo>
                    <a:pt x="1" y="640"/>
                  </a:lnTo>
                  <a:lnTo>
                    <a:pt x="1" y="943"/>
                  </a:lnTo>
                  <a:lnTo>
                    <a:pt x="102" y="1583"/>
                  </a:lnTo>
                  <a:lnTo>
                    <a:pt x="102" y="1751"/>
                  </a:lnTo>
                  <a:lnTo>
                    <a:pt x="135" y="1987"/>
                  </a:lnTo>
                  <a:lnTo>
                    <a:pt x="169" y="2088"/>
                  </a:lnTo>
                  <a:lnTo>
                    <a:pt x="203" y="2189"/>
                  </a:lnTo>
                  <a:lnTo>
                    <a:pt x="270" y="2256"/>
                  </a:lnTo>
                  <a:lnTo>
                    <a:pt x="371" y="2290"/>
                  </a:lnTo>
                  <a:lnTo>
                    <a:pt x="405" y="2256"/>
                  </a:lnTo>
                  <a:lnTo>
                    <a:pt x="405" y="2222"/>
                  </a:lnTo>
                  <a:lnTo>
                    <a:pt x="842" y="2222"/>
                  </a:lnTo>
                  <a:lnTo>
                    <a:pt x="1314" y="2155"/>
                  </a:lnTo>
                  <a:lnTo>
                    <a:pt x="2189" y="1987"/>
                  </a:lnTo>
                  <a:lnTo>
                    <a:pt x="2223" y="1953"/>
                  </a:lnTo>
                  <a:lnTo>
                    <a:pt x="2290" y="1987"/>
                  </a:lnTo>
                  <a:lnTo>
                    <a:pt x="2324" y="1953"/>
                  </a:lnTo>
                  <a:lnTo>
                    <a:pt x="2324" y="1717"/>
                  </a:lnTo>
                  <a:lnTo>
                    <a:pt x="2290" y="1482"/>
                  </a:lnTo>
                  <a:lnTo>
                    <a:pt x="2223" y="1044"/>
                  </a:lnTo>
                  <a:lnTo>
                    <a:pt x="2155" y="539"/>
                  </a:lnTo>
                  <a:lnTo>
                    <a:pt x="2088" y="270"/>
                  </a:lnTo>
                  <a:lnTo>
                    <a:pt x="20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 name="Google Shape;188;p2"/>
            <p:cNvSpPr/>
            <p:nvPr/>
          </p:nvSpPr>
          <p:spPr>
            <a:xfrm>
              <a:off x="2313270" y="5895632"/>
              <a:ext cx="35868" cy="42577"/>
            </a:xfrm>
            <a:custGeom>
              <a:avLst/>
              <a:gdLst/>
              <a:ahLst/>
              <a:cxnLst/>
              <a:rect l="l" t="t" r="r" b="b"/>
              <a:pathLst>
                <a:path w="540" h="641" extrusionOk="0">
                  <a:moveTo>
                    <a:pt x="0" y="1"/>
                  </a:moveTo>
                  <a:lnTo>
                    <a:pt x="0" y="270"/>
                  </a:lnTo>
                  <a:lnTo>
                    <a:pt x="34" y="506"/>
                  </a:lnTo>
                  <a:lnTo>
                    <a:pt x="34" y="539"/>
                  </a:lnTo>
                  <a:lnTo>
                    <a:pt x="68" y="539"/>
                  </a:lnTo>
                  <a:lnTo>
                    <a:pt x="34" y="573"/>
                  </a:lnTo>
                  <a:lnTo>
                    <a:pt x="34" y="607"/>
                  </a:lnTo>
                  <a:lnTo>
                    <a:pt x="169" y="640"/>
                  </a:lnTo>
                  <a:lnTo>
                    <a:pt x="303" y="607"/>
                  </a:lnTo>
                  <a:lnTo>
                    <a:pt x="438" y="573"/>
                  </a:lnTo>
                  <a:lnTo>
                    <a:pt x="505" y="539"/>
                  </a:lnTo>
                  <a:lnTo>
                    <a:pt x="539" y="506"/>
                  </a:lnTo>
                  <a:lnTo>
                    <a:pt x="539" y="472"/>
                  </a:lnTo>
                  <a:lnTo>
                    <a:pt x="539" y="438"/>
                  </a:lnTo>
                  <a:lnTo>
                    <a:pt x="404" y="438"/>
                  </a:lnTo>
                  <a:lnTo>
                    <a:pt x="303" y="472"/>
                  </a:lnTo>
                  <a:lnTo>
                    <a:pt x="135" y="539"/>
                  </a:lnTo>
                  <a:lnTo>
                    <a:pt x="169" y="506"/>
                  </a:lnTo>
                  <a:lnTo>
                    <a:pt x="135" y="304"/>
                  </a:lnTo>
                  <a:lnTo>
                    <a:pt x="337" y="304"/>
                  </a:lnTo>
                  <a:lnTo>
                    <a:pt x="371" y="270"/>
                  </a:lnTo>
                  <a:lnTo>
                    <a:pt x="404" y="236"/>
                  </a:lnTo>
                  <a:lnTo>
                    <a:pt x="404" y="169"/>
                  </a:lnTo>
                  <a:lnTo>
                    <a:pt x="371" y="135"/>
                  </a:lnTo>
                  <a:lnTo>
                    <a:pt x="303" y="135"/>
                  </a:lnTo>
                  <a:lnTo>
                    <a:pt x="202" y="169"/>
                  </a:lnTo>
                  <a:lnTo>
                    <a:pt x="169" y="169"/>
                  </a:lnTo>
                  <a:lnTo>
                    <a:pt x="101" y="203"/>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9" name="Google Shape;189;p2"/>
            <p:cNvSpPr/>
            <p:nvPr/>
          </p:nvSpPr>
          <p:spPr>
            <a:xfrm>
              <a:off x="2067241" y="6333955"/>
              <a:ext cx="156624" cy="170042"/>
            </a:xfrm>
            <a:custGeom>
              <a:avLst/>
              <a:gdLst/>
              <a:ahLst/>
              <a:cxnLst/>
              <a:rect l="l" t="t" r="r" b="b"/>
              <a:pathLst>
                <a:path w="2358" h="2560" extrusionOk="0">
                  <a:moveTo>
                    <a:pt x="1886" y="203"/>
                  </a:moveTo>
                  <a:lnTo>
                    <a:pt x="1954" y="573"/>
                  </a:lnTo>
                  <a:lnTo>
                    <a:pt x="2021" y="943"/>
                  </a:lnTo>
                  <a:lnTo>
                    <a:pt x="2088" y="1549"/>
                  </a:lnTo>
                  <a:lnTo>
                    <a:pt x="2189" y="2155"/>
                  </a:lnTo>
                  <a:lnTo>
                    <a:pt x="1987" y="2155"/>
                  </a:lnTo>
                  <a:lnTo>
                    <a:pt x="1819" y="2189"/>
                  </a:lnTo>
                  <a:lnTo>
                    <a:pt x="1449" y="2223"/>
                  </a:lnTo>
                  <a:lnTo>
                    <a:pt x="977" y="2290"/>
                  </a:lnTo>
                  <a:lnTo>
                    <a:pt x="742" y="2357"/>
                  </a:lnTo>
                  <a:lnTo>
                    <a:pt x="540" y="2425"/>
                  </a:lnTo>
                  <a:lnTo>
                    <a:pt x="405" y="1785"/>
                  </a:lnTo>
                  <a:lnTo>
                    <a:pt x="270" y="1179"/>
                  </a:lnTo>
                  <a:lnTo>
                    <a:pt x="203" y="809"/>
                  </a:lnTo>
                  <a:lnTo>
                    <a:pt x="102" y="438"/>
                  </a:lnTo>
                  <a:lnTo>
                    <a:pt x="1011" y="337"/>
                  </a:lnTo>
                  <a:lnTo>
                    <a:pt x="1886" y="203"/>
                  </a:lnTo>
                  <a:close/>
                  <a:moveTo>
                    <a:pt x="1886" y="1"/>
                  </a:moveTo>
                  <a:lnTo>
                    <a:pt x="977" y="135"/>
                  </a:lnTo>
                  <a:lnTo>
                    <a:pt x="68" y="270"/>
                  </a:lnTo>
                  <a:lnTo>
                    <a:pt x="1" y="304"/>
                  </a:lnTo>
                  <a:lnTo>
                    <a:pt x="1" y="371"/>
                  </a:lnTo>
                  <a:lnTo>
                    <a:pt x="1" y="573"/>
                  </a:lnTo>
                  <a:lnTo>
                    <a:pt x="1" y="775"/>
                  </a:lnTo>
                  <a:lnTo>
                    <a:pt x="68" y="1213"/>
                  </a:lnTo>
                  <a:lnTo>
                    <a:pt x="203" y="1886"/>
                  </a:lnTo>
                  <a:lnTo>
                    <a:pt x="304" y="2223"/>
                  </a:lnTo>
                  <a:lnTo>
                    <a:pt x="405" y="2526"/>
                  </a:lnTo>
                  <a:lnTo>
                    <a:pt x="439" y="2559"/>
                  </a:lnTo>
                  <a:lnTo>
                    <a:pt x="506" y="2526"/>
                  </a:lnTo>
                  <a:lnTo>
                    <a:pt x="506" y="2559"/>
                  </a:lnTo>
                  <a:lnTo>
                    <a:pt x="742" y="2559"/>
                  </a:lnTo>
                  <a:lnTo>
                    <a:pt x="944" y="2526"/>
                  </a:lnTo>
                  <a:lnTo>
                    <a:pt x="1348" y="2458"/>
                  </a:lnTo>
                  <a:lnTo>
                    <a:pt x="1785" y="2391"/>
                  </a:lnTo>
                  <a:lnTo>
                    <a:pt x="2021" y="2357"/>
                  </a:lnTo>
                  <a:lnTo>
                    <a:pt x="2223" y="2324"/>
                  </a:lnTo>
                  <a:lnTo>
                    <a:pt x="2290" y="2324"/>
                  </a:lnTo>
                  <a:lnTo>
                    <a:pt x="2324" y="2290"/>
                  </a:lnTo>
                  <a:lnTo>
                    <a:pt x="2358" y="2256"/>
                  </a:lnTo>
                  <a:lnTo>
                    <a:pt x="2358" y="1987"/>
                  </a:lnTo>
                  <a:lnTo>
                    <a:pt x="2324" y="1650"/>
                  </a:lnTo>
                  <a:lnTo>
                    <a:pt x="2223" y="1044"/>
                  </a:lnTo>
                  <a:lnTo>
                    <a:pt x="2122" y="539"/>
                  </a:lnTo>
                  <a:lnTo>
                    <a:pt x="2088" y="304"/>
                  </a:lnTo>
                  <a:lnTo>
                    <a:pt x="1987" y="34"/>
                  </a:lnTo>
                  <a:lnTo>
                    <a:pt x="1954"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0" name="Google Shape;190;p2"/>
            <p:cNvSpPr/>
            <p:nvPr/>
          </p:nvSpPr>
          <p:spPr>
            <a:xfrm>
              <a:off x="3529798" y="5951560"/>
              <a:ext cx="152174" cy="167783"/>
            </a:xfrm>
            <a:custGeom>
              <a:avLst/>
              <a:gdLst/>
              <a:ahLst/>
              <a:cxnLst/>
              <a:rect l="l" t="t" r="r" b="b"/>
              <a:pathLst>
                <a:path w="2291" h="2526" extrusionOk="0">
                  <a:moveTo>
                    <a:pt x="1954" y="202"/>
                  </a:moveTo>
                  <a:lnTo>
                    <a:pt x="1954" y="640"/>
                  </a:lnTo>
                  <a:lnTo>
                    <a:pt x="1987" y="1111"/>
                  </a:lnTo>
                  <a:lnTo>
                    <a:pt x="2055" y="1583"/>
                  </a:lnTo>
                  <a:lnTo>
                    <a:pt x="2156" y="2021"/>
                  </a:lnTo>
                  <a:lnTo>
                    <a:pt x="2156" y="2054"/>
                  </a:lnTo>
                  <a:lnTo>
                    <a:pt x="1752" y="2088"/>
                  </a:lnTo>
                  <a:lnTo>
                    <a:pt x="1348" y="2155"/>
                  </a:lnTo>
                  <a:lnTo>
                    <a:pt x="910" y="2189"/>
                  </a:lnTo>
                  <a:lnTo>
                    <a:pt x="506" y="2223"/>
                  </a:lnTo>
                  <a:lnTo>
                    <a:pt x="304" y="1347"/>
                  </a:lnTo>
                  <a:lnTo>
                    <a:pt x="136" y="404"/>
                  </a:lnTo>
                  <a:lnTo>
                    <a:pt x="607" y="404"/>
                  </a:lnTo>
                  <a:lnTo>
                    <a:pt x="1045" y="371"/>
                  </a:lnTo>
                  <a:lnTo>
                    <a:pt x="1954" y="202"/>
                  </a:lnTo>
                  <a:close/>
                  <a:moveTo>
                    <a:pt x="1954" y="0"/>
                  </a:moveTo>
                  <a:lnTo>
                    <a:pt x="1011" y="135"/>
                  </a:lnTo>
                  <a:lnTo>
                    <a:pt x="573" y="202"/>
                  </a:lnTo>
                  <a:lnTo>
                    <a:pt x="102" y="303"/>
                  </a:lnTo>
                  <a:lnTo>
                    <a:pt x="68" y="303"/>
                  </a:lnTo>
                  <a:lnTo>
                    <a:pt x="35" y="371"/>
                  </a:lnTo>
                  <a:lnTo>
                    <a:pt x="1" y="371"/>
                  </a:lnTo>
                  <a:lnTo>
                    <a:pt x="1" y="404"/>
                  </a:lnTo>
                  <a:lnTo>
                    <a:pt x="35" y="943"/>
                  </a:lnTo>
                  <a:lnTo>
                    <a:pt x="102" y="1448"/>
                  </a:lnTo>
                  <a:lnTo>
                    <a:pt x="237" y="1987"/>
                  </a:lnTo>
                  <a:lnTo>
                    <a:pt x="371" y="2458"/>
                  </a:lnTo>
                  <a:lnTo>
                    <a:pt x="405" y="2526"/>
                  </a:lnTo>
                  <a:lnTo>
                    <a:pt x="472" y="2526"/>
                  </a:lnTo>
                  <a:lnTo>
                    <a:pt x="540" y="2492"/>
                  </a:lnTo>
                  <a:lnTo>
                    <a:pt x="540" y="2425"/>
                  </a:lnTo>
                  <a:lnTo>
                    <a:pt x="540" y="2357"/>
                  </a:lnTo>
                  <a:lnTo>
                    <a:pt x="944" y="2391"/>
                  </a:lnTo>
                  <a:lnTo>
                    <a:pt x="1381" y="2357"/>
                  </a:lnTo>
                  <a:lnTo>
                    <a:pt x="1785" y="2290"/>
                  </a:lnTo>
                  <a:lnTo>
                    <a:pt x="2156" y="2189"/>
                  </a:lnTo>
                  <a:lnTo>
                    <a:pt x="2189" y="2122"/>
                  </a:lnTo>
                  <a:lnTo>
                    <a:pt x="2189" y="2088"/>
                  </a:lnTo>
                  <a:lnTo>
                    <a:pt x="2257" y="2054"/>
                  </a:lnTo>
                  <a:lnTo>
                    <a:pt x="2290" y="2054"/>
                  </a:lnTo>
                  <a:lnTo>
                    <a:pt x="2290" y="1987"/>
                  </a:lnTo>
                  <a:lnTo>
                    <a:pt x="2257" y="1549"/>
                  </a:lnTo>
                  <a:lnTo>
                    <a:pt x="2189" y="1078"/>
                  </a:lnTo>
                  <a:lnTo>
                    <a:pt x="2122" y="606"/>
                  </a:lnTo>
                  <a:lnTo>
                    <a:pt x="2021" y="169"/>
                  </a:lnTo>
                  <a:lnTo>
                    <a:pt x="2055" y="101"/>
                  </a:lnTo>
                  <a:lnTo>
                    <a:pt x="2055" y="68"/>
                  </a:lnTo>
                  <a:lnTo>
                    <a:pt x="2021" y="34"/>
                  </a:lnTo>
                  <a:lnTo>
                    <a:pt x="195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1" name="Google Shape;191;p2"/>
            <p:cNvSpPr/>
            <p:nvPr/>
          </p:nvSpPr>
          <p:spPr>
            <a:xfrm>
              <a:off x="3424717" y="6125986"/>
              <a:ext cx="161075" cy="185651"/>
            </a:xfrm>
            <a:custGeom>
              <a:avLst/>
              <a:gdLst/>
              <a:ahLst/>
              <a:cxnLst/>
              <a:rect l="l" t="t" r="r" b="b"/>
              <a:pathLst>
                <a:path w="2425" h="2795" extrusionOk="0">
                  <a:moveTo>
                    <a:pt x="2021" y="1"/>
                  </a:moveTo>
                  <a:lnTo>
                    <a:pt x="2021" y="68"/>
                  </a:lnTo>
                  <a:lnTo>
                    <a:pt x="1751" y="102"/>
                  </a:lnTo>
                  <a:lnTo>
                    <a:pt x="1516" y="135"/>
                  </a:lnTo>
                  <a:lnTo>
                    <a:pt x="1010" y="270"/>
                  </a:lnTo>
                  <a:lnTo>
                    <a:pt x="775" y="304"/>
                  </a:lnTo>
                  <a:lnTo>
                    <a:pt x="236" y="304"/>
                  </a:lnTo>
                  <a:lnTo>
                    <a:pt x="135" y="337"/>
                  </a:lnTo>
                  <a:lnTo>
                    <a:pt x="34" y="405"/>
                  </a:lnTo>
                  <a:lnTo>
                    <a:pt x="0" y="472"/>
                  </a:lnTo>
                  <a:lnTo>
                    <a:pt x="34" y="506"/>
                  </a:lnTo>
                  <a:lnTo>
                    <a:pt x="909" y="506"/>
                  </a:lnTo>
                  <a:lnTo>
                    <a:pt x="1179" y="472"/>
                  </a:lnTo>
                  <a:lnTo>
                    <a:pt x="1448" y="371"/>
                  </a:lnTo>
                  <a:lnTo>
                    <a:pt x="1718" y="304"/>
                  </a:lnTo>
                  <a:lnTo>
                    <a:pt x="2021" y="270"/>
                  </a:lnTo>
                  <a:lnTo>
                    <a:pt x="2054" y="708"/>
                  </a:lnTo>
                  <a:lnTo>
                    <a:pt x="2122" y="1112"/>
                  </a:lnTo>
                  <a:lnTo>
                    <a:pt x="2189" y="1684"/>
                  </a:lnTo>
                  <a:lnTo>
                    <a:pt x="2223" y="1987"/>
                  </a:lnTo>
                  <a:lnTo>
                    <a:pt x="2290" y="2256"/>
                  </a:lnTo>
                  <a:lnTo>
                    <a:pt x="2256" y="2223"/>
                  </a:lnTo>
                  <a:lnTo>
                    <a:pt x="1718" y="2357"/>
                  </a:lnTo>
                  <a:lnTo>
                    <a:pt x="1179" y="2492"/>
                  </a:lnTo>
                  <a:lnTo>
                    <a:pt x="741" y="2593"/>
                  </a:lnTo>
                  <a:lnTo>
                    <a:pt x="539" y="2660"/>
                  </a:lnTo>
                  <a:lnTo>
                    <a:pt x="337" y="2761"/>
                  </a:lnTo>
                  <a:lnTo>
                    <a:pt x="573" y="2795"/>
                  </a:lnTo>
                  <a:lnTo>
                    <a:pt x="775" y="2761"/>
                  </a:lnTo>
                  <a:lnTo>
                    <a:pt x="1212" y="2627"/>
                  </a:lnTo>
                  <a:lnTo>
                    <a:pt x="1718" y="2526"/>
                  </a:lnTo>
                  <a:lnTo>
                    <a:pt x="2256" y="2391"/>
                  </a:lnTo>
                  <a:lnTo>
                    <a:pt x="2324" y="2391"/>
                  </a:lnTo>
                  <a:lnTo>
                    <a:pt x="2324" y="2357"/>
                  </a:lnTo>
                  <a:lnTo>
                    <a:pt x="2391" y="2391"/>
                  </a:lnTo>
                  <a:lnTo>
                    <a:pt x="2425" y="2357"/>
                  </a:lnTo>
                  <a:lnTo>
                    <a:pt x="2425" y="2088"/>
                  </a:lnTo>
                  <a:lnTo>
                    <a:pt x="2391" y="1819"/>
                  </a:lnTo>
                  <a:lnTo>
                    <a:pt x="2324" y="1280"/>
                  </a:lnTo>
                  <a:lnTo>
                    <a:pt x="2256" y="674"/>
                  </a:lnTo>
                  <a:lnTo>
                    <a:pt x="2189" y="371"/>
                  </a:lnTo>
                  <a:lnTo>
                    <a:pt x="2122" y="68"/>
                  </a:lnTo>
                  <a:lnTo>
                    <a:pt x="2122" y="34"/>
                  </a:lnTo>
                  <a:lnTo>
                    <a:pt x="205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2" name="Google Shape;192;p2"/>
            <p:cNvSpPr/>
            <p:nvPr/>
          </p:nvSpPr>
          <p:spPr>
            <a:xfrm>
              <a:off x="2311011" y="6199781"/>
              <a:ext cx="42577" cy="47027"/>
            </a:xfrm>
            <a:custGeom>
              <a:avLst/>
              <a:gdLst/>
              <a:ahLst/>
              <a:cxnLst/>
              <a:rect l="l" t="t" r="r" b="b"/>
              <a:pathLst>
                <a:path w="641" h="708" extrusionOk="0">
                  <a:moveTo>
                    <a:pt x="506" y="1"/>
                  </a:moveTo>
                  <a:lnTo>
                    <a:pt x="371" y="135"/>
                  </a:lnTo>
                  <a:lnTo>
                    <a:pt x="270" y="236"/>
                  </a:lnTo>
                  <a:lnTo>
                    <a:pt x="102" y="169"/>
                  </a:lnTo>
                  <a:lnTo>
                    <a:pt x="34" y="169"/>
                  </a:lnTo>
                  <a:lnTo>
                    <a:pt x="34" y="203"/>
                  </a:lnTo>
                  <a:lnTo>
                    <a:pt x="1" y="236"/>
                  </a:lnTo>
                  <a:lnTo>
                    <a:pt x="34" y="270"/>
                  </a:lnTo>
                  <a:lnTo>
                    <a:pt x="169" y="371"/>
                  </a:lnTo>
                  <a:lnTo>
                    <a:pt x="102" y="472"/>
                  </a:lnTo>
                  <a:lnTo>
                    <a:pt x="34" y="573"/>
                  </a:lnTo>
                  <a:lnTo>
                    <a:pt x="1" y="674"/>
                  </a:lnTo>
                  <a:lnTo>
                    <a:pt x="34" y="708"/>
                  </a:lnTo>
                  <a:lnTo>
                    <a:pt x="102" y="708"/>
                  </a:lnTo>
                  <a:lnTo>
                    <a:pt x="169" y="674"/>
                  </a:lnTo>
                  <a:lnTo>
                    <a:pt x="236" y="607"/>
                  </a:lnTo>
                  <a:lnTo>
                    <a:pt x="337" y="438"/>
                  </a:lnTo>
                  <a:lnTo>
                    <a:pt x="539" y="506"/>
                  </a:lnTo>
                  <a:lnTo>
                    <a:pt x="607" y="472"/>
                  </a:lnTo>
                  <a:lnTo>
                    <a:pt x="640" y="438"/>
                  </a:lnTo>
                  <a:lnTo>
                    <a:pt x="607" y="371"/>
                  </a:lnTo>
                  <a:lnTo>
                    <a:pt x="573" y="337"/>
                  </a:lnTo>
                  <a:lnTo>
                    <a:pt x="438" y="304"/>
                  </a:lnTo>
                  <a:lnTo>
                    <a:pt x="472" y="236"/>
                  </a:lnTo>
                  <a:lnTo>
                    <a:pt x="539" y="34"/>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3" name="Google Shape;193;p2"/>
            <p:cNvSpPr/>
            <p:nvPr/>
          </p:nvSpPr>
          <p:spPr>
            <a:xfrm>
              <a:off x="3227907" y="6150562"/>
              <a:ext cx="194618" cy="179009"/>
            </a:xfrm>
            <a:custGeom>
              <a:avLst/>
              <a:gdLst/>
              <a:ahLst/>
              <a:cxnLst/>
              <a:rect l="l" t="t" r="r" b="b"/>
              <a:pathLst>
                <a:path w="2930" h="2695" extrusionOk="0">
                  <a:moveTo>
                    <a:pt x="2526" y="1"/>
                  </a:moveTo>
                  <a:lnTo>
                    <a:pt x="2492" y="35"/>
                  </a:lnTo>
                  <a:lnTo>
                    <a:pt x="2492" y="304"/>
                  </a:lnTo>
                  <a:lnTo>
                    <a:pt x="2526" y="573"/>
                  </a:lnTo>
                  <a:lnTo>
                    <a:pt x="2627" y="1078"/>
                  </a:lnTo>
                  <a:lnTo>
                    <a:pt x="2694" y="1684"/>
                  </a:lnTo>
                  <a:lnTo>
                    <a:pt x="2795" y="2257"/>
                  </a:lnTo>
                  <a:lnTo>
                    <a:pt x="2189" y="2324"/>
                  </a:lnTo>
                  <a:lnTo>
                    <a:pt x="1617" y="2391"/>
                  </a:lnTo>
                  <a:lnTo>
                    <a:pt x="1044" y="2492"/>
                  </a:lnTo>
                  <a:lnTo>
                    <a:pt x="775" y="2560"/>
                  </a:lnTo>
                  <a:lnTo>
                    <a:pt x="607" y="2560"/>
                  </a:lnTo>
                  <a:lnTo>
                    <a:pt x="438" y="2593"/>
                  </a:lnTo>
                  <a:lnTo>
                    <a:pt x="438" y="2290"/>
                  </a:lnTo>
                  <a:lnTo>
                    <a:pt x="405" y="1987"/>
                  </a:lnTo>
                  <a:lnTo>
                    <a:pt x="304" y="1415"/>
                  </a:lnTo>
                  <a:lnTo>
                    <a:pt x="236" y="876"/>
                  </a:lnTo>
                  <a:lnTo>
                    <a:pt x="169" y="641"/>
                  </a:lnTo>
                  <a:lnTo>
                    <a:pt x="34" y="405"/>
                  </a:lnTo>
                  <a:lnTo>
                    <a:pt x="1" y="641"/>
                  </a:lnTo>
                  <a:lnTo>
                    <a:pt x="1" y="910"/>
                  </a:lnTo>
                  <a:lnTo>
                    <a:pt x="102" y="1449"/>
                  </a:lnTo>
                  <a:lnTo>
                    <a:pt x="203" y="2055"/>
                  </a:lnTo>
                  <a:lnTo>
                    <a:pt x="270" y="2358"/>
                  </a:lnTo>
                  <a:lnTo>
                    <a:pt x="371" y="2661"/>
                  </a:lnTo>
                  <a:lnTo>
                    <a:pt x="405" y="2694"/>
                  </a:lnTo>
                  <a:lnTo>
                    <a:pt x="438" y="2694"/>
                  </a:lnTo>
                  <a:lnTo>
                    <a:pt x="573" y="2627"/>
                  </a:lnTo>
                  <a:lnTo>
                    <a:pt x="640" y="2661"/>
                  </a:lnTo>
                  <a:lnTo>
                    <a:pt x="708" y="2694"/>
                  </a:lnTo>
                  <a:lnTo>
                    <a:pt x="910" y="2694"/>
                  </a:lnTo>
                  <a:lnTo>
                    <a:pt x="1314" y="2593"/>
                  </a:lnTo>
                  <a:lnTo>
                    <a:pt x="2088" y="2492"/>
                  </a:lnTo>
                  <a:lnTo>
                    <a:pt x="2829" y="2391"/>
                  </a:lnTo>
                  <a:lnTo>
                    <a:pt x="2862" y="2358"/>
                  </a:lnTo>
                  <a:lnTo>
                    <a:pt x="2896" y="2324"/>
                  </a:lnTo>
                  <a:lnTo>
                    <a:pt x="2930" y="2290"/>
                  </a:lnTo>
                  <a:lnTo>
                    <a:pt x="2930" y="2021"/>
                  </a:lnTo>
                  <a:lnTo>
                    <a:pt x="2896" y="1752"/>
                  </a:lnTo>
                  <a:lnTo>
                    <a:pt x="2829" y="1247"/>
                  </a:lnTo>
                  <a:lnTo>
                    <a:pt x="2761" y="607"/>
                  </a:lnTo>
                  <a:lnTo>
                    <a:pt x="2660" y="304"/>
                  </a:lnTo>
                  <a:lnTo>
                    <a:pt x="255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4" name="Google Shape;194;p2"/>
            <p:cNvSpPr/>
            <p:nvPr/>
          </p:nvSpPr>
          <p:spPr>
            <a:xfrm>
              <a:off x="2429575" y="6190814"/>
              <a:ext cx="798398" cy="270672"/>
            </a:xfrm>
            <a:custGeom>
              <a:avLst/>
              <a:gdLst/>
              <a:ahLst/>
              <a:cxnLst/>
              <a:rect l="l" t="t" r="r" b="b"/>
              <a:pathLst>
                <a:path w="12020" h="4075" extrusionOk="0">
                  <a:moveTo>
                    <a:pt x="11481" y="304"/>
                  </a:moveTo>
                  <a:lnTo>
                    <a:pt x="11515" y="573"/>
                  </a:lnTo>
                  <a:lnTo>
                    <a:pt x="11582" y="876"/>
                  </a:lnTo>
                  <a:lnTo>
                    <a:pt x="11784" y="2223"/>
                  </a:lnTo>
                  <a:lnTo>
                    <a:pt x="11717" y="2223"/>
                  </a:lnTo>
                  <a:lnTo>
                    <a:pt x="11414" y="2189"/>
                  </a:lnTo>
                  <a:lnTo>
                    <a:pt x="11111" y="2189"/>
                  </a:lnTo>
                  <a:lnTo>
                    <a:pt x="10505" y="2257"/>
                  </a:lnTo>
                  <a:lnTo>
                    <a:pt x="9899" y="2391"/>
                  </a:lnTo>
                  <a:lnTo>
                    <a:pt x="9293" y="2526"/>
                  </a:lnTo>
                  <a:lnTo>
                    <a:pt x="8586" y="2694"/>
                  </a:lnTo>
                  <a:lnTo>
                    <a:pt x="7845" y="2829"/>
                  </a:lnTo>
                  <a:lnTo>
                    <a:pt x="6397" y="3065"/>
                  </a:lnTo>
                  <a:lnTo>
                    <a:pt x="4949" y="3233"/>
                  </a:lnTo>
                  <a:lnTo>
                    <a:pt x="3502" y="3401"/>
                  </a:lnTo>
                  <a:lnTo>
                    <a:pt x="2054" y="3603"/>
                  </a:lnTo>
                  <a:lnTo>
                    <a:pt x="1313" y="3738"/>
                  </a:lnTo>
                  <a:lnTo>
                    <a:pt x="606" y="3873"/>
                  </a:lnTo>
                  <a:lnTo>
                    <a:pt x="573" y="3570"/>
                  </a:lnTo>
                  <a:lnTo>
                    <a:pt x="505" y="3300"/>
                  </a:lnTo>
                  <a:lnTo>
                    <a:pt x="371" y="2728"/>
                  </a:lnTo>
                  <a:lnTo>
                    <a:pt x="236" y="2223"/>
                  </a:lnTo>
                  <a:lnTo>
                    <a:pt x="67" y="1718"/>
                  </a:lnTo>
                  <a:lnTo>
                    <a:pt x="1515" y="1583"/>
                  </a:lnTo>
                  <a:lnTo>
                    <a:pt x="2963" y="1415"/>
                  </a:lnTo>
                  <a:lnTo>
                    <a:pt x="5858" y="1011"/>
                  </a:lnTo>
                  <a:lnTo>
                    <a:pt x="11481" y="304"/>
                  </a:lnTo>
                  <a:close/>
                  <a:moveTo>
                    <a:pt x="11548" y="1"/>
                  </a:moveTo>
                  <a:lnTo>
                    <a:pt x="11515" y="68"/>
                  </a:lnTo>
                  <a:lnTo>
                    <a:pt x="5825" y="809"/>
                  </a:lnTo>
                  <a:lnTo>
                    <a:pt x="2929" y="1146"/>
                  </a:lnTo>
                  <a:lnTo>
                    <a:pt x="1482" y="1348"/>
                  </a:lnTo>
                  <a:lnTo>
                    <a:pt x="67" y="1583"/>
                  </a:lnTo>
                  <a:lnTo>
                    <a:pt x="0" y="1583"/>
                  </a:lnTo>
                  <a:lnTo>
                    <a:pt x="0" y="1617"/>
                  </a:lnTo>
                  <a:lnTo>
                    <a:pt x="0" y="1684"/>
                  </a:lnTo>
                  <a:lnTo>
                    <a:pt x="34" y="1954"/>
                  </a:lnTo>
                  <a:lnTo>
                    <a:pt x="67" y="2223"/>
                  </a:lnTo>
                  <a:lnTo>
                    <a:pt x="169" y="2762"/>
                  </a:lnTo>
                  <a:lnTo>
                    <a:pt x="303" y="3401"/>
                  </a:lnTo>
                  <a:lnTo>
                    <a:pt x="371" y="3738"/>
                  </a:lnTo>
                  <a:lnTo>
                    <a:pt x="472" y="4041"/>
                  </a:lnTo>
                  <a:lnTo>
                    <a:pt x="505" y="4075"/>
                  </a:lnTo>
                  <a:lnTo>
                    <a:pt x="573" y="4075"/>
                  </a:lnTo>
                  <a:lnTo>
                    <a:pt x="606" y="4041"/>
                  </a:lnTo>
                  <a:lnTo>
                    <a:pt x="606" y="4007"/>
                  </a:lnTo>
                  <a:lnTo>
                    <a:pt x="2020" y="3873"/>
                  </a:lnTo>
                  <a:lnTo>
                    <a:pt x="3434" y="3671"/>
                  </a:lnTo>
                  <a:lnTo>
                    <a:pt x="6229" y="3267"/>
                  </a:lnTo>
                  <a:lnTo>
                    <a:pt x="7575" y="3065"/>
                  </a:lnTo>
                  <a:lnTo>
                    <a:pt x="8249" y="2964"/>
                  </a:lnTo>
                  <a:lnTo>
                    <a:pt x="8922" y="2829"/>
                  </a:lnTo>
                  <a:lnTo>
                    <a:pt x="9629" y="2661"/>
                  </a:lnTo>
                  <a:lnTo>
                    <a:pt x="10303" y="2526"/>
                  </a:lnTo>
                  <a:lnTo>
                    <a:pt x="10639" y="2459"/>
                  </a:lnTo>
                  <a:lnTo>
                    <a:pt x="11010" y="2425"/>
                  </a:lnTo>
                  <a:lnTo>
                    <a:pt x="11750" y="2425"/>
                  </a:lnTo>
                  <a:lnTo>
                    <a:pt x="11784" y="2391"/>
                  </a:lnTo>
                  <a:lnTo>
                    <a:pt x="11818" y="2324"/>
                  </a:lnTo>
                  <a:lnTo>
                    <a:pt x="11952" y="2324"/>
                  </a:lnTo>
                  <a:lnTo>
                    <a:pt x="11986" y="2257"/>
                  </a:lnTo>
                  <a:lnTo>
                    <a:pt x="12020" y="2189"/>
                  </a:lnTo>
                  <a:lnTo>
                    <a:pt x="11818" y="1011"/>
                  </a:lnTo>
                  <a:lnTo>
                    <a:pt x="11784" y="641"/>
                  </a:lnTo>
                  <a:lnTo>
                    <a:pt x="11750" y="439"/>
                  </a:lnTo>
                  <a:lnTo>
                    <a:pt x="11683" y="270"/>
                  </a:lnTo>
                  <a:lnTo>
                    <a:pt x="11750" y="203"/>
                  </a:lnTo>
                  <a:lnTo>
                    <a:pt x="11750" y="136"/>
                  </a:lnTo>
                  <a:lnTo>
                    <a:pt x="11717" y="68"/>
                  </a:lnTo>
                  <a:lnTo>
                    <a:pt x="11616" y="68"/>
                  </a:lnTo>
                  <a:lnTo>
                    <a:pt x="1154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5" name="Google Shape;195;p2"/>
            <p:cNvSpPr/>
            <p:nvPr/>
          </p:nvSpPr>
          <p:spPr>
            <a:xfrm>
              <a:off x="2226057" y="6302670"/>
              <a:ext cx="212486" cy="185651"/>
            </a:xfrm>
            <a:custGeom>
              <a:avLst/>
              <a:gdLst/>
              <a:ahLst/>
              <a:cxnLst/>
              <a:rect l="l" t="t" r="r" b="b"/>
              <a:pathLst>
                <a:path w="3199" h="2795" extrusionOk="0">
                  <a:moveTo>
                    <a:pt x="2795" y="0"/>
                  </a:moveTo>
                  <a:lnTo>
                    <a:pt x="2761" y="34"/>
                  </a:lnTo>
                  <a:lnTo>
                    <a:pt x="2761" y="135"/>
                  </a:lnTo>
                  <a:lnTo>
                    <a:pt x="2727" y="101"/>
                  </a:lnTo>
                  <a:lnTo>
                    <a:pt x="2424" y="68"/>
                  </a:lnTo>
                  <a:lnTo>
                    <a:pt x="2121" y="34"/>
                  </a:lnTo>
                  <a:lnTo>
                    <a:pt x="1785" y="34"/>
                  </a:lnTo>
                  <a:lnTo>
                    <a:pt x="1448" y="68"/>
                  </a:lnTo>
                  <a:lnTo>
                    <a:pt x="1111" y="101"/>
                  </a:lnTo>
                  <a:lnTo>
                    <a:pt x="808" y="169"/>
                  </a:lnTo>
                  <a:lnTo>
                    <a:pt x="202" y="371"/>
                  </a:lnTo>
                  <a:lnTo>
                    <a:pt x="101" y="303"/>
                  </a:lnTo>
                  <a:lnTo>
                    <a:pt x="68" y="337"/>
                  </a:lnTo>
                  <a:lnTo>
                    <a:pt x="34" y="371"/>
                  </a:lnTo>
                  <a:lnTo>
                    <a:pt x="0" y="438"/>
                  </a:lnTo>
                  <a:lnTo>
                    <a:pt x="34" y="472"/>
                  </a:lnTo>
                  <a:lnTo>
                    <a:pt x="101" y="472"/>
                  </a:lnTo>
                  <a:lnTo>
                    <a:pt x="135" y="943"/>
                  </a:lnTo>
                  <a:lnTo>
                    <a:pt x="236" y="1684"/>
                  </a:lnTo>
                  <a:lnTo>
                    <a:pt x="404" y="2694"/>
                  </a:lnTo>
                  <a:lnTo>
                    <a:pt x="438" y="2761"/>
                  </a:lnTo>
                  <a:lnTo>
                    <a:pt x="505" y="2795"/>
                  </a:lnTo>
                  <a:lnTo>
                    <a:pt x="573" y="2761"/>
                  </a:lnTo>
                  <a:lnTo>
                    <a:pt x="573" y="2694"/>
                  </a:lnTo>
                  <a:lnTo>
                    <a:pt x="438" y="1852"/>
                  </a:lnTo>
                  <a:lnTo>
                    <a:pt x="303" y="1010"/>
                  </a:lnTo>
                  <a:lnTo>
                    <a:pt x="303" y="775"/>
                  </a:lnTo>
                  <a:lnTo>
                    <a:pt x="270" y="539"/>
                  </a:lnTo>
                  <a:lnTo>
                    <a:pt x="842" y="371"/>
                  </a:lnTo>
                  <a:lnTo>
                    <a:pt x="1448" y="270"/>
                  </a:lnTo>
                  <a:lnTo>
                    <a:pt x="2391" y="270"/>
                  </a:lnTo>
                  <a:lnTo>
                    <a:pt x="2694" y="236"/>
                  </a:lnTo>
                  <a:lnTo>
                    <a:pt x="2727" y="236"/>
                  </a:lnTo>
                  <a:lnTo>
                    <a:pt x="2727" y="438"/>
                  </a:lnTo>
                  <a:lnTo>
                    <a:pt x="2761" y="606"/>
                  </a:lnTo>
                  <a:lnTo>
                    <a:pt x="2795" y="1010"/>
                  </a:lnTo>
                  <a:lnTo>
                    <a:pt x="2862" y="1684"/>
                  </a:lnTo>
                  <a:lnTo>
                    <a:pt x="2929" y="2020"/>
                  </a:lnTo>
                  <a:lnTo>
                    <a:pt x="3030" y="2323"/>
                  </a:lnTo>
                  <a:lnTo>
                    <a:pt x="2323" y="2323"/>
                  </a:lnTo>
                  <a:lnTo>
                    <a:pt x="1583" y="2391"/>
                  </a:lnTo>
                  <a:lnTo>
                    <a:pt x="1347" y="2424"/>
                  </a:lnTo>
                  <a:lnTo>
                    <a:pt x="1044" y="2458"/>
                  </a:lnTo>
                  <a:lnTo>
                    <a:pt x="808" y="2525"/>
                  </a:lnTo>
                  <a:lnTo>
                    <a:pt x="674" y="2593"/>
                  </a:lnTo>
                  <a:lnTo>
                    <a:pt x="606" y="2694"/>
                  </a:lnTo>
                  <a:lnTo>
                    <a:pt x="876" y="2694"/>
                  </a:lnTo>
                  <a:lnTo>
                    <a:pt x="1179" y="2660"/>
                  </a:lnTo>
                  <a:lnTo>
                    <a:pt x="1515" y="2626"/>
                  </a:lnTo>
                  <a:lnTo>
                    <a:pt x="1818" y="2593"/>
                  </a:lnTo>
                  <a:lnTo>
                    <a:pt x="2458" y="2559"/>
                  </a:lnTo>
                  <a:lnTo>
                    <a:pt x="2795" y="2525"/>
                  </a:lnTo>
                  <a:lnTo>
                    <a:pt x="3131" y="2458"/>
                  </a:lnTo>
                  <a:lnTo>
                    <a:pt x="3165" y="2424"/>
                  </a:lnTo>
                  <a:lnTo>
                    <a:pt x="3199" y="2391"/>
                  </a:lnTo>
                  <a:lnTo>
                    <a:pt x="3199" y="2290"/>
                  </a:lnTo>
                  <a:lnTo>
                    <a:pt x="3131" y="1987"/>
                  </a:lnTo>
                  <a:lnTo>
                    <a:pt x="3064" y="1650"/>
                  </a:lnTo>
                  <a:lnTo>
                    <a:pt x="2963" y="977"/>
                  </a:lnTo>
                  <a:lnTo>
                    <a:pt x="2929" y="505"/>
                  </a:lnTo>
                  <a:lnTo>
                    <a:pt x="2896" y="236"/>
                  </a:lnTo>
                  <a:lnTo>
                    <a:pt x="2828" y="34"/>
                  </a:lnTo>
                  <a:lnTo>
                    <a:pt x="279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6" name="Google Shape;196;p2"/>
            <p:cNvSpPr/>
            <p:nvPr/>
          </p:nvSpPr>
          <p:spPr>
            <a:xfrm>
              <a:off x="2888024" y="5736883"/>
              <a:ext cx="154366" cy="147657"/>
            </a:xfrm>
            <a:custGeom>
              <a:avLst/>
              <a:gdLst/>
              <a:ahLst/>
              <a:cxnLst/>
              <a:rect l="l" t="t" r="r" b="b"/>
              <a:pathLst>
                <a:path w="2324" h="2223" extrusionOk="0">
                  <a:moveTo>
                    <a:pt x="1919" y="202"/>
                  </a:moveTo>
                  <a:lnTo>
                    <a:pt x="1953" y="573"/>
                  </a:lnTo>
                  <a:lnTo>
                    <a:pt x="2020" y="943"/>
                  </a:lnTo>
                  <a:lnTo>
                    <a:pt x="2088" y="1381"/>
                  </a:lnTo>
                  <a:lnTo>
                    <a:pt x="2155" y="1818"/>
                  </a:lnTo>
                  <a:lnTo>
                    <a:pt x="1785" y="1818"/>
                  </a:lnTo>
                  <a:lnTo>
                    <a:pt x="1414" y="1886"/>
                  </a:lnTo>
                  <a:lnTo>
                    <a:pt x="943" y="1953"/>
                  </a:lnTo>
                  <a:lnTo>
                    <a:pt x="707" y="2020"/>
                  </a:lnTo>
                  <a:lnTo>
                    <a:pt x="471" y="2088"/>
                  </a:lnTo>
                  <a:lnTo>
                    <a:pt x="370" y="1616"/>
                  </a:lnTo>
                  <a:lnTo>
                    <a:pt x="269" y="1179"/>
                  </a:lnTo>
                  <a:lnTo>
                    <a:pt x="202" y="808"/>
                  </a:lnTo>
                  <a:lnTo>
                    <a:pt x="101" y="438"/>
                  </a:lnTo>
                  <a:lnTo>
                    <a:pt x="1010" y="337"/>
                  </a:lnTo>
                  <a:lnTo>
                    <a:pt x="1919" y="202"/>
                  </a:lnTo>
                  <a:close/>
                  <a:moveTo>
                    <a:pt x="1886" y="0"/>
                  </a:moveTo>
                  <a:lnTo>
                    <a:pt x="976" y="101"/>
                  </a:lnTo>
                  <a:lnTo>
                    <a:pt x="67" y="270"/>
                  </a:lnTo>
                  <a:lnTo>
                    <a:pt x="34" y="303"/>
                  </a:lnTo>
                  <a:lnTo>
                    <a:pt x="0" y="371"/>
                  </a:lnTo>
                  <a:lnTo>
                    <a:pt x="0" y="573"/>
                  </a:lnTo>
                  <a:lnTo>
                    <a:pt x="34" y="775"/>
                  </a:lnTo>
                  <a:lnTo>
                    <a:pt x="101" y="1212"/>
                  </a:lnTo>
                  <a:lnTo>
                    <a:pt x="202" y="1684"/>
                  </a:lnTo>
                  <a:lnTo>
                    <a:pt x="269" y="1953"/>
                  </a:lnTo>
                  <a:lnTo>
                    <a:pt x="337" y="2189"/>
                  </a:lnTo>
                  <a:lnTo>
                    <a:pt x="404" y="2222"/>
                  </a:lnTo>
                  <a:lnTo>
                    <a:pt x="471" y="2189"/>
                  </a:lnTo>
                  <a:lnTo>
                    <a:pt x="875" y="2189"/>
                  </a:lnTo>
                  <a:lnTo>
                    <a:pt x="1279" y="2121"/>
                  </a:lnTo>
                  <a:lnTo>
                    <a:pt x="1751" y="2054"/>
                  </a:lnTo>
                  <a:lnTo>
                    <a:pt x="1987" y="2020"/>
                  </a:lnTo>
                  <a:lnTo>
                    <a:pt x="2189" y="1953"/>
                  </a:lnTo>
                  <a:lnTo>
                    <a:pt x="2222" y="1987"/>
                  </a:lnTo>
                  <a:lnTo>
                    <a:pt x="2256" y="1987"/>
                  </a:lnTo>
                  <a:lnTo>
                    <a:pt x="2290" y="1953"/>
                  </a:lnTo>
                  <a:lnTo>
                    <a:pt x="2323" y="1919"/>
                  </a:lnTo>
                  <a:lnTo>
                    <a:pt x="2323" y="1717"/>
                  </a:lnTo>
                  <a:lnTo>
                    <a:pt x="2290" y="1482"/>
                  </a:lnTo>
                  <a:lnTo>
                    <a:pt x="2222" y="1044"/>
                  </a:lnTo>
                  <a:lnTo>
                    <a:pt x="2121" y="539"/>
                  </a:lnTo>
                  <a:lnTo>
                    <a:pt x="2088" y="270"/>
                  </a:lnTo>
                  <a:lnTo>
                    <a:pt x="1987" y="34"/>
                  </a:lnTo>
                  <a:lnTo>
                    <a:pt x="195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7" name="Google Shape;197;p2"/>
            <p:cNvSpPr/>
            <p:nvPr/>
          </p:nvSpPr>
          <p:spPr>
            <a:xfrm>
              <a:off x="2416158" y="5808420"/>
              <a:ext cx="147657" cy="147657"/>
            </a:xfrm>
            <a:custGeom>
              <a:avLst/>
              <a:gdLst/>
              <a:ahLst/>
              <a:cxnLst/>
              <a:rect l="l" t="t" r="r" b="b"/>
              <a:pathLst>
                <a:path w="2223" h="2223" extrusionOk="0">
                  <a:moveTo>
                    <a:pt x="1818" y="1"/>
                  </a:moveTo>
                  <a:lnTo>
                    <a:pt x="1313" y="68"/>
                  </a:lnTo>
                  <a:lnTo>
                    <a:pt x="808" y="169"/>
                  </a:lnTo>
                  <a:lnTo>
                    <a:pt x="371" y="203"/>
                  </a:lnTo>
                  <a:lnTo>
                    <a:pt x="168" y="236"/>
                  </a:lnTo>
                  <a:lnTo>
                    <a:pt x="0" y="304"/>
                  </a:lnTo>
                  <a:lnTo>
                    <a:pt x="0" y="337"/>
                  </a:lnTo>
                  <a:lnTo>
                    <a:pt x="168" y="405"/>
                  </a:lnTo>
                  <a:lnTo>
                    <a:pt x="337" y="405"/>
                  </a:lnTo>
                  <a:lnTo>
                    <a:pt x="707" y="371"/>
                  </a:lnTo>
                  <a:lnTo>
                    <a:pt x="1246" y="304"/>
                  </a:lnTo>
                  <a:lnTo>
                    <a:pt x="1785" y="203"/>
                  </a:lnTo>
                  <a:lnTo>
                    <a:pt x="1751" y="405"/>
                  </a:lnTo>
                  <a:lnTo>
                    <a:pt x="1785" y="573"/>
                  </a:lnTo>
                  <a:lnTo>
                    <a:pt x="1852" y="943"/>
                  </a:lnTo>
                  <a:lnTo>
                    <a:pt x="1919" y="1381"/>
                  </a:lnTo>
                  <a:lnTo>
                    <a:pt x="1953" y="1617"/>
                  </a:lnTo>
                  <a:lnTo>
                    <a:pt x="2020" y="1852"/>
                  </a:lnTo>
                  <a:lnTo>
                    <a:pt x="1044" y="1953"/>
                  </a:lnTo>
                  <a:lnTo>
                    <a:pt x="674" y="1987"/>
                  </a:lnTo>
                  <a:lnTo>
                    <a:pt x="505" y="2054"/>
                  </a:lnTo>
                  <a:lnTo>
                    <a:pt x="371" y="2155"/>
                  </a:lnTo>
                  <a:lnTo>
                    <a:pt x="539" y="2223"/>
                  </a:lnTo>
                  <a:lnTo>
                    <a:pt x="707" y="2223"/>
                  </a:lnTo>
                  <a:lnTo>
                    <a:pt x="1078" y="2155"/>
                  </a:lnTo>
                  <a:lnTo>
                    <a:pt x="2121" y="2021"/>
                  </a:lnTo>
                  <a:lnTo>
                    <a:pt x="2189" y="2021"/>
                  </a:lnTo>
                  <a:lnTo>
                    <a:pt x="2222" y="1953"/>
                  </a:lnTo>
                  <a:lnTo>
                    <a:pt x="2222" y="1920"/>
                  </a:lnTo>
                  <a:lnTo>
                    <a:pt x="2189" y="1852"/>
                  </a:lnTo>
                  <a:lnTo>
                    <a:pt x="2155" y="1617"/>
                  </a:lnTo>
                  <a:lnTo>
                    <a:pt x="2121" y="1381"/>
                  </a:lnTo>
                  <a:lnTo>
                    <a:pt x="2054" y="910"/>
                  </a:lnTo>
                  <a:lnTo>
                    <a:pt x="1987" y="539"/>
                  </a:lnTo>
                  <a:lnTo>
                    <a:pt x="1953" y="337"/>
                  </a:lnTo>
                  <a:lnTo>
                    <a:pt x="1886" y="169"/>
                  </a:lnTo>
                  <a:lnTo>
                    <a:pt x="1919" y="102"/>
                  </a:lnTo>
                  <a:lnTo>
                    <a:pt x="1919" y="68"/>
                  </a:lnTo>
                  <a:lnTo>
                    <a:pt x="1886" y="34"/>
                  </a:lnTo>
                  <a:lnTo>
                    <a:pt x="18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8" name="Google Shape;198;p2"/>
            <p:cNvSpPr/>
            <p:nvPr/>
          </p:nvSpPr>
          <p:spPr>
            <a:xfrm>
              <a:off x="2621869" y="5841963"/>
              <a:ext cx="49285" cy="42577"/>
            </a:xfrm>
            <a:custGeom>
              <a:avLst/>
              <a:gdLst/>
              <a:ahLst/>
              <a:cxnLst/>
              <a:rect l="l" t="t" r="r" b="b"/>
              <a:pathLst>
                <a:path w="742" h="641" extrusionOk="0">
                  <a:moveTo>
                    <a:pt x="405" y="1"/>
                  </a:moveTo>
                  <a:lnTo>
                    <a:pt x="236" y="34"/>
                  </a:lnTo>
                  <a:lnTo>
                    <a:pt x="34" y="34"/>
                  </a:lnTo>
                  <a:lnTo>
                    <a:pt x="1" y="102"/>
                  </a:lnTo>
                  <a:lnTo>
                    <a:pt x="1" y="135"/>
                  </a:lnTo>
                  <a:lnTo>
                    <a:pt x="34" y="135"/>
                  </a:lnTo>
                  <a:lnTo>
                    <a:pt x="135" y="169"/>
                  </a:lnTo>
                  <a:lnTo>
                    <a:pt x="236" y="203"/>
                  </a:lnTo>
                  <a:lnTo>
                    <a:pt x="203" y="371"/>
                  </a:lnTo>
                  <a:lnTo>
                    <a:pt x="203" y="539"/>
                  </a:lnTo>
                  <a:lnTo>
                    <a:pt x="203" y="607"/>
                  </a:lnTo>
                  <a:lnTo>
                    <a:pt x="270" y="640"/>
                  </a:lnTo>
                  <a:lnTo>
                    <a:pt x="304" y="640"/>
                  </a:lnTo>
                  <a:lnTo>
                    <a:pt x="337" y="607"/>
                  </a:lnTo>
                  <a:lnTo>
                    <a:pt x="337" y="438"/>
                  </a:lnTo>
                  <a:lnTo>
                    <a:pt x="337" y="270"/>
                  </a:lnTo>
                  <a:lnTo>
                    <a:pt x="371" y="270"/>
                  </a:lnTo>
                  <a:lnTo>
                    <a:pt x="573" y="236"/>
                  </a:lnTo>
                  <a:lnTo>
                    <a:pt x="640" y="203"/>
                  </a:lnTo>
                  <a:lnTo>
                    <a:pt x="741" y="169"/>
                  </a:lnTo>
                  <a:lnTo>
                    <a:pt x="741" y="68"/>
                  </a:lnTo>
                  <a:lnTo>
                    <a:pt x="741" y="34"/>
                  </a:lnTo>
                  <a:lnTo>
                    <a:pt x="7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9" name="Google Shape;199;p2"/>
            <p:cNvSpPr/>
            <p:nvPr/>
          </p:nvSpPr>
          <p:spPr>
            <a:xfrm>
              <a:off x="2143294" y="6005230"/>
              <a:ext cx="147657" cy="152108"/>
            </a:xfrm>
            <a:custGeom>
              <a:avLst/>
              <a:gdLst/>
              <a:ahLst/>
              <a:cxnLst/>
              <a:rect l="l" t="t" r="r" b="b"/>
              <a:pathLst>
                <a:path w="2223" h="2290" extrusionOk="0">
                  <a:moveTo>
                    <a:pt x="1920" y="169"/>
                  </a:moveTo>
                  <a:lnTo>
                    <a:pt x="1953" y="539"/>
                  </a:lnTo>
                  <a:lnTo>
                    <a:pt x="1987" y="943"/>
                  </a:lnTo>
                  <a:lnTo>
                    <a:pt x="2021" y="1415"/>
                  </a:lnTo>
                  <a:lnTo>
                    <a:pt x="2054" y="1886"/>
                  </a:lnTo>
                  <a:lnTo>
                    <a:pt x="2054" y="1886"/>
                  </a:lnTo>
                  <a:lnTo>
                    <a:pt x="1819" y="1852"/>
                  </a:lnTo>
                  <a:lnTo>
                    <a:pt x="1583" y="1886"/>
                  </a:lnTo>
                  <a:lnTo>
                    <a:pt x="1112" y="1953"/>
                  </a:lnTo>
                  <a:lnTo>
                    <a:pt x="741" y="2021"/>
                  </a:lnTo>
                  <a:lnTo>
                    <a:pt x="573" y="2054"/>
                  </a:lnTo>
                  <a:lnTo>
                    <a:pt x="371" y="2088"/>
                  </a:lnTo>
                  <a:lnTo>
                    <a:pt x="337" y="1650"/>
                  </a:lnTo>
                  <a:lnTo>
                    <a:pt x="236" y="1213"/>
                  </a:lnTo>
                  <a:lnTo>
                    <a:pt x="203" y="842"/>
                  </a:lnTo>
                  <a:lnTo>
                    <a:pt x="135" y="472"/>
                  </a:lnTo>
                  <a:lnTo>
                    <a:pt x="1044" y="337"/>
                  </a:lnTo>
                  <a:lnTo>
                    <a:pt x="1920" y="169"/>
                  </a:lnTo>
                  <a:close/>
                  <a:moveTo>
                    <a:pt x="1920" y="0"/>
                  </a:moveTo>
                  <a:lnTo>
                    <a:pt x="1011" y="135"/>
                  </a:lnTo>
                  <a:lnTo>
                    <a:pt x="102" y="270"/>
                  </a:lnTo>
                  <a:lnTo>
                    <a:pt x="34" y="337"/>
                  </a:lnTo>
                  <a:lnTo>
                    <a:pt x="1" y="371"/>
                  </a:lnTo>
                  <a:lnTo>
                    <a:pt x="1" y="606"/>
                  </a:lnTo>
                  <a:lnTo>
                    <a:pt x="34" y="876"/>
                  </a:lnTo>
                  <a:lnTo>
                    <a:pt x="102" y="1381"/>
                  </a:lnTo>
                  <a:lnTo>
                    <a:pt x="135" y="1819"/>
                  </a:lnTo>
                  <a:lnTo>
                    <a:pt x="203" y="2054"/>
                  </a:lnTo>
                  <a:lnTo>
                    <a:pt x="270" y="2256"/>
                  </a:lnTo>
                  <a:lnTo>
                    <a:pt x="270" y="2290"/>
                  </a:lnTo>
                  <a:lnTo>
                    <a:pt x="371" y="2290"/>
                  </a:lnTo>
                  <a:lnTo>
                    <a:pt x="371" y="2256"/>
                  </a:lnTo>
                  <a:lnTo>
                    <a:pt x="607" y="2256"/>
                  </a:lnTo>
                  <a:lnTo>
                    <a:pt x="842" y="2223"/>
                  </a:lnTo>
                  <a:lnTo>
                    <a:pt x="1280" y="2122"/>
                  </a:lnTo>
                  <a:lnTo>
                    <a:pt x="1684" y="2088"/>
                  </a:lnTo>
                  <a:lnTo>
                    <a:pt x="1886" y="2054"/>
                  </a:lnTo>
                  <a:lnTo>
                    <a:pt x="2088" y="1987"/>
                  </a:lnTo>
                  <a:lnTo>
                    <a:pt x="2155" y="1987"/>
                  </a:lnTo>
                  <a:lnTo>
                    <a:pt x="2189" y="1920"/>
                  </a:lnTo>
                  <a:lnTo>
                    <a:pt x="2223" y="1650"/>
                  </a:lnTo>
                  <a:lnTo>
                    <a:pt x="2223" y="1415"/>
                  </a:lnTo>
                  <a:lnTo>
                    <a:pt x="2155" y="910"/>
                  </a:lnTo>
                  <a:lnTo>
                    <a:pt x="2122" y="505"/>
                  </a:lnTo>
                  <a:lnTo>
                    <a:pt x="2054" y="303"/>
                  </a:lnTo>
                  <a:lnTo>
                    <a:pt x="1987" y="101"/>
                  </a:lnTo>
                  <a:lnTo>
                    <a:pt x="1987" y="34"/>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0" name="Google Shape;200;p2"/>
            <p:cNvSpPr/>
            <p:nvPr/>
          </p:nvSpPr>
          <p:spPr>
            <a:xfrm>
              <a:off x="2409449" y="5828546"/>
              <a:ext cx="29093" cy="132048"/>
            </a:xfrm>
            <a:custGeom>
              <a:avLst/>
              <a:gdLst/>
              <a:ahLst/>
              <a:cxnLst/>
              <a:rect l="l" t="t" r="r" b="b"/>
              <a:pathLst>
                <a:path w="438" h="1988" extrusionOk="0">
                  <a:moveTo>
                    <a:pt x="0" y="1"/>
                  </a:moveTo>
                  <a:lnTo>
                    <a:pt x="0" y="34"/>
                  </a:lnTo>
                  <a:lnTo>
                    <a:pt x="0" y="270"/>
                  </a:lnTo>
                  <a:lnTo>
                    <a:pt x="0" y="472"/>
                  </a:lnTo>
                  <a:lnTo>
                    <a:pt x="67" y="943"/>
                  </a:lnTo>
                  <a:lnTo>
                    <a:pt x="168" y="1448"/>
                  </a:lnTo>
                  <a:lnTo>
                    <a:pt x="236" y="1718"/>
                  </a:lnTo>
                  <a:lnTo>
                    <a:pt x="337" y="1953"/>
                  </a:lnTo>
                  <a:lnTo>
                    <a:pt x="370" y="1987"/>
                  </a:lnTo>
                  <a:lnTo>
                    <a:pt x="438" y="1987"/>
                  </a:lnTo>
                  <a:lnTo>
                    <a:pt x="438" y="1920"/>
                  </a:lnTo>
                  <a:lnTo>
                    <a:pt x="438" y="1684"/>
                  </a:lnTo>
                  <a:lnTo>
                    <a:pt x="370" y="1415"/>
                  </a:lnTo>
                  <a:lnTo>
                    <a:pt x="269" y="910"/>
                  </a:lnTo>
                  <a:lnTo>
                    <a:pt x="202" y="472"/>
                  </a:lnTo>
                  <a:lnTo>
                    <a:pt x="135" y="236"/>
                  </a:lnTo>
                  <a:lnTo>
                    <a:pt x="101" y="34"/>
                  </a:lnTo>
                  <a:lnTo>
                    <a:pt x="6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1" name="Google Shape;201;p2"/>
            <p:cNvSpPr/>
            <p:nvPr/>
          </p:nvSpPr>
          <p:spPr>
            <a:xfrm>
              <a:off x="2791844" y="5817387"/>
              <a:ext cx="33610" cy="42577"/>
            </a:xfrm>
            <a:custGeom>
              <a:avLst/>
              <a:gdLst/>
              <a:ahLst/>
              <a:cxnLst/>
              <a:rect l="l" t="t" r="r" b="b"/>
              <a:pathLst>
                <a:path w="506" h="641" extrusionOk="0">
                  <a:moveTo>
                    <a:pt x="472" y="0"/>
                  </a:moveTo>
                  <a:lnTo>
                    <a:pt x="371" y="101"/>
                  </a:lnTo>
                  <a:lnTo>
                    <a:pt x="270" y="202"/>
                  </a:lnTo>
                  <a:lnTo>
                    <a:pt x="202" y="169"/>
                  </a:lnTo>
                  <a:lnTo>
                    <a:pt x="68" y="68"/>
                  </a:lnTo>
                  <a:lnTo>
                    <a:pt x="0" y="68"/>
                  </a:lnTo>
                  <a:lnTo>
                    <a:pt x="0" y="101"/>
                  </a:lnTo>
                  <a:lnTo>
                    <a:pt x="34" y="202"/>
                  </a:lnTo>
                  <a:lnTo>
                    <a:pt x="135" y="270"/>
                  </a:lnTo>
                  <a:lnTo>
                    <a:pt x="169" y="303"/>
                  </a:lnTo>
                  <a:lnTo>
                    <a:pt x="68" y="539"/>
                  </a:lnTo>
                  <a:lnTo>
                    <a:pt x="68" y="606"/>
                  </a:lnTo>
                  <a:lnTo>
                    <a:pt x="101" y="640"/>
                  </a:lnTo>
                  <a:lnTo>
                    <a:pt x="169" y="640"/>
                  </a:lnTo>
                  <a:lnTo>
                    <a:pt x="236" y="606"/>
                  </a:lnTo>
                  <a:lnTo>
                    <a:pt x="337" y="337"/>
                  </a:lnTo>
                  <a:lnTo>
                    <a:pt x="371" y="337"/>
                  </a:lnTo>
                  <a:lnTo>
                    <a:pt x="404" y="303"/>
                  </a:lnTo>
                  <a:lnTo>
                    <a:pt x="404" y="236"/>
                  </a:lnTo>
                  <a:lnTo>
                    <a:pt x="5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2" name="Google Shape;202;p2"/>
            <p:cNvSpPr/>
            <p:nvPr/>
          </p:nvSpPr>
          <p:spPr>
            <a:xfrm>
              <a:off x="2568199" y="5786102"/>
              <a:ext cx="156624" cy="147657"/>
            </a:xfrm>
            <a:custGeom>
              <a:avLst/>
              <a:gdLst/>
              <a:ahLst/>
              <a:cxnLst/>
              <a:rect l="l" t="t" r="r" b="b"/>
              <a:pathLst>
                <a:path w="2358" h="2223" extrusionOk="0">
                  <a:moveTo>
                    <a:pt x="1650" y="0"/>
                  </a:moveTo>
                  <a:lnTo>
                    <a:pt x="1314" y="101"/>
                  </a:lnTo>
                  <a:lnTo>
                    <a:pt x="708" y="168"/>
                  </a:lnTo>
                  <a:lnTo>
                    <a:pt x="405" y="202"/>
                  </a:lnTo>
                  <a:lnTo>
                    <a:pt x="102" y="303"/>
                  </a:lnTo>
                  <a:lnTo>
                    <a:pt x="102" y="202"/>
                  </a:lnTo>
                  <a:lnTo>
                    <a:pt x="34" y="202"/>
                  </a:lnTo>
                  <a:lnTo>
                    <a:pt x="1" y="236"/>
                  </a:lnTo>
                  <a:lnTo>
                    <a:pt x="1" y="471"/>
                  </a:lnTo>
                  <a:lnTo>
                    <a:pt x="1" y="673"/>
                  </a:lnTo>
                  <a:lnTo>
                    <a:pt x="34" y="1145"/>
                  </a:lnTo>
                  <a:lnTo>
                    <a:pt x="135" y="1650"/>
                  </a:lnTo>
                  <a:lnTo>
                    <a:pt x="203" y="1919"/>
                  </a:lnTo>
                  <a:lnTo>
                    <a:pt x="304" y="2155"/>
                  </a:lnTo>
                  <a:lnTo>
                    <a:pt x="337" y="2222"/>
                  </a:lnTo>
                  <a:lnTo>
                    <a:pt x="371" y="2222"/>
                  </a:lnTo>
                  <a:lnTo>
                    <a:pt x="405" y="2188"/>
                  </a:lnTo>
                  <a:lnTo>
                    <a:pt x="438" y="2121"/>
                  </a:lnTo>
                  <a:lnTo>
                    <a:pt x="405" y="1885"/>
                  </a:lnTo>
                  <a:lnTo>
                    <a:pt x="337" y="1616"/>
                  </a:lnTo>
                  <a:lnTo>
                    <a:pt x="236" y="1111"/>
                  </a:lnTo>
                  <a:lnTo>
                    <a:pt x="203" y="741"/>
                  </a:lnTo>
                  <a:lnTo>
                    <a:pt x="135" y="370"/>
                  </a:lnTo>
                  <a:lnTo>
                    <a:pt x="539" y="370"/>
                  </a:lnTo>
                  <a:lnTo>
                    <a:pt x="943" y="303"/>
                  </a:lnTo>
                  <a:lnTo>
                    <a:pt x="1852" y="168"/>
                  </a:lnTo>
                  <a:lnTo>
                    <a:pt x="1886" y="202"/>
                  </a:lnTo>
                  <a:lnTo>
                    <a:pt x="1987" y="202"/>
                  </a:lnTo>
                  <a:lnTo>
                    <a:pt x="1987" y="471"/>
                  </a:lnTo>
                  <a:lnTo>
                    <a:pt x="2021" y="774"/>
                  </a:lnTo>
                  <a:lnTo>
                    <a:pt x="2155" y="1784"/>
                  </a:lnTo>
                  <a:lnTo>
                    <a:pt x="1751" y="1784"/>
                  </a:lnTo>
                  <a:lnTo>
                    <a:pt x="1347" y="1885"/>
                  </a:lnTo>
                  <a:lnTo>
                    <a:pt x="842" y="1919"/>
                  </a:lnTo>
                  <a:lnTo>
                    <a:pt x="607" y="1986"/>
                  </a:lnTo>
                  <a:lnTo>
                    <a:pt x="506" y="2054"/>
                  </a:lnTo>
                  <a:lnTo>
                    <a:pt x="438" y="2121"/>
                  </a:lnTo>
                  <a:lnTo>
                    <a:pt x="506" y="2188"/>
                  </a:lnTo>
                  <a:lnTo>
                    <a:pt x="842" y="2188"/>
                  </a:lnTo>
                  <a:lnTo>
                    <a:pt x="1246" y="2121"/>
                  </a:lnTo>
                  <a:lnTo>
                    <a:pt x="1718" y="2054"/>
                  </a:lnTo>
                  <a:lnTo>
                    <a:pt x="1987" y="2020"/>
                  </a:lnTo>
                  <a:lnTo>
                    <a:pt x="2189" y="1953"/>
                  </a:lnTo>
                  <a:lnTo>
                    <a:pt x="2256" y="1986"/>
                  </a:lnTo>
                  <a:lnTo>
                    <a:pt x="2290" y="1986"/>
                  </a:lnTo>
                  <a:lnTo>
                    <a:pt x="2357" y="1953"/>
                  </a:lnTo>
                  <a:lnTo>
                    <a:pt x="2357" y="1885"/>
                  </a:lnTo>
                  <a:lnTo>
                    <a:pt x="2189" y="875"/>
                  </a:lnTo>
                  <a:lnTo>
                    <a:pt x="2155" y="438"/>
                  </a:lnTo>
                  <a:lnTo>
                    <a:pt x="2122" y="236"/>
                  </a:lnTo>
                  <a:lnTo>
                    <a:pt x="2054" y="34"/>
                  </a:lnTo>
                  <a:lnTo>
                    <a:pt x="2021" y="34"/>
                  </a:lnTo>
                  <a:lnTo>
                    <a:pt x="1987" y="67"/>
                  </a:lnTo>
                  <a:lnTo>
                    <a:pt x="1987" y="34"/>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3" name="Google Shape;203;p2"/>
            <p:cNvSpPr/>
            <p:nvPr/>
          </p:nvSpPr>
          <p:spPr>
            <a:xfrm>
              <a:off x="2727015" y="5754750"/>
              <a:ext cx="154366" cy="167783"/>
            </a:xfrm>
            <a:custGeom>
              <a:avLst/>
              <a:gdLst/>
              <a:ahLst/>
              <a:cxnLst/>
              <a:rect l="l" t="t" r="r" b="b"/>
              <a:pathLst>
                <a:path w="2324" h="2526" extrusionOk="0">
                  <a:moveTo>
                    <a:pt x="1953" y="203"/>
                  </a:moveTo>
                  <a:lnTo>
                    <a:pt x="1953" y="640"/>
                  </a:lnTo>
                  <a:lnTo>
                    <a:pt x="1986" y="1112"/>
                  </a:lnTo>
                  <a:lnTo>
                    <a:pt x="2054" y="1583"/>
                  </a:lnTo>
                  <a:lnTo>
                    <a:pt x="2155" y="2021"/>
                  </a:lnTo>
                  <a:lnTo>
                    <a:pt x="2188" y="2054"/>
                  </a:lnTo>
                  <a:lnTo>
                    <a:pt x="2155" y="2054"/>
                  </a:lnTo>
                  <a:lnTo>
                    <a:pt x="1751" y="2088"/>
                  </a:lnTo>
                  <a:lnTo>
                    <a:pt x="1347" y="2155"/>
                  </a:lnTo>
                  <a:lnTo>
                    <a:pt x="943" y="2189"/>
                  </a:lnTo>
                  <a:lnTo>
                    <a:pt x="505" y="2256"/>
                  </a:lnTo>
                  <a:lnTo>
                    <a:pt x="337" y="1347"/>
                  </a:lnTo>
                  <a:lnTo>
                    <a:pt x="168" y="438"/>
                  </a:lnTo>
                  <a:lnTo>
                    <a:pt x="606" y="405"/>
                  </a:lnTo>
                  <a:lnTo>
                    <a:pt x="1044" y="371"/>
                  </a:lnTo>
                  <a:lnTo>
                    <a:pt x="1953" y="203"/>
                  </a:lnTo>
                  <a:close/>
                  <a:moveTo>
                    <a:pt x="1953" y="1"/>
                  </a:moveTo>
                  <a:lnTo>
                    <a:pt x="1044" y="169"/>
                  </a:lnTo>
                  <a:lnTo>
                    <a:pt x="572" y="203"/>
                  </a:lnTo>
                  <a:lnTo>
                    <a:pt x="101" y="304"/>
                  </a:lnTo>
                  <a:lnTo>
                    <a:pt x="67" y="337"/>
                  </a:lnTo>
                  <a:lnTo>
                    <a:pt x="67" y="371"/>
                  </a:lnTo>
                  <a:lnTo>
                    <a:pt x="34" y="371"/>
                  </a:lnTo>
                  <a:lnTo>
                    <a:pt x="0" y="438"/>
                  </a:lnTo>
                  <a:lnTo>
                    <a:pt x="34" y="943"/>
                  </a:lnTo>
                  <a:lnTo>
                    <a:pt x="101" y="1448"/>
                  </a:lnTo>
                  <a:lnTo>
                    <a:pt x="236" y="1987"/>
                  </a:lnTo>
                  <a:lnTo>
                    <a:pt x="370" y="2492"/>
                  </a:lnTo>
                  <a:lnTo>
                    <a:pt x="404" y="2526"/>
                  </a:lnTo>
                  <a:lnTo>
                    <a:pt x="471" y="2526"/>
                  </a:lnTo>
                  <a:lnTo>
                    <a:pt x="539" y="2492"/>
                  </a:lnTo>
                  <a:lnTo>
                    <a:pt x="539" y="2425"/>
                  </a:lnTo>
                  <a:lnTo>
                    <a:pt x="539" y="2357"/>
                  </a:lnTo>
                  <a:lnTo>
                    <a:pt x="943" y="2391"/>
                  </a:lnTo>
                  <a:lnTo>
                    <a:pt x="1380" y="2357"/>
                  </a:lnTo>
                  <a:lnTo>
                    <a:pt x="1784" y="2290"/>
                  </a:lnTo>
                  <a:lnTo>
                    <a:pt x="2188" y="2189"/>
                  </a:lnTo>
                  <a:lnTo>
                    <a:pt x="2222" y="2122"/>
                  </a:lnTo>
                  <a:lnTo>
                    <a:pt x="2188" y="2088"/>
                  </a:lnTo>
                  <a:lnTo>
                    <a:pt x="2289" y="2088"/>
                  </a:lnTo>
                  <a:lnTo>
                    <a:pt x="2289" y="2054"/>
                  </a:lnTo>
                  <a:lnTo>
                    <a:pt x="2323" y="1987"/>
                  </a:lnTo>
                  <a:lnTo>
                    <a:pt x="2289" y="1549"/>
                  </a:lnTo>
                  <a:lnTo>
                    <a:pt x="2222" y="1078"/>
                  </a:lnTo>
                  <a:lnTo>
                    <a:pt x="2121" y="607"/>
                  </a:lnTo>
                  <a:lnTo>
                    <a:pt x="2020" y="169"/>
                  </a:lnTo>
                  <a:lnTo>
                    <a:pt x="2054" y="102"/>
                  </a:lnTo>
                  <a:lnTo>
                    <a:pt x="2054" y="68"/>
                  </a:lnTo>
                  <a:lnTo>
                    <a:pt x="2020"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4" name="Google Shape;204;p2"/>
            <p:cNvSpPr/>
            <p:nvPr/>
          </p:nvSpPr>
          <p:spPr>
            <a:xfrm>
              <a:off x="2472019" y="5864347"/>
              <a:ext cx="35868" cy="47027"/>
            </a:xfrm>
            <a:custGeom>
              <a:avLst/>
              <a:gdLst/>
              <a:ahLst/>
              <a:cxnLst/>
              <a:rect l="l" t="t" r="r" b="b"/>
              <a:pathLst>
                <a:path w="540" h="708" extrusionOk="0">
                  <a:moveTo>
                    <a:pt x="304" y="135"/>
                  </a:moveTo>
                  <a:lnTo>
                    <a:pt x="270" y="270"/>
                  </a:lnTo>
                  <a:lnTo>
                    <a:pt x="203" y="371"/>
                  </a:lnTo>
                  <a:lnTo>
                    <a:pt x="136" y="404"/>
                  </a:lnTo>
                  <a:lnTo>
                    <a:pt x="136" y="371"/>
                  </a:lnTo>
                  <a:lnTo>
                    <a:pt x="136" y="303"/>
                  </a:lnTo>
                  <a:lnTo>
                    <a:pt x="203" y="202"/>
                  </a:lnTo>
                  <a:lnTo>
                    <a:pt x="237" y="169"/>
                  </a:lnTo>
                  <a:lnTo>
                    <a:pt x="304" y="135"/>
                  </a:lnTo>
                  <a:close/>
                  <a:moveTo>
                    <a:pt x="304" y="0"/>
                  </a:moveTo>
                  <a:lnTo>
                    <a:pt x="169" y="34"/>
                  </a:lnTo>
                  <a:lnTo>
                    <a:pt x="68" y="135"/>
                  </a:lnTo>
                  <a:lnTo>
                    <a:pt x="35" y="135"/>
                  </a:lnTo>
                  <a:lnTo>
                    <a:pt x="35" y="169"/>
                  </a:lnTo>
                  <a:lnTo>
                    <a:pt x="35" y="202"/>
                  </a:lnTo>
                  <a:lnTo>
                    <a:pt x="1" y="337"/>
                  </a:lnTo>
                  <a:lnTo>
                    <a:pt x="1" y="438"/>
                  </a:lnTo>
                  <a:lnTo>
                    <a:pt x="102" y="674"/>
                  </a:lnTo>
                  <a:lnTo>
                    <a:pt x="102" y="707"/>
                  </a:lnTo>
                  <a:lnTo>
                    <a:pt x="169" y="707"/>
                  </a:lnTo>
                  <a:lnTo>
                    <a:pt x="203" y="674"/>
                  </a:lnTo>
                  <a:lnTo>
                    <a:pt x="203" y="640"/>
                  </a:lnTo>
                  <a:lnTo>
                    <a:pt x="169" y="505"/>
                  </a:lnTo>
                  <a:lnTo>
                    <a:pt x="237" y="573"/>
                  </a:lnTo>
                  <a:lnTo>
                    <a:pt x="304" y="640"/>
                  </a:lnTo>
                  <a:lnTo>
                    <a:pt x="371" y="674"/>
                  </a:lnTo>
                  <a:lnTo>
                    <a:pt x="472" y="707"/>
                  </a:lnTo>
                  <a:lnTo>
                    <a:pt x="506" y="674"/>
                  </a:lnTo>
                  <a:lnTo>
                    <a:pt x="540" y="640"/>
                  </a:lnTo>
                  <a:lnTo>
                    <a:pt x="540" y="573"/>
                  </a:lnTo>
                  <a:lnTo>
                    <a:pt x="472" y="539"/>
                  </a:lnTo>
                  <a:lnTo>
                    <a:pt x="371" y="505"/>
                  </a:lnTo>
                  <a:lnTo>
                    <a:pt x="304" y="438"/>
                  </a:lnTo>
                  <a:lnTo>
                    <a:pt x="405" y="337"/>
                  </a:lnTo>
                  <a:lnTo>
                    <a:pt x="472" y="202"/>
                  </a:lnTo>
                  <a:lnTo>
                    <a:pt x="472" y="101"/>
                  </a:lnTo>
                  <a:lnTo>
                    <a:pt x="439" y="34"/>
                  </a:lnTo>
                  <a:lnTo>
                    <a:pt x="37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5" name="Google Shape;205;p2"/>
            <p:cNvSpPr/>
            <p:nvPr/>
          </p:nvSpPr>
          <p:spPr>
            <a:xfrm>
              <a:off x="2089625" y="6172946"/>
              <a:ext cx="152174" cy="147657"/>
            </a:xfrm>
            <a:custGeom>
              <a:avLst/>
              <a:gdLst/>
              <a:ahLst/>
              <a:cxnLst/>
              <a:rect l="l" t="t" r="r" b="b"/>
              <a:pathLst>
                <a:path w="2291" h="2223" extrusionOk="0">
                  <a:moveTo>
                    <a:pt x="1886" y="203"/>
                  </a:moveTo>
                  <a:lnTo>
                    <a:pt x="1953" y="573"/>
                  </a:lnTo>
                  <a:lnTo>
                    <a:pt x="1987" y="943"/>
                  </a:lnTo>
                  <a:lnTo>
                    <a:pt x="2054" y="1381"/>
                  </a:lnTo>
                  <a:lnTo>
                    <a:pt x="2122" y="1819"/>
                  </a:lnTo>
                  <a:lnTo>
                    <a:pt x="1953" y="1819"/>
                  </a:lnTo>
                  <a:lnTo>
                    <a:pt x="1751" y="1852"/>
                  </a:lnTo>
                  <a:lnTo>
                    <a:pt x="1381" y="1886"/>
                  </a:lnTo>
                  <a:lnTo>
                    <a:pt x="910" y="1953"/>
                  </a:lnTo>
                  <a:lnTo>
                    <a:pt x="674" y="2021"/>
                  </a:lnTo>
                  <a:lnTo>
                    <a:pt x="472" y="2088"/>
                  </a:lnTo>
                  <a:lnTo>
                    <a:pt x="371" y="1617"/>
                  </a:lnTo>
                  <a:lnTo>
                    <a:pt x="270" y="1179"/>
                  </a:lnTo>
                  <a:lnTo>
                    <a:pt x="169" y="809"/>
                  </a:lnTo>
                  <a:lnTo>
                    <a:pt x="102" y="438"/>
                  </a:lnTo>
                  <a:lnTo>
                    <a:pt x="1011" y="337"/>
                  </a:lnTo>
                  <a:lnTo>
                    <a:pt x="1886" y="203"/>
                  </a:lnTo>
                  <a:close/>
                  <a:moveTo>
                    <a:pt x="1886" y="1"/>
                  </a:moveTo>
                  <a:lnTo>
                    <a:pt x="977" y="102"/>
                  </a:lnTo>
                  <a:lnTo>
                    <a:pt x="68" y="270"/>
                  </a:lnTo>
                  <a:lnTo>
                    <a:pt x="1" y="304"/>
                  </a:lnTo>
                  <a:lnTo>
                    <a:pt x="1" y="371"/>
                  </a:lnTo>
                  <a:lnTo>
                    <a:pt x="1" y="573"/>
                  </a:lnTo>
                  <a:lnTo>
                    <a:pt x="1" y="775"/>
                  </a:lnTo>
                  <a:lnTo>
                    <a:pt x="68" y="1213"/>
                  </a:lnTo>
                  <a:lnTo>
                    <a:pt x="169" y="1684"/>
                  </a:lnTo>
                  <a:lnTo>
                    <a:pt x="236" y="1953"/>
                  </a:lnTo>
                  <a:lnTo>
                    <a:pt x="337" y="2189"/>
                  </a:lnTo>
                  <a:lnTo>
                    <a:pt x="405" y="2223"/>
                  </a:lnTo>
                  <a:lnTo>
                    <a:pt x="438" y="2189"/>
                  </a:lnTo>
                  <a:lnTo>
                    <a:pt x="876" y="2189"/>
                  </a:lnTo>
                  <a:lnTo>
                    <a:pt x="1280" y="2122"/>
                  </a:lnTo>
                  <a:lnTo>
                    <a:pt x="1718" y="2054"/>
                  </a:lnTo>
                  <a:lnTo>
                    <a:pt x="1953" y="2021"/>
                  </a:lnTo>
                  <a:lnTo>
                    <a:pt x="2189" y="1953"/>
                  </a:lnTo>
                  <a:lnTo>
                    <a:pt x="2223" y="1987"/>
                  </a:lnTo>
                  <a:lnTo>
                    <a:pt x="2256" y="1987"/>
                  </a:lnTo>
                  <a:lnTo>
                    <a:pt x="2290" y="1953"/>
                  </a:lnTo>
                  <a:lnTo>
                    <a:pt x="2290" y="1920"/>
                  </a:lnTo>
                  <a:lnTo>
                    <a:pt x="2290" y="1718"/>
                  </a:lnTo>
                  <a:lnTo>
                    <a:pt x="2256" y="1482"/>
                  </a:lnTo>
                  <a:lnTo>
                    <a:pt x="2189" y="1044"/>
                  </a:lnTo>
                  <a:lnTo>
                    <a:pt x="2122" y="539"/>
                  </a:lnTo>
                  <a:lnTo>
                    <a:pt x="2054" y="270"/>
                  </a:lnTo>
                  <a:lnTo>
                    <a:pt x="1987"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6" name="Google Shape;206;p2"/>
            <p:cNvSpPr/>
            <p:nvPr/>
          </p:nvSpPr>
          <p:spPr>
            <a:xfrm>
              <a:off x="2205931" y="6065608"/>
              <a:ext cx="33610" cy="49285"/>
            </a:xfrm>
            <a:custGeom>
              <a:avLst/>
              <a:gdLst/>
              <a:ahLst/>
              <a:cxnLst/>
              <a:rect l="l" t="t" r="r" b="b"/>
              <a:pathLst>
                <a:path w="506" h="742" extrusionOk="0">
                  <a:moveTo>
                    <a:pt x="169" y="1"/>
                  </a:moveTo>
                  <a:lnTo>
                    <a:pt x="68" y="68"/>
                  </a:lnTo>
                  <a:lnTo>
                    <a:pt x="34" y="169"/>
                  </a:lnTo>
                  <a:lnTo>
                    <a:pt x="34" y="270"/>
                  </a:lnTo>
                  <a:lnTo>
                    <a:pt x="101" y="371"/>
                  </a:lnTo>
                  <a:lnTo>
                    <a:pt x="202" y="438"/>
                  </a:lnTo>
                  <a:lnTo>
                    <a:pt x="337" y="438"/>
                  </a:lnTo>
                  <a:lnTo>
                    <a:pt x="337" y="506"/>
                  </a:lnTo>
                  <a:lnTo>
                    <a:pt x="303" y="539"/>
                  </a:lnTo>
                  <a:lnTo>
                    <a:pt x="236" y="573"/>
                  </a:lnTo>
                  <a:lnTo>
                    <a:pt x="101" y="573"/>
                  </a:lnTo>
                  <a:lnTo>
                    <a:pt x="68" y="539"/>
                  </a:lnTo>
                  <a:lnTo>
                    <a:pt x="0" y="573"/>
                  </a:lnTo>
                  <a:lnTo>
                    <a:pt x="0" y="607"/>
                  </a:lnTo>
                  <a:lnTo>
                    <a:pt x="0" y="640"/>
                  </a:lnTo>
                  <a:lnTo>
                    <a:pt x="34" y="674"/>
                  </a:lnTo>
                  <a:lnTo>
                    <a:pt x="101" y="708"/>
                  </a:lnTo>
                  <a:lnTo>
                    <a:pt x="202" y="741"/>
                  </a:lnTo>
                  <a:lnTo>
                    <a:pt x="303" y="708"/>
                  </a:lnTo>
                  <a:lnTo>
                    <a:pt x="404" y="674"/>
                  </a:lnTo>
                  <a:lnTo>
                    <a:pt x="472" y="607"/>
                  </a:lnTo>
                  <a:lnTo>
                    <a:pt x="505" y="506"/>
                  </a:lnTo>
                  <a:lnTo>
                    <a:pt x="505" y="405"/>
                  </a:lnTo>
                  <a:lnTo>
                    <a:pt x="472" y="337"/>
                  </a:lnTo>
                  <a:lnTo>
                    <a:pt x="438" y="304"/>
                  </a:lnTo>
                  <a:lnTo>
                    <a:pt x="371" y="270"/>
                  </a:lnTo>
                  <a:lnTo>
                    <a:pt x="202" y="270"/>
                  </a:lnTo>
                  <a:lnTo>
                    <a:pt x="169" y="203"/>
                  </a:lnTo>
                  <a:lnTo>
                    <a:pt x="202" y="169"/>
                  </a:lnTo>
                  <a:lnTo>
                    <a:pt x="236" y="135"/>
                  </a:lnTo>
                  <a:lnTo>
                    <a:pt x="337" y="102"/>
                  </a:lnTo>
                  <a:lnTo>
                    <a:pt x="371" y="102"/>
                  </a:lnTo>
                  <a:lnTo>
                    <a:pt x="371" y="68"/>
                  </a:lnTo>
                  <a:lnTo>
                    <a:pt x="337" y="34"/>
                  </a:lnTo>
                  <a:lnTo>
                    <a:pt x="3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7" name="Google Shape;207;p2"/>
            <p:cNvSpPr/>
            <p:nvPr/>
          </p:nvSpPr>
          <p:spPr>
            <a:xfrm>
              <a:off x="2357972" y="6034323"/>
              <a:ext cx="42577" cy="60444"/>
            </a:xfrm>
            <a:custGeom>
              <a:avLst/>
              <a:gdLst/>
              <a:ahLst/>
              <a:cxnLst/>
              <a:rect l="l" t="t" r="r" b="b"/>
              <a:pathLst>
                <a:path w="641" h="910" extrusionOk="0">
                  <a:moveTo>
                    <a:pt x="438" y="236"/>
                  </a:moveTo>
                  <a:lnTo>
                    <a:pt x="472" y="270"/>
                  </a:lnTo>
                  <a:lnTo>
                    <a:pt x="506" y="337"/>
                  </a:lnTo>
                  <a:lnTo>
                    <a:pt x="506" y="505"/>
                  </a:lnTo>
                  <a:lnTo>
                    <a:pt x="472" y="573"/>
                  </a:lnTo>
                  <a:lnTo>
                    <a:pt x="438" y="640"/>
                  </a:lnTo>
                  <a:lnTo>
                    <a:pt x="304" y="707"/>
                  </a:lnTo>
                  <a:lnTo>
                    <a:pt x="270" y="741"/>
                  </a:lnTo>
                  <a:lnTo>
                    <a:pt x="236" y="404"/>
                  </a:lnTo>
                  <a:lnTo>
                    <a:pt x="236" y="236"/>
                  </a:lnTo>
                  <a:close/>
                  <a:moveTo>
                    <a:pt x="169" y="0"/>
                  </a:moveTo>
                  <a:lnTo>
                    <a:pt x="135" y="101"/>
                  </a:lnTo>
                  <a:lnTo>
                    <a:pt x="102" y="168"/>
                  </a:lnTo>
                  <a:lnTo>
                    <a:pt x="68" y="371"/>
                  </a:lnTo>
                  <a:lnTo>
                    <a:pt x="68" y="573"/>
                  </a:lnTo>
                  <a:lnTo>
                    <a:pt x="135" y="775"/>
                  </a:lnTo>
                  <a:lnTo>
                    <a:pt x="68" y="775"/>
                  </a:lnTo>
                  <a:lnTo>
                    <a:pt x="1" y="842"/>
                  </a:lnTo>
                  <a:lnTo>
                    <a:pt x="34" y="876"/>
                  </a:lnTo>
                  <a:lnTo>
                    <a:pt x="68" y="909"/>
                  </a:lnTo>
                  <a:lnTo>
                    <a:pt x="236" y="909"/>
                  </a:lnTo>
                  <a:lnTo>
                    <a:pt x="405" y="808"/>
                  </a:lnTo>
                  <a:lnTo>
                    <a:pt x="539" y="674"/>
                  </a:lnTo>
                  <a:lnTo>
                    <a:pt x="607" y="505"/>
                  </a:lnTo>
                  <a:lnTo>
                    <a:pt x="640" y="404"/>
                  </a:lnTo>
                  <a:lnTo>
                    <a:pt x="607" y="337"/>
                  </a:lnTo>
                  <a:lnTo>
                    <a:pt x="539" y="168"/>
                  </a:lnTo>
                  <a:lnTo>
                    <a:pt x="472" y="135"/>
                  </a:lnTo>
                  <a:lnTo>
                    <a:pt x="371" y="101"/>
                  </a:lnTo>
                  <a:lnTo>
                    <a:pt x="236" y="135"/>
                  </a:lnTo>
                  <a:lnTo>
                    <a:pt x="203" y="34"/>
                  </a:lnTo>
                  <a:lnTo>
                    <a:pt x="16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8" name="Google Shape;208;p2"/>
            <p:cNvSpPr/>
            <p:nvPr/>
          </p:nvSpPr>
          <p:spPr>
            <a:xfrm>
              <a:off x="2147745" y="6226616"/>
              <a:ext cx="44835" cy="49285"/>
            </a:xfrm>
            <a:custGeom>
              <a:avLst/>
              <a:gdLst/>
              <a:ahLst/>
              <a:cxnLst/>
              <a:rect l="l" t="t" r="r" b="b"/>
              <a:pathLst>
                <a:path w="675" h="742" extrusionOk="0">
                  <a:moveTo>
                    <a:pt x="68" y="1"/>
                  </a:moveTo>
                  <a:lnTo>
                    <a:pt x="1" y="34"/>
                  </a:lnTo>
                  <a:lnTo>
                    <a:pt x="1" y="68"/>
                  </a:lnTo>
                  <a:lnTo>
                    <a:pt x="35" y="135"/>
                  </a:lnTo>
                  <a:lnTo>
                    <a:pt x="102" y="169"/>
                  </a:lnTo>
                  <a:lnTo>
                    <a:pt x="304" y="169"/>
                  </a:lnTo>
                  <a:lnTo>
                    <a:pt x="68" y="607"/>
                  </a:lnTo>
                  <a:lnTo>
                    <a:pt x="68" y="674"/>
                  </a:lnTo>
                  <a:lnTo>
                    <a:pt x="102" y="708"/>
                  </a:lnTo>
                  <a:lnTo>
                    <a:pt x="136" y="741"/>
                  </a:lnTo>
                  <a:lnTo>
                    <a:pt x="203" y="741"/>
                  </a:lnTo>
                  <a:lnTo>
                    <a:pt x="506" y="607"/>
                  </a:lnTo>
                  <a:lnTo>
                    <a:pt x="607" y="573"/>
                  </a:lnTo>
                  <a:lnTo>
                    <a:pt x="674" y="539"/>
                  </a:lnTo>
                  <a:lnTo>
                    <a:pt x="674" y="472"/>
                  </a:lnTo>
                  <a:lnTo>
                    <a:pt x="674" y="438"/>
                  </a:lnTo>
                  <a:lnTo>
                    <a:pt x="607" y="405"/>
                  </a:lnTo>
                  <a:lnTo>
                    <a:pt x="573" y="405"/>
                  </a:lnTo>
                  <a:lnTo>
                    <a:pt x="472" y="438"/>
                  </a:lnTo>
                  <a:lnTo>
                    <a:pt x="338" y="472"/>
                  </a:lnTo>
                  <a:lnTo>
                    <a:pt x="540" y="135"/>
                  </a:lnTo>
                  <a:lnTo>
                    <a:pt x="573" y="102"/>
                  </a:lnTo>
                  <a:lnTo>
                    <a:pt x="540" y="34"/>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09" name="Google Shape;209;p2"/>
            <p:cNvSpPr/>
            <p:nvPr/>
          </p:nvSpPr>
          <p:spPr>
            <a:xfrm>
              <a:off x="2299852" y="5978395"/>
              <a:ext cx="154366" cy="161075"/>
            </a:xfrm>
            <a:custGeom>
              <a:avLst/>
              <a:gdLst/>
              <a:ahLst/>
              <a:cxnLst/>
              <a:rect l="l" t="t" r="r" b="b"/>
              <a:pathLst>
                <a:path w="2324" h="2425" extrusionOk="0">
                  <a:moveTo>
                    <a:pt x="1919" y="135"/>
                  </a:moveTo>
                  <a:lnTo>
                    <a:pt x="2020" y="1044"/>
                  </a:lnTo>
                  <a:lnTo>
                    <a:pt x="2122" y="1987"/>
                  </a:lnTo>
                  <a:lnTo>
                    <a:pt x="1684" y="2054"/>
                  </a:lnTo>
                  <a:lnTo>
                    <a:pt x="1280" y="2122"/>
                  </a:lnTo>
                  <a:lnTo>
                    <a:pt x="876" y="2189"/>
                  </a:lnTo>
                  <a:lnTo>
                    <a:pt x="472" y="2290"/>
                  </a:lnTo>
                  <a:lnTo>
                    <a:pt x="472" y="2256"/>
                  </a:lnTo>
                  <a:lnTo>
                    <a:pt x="438" y="1819"/>
                  </a:lnTo>
                  <a:lnTo>
                    <a:pt x="371" y="1347"/>
                  </a:lnTo>
                  <a:lnTo>
                    <a:pt x="270" y="876"/>
                  </a:lnTo>
                  <a:lnTo>
                    <a:pt x="135" y="438"/>
                  </a:lnTo>
                  <a:lnTo>
                    <a:pt x="1044" y="337"/>
                  </a:lnTo>
                  <a:lnTo>
                    <a:pt x="1482" y="270"/>
                  </a:lnTo>
                  <a:lnTo>
                    <a:pt x="1919" y="135"/>
                  </a:lnTo>
                  <a:close/>
                  <a:moveTo>
                    <a:pt x="1919" y="0"/>
                  </a:moveTo>
                  <a:lnTo>
                    <a:pt x="1482" y="68"/>
                  </a:lnTo>
                  <a:lnTo>
                    <a:pt x="1010" y="135"/>
                  </a:lnTo>
                  <a:lnTo>
                    <a:pt x="68" y="270"/>
                  </a:lnTo>
                  <a:lnTo>
                    <a:pt x="34" y="303"/>
                  </a:lnTo>
                  <a:lnTo>
                    <a:pt x="0" y="337"/>
                  </a:lnTo>
                  <a:lnTo>
                    <a:pt x="0" y="404"/>
                  </a:lnTo>
                  <a:lnTo>
                    <a:pt x="34" y="438"/>
                  </a:lnTo>
                  <a:lnTo>
                    <a:pt x="68" y="909"/>
                  </a:lnTo>
                  <a:lnTo>
                    <a:pt x="135" y="1381"/>
                  </a:lnTo>
                  <a:lnTo>
                    <a:pt x="236" y="1819"/>
                  </a:lnTo>
                  <a:lnTo>
                    <a:pt x="337" y="2290"/>
                  </a:lnTo>
                  <a:lnTo>
                    <a:pt x="337" y="2324"/>
                  </a:lnTo>
                  <a:lnTo>
                    <a:pt x="438" y="2324"/>
                  </a:lnTo>
                  <a:lnTo>
                    <a:pt x="472" y="2391"/>
                  </a:lnTo>
                  <a:lnTo>
                    <a:pt x="505" y="2425"/>
                  </a:lnTo>
                  <a:lnTo>
                    <a:pt x="909" y="2425"/>
                  </a:lnTo>
                  <a:lnTo>
                    <a:pt x="1313" y="2357"/>
                  </a:lnTo>
                  <a:lnTo>
                    <a:pt x="1751" y="2256"/>
                  </a:lnTo>
                  <a:lnTo>
                    <a:pt x="2122" y="2088"/>
                  </a:lnTo>
                  <a:lnTo>
                    <a:pt x="2122" y="2155"/>
                  </a:lnTo>
                  <a:lnTo>
                    <a:pt x="2155" y="2223"/>
                  </a:lnTo>
                  <a:lnTo>
                    <a:pt x="2223" y="2256"/>
                  </a:lnTo>
                  <a:lnTo>
                    <a:pt x="2290" y="2223"/>
                  </a:lnTo>
                  <a:lnTo>
                    <a:pt x="2324" y="2155"/>
                  </a:lnTo>
                  <a:lnTo>
                    <a:pt x="2290" y="1650"/>
                  </a:lnTo>
                  <a:lnTo>
                    <a:pt x="2256" y="1112"/>
                  </a:lnTo>
                  <a:lnTo>
                    <a:pt x="2189" y="606"/>
                  </a:lnTo>
                  <a:lnTo>
                    <a:pt x="2054" y="101"/>
                  </a:lnTo>
                  <a:lnTo>
                    <a:pt x="2020" y="68"/>
                  </a:lnTo>
                  <a:lnTo>
                    <a:pt x="1987" y="68"/>
                  </a:lnTo>
                  <a:lnTo>
                    <a:pt x="1987" y="34"/>
                  </a:lnTo>
                  <a:lnTo>
                    <a:pt x="191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10" name="Google Shape;210;p2"/>
            <p:cNvSpPr/>
            <p:nvPr/>
          </p:nvSpPr>
          <p:spPr>
            <a:xfrm>
              <a:off x="2250633" y="6146112"/>
              <a:ext cx="156624" cy="152108"/>
            </a:xfrm>
            <a:custGeom>
              <a:avLst/>
              <a:gdLst/>
              <a:ahLst/>
              <a:cxnLst/>
              <a:rect l="l" t="t" r="r" b="b"/>
              <a:pathLst>
                <a:path w="2358" h="2290" extrusionOk="0">
                  <a:moveTo>
                    <a:pt x="1953" y="304"/>
                  </a:moveTo>
                  <a:lnTo>
                    <a:pt x="1987" y="607"/>
                  </a:lnTo>
                  <a:lnTo>
                    <a:pt x="2054" y="943"/>
                  </a:lnTo>
                  <a:lnTo>
                    <a:pt x="2088" y="1381"/>
                  </a:lnTo>
                  <a:lnTo>
                    <a:pt x="2122" y="1583"/>
                  </a:lnTo>
                  <a:lnTo>
                    <a:pt x="2189" y="1819"/>
                  </a:lnTo>
                  <a:lnTo>
                    <a:pt x="1280" y="1920"/>
                  </a:lnTo>
                  <a:lnTo>
                    <a:pt x="842" y="1987"/>
                  </a:lnTo>
                  <a:lnTo>
                    <a:pt x="405" y="2122"/>
                  </a:lnTo>
                  <a:lnTo>
                    <a:pt x="337" y="1684"/>
                  </a:lnTo>
                  <a:lnTo>
                    <a:pt x="270" y="1246"/>
                  </a:lnTo>
                  <a:lnTo>
                    <a:pt x="236" y="809"/>
                  </a:lnTo>
                  <a:lnTo>
                    <a:pt x="169" y="573"/>
                  </a:lnTo>
                  <a:lnTo>
                    <a:pt x="102" y="371"/>
                  </a:lnTo>
                  <a:lnTo>
                    <a:pt x="102" y="371"/>
                  </a:lnTo>
                  <a:lnTo>
                    <a:pt x="270" y="405"/>
                  </a:lnTo>
                  <a:lnTo>
                    <a:pt x="472" y="405"/>
                  </a:lnTo>
                  <a:lnTo>
                    <a:pt x="842" y="371"/>
                  </a:lnTo>
                  <a:lnTo>
                    <a:pt x="1415" y="337"/>
                  </a:lnTo>
                  <a:lnTo>
                    <a:pt x="1953" y="304"/>
                  </a:lnTo>
                  <a:close/>
                  <a:moveTo>
                    <a:pt x="1987" y="1"/>
                  </a:moveTo>
                  <a:lnTo>
                    <a:pt x="1953" y="34"/>
                  </a:lnTo>
                  <a:lnTo>
                    <a:pt x="1953" y="102"/>
                  </a:lnTo>
                  <a:lnTo>
                    <a:pt x="1448" y="135"/>
                  </a:lnTo>
                  <a:lnTo>
                    <a:pt x="943" y="169"/>
                  </a:lnTo>
                  <a:lnTo>
                    <a:pt x="506" y="203"/>
                  </a:lnTo>
                  <a:lnTo>
                    <a:pt x="304" y="236"/>
                  </a:lnTo>
                  <a:lnTo>
                    <a:pt x="203" y="304"/>
                  </a:lnTo>
                  <a:lnTo>
                    <a:pt x="102" y="371"/>
                  </a:lnTo>
                  <a:lnTo>
                    <a:pt x="68" y="371"/>
                  </a:lnTo>
                  <a:lnTo>
                    <a:pt x="34" y="506"/>
                  </a:lnTo>
                  <a:lnTo>
                    <a:pt x="1" y="640"/>
                  </a:lnTo>
                  <a:lnTo>
                    <a:pt x="34" y="977"/>
                  </a:lnTo>
                  <a:lnTo>
                    <a:pt x="102" y="1583"/>
                  </a:lnTo>
                  <a:lnTo>
                    <a:pt x="135" y="1785"/>
                  </a:lnTo>
                  <a:lnTo>
                    <a:pt x="169" y="1987"/>
                  </a:lnTo>
                  <a:lnTo>
                    <a:pt x="169" y="2088"/>
                  </a:lnTo>
                  <a:lnTo>
                    <a:pt x="236" y="2189"/>
                  </a:lnTo>
                  <a:lnTo>
                    <a:pt x="304" y="2256"/>
                  </a:lnTo>
                  <a:lnTo>
                    <a:pt x="371" y="2290"/>
                  </a:lnTo>
                  <a:lnTo>
                    <a:pt x="438" y="2290"/>
                  </a:lnTo>
                  <a:lnTo>
                    <a:pt x="438" y="2256"/>
                  </a:lnTo>
                  <a:lnTo>
                    <a:pt x="438" y="2223"/>
                  </a:lnTo>
                  <a:lnTo>
                    <a:pt x="876" y="2223"/>
                  </a:lnTo>
                  <a:lnTo>
                    <a:pt x="1314" y="2155"/>
                  </a:lnTo>
                  <a:lnTo>
                    <a:pt x="2189" y="1987"/>
                  </a:lnTo>
                  <a:lnTo>
                    <a:pt x="2290" y="1987"/>
                  </a:lnTo>
                  <a:lnTo>
                    <a:pt x="2324" y="1953"/>
                  </a:lnTo>
                  <a:lnTo>
                    <a:pt x="2357" y="1718"/>
                  </a:lnTo>
                  <a:lnTo>
                    <a:pt x="2324" y="1516"/>
                  </a:lnTo>
                  <a:lnTo>
                    <a:pt x="2223" y="1078"/>
                  </a:lnTo>
                  <a:lnTo>
                    <a:pt x="2155" y="539"/>
                  </a:lnTo>
                  <a:lnTo>
                    <a:pt x="2122" y="270"/>
                  </a:lnTo>
                  <a:lnTo>
                    <a:pt x="2054"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211" name="Google Shape;211;p2"/>
          <p:cNvSpPr txBox="1">
            <a:spLocks noGrp="1"/>
          </p:cNvSpPr>
          <p:nvPr>
            <p:ph type="ctrTitle"/>
          </p:nvPr>
        </p:nvSpPr>
        <p:spPr>
          <a:xfrm>
            <a:off x="1574375" y="1820375"/>
            <a:ext cx="5995200" cy="1159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6800"/>
              <a:buNone/>
              <a:defRPr sz="6800" b="0">
                <a:solidFill>
                  <a:schemeClr val="lt1"/>
                </a:solidFill>
              </a:defRPr>
            </a:lvl1pPr>
            <a:lvl2pPr lvl="1" algn="ctr">
              <a:spcBef>
                <a:spcPts val="0"/>
              </a:spcBef>
              <a:spcAft>
                <a:spcPts val="0"/>
              </a:spcAft>
              <a:buClr>
                <a:schemeClr val="lt1"/>
              </a:buClr>
              <a:buSzPts val="6800"/>
              <a:buNone/>
              <a:defRPr sz="6800" b="0">
                <a:solidFill>
                  <a:schemeClr val="lt1"/>
                </a:solidFill>
              </a:defRPr>
            </a:lvl2pPr>
            <a:lvl3pPr lvl="2" algn="ctr">
              <a:spcBef>
                <a:spcPts val="0"/>
              </a:spcBef>
              <a:spcAft>
                <a:spcPts val="0"/>
              </a:spcAft>
              <a:buClr>
                <a:schemeClr val="lt1"/>
              </a:buClr>
              <a:buSzPts val="6800"/>
              <a:buNone/>
              <a:defRPr sz="6800" b="0">
                <a:solidFill>
                  <a:schemeClr val="lt1"/>
                </a:solidFill>
              </a:defRPr>
            </a:lvl3pPr>
            <a:lvl4pPr lvl="3" algn="ctr">
              <a:spcBef>
                <a:spcPts val="0"/>
              </a:spcBef>
              <a:spcAft>
                <a:spcPts val="0"/>
              </a:spcAft>
              <a:buClr>
                <a:schemeClr val="lt1"/>
              </a:buClr>
              <a:buSzPts val="6800"/>
              <a:buNone/>
              <a:defRPr sz="6800" b="0">
                <a:solidFill>
                  <a:schemeClr val="lt1"/>
                </a:solidFill>
              </a:defRPr>
            </a:lvl4pPr>
            <a:lvl5pPr lvl="4" algn="ctr">
              <a:spcBef>
                <a:spcPts val="0"/>
              </a:spcBef>
              <a:spcAft>
                <a:spcPts val="0"/>
              </a:spcAft>
              <a:buClr>
                <a:schemeClr val="lt1"/>
              </a:buClr>
              <a:buSzPts val="6800"/>
              <a:buNone/>
              <a:defRPr sz="6800" b="0">
                <a:solidFill>
                  <a:schemeClr val="lt1"/>
                </a:solidFill>
              </a:defRPr>
            </a:lvl5pPr>
            <a:lvl6pPr lvl="5" algn="ctr">
              <a:spcBef>
                <a:spcPts val="0"/>
              </a:spcBef>
              <a:spcAft>
                <a:spcPts val="0"/>
              </a:spcAft>
              <a:buClr>
                <a:schemeClr val="lt1"/>
              </a:buClr>
              <a:buSzPts val="6800"/>
              <a:buNone/>
              <a:defRPr sz="6800" b="0">
                <a:solidFill>
                  <a:schemeClr val="lt1"/>
                </a:solidFill>
              </a:defRPr>
            </a:lvl6pPr>
            <a:lvl7pPr lvl="6" algn="ctr">
              <a:spcBef>
                <a:spcPts val="0"/>
              </a:spcBef>
              <a:spcAft>
                <a:spcPts val="0"/>
              </a:spcAft>
              <a:buClr>
                <a:schemeClr val="lt1"/>
              </a:buClr>
              <a:buSzPts val="6800"/>
              <a:buNone/>
              <a:defRPr sz="6800" b="0">
                <a:solidFill>
                  <a:schemeClr val="lt1"/>
                </a:solidFill>
              </a:defRPr>
            </a:lvl7pPr>
            <a:lvl8pPr lvl="7" algn="ctr">
              <a:spcBef>
                <a:spcPts val="0"/>
              </a:spcBef>
              <a:spcAft>
                <a:spcPts val="0"/>
              </a:spcAft>
              <a:buClr>
                <a:schemeClr val="lt1"/>
              </a:buClr>
              <a:buSzPts val="6800"/>
              <a:buNone/>
              <a:defRPr sz="6800" b="0">
                <a:solidFill>
                  <a:schemeClr val="lt1"/>
                </a:solidFill>
              </a:defRPr>
            </a:lvl8pPr>
            <a:lvl9pPr lvl="8" algn="ctr">
              <a:spcBef>
                <a:spcPts val="0"/>
              </a:spcBef>
              <a:spcAft>
                <a:spcPts val="0"/>
              </a:spcAft>
              <a:buClr>
                <a:schemeClr val="lt1"/>
              </a:buClr>
              <a:buSzPts val="6800"/>
              <a:buNone/>
              <a:defRPr sz="6800" b="0">
                <a:solidFill>
                  <a:schemeClr val="lt1"/>
                </a:solidFill>
              </a:defRPr>
            </a:lvl9pPr>
          </a:lstStyle>
          <a:p>
            <a:endParaRPr/>
          </a:p>
        </p:txBody>
      </p:sp>
      <p:sp>
        <p:nvSpPr>
          <p:cNvPr id="212" name="Metin kutusu 211">
            <a:extLst>
              <a:ext uri="{FF2B5EF4-FFF2-40B4-BE49-F238E27FC236}">
                <a16:creationId xmlns:a16="http://schemas.microsoft.com/office/drawing/2014/main" id="{2E497EB7-A81A-444E-80AC-3AE93CB73998}"/>
              </a:ext>
            </a:extLst>
          </p:cNvPr>
          <p:cNvSpPr txBox="1"/>
          <p:nvPr userDrawn="1"/>
        </p:nvSpPr>
        <p:spPr>
          <a:xfrm>
            <a:off x="2383022" y="4846541"/>
            <a:ext cx="3948103" cy="246221"/>
          </a:xfrm>
          <a:custGeom>
            <a:avLst/>
            <a:gdLst>
              <a:gd name="csX0" fmla="*/ 0 w 3948103"/>
              <a:gd name="csY0" fmla="*/ 0 h 246221"/>
              <a:gd name="csX1" fmla="*/ 524534 w 3948103"/>
              <a:gd name="csY1" fmla="*/ 0 h 246221"/>
              <a:gd name="csX2" fmla="*/ 970105 w 3948103"/>
              <a:gd name="csY2" fmla="*/ 0 h 246221"/>
              <a:gd name="csX3" fmla="*/ 1613082 w 3948103"/>
              <a:gd name="csY3" fmla="*/ 0 h 246221"/>
              <a:gd name="csX4" fmla="*/ 2137616 w 3948103"/>
              <a:gd name="csY4" fmla="*/ 0 h 246221"/>
              <a:gd name="csX5" fmla="*/ 2662149 w 3948103"/>
              <a:gd name="csY5" fmla="*/ 0 h 246221"/>
              <a:gd name="csX6" fmla="*/ 3305126 w 3948103"/>
              <a:gd name="csY6" fmla="*/ 0 h 246221"/>
              <a:gd name="csX7" fmla="*/ 3948103 w 3948103"/>
              <a:gd name="csY7" fmla="*/ 0 h 246221"/>
              <a:gd name="csX8" fmla="*/ 3948103 w 3948103"/>
              <a:gd name="csY8" fmla="*/ 246221 h 246221"/>
              <a:gd name="csX9" fmla="*/ 3463050 w 3948103"/>
              <a:gd name="csY9" fmla="*/ 246221 h 246221"/>
              <a:gd name="csX10" fmla="*/ 2899036 w 3948103"/>
              <a:gd name="csY10" fmla="*/ 246221 h 246221"/>
              <a:gd name="csX11" fmla="*/ 2335021 w 3948103"/>
              <a:gd name="csY11" fmla="*/ 246221 h 246221"/>
              <a:gd name="csX12" fmla="*/ 1810487 w 3948103"/>
              <a:gd name="csY12" fmla="*/ 246221 h 246221"/>
              <a:gd name="csX13" fmla="*/ 1167510 w 3948103"/>
              <a:gd name="csY13" fmla="*/ 246221 h 246221"/>
              <a:gd name="csX14" fmla="*/ 524534 w 3948103"/>
              <a:gd name="csY14" fmla="*/ 246221 h 246221"/>
              <a:gd name="csX15" fmla="*/ 0 w 3948103"/>
              <a:gd name="csY15" fmla="*/ 246221 h 246221"/>
              <a:gd name="csX16" fmla="*/ 0 w 3948103"/>
              <a:gd name="csY16" fmla="*/ 0 h 2462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948103" h="246221" extrusionOk="0">
                <a:moveTo>
                  <a:pt x="0" y="0"/>
                </a:moveTo>
                <a:cubicBezTo>
                  <a:pt x="136597" y="-1973"/>
                  <a:pt x="305698" y="58726"/>
                  <a:pt x="524534" y="0"/>
                </a:cubicBezTo>
                <a:cubicBezTo>
                  <a:pt x="743370" y="-58726"/>
                  <a:pt x="827639" y="50987"/>
                  <a:pt x="970105" y="0"/>
                </a:cubicBezTo>
                <a:cubicBezTo>
                  <a:pt x="1112571" y="-50987"/>
                  <a:pt x="1392310" y="41861"/>
                  <a:pt x="1613082" y="0"/>
                </a:cubicBezTo>
                <a:cubicBezTo>
                  <a:pt x="1833854" y="-41861"/>
                  <a:pt x="1952122" y="52263"/>
                  <a:pt x="2137616" y="0"/>
                </a:cubicBezTo>
                <a:cubicBezTo>
                  <a:pt x="2323110" y="-52263"/>
                  <a:pt x="2505162" y="24501"/>
                  <a:pt x="2662149" y="0"/>
                </a:cubicBezTo>
                <a:cubicBezTo>
                  <a:pt x="2819136" y="-24501"/>
                  <a:pt x="2989393" y="55191"/>
                  <a:pt x="3305126" y="0"/>
                </a:cubicBezTo>
                <a:cubicBezTo>
                  <a:pt x="3620859" y="-55191"/>
                  <a:pt x="3807380" y="66815"/>
                  <a:pt x="3948103" y="0"/>
                </a:cubicBezTo>
                <a:cubicBezTo>
                  <a:pt x="3957580" y="62645"/>
                  <a:pt x="3931814" y="163534"/>
                  <a:pt x="3948103" y="246221"/>
                </a:cubicBezTo>
                <a:cubicBezTo>
                  <a:pt x="3828730" y="293021"/>
                  <a:pt x="3674614" y="188982"/>
                  <a:pt x="3463050" y="246221"/>
                </a:cubicBezTo>
                <a:cubicBezTo>
                  <a:pt x="3251486" y="303460"/>
                  <a:pt x="3062240" y="239114"/>
                  <a:pt x="2899036" y="246221"/>
                </a:cubicBezTo>
                <a:cubicBezTo>
                  <a:pt x="2735832" y="253328"/>
                  <a:pt x="2559595" y="206243"/>
                  <a:pt x="2335021" y="246221"/>
                </a:cubicBezTo>
                <a:cubicBezTo>
                  <a:pt x="2110447" y="286199"/>
                  <a:pt x="2059354" y="195357"/>
                  <a:pt x="1810487" y="246221"/>
                </a:cubicBezTo>
                <a:cubicBezTo>
                  <a:pt x="1561620" y="297085"/>
                  <a:pt x="1426309" y="188434"/>
                  <a:pt x="1167510" y="246221"/>
                </a:cubicBezTo>
                <a:cubicBezTo>
                  <a:pt x="908711" y="304008"/>
                  <a:pt x="764142" y="220700"/>
                  <a:pt x="524534" y="246221"/>
                </a:cubicBezTo>
                <a:cubicBezTo>
                  <a:pt x="284926" y="271742"/>
                  <a:pt x="256482" y="243446"/>
                  <a:pt x="0" y="246221"/>
                </a:cubicBezTo>
                <a:cubicBezTo>
                  <a:pt x="-3836" y="158983"/>
                  <a:pt x="13146" y="106054"/>
                  <a:pt x="0" y="0"/>
                </a:cubicBezTo>
                <a:close/>
              </a:path>
            </a:pathLst>
          </a:custGeom>
          <a:noFill/>
          <a:ln w="0">
            <a:no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numCol="1" rtlCol="0">
            <a:spAutoFit/>
          </a:bodyPr>
          <a:lstStyle/>
          <a:p>
            <a:pPr algn="r"/>
            <a:r>
              <a:rPr lang="en-US" sz="1000">
                <a:solidFill>
                  <a:schemeClr val="bg1"/>
                </a:solidFill>
                <a:latin typeface="Abadi Extra Light" panose="020B0604020202020204" pitchFamily="34" charset="0"/>
              </a:rPr>
              <a:t>Copyright © 20</a:t>
            </a:r>
            <a:r>
              <a:rPr lang="tr-TR" sz="1000">
                <a:solidFill>
                  <a:schemeClr val="bg1"/>
                </a:solidFill>
                <a:latin typeface="Abadi Extra Light" panose="020B0604020202020204" pitchFamily="34" charset="0"/>
              </a:rPr>
              <a:t>21</a:t>
            </a:r>
            <a:r>
              <a:rPr lang="en-US" sz="1000">
                <a:solidFill>
                  <a:schemeClr val="bg1"/>
                </a:solidFill>
                <a:latin typeface="Abadi Extra Light" panose="020B0604020202020204" pitchFamily="34" charset="0"/>
              </a:rPr>
              <a:t> </a:t>
            </a:r>
            <a:r>
              <a:rPr lang="tr-TR" sz="1000" b="1">
                <a:solidFill>
                  <a:schemeClr val="bg1"/>
                </a:solidFill>
                <a:latin typeface="Abadi Extra Light" panose="020B0604020202020204" pitchFamily="34" charset="0"/>
              </a:rPr>
              <a:t>Yılmaz Ağca</a:t>
            </a:r>
            <a:r>
              <a:rPr lang="en-US" sz="1000">
                <a:solidFill>
                  <a:schemeClr val="bg1"/>
                </a:solidFill>
                <a:latin typeface="Abadi Extra Light" panose="020B0604020202020204" pitchFamily="34" charset="0"/>
              </a:rPr>
              <a:t>. All rights reserved. </a:t>
            </a:r>
            <a:r>
              <a:rPr lang="tr-TR" sz="1000">
                <a:solidFill>
                  <a:schemeClr val="accent2">
                    <a:lumMod val="50000"/>
                  </a:schemeClr>
                </a:solidFill>
                <a:latin typeface="Abadi Extra Light" panose="020B0604020202020204" pitchFamily="34" charset="0"/>
                <a:hlinkClick r:id="rId2">
                  <a:extLst>
                    <a:ext uri="{A12FA001-AC4F-418D-AE19-62706E023703}">
                      <ahyp:hlinkClr xmlns:ahyp="http://schemas.microsoft.com/office/drawing/2018/hyperlinkcolor" val="tx"/>
                    </a:ext>
                  </a:extLst>
                </a:hlinkClick>
              </a:rPr>
              <a:t>agca.yilmaz@gmail.com</a:t>
            </a:r>
            <a:endParaRPr lang="tr-TR" sz="1000">
              <a:solidFill>
                <a:schemeClr val="accent2">
                  <a:lumMod val="50000"/>
                </a:schemeClr>
              </a:solidFill>
              <a:latin typeface="Abadi Extra Light"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de">
    <p:spTree>
      <p:nvGrpSpPr>
        <p:cNvPr id="1" name=""/>
        <p:cNvGrpSpPr/>
        <p:nvPr/>
      </p:nvGrpSpPr>
      <p:grpSpPr>
        <a:xfrm>
          <a:off x="0" y="0"/>
          <a:ext cx="0" cy="0"/>
          <a:chOff x="0" y="0"/>
          <a:chExt cx="0" cy="0"/>
        </a:xfrm>
      </p:grpSpPr>
      <p:grpSp>
        <p:nvGrpSpPr>
          <p:cNvPr id="42" name="Google Shape;719;p5">
            <a:extLst>
              <a:ext uri="{FF2B5EF4-FFF2-40B4-BE49-F238E27FC236}">
                <a16:creationId xmlns:a16="http://schemas.microsoft.com/office/drawing/2014/main" id="{CE082E30-A71E-483F-A8D6-12E52CD3254F}"/>
              </a:ext>
            </a:extLst>
          </p:cNvPr>
          <p:cNvGrpSpPr/>
          <p:nvPr userDrawn="1"/>
        </p:nvGrpSpPr>
        <p:grpSpPr>
          <a:xfrm>
            <a:off x="7464679" y="3618202"/>
            <a:ext cx="1679118" cy="1534882"/>
            <a:chOff x="5191704" y="3618202"/>
            <a:chExt cx="1679118" cy="1534882"/>
          </a:xfrm>
        </p:grpSpPr>
        <p:sp>
          <p:nvSpPr>
            <p:cNvPr id="43" name="Google Shape;720;p5">
              <a:extLst>
                <a:ext uri="{FF2B5EF4-FFF2-40B4-BE49-F238E27FC236}">
                  <a16:creationId xmlns:a16="http://schemas.microsoft.com/office/drawing/2014/main" id="{04CE10B1-1B43-4C9C-AD1B-FF78D7CCCC08}"/>
                </a:ext>
              </a:extLst>
            </p:cNvPr>
            <p:cNvSpPr/>
            <p:nvPr/>
          </p:nvSpPr>
          <p:spPr>
            <a:xfrm>
              <a:off x="6010287" y="4958477"/>
              <a:ext cx="610625" cy="194607"/>
            </a:xfrm>
            <a:custGeom>
              <a:avLst/>
              <a:gdLst/>
              <a:ahLst/>
              <a:cxnLst/>
              <a:rect l="l" t="t" r="r" b="b"/>
              <a:pathLst>
                <a:path w="12256" h="3906" extrusionOk="0">
                  <a:moveTo>
                    <a:pt x="2492" y="775"/>
                  </a:moveTo>
                  <a:lnTo>
                    <a:pt x="2727" y="809"/>
                  </a:lnTo>
                  <a:lnTo>
                    <a:pt x="2963" y="943"/>
                  </a:lnTo>
                  <a:lnTo>
                    <a:pt x="3131" y="1078"/>
                  </a:lnTo>
                  <a:lnTo>
                    <a:pt x="3266" y="1280"/>
                  </a:lnTo>
                  <a:lnTo>
                    <a:pt x="3333" y="1549"/>
                  </a:lnTo>
                  <a:lnTo>
                    <a:pt x="2727" y="2189"/>
                  </a:lnTo>
                  <a:lnTo>
                    <a:pt x="2222" y="2795"/>
                  </a:lnTo>
                  <a:lnTo>
                    <a:pt x="1953" y="3132"/>
                  </a:lnTo>
                  <a:lnTo>
                    <a:pt x="1684" y="3401"/>
                  </a:lnTo>
                  <a:lnTo>
                    <a:pt x="1515" y="3536"/>
                  </a:lnTo>
                  <a:lnTo>
                    <a:pt x="1347" y="3603"/>
                  </a:lnTo>
                  <a:lnTo>
                    <a:pt x="1145" y="3670"/>
                  </a:lnTo>
                  <a:lnTo>
                    <a:pt x="943" y="3670"/>
                  </a:lnTo>
                  <a:lnTo>
                    <a:pt x="808" y="3637"/>
                  </a:lnTo>
                  <a:lnTo>
                    <a:pt x="707" y="3569"/>
                  </a:lnTo>
                  <a:lnTo>
                    <a:pt x="606" y="3502"/>
                  </a:lnTo>
                  <a:lnTo>
                    <a:pt x="539" y="3435"/>
                  </a:lnTo>
                  <a:lnTo>
                    <a:pt x="404" y="3233"/>
                  </a:lnTo>
                  <a:lnTo>
                    <a:pt x="371" y="2997"/>
                  </a:lnTo>
                  <a:lnTo>
                    <a:pt x="371" y="2728"/>
                  </a:lnTo>
                  <a:lnTo>
                    <a:pt x="404" y="2492"/>
                  </a:lnTo>
                  <a:lnTo>
                    <a:pt x="472" y="2256"/>
                  </a:lnTo>
                  <a:lnTo>
                    <a:pt x="539" y="2054"/>
                  </a:lnTo>
                  <a:lnTo>
                    <a:pt x="640" y="1886"/>
                  </a:lnTo>
                  <a:lnTo>
                    <a:pt x="775" y="1751"/>
                  </a:lnTo>
                  <a:lnTo>
                    <a:pt x="1044" y="1482"/>
                  </a:lnTo>
                  <a:lnTo>
                    <a:pt x="1347" y="1213"/>
                  </a:lnTo>
                  <a:lnTo>
                    <a:pt x="1684" y="1011"/>
                  </a:lnTo>
                  <a:lnTo>
                    <a:pt x="1953" y="842"/>
                  </a:lnTo>
                  <a:lnTo>
                    <a:pt x="2256" y="775"/>
                  </a:lnTo>
                  <a:close/>
                  <a:moveTo>
                    <a:pt x="6229" y="1"/>
                  </a:moveTo>
                  <a:lnTo>
                    <a:pt x="5892" y="34"/>
                  </a:lnTo>
                  <a:lnTo>
                    <a:pt x="5556" y="102"/>
                  </a:lnTo>
                  <a:lnTo>
                    <a:pt x="5219" y="203"/>
                  </a:lnTo>
                  <a:lnTo>
                    <a:pt x="4882" y="371"/>
                  </a:lnTo>
                  <a:lnTo>
                    <a:pt x="4579" y="539"/>
                  </a:lnTo>
                  <a:lnTo>
                    <a:pt x="4242" y="775"/>
                  </a:lnTo>
                  <a:lnTo>
                    <a:pt x="3939" y="1011"/>
                  </a:lnTo>
                  <a:lnTo>
                    <a:pt x="3670" y="1246"/>
                  </a:lnTo>
                  <a:lnTo>
                    <a:pt x="3569" y="1078"/>
                  </a:lnTo>
                  <a:lnTo>
                    <a:pt x="3502" y="943"/>
                  </a:lnTo>
                  <a:lnTo>
                    <a:pt x="3401" y="809"/>
                  </a:lnTo>
                  <a:lnTo>
                    <a:pt x="3266" y="674"/>
                  </a:lnTo>
                  <a:lnTo>
                    <a:pt x="3131" y="573"/>
                  </a:lnTo>
                  <a:lnTo>
                    <a:pt x="2997" y="506"/>
                  </a:lnTo>
                  <a:lnTo>
                    <a:pt x="2828" y="438"/>
                  </a:lnTo>
                  <a:lnTo>
                    <a:pt x="2626" y="371"/>
                  </a:lnTo>
                  <a:lnTo>
                    <a:pt x="2391" y="371"/>
                  </a:lnTo>
                  <a:lnTo>
                    <a:pt x="2121" y="405"/>
                  </a:lnTo>
                  <a:lnTo>
                    <a:pt x="1886" y="506"/>
                  </a:lnTo>
                  <a:lnTo>
                    <a:pt x="1616" y="607"/>
                  </a:lnTo>
                  <a:lnTo>
                    <a:pt x="1414" y="741"/>
                  </a:lnTo>
                  <a:lnTo>
                    <a:pt x="1179" y="910"/>
                  </a:lnTo>
                  <a:lnTo>
                    <a:pt x="775" y="1246"/>
                  </a:lnTo>
                  <a:lnTo>
                    <a:pt x="505" y="1516"/>
                  </a:lnTo>
                  <a:lnTo>
                    <a:pt x="270" y="1852"/>
                  </a:lnTo>
                  <a:lnTo>
                    <a:pt x="101" y="2223"/>
                  </a:lnTo>
                  <a:lnTo>
                    <a:pt x="34" y="2627"/>
                  </a:lnTo>
                  <a:lnTo>
                    <a:pt x="0" y="2795"/>
                  </a:lnTo>
                  <a:lnTo>
                    <a:pt x="0" y="2997"/>
                  </a:lnTo>
                  <a:lnTo>
                    <a:pt x="34" y="3165"/>
                  </a:lnTo>
                  <a:lnTo>
                    <a:pt x="101" y="3334"/>
                  </a:lnTo>
                  <a:lnTo>
                    <a:pt x="202" y="3502"/>
                  </a:lnTo>
                  <a:lnTo>
                    <a:pt x="303" y="3670"/>
                  </a:lnTo>
                  <a:lnTo>
                    <a:pt x="438" y="3805"/>
                  </a:lnTo>
                  <a:lnTo>
                    <a:pt x="640" y="3906"/>
                  </a:lnTo>
                  <a:lnTo>
                    <a:pt x="1583" y="3906"/>
                  </a:lnTo>
                  <a:lnTo>
                    <a:pt x="1751" y="3771"/>
                  </a:lnTo>
                  <a:lnTo>
                    <a:pt x="1919" y="3637"/>
                  </a:lnTo>
                  <a:lnTo>
                    <a:pt x="2222" y="3334"/>
                  </a:lnTo>
                  <a:lnTo>
                    <a:pt x="2795" y="2728"/>
                  </a:lnTo>
                  <a:lnTo>
                    <a:pt x="3367" y="2088"/>
                  </a:lnTo>
                  <a:lnTo>
                    <a:pt x="3333" y="2189"/>
                  </a:lnTo>
                  <a:lnTo>
                    <a:pt x="3300" y="2425"/>
                  </a:lnTo>
                  <a:lnTo>
                    <a:pt x="3199" y="2627"/>
                  </a:lnTo>
                  <a:lnTo>
                    <a:pt x="2997" y="3064"/>
                  </a:lnTo>
                  <a:lnTo>
                    <a:pt x="2727" y="3502"/>
                  </a:lnTo>
                  <a:lnTo>
                    <a:pt x="2424" y="3906"/>
                  </a:lnTo>
                  <a:lnTo>
                    <a:pt x="2828" y="3906"/>
                  </a:lnTo>
                  <a:lnTo>
                    <a:pt x="2997" y="3670"/>
                  </a:lnTo>
                  <a:lnTo>
                    <a:pt x="3266" y="3233"/>
                  </a:lnTo>
                  <a:lnTo>
                    <a:pt x="3535" y="2761"/>
                  </a:lnTo>
                  <a:lnTo>
                    <a:pt x="3636" y="2492"/>
                  </a:lnTo>
                  <a:lnTo>
                    <a:pt x="3704" y="2223"/>
                  </a:lnTo>
                  <a:lnTo>
                    <a:pt x="3737" y="1987"/>
                  </a:lnTo>
                  <a:lnTo>
                    <a:pt x="3737" y="1718"/>
                  </a:lnTo>
                  <a:lnTo>
                    <a:pt x="4343" y="1213"/>
                  </a:lnTo>
                  <a:lnTo>
                    <a:pt x="4647" y="1011"/>
                  </a:lnTo>
                  <a:lnTo>
                    <a:pt x="4950" y="775"/>
                  </a:lnTo>
                  <a:lnTo>
                    <a:pt x="5286" y="607"/>
                  </a:lnTo>
                  <a:lnTo>
                    <a:pt x="5623" y="438"/>
                  </a:lnTo>
                  <a:lnTo>
                    <a:pt x="5859" y="371"/>
                  </a:lnTo>
                  <a:lnTo>
                    <a:pt x="6094" y="337"/>
                  </a:lnTo>
                  <a:lnTo>
                    <a:pt x="6330" y="371"/>
                  </a:lnTo>
                  <a:lnTo>
                    <a:pt x="6566" y="405"/>
                  </a:lnTo>
                  <a:lnTo>
                    <a:pt x="7003" y="573"/>
                  </a:lnTo>
                  <a:lnTo>
                    <a:pt x="7441" y="775"/>
                  </a:lnTo>
                  <a:lnTo>
                    <a:pt x="8114" y="1145"/>
                  </a:lnTo>
                  <a:lnTo>
                    <a:pt x="8754" y="1549"/>
                  </a:lnTo>
                  <a:lnTo>
                    <a:pt x="9394" y="1987"/>
                  </a:lnTo>
                  <a:lnTo>
                    <a:pt x="10000" y="2492"/>
                  </a:lnTo>
                  <a:lnTo>
                    <a:pt x="10370" y="2829"/>
                  </a:lnTo>
                  <a:lnTo>
                    <a:pt x="10740" y="3199"/>
                  </a:lnTo>
                  <a:lnTo>
                    <a:pt x="11111" y="3569"/>
                  </a:lnTo>
                  <a:lnTo>
                    <a:pt x="11515" y="3906"/>
                  </a:lnTo>
                  <a:lnTo>
                    <a:pt x="12255" y="3906"/>
                  </a:lnTo>
                  <a:lnTo>
                    <a:pt x="12020" y="3771"/>
                  </a:lnTo>
                  <a:lnTo>
                    <a:pt x="11784" y="3603"/>
                  </a:lnTo>
                  <a:lnTo>
                    <a:pt x="11313" y="3233"/>
                  </a:lnTo>
                  <a:lnTo>
                    <a:pt x="10572" y="2526"/>
                  </a:lnTo>
                  <a:lnTo>
                    <a:pt x="10101" y="2122"/>
                  </a:lnTo>
                  <a:lnTo>
                    <a:pt x="9629" y="1718"/>
                  </a:lnTo>
                  <a:lnTo>
                    <a:pt x="9091" y="1347"/>
                  </a:lnTo>
                  <a:lnTo>
                    <a:pt x="8586" y="1011"/>
                  </a:lnTo>
                  <a:lnTo>
                    <a:pt x="8047" y="674"/>
                  </a:lnTo>
                  <a:lnTo>
                    <a:pt x="7475" y="371"/>
                  </a:lnTo>
                  <a:lnTo>
                    <a:pt x="7172" y="203"/>
                  </a:lnTo>
                  <a:lnTo>
                    <a:pt x="6869" y="102"/>
                  </a:lnTo>
                  <a:lnTo>
                    <a:pt x="6532" y="34"/>
                  </a:lnTo>
                  <a:lnTo>
                    <a:pt x="622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 name="Google Shape;721;p5">
              <a:extLst>
                <a:ext uri="{FF2B5EF4-FFF2-40B4-BE49-F238E27FC236}">
                  <a16:creationId xmlns:a16="http://schemas.microsoft.com/office/drawing/2014/main" id="{AB7C6691-B792-4658-A172-A0A62266E303}"/>
                </a:ext>
              </a:extLst>
            </p:cNvPr>
            <p:cNvSpPr/>
            <p:nvPr/>
          </p:nvSpPr>
          <p:spPr>
            <a:xfrm>
              <a:off x="5332602" y="4691777"/>
              <a:ext cx="114094" cy="107417"/>
            </a:xfrm>
            <a:custGeom>
              <a:avLst/>
              <a:gdLst/>
              <a:ahLst/>
              <a:cxnLst/>
              <a:rect l="l" t="t" r="r" b="b"/>
              <a:pathLst>
                <a:path w="2290" h="2156" extrusionOk="0">
                  <a:moveTo>
                    <a:pt x="0" y="0"/>
                  </a:moveTo>
                  <a:lnTo>
                    <a:pt x="0" y="34"/>
                  </a:lnTo>
                  <a:lnTo>
                    <a:pt x="68" y="202"/>
                  </a:lnTo>
                  <a:lnTo>
                    <a:pt x="202" y="337"/>
                  </a:lnTo>
                  <a:lnTo>
                    <a:pt x="438" y="606"/>
                  </a:lnTo>
                  <a:lnTo>
                    <a:pt x="1010" y="1078"/>
                  </a:lnTo>
                  <a:lnTo>
                    <a:pt x="1549" y="1583"/>
                  </a:lnTo>
                  <a:lnTo>
                    <a:pt x="2088" y="2121"/>
                  </a:lnTo>
                  <a:lnTo>
                    <a:pt x="2155" y="2155"/>
                  </a:lnTo>
                  <a:lnTo>
                    <a:pt x="2223" y="2121"/>
                  </a:lnTo>
                  <a:lnTo>
                    <a:pt x="2290" y="2054"/>
                  </a:lnTo>
                  <a:lnTo>
                    <a:pt x="2290" y="2020"/>
                  </a:lnTo>
                  <a:lnTo>
                    <a:pt x="2256" y="1987"/>
                  </a:lnTo>
                  <a:lnTo>
                    <a:pt x="2021" y="1684"/>
                  </a:lnTo>
                  <a:lnTo>
                    <a:pt x="1751" y="1414"/>
                  </a:lnTo>
                  <a:lnTo>
                    <a:pt x="1179" y="909"/>
                  </a:lnTo>
                  <a:lnTo>
                    <a:pt x="640" y="404"/>
                  </a:lnTo>
                  <a:lnTo>
                    <a:pt x="337" y="169"/>
                  </a:lnTo>
                  <a:lnTo>
                    <a:pt x="202" y="68"/>
                  </a:lnTo>
                  <a:lnTo>
                    <a:pt x="3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 name="Google Shape;722;p5">
              <a:extLst>
                <a:ext uri="{FF2B5EF4-FFF2-40B4-BE49-F238E27FC236}">
                  <a16:creationId xmlns:a16="http://schemas.microsoft.com/office/drawing/2014/main" id="{3CB921C3-3909-4429-9D93-61E4CD4B90AA}"/>
                </a:ext>
              </a:extLst>
            </p:cNvPr>
            <p:cNvSpPr/>
            <p:nvPr/>
          </p:nvSpPr>
          <p:spPr>
            <a:xfrm>
              <a:off x="5191704" y="4493833"/>
              <a:ext cx="781715" cy="659251"/>
            </a:xfrm>
            <a:custGeom>
              <a:avLst/>
              <a:gdLst/>
              <a:ahLst/>
              <a:cxnLst/>
              <a:rect l="l" t="t" r="r" b="b"/>
              <a:pathLst>
                <a:path w="15690" h="13232" extrusionOk="0">
                  <a:moveTo>
                    <a:pt x="2929" y="640"/>
                  </a:moveTo>
                  <a:lnTo>
                    <a:pt x="3131" y="943"/>
                  </a:lnTo>
                  <a:lnTo>
                    <a:pt x="3165" y="977"/>
                  </a:lnTo>
                  <a:lnTo>
                    <a:pt x="3098" y="977"/>
                  </a:lnTo>
                  <a:lnTo>
                    <a:pt x="3030" y="909"/>
                  </a:lnTo>
                  <a:lnTo>
                    <a:pt x="2997" y="808"/>
                  </a:lnTo>
                  <a:lnTo>
                    <a:pt x="2929" y="640"/>
                  </a:lnTo>
                  <a:close/>
                  <a:moveTo>
                    <a:pt x="2458" y="270"/>
                  </a:moveTo>
                  <a:lnTo>
                    <a:pt x="2626" y="337"/>
                  </a:lnTo>
                  <a:lnTo>
                    <a:pt x="2593" y="371"/>
                  </a:lnTo>
                  <a:lnTo>
                    <a:pt x="2626" y="573"/>
                  </a:lnTo>
                  <a:lnTo>
                    <a:pt x="2694" y="808"/>
                  </a:lnTo>
                  <a:lnTo>
                    <a:pt x="2761" y="1044"/>
                  </a:lnTo>
                  <a:lnTo>
                    <a:pt x="2828" y="1112"/>
                  </a:lnTo>
                  <a:lnTo>
                    <a:pt x="2896" y="1179"/>
                  </a:lnTo>
                  <a:lnTo>
                    <a:pt x="3064" y="1280"/>
                  </a:lnTo>
                  <a:lnTo>
                    <a:pt x="3266" y="1381"/>
                  </a:lnTo>
                  <a:lnTo>
                    <a:pt x="3502" y="1448"/>
                  </a:lnTo>
                  <a:lnTo>
                    <a:pt x="3603" y="1448"/>
                  </a:lnTo>
                  <a:lnTo>
                    <a:pt x="3670" y="1415"/>
                  </a:lnTo>
                  <a:lnTo>
                    <a:pt x="3704" y="1448"/>
                  </a:lnTo>
                  <a:lnTo>
                    <a:pt x="3737" y="1650"/>
                  </a:lnTo>
                  <a:lnTo>
                    <a:pt x="3737" y="1920"/>
                  </a:lnTo>
                  <a:lnTo>
                    <a:pt x="3704" y="1886"/>
                  </a:lnTo>
                  <a:lnTo>
                    <a:pt x="3434" y="1852"/>
                  </a:lnTo>
                  <a:lnTo>
                    <a:pt x="3300" y="1852"/>
                  </a:lnTo>
                  <a:lnTo>
                    <a:pt x="3165" y="1785"/>
                  </a:lnTo>
                  <a:lnTo>
                    <a:pt x="3064" y="1751"/>
                  </a:lnTo>
                  <a:lnTo>
                    <a:pt x="2963" y="1718"/>
                  </a:lnTo>
                  <a:lnTo>
                    <a:pt x="2862" y="1684"/>
                  </a:lnTo>
                  <a:lnTo>
                    <a:pt x="2761" y="1617"/>
                  </a:lnTo>
                  <a:lnTo>
                    <a:pt x="2593" y="1482"/>
                  </a:lnTo>
                  <a:lnTo>
                    <a:pt x="2391" y="1280"/>
                  </a:lnTo>
                  <a:lnTo>
                    <a:pt x="2189" y="1044"/>
                  </a:lnTo>
                  <a:lnTo>
                    <a:pt x="2121" y="909"/>
                  </a:lnTo>
                  <a:lnTo>
                    <a:pt x="2054" y="741"/>
                  </a:lnTo>
                  <a:lnTo>
                    <a:pt x="1987" y="438"/>
                  </a:lnTo>
                  <a:lnTo>
                    <a:pt x="2054" y="438"/>
                  </a:lnTo>
                  <a:lnTo>
                    <a:pt x="2088" y="404"/>
                  </a:lnTo>
                  <a:lnTo>
                    <a:pt x="2121" y="337"/>
                  </a:lnTo>
                  <a:lnTo>
                    <a:pt x="2189" y="303"/>
                  </a:lnTo>
                  <a:lnTo>
                    <a:pt x="2290" y="270"/>
                  </a:lnTo>
                  <a:close/>
                  <a:moveTo>
                    <a:pt x="1886" y="371"/>
                  </a:moveTo>
                  <a:lnTo>
                    <a:pt x="1919" y="404"/>
                  </a:lnTo>
                  <a:lnTo>
                    <a:pt x="1886" y="573"/>
                  </a:lnTo>
                  <a:lnTo>
                    <a:pt x="1886" y="741"/>
                  </a:lnTo>
                  <a:lnTo>
                    <a:pt x="1919" y="909"/>
                  </a:lnTo>
                  <a:lnTo>
                    <a:pt x="1987" y="1078"/>
                  </a:lnTo>
                  <a:lnTo>
                    <a:pt x="2222" y="1381"/>
                  </a:lnTo>
                  <a:lnTo>
                    <a:pt x="2458" y="1650"/>
                  </a:lnTo>
                  <a:lnTo>
                    <a:pt x="2593" y="1751"/>
                  </a:lnTo>
                  <a:lnTo>
                    <a:pt x="2694" y="1852"/>
                  </a:lnTo>
                  <a:lnTo>
                    <a:pt x="2795" y="1886"/>
                  </a:lnTo>
                  <a:lnTo>
                    <a:pt x="2929" y="1920"/>
                  </a:lnTo>
                  <a:lnTo>
                    <a:pt x="3030" y="1953"/>
                  </a:lnTo>
                  <a:lnTo>
                    <a:pt x="3131" y="1987"/>
                  </a:lnTo>
                  <a:lnTo>
                    <a:pt x="3266" y="2054"/>
                  </a:lnTo>
                  <a:lnTo>
                    <a:pt x="3434" y="2088"/>
                  </a:lnTo>
                  <a:lnTo>
                    <a:pt x="3569" y="2054"/>
                  </a:lnTo>
                  <a:lnTo>
                    <a:pt x="3737" y="1987"/>
                  </a:lnTo>
                  <a:lnTo>
                    <a:pt x="3704" y="2189"/>
                  </a:lnTo>
                  <a:lnTo>
                    <a:pt x="3670" y="2391"/>
                  </a:lnTo>
                  <a:lnTo>
                    <a:pt x="3603" y="2593"/>
                  </a:lnTo>
                  <a:lnTo>
                    <a:pt x="3502" y="2795"/>
                  </a:lnTo>
                  <a:lnTo>
                    <a:pt x="3401" y="2963"/>
                  </a:lnTo>
                  <a:lnTo>
                    <a:pt x="3300" y="3132"/>
                  </a:lnTo>
                  <a:lnTo>
                    <a:pt x="3131" y="3266"/>
                  </a:lnTo>
                  <a:lnTo>
                    <a:pt x="2997" y="3367"/>
                  </a:lnTo>
                  <a:lnTo>
                    <a:pt x="2963" y="3401"/>
                  </a:lnTo>
                  <a:lnTo>
                    <a:pt x="2997" y="3435"/>
                  </a:lnTo>
                  <a:lnTo>
                    <a:pt x="3165" y="3435"/>
                  </a:lnTo>
                  <a:lnTo>
                    <a:pt x="3300" y="3401"/>
                  </a:lnTo>
                  <a:lnTo>
                    <a:pt x="3535" y="3805"/>
                  </a:lnTo>
                  <a:lnTo>
                    <a:pt x="3805" y="4175"/>
                  </a:lnTo>
                  <a:lnTo>
                    <a:pt x="4377" y="4916"/>
                  </a:lnTo>
                  <a:lnTo>
                    <a:pt x="4680" y="5253"/>
                  </a:lnTo>
                  <a:lnTo>
                    <a:pt x="5051" y="5522"/>
                  </a:lnTo>
                  <a:lnTo>
                    <a:pt x="5286" y="5724"/>
                  </a:lnTo>
                  <a:lnTo>
                    <a:pt x="5488" y="5926"/>
                  </a:lnTo>
                  <a:lnTo>
                    <a:pt x="5892" y="6397"/>
                  </a:lnTo>
                  <a:lnTo>
                    <a:pt x="5791" y="6532"/>
                  </a:lnTo>
                  <a:lnTo>
                    <a:pt x="5724" y="6667"/>
                  </a:lnTo>
                  <a:lnTo>
                    <a:pt x="5623" y="6835"/>
                  </a:lnTo>
                  <a:lnTo>
                    <a:pt x="5556" y="7003"/>
                  </a:lnTo>
                  <a:lnTo>
                    <a:pt x="5421" y="6902"/>
                  </a:lnTo>
                  <a:lnTo>
                    <a:pt x="5253" y="6835"/>
                  </a:lnTo>
                  <a:lnTo>
                    <a:pt x="5051" y="6734"/>
                  </a:lnTo>
                  <a:lnTo>
                    <a:pt x="4882" y="6633"/>
                  </a:lnTo>
                  <a:lnTo>
                    <a:pt x="4579" y="6397"/>
                  </a:lnTo>
                  <a:lnTo>
                    <a:pt x="4310" y="6162"/>
                  </a:lnTo>
                  <a:lnTo>
                    <a:pt x="4040" y="5859"/>
                  </a:lnTo>
                  <a:lnTo>
                    <a:pt x="3064" y="4748"/>
                  </a:lnTo>
                  <a:lnTo>
                    <a:pt x="2727" y="4276"/>
                  </a:lnTo>
                  <a:lnTo>
                    <a:pt x="2525" y="4074"/>
                  </a:lnTo>
                  <a:lnTo>
                    <a:pt x="2290" y="3872"/>
                  </a:lnTo>
                  <a:lnTo>
                    <a:pt x="2525" y="3805"/>
                  </a:lnTo>
                  <a:lnTo>
                    <a:pt x="2559" y="3771"/>
                  </a:lnTo>
                  <a:lnTo>
                    <a:pt x="2593" y="3738"/>
                  </a:lnTo>
                  <a:lnTo>
                    <a:pt x="2559" y="3637"/>
                  </a:lnTo>
                  <a:lnTo>
                    <a:pt x="2492" y="3603"/>
                  </a:lnTo>
                  <a:lnTo>
                    <a:pt x="2458" y="3569"/>
                  </a:lnTo>
                  <a:lnTo>
                    <a:pt x="2391" y="3603"/>
                  </a:lnTo>
                  <a:lnTo>
                    <a:pt x="2222" y="3670"/>
                  </a:lnTo>
                  <a:lnTo>
                    <a:pt x="2054" y="3704"/>
                  </a:lnTo>
                  <a:lnTo>
                    <a:pt x="1886" y="3704"/>
                  </a:lnTo>
                  <a:lnTo>
                    <a:pt x="1717" y="3670"/>
                  </a:lnTo>
                  <a:lnTo>
                    <a:pt x="1347" y="3569"/>
                  </a:lnTo>
                  <a:lnTo>
                    <a:pt x="1044" y="3435"/>
                  </a:lnTo>
                  <a:lnTo>
                    <a:pt x="808" y="3300"/>
                  </a:lnTo>
                  <a:lnTo>
                    <a:pt x="606" y="3165"/>
                  </a:lnTo>
                  <a:lnTo>
                    <a:pt x="438" y="2997"/>
                  </a:lnTo>
                  <a:lnTo>
                    <a:pt x="337" y="2795"/>
                  </a:lnTo>
                  <a:lnTo>
                    <a:pt x="270" y="2593"/>
                  </a:lnTo>
                  <a:lnTo>
                    <a:pt x="270" y="2357"/>
                  </a:lnTo>
                  <a:lnTo>
                    <a:pt x="270" y="2122"/>
                  </a:lnTo>
                  <a:lnTo>
                    <a:pt x="303" y="1886"/>
                  </a:lnTo>
                  <a:lnTo>
                    <a:pt x="404" y="1617"/>
                  </a:lnTo>
                  <a:lnTo>
                    <a:pt x="573" y="1381"/>
                  </a:lnTo>
                  <a:lnTo>
                    <a:pt x="741" y="1179"/>
                  </a:lnTo>
                  <a:lnTo>
                    <a:pt x="943" y="977"/>
                  </a:lnTo>
                  <a:lnTo>
                    <a:pt x="1179" y="808"/>
                  </a:lnTo>
                  <a:lnTo>
                    <a:pt x="1414" y="640"/>
                  </a:lnTo>
                  <a:lnTo>
                    <a:pt x="1886" y="371"/>
                  </a:lnTo>
                  <a:close/>
                  <a:moveTo>
                    <a:pt x="2290" y="0"/>
                  </a:moveTo>
                  <a:lnTo>
                    <a:pt x="2189" y="34"/>
                  </a:lnTo>
                  <a:lnTo>
                    <a:pt x="2054" y="68"/>
                  </a:lnTo>
                  <a:lnTo>
                    <a:pt x="1987" y="169"/>
                  </a:lnTo>
                  <a:lnTo>
                    <a:pt x="1616" y="303"/>
                  </a:lnTo>
                  <a:lnTo>
                    <a:pt x="1246" y="505"/>
                  </a:lnTo>
                  <a:lnTo>
                    <a:pt x="909" y="741"/>
                  </a:lnTo>
                  <a:lnTo>
                    <a:pt x="573" y="1011"/>
                  </a:lnTo>
                  <a:lnTo>
                    <a:pt x="303" y="1347"/>
                  </a:lnTo>
                  <a:lnTo>
                    <a:pt x="202" y="1516"/>
                  </a:lnTo>
                  <a:lnTo>
                    <a:pt x="135" y="1684"/>
                  </a:lnTo>
                  <a:lnTo>
                    <a:pt x="68" y="1886"/>
                  </a:lnTo>
                  <a:lnTo>
                    <a:pt x="0" y="2088"/>
                  </a:lnTo>
                  <a:lnTo>
                    <a:pt x="0" y="2256"/>
                  </a:lnTo>
                  <a:lnTo>
                    <a:pt x="0" y="2458"/>
                  </a:lnTo>
                  <a:lnTo>
                    <a:pt x="68" y="2660"/>
                  </a:lnTo>
                  <a:lnTo>
                    <a:pt x="101" y="2829"/>
                  </a:lnTo>
                  <a:lnTo>
                    <a:pt x="202" y="2963"/>
                  </a:lnTo>
                  <a:lnTo>
                    <a:pt x="303" y="3132"/>
                  </a:lnTo>
                  <a:lnTo>
                    <a:pt x="539" y="3401"/>
                  </a:lnTo>
                  <a:lnTo>
                    <a:pt x="842" y="3603"/>
                  </a:lnTo>
                  <a:lnTo>
                    <a:pt x="1145" y="3805"/>
                  </a:lnTo>
                  <a:lnTo>
                    <a:pt x="1515" y="3906"/>
                  </a:lnTo>
                  <a:lnTo>
                    <a:pt x="1886" y="3940"/>
                  </a:lnTo>
                  <a:lnTo>
                    <a:pt x="2054" y="3940"/>
                  </a:lnTo>
                  <a:lnTo>
                    <a:pt x="2222" y="3906"/>
                  </a:lnTo>
                  <a:lnTo>
                    <a:pt x="2357" y="4175"/>
                  </a:lnTo>
                  <a:lnTo>
                    <a:pt x="2492" y="4445"/>
                  </a:lnTo>
                  <a:lnTo>
                    <a:pt x="2660" y="4680"/>
                  </a:lnTo>
                  <a:lnTo>
                    <a:pt x="2862" y="4950"/>
                  </a:lnTo>
                  <a:lnTo>
                    <a:pt x="3300" y="5421"/>
                  </a:lnTo>
                  <a:lnTo>
                    <a:pt x="3737" y="5825"/>
                  </a:lnTo>
                  <a:lnTo>
                    <a:pt x="4175" y="6330"/>
                  </a:lnTo>
                  <a:lnTo>
                    <a:pt x="4680" y="6801"/>
                  </a:lnTo>
                  <a:lnTo>
                    <a:pt x="4882" y="6936"/>
                  </a:lnTo>
                  <a:lnTo>
                    <a:pt x="5084" y="7037"/>
                  </a:lnTo>
                  <a:lnTo>
                    <a:pt x="5320" y="7138"/>
                  </a:lnTo>
                  <a:lnTo>
                    <a:pt x="5522" y="7273"/>
                  </a:lnTo>
                  <a:lnTo>
                    <a:pt x="5589" y="7306"/>
                  </a:lnTo>
                  <a:lnTo>
                    <a:pt x="5657" y="7273"/>
                  </a:lnTo>
                  <a:lnTo>
                    <a:pt x="5690" y="7239"/>
                  </a:lnTo>
                  <a:lnTo>
                    <a:pt x="5724" y="7172"/>
                  </a:lnTo>
                  <a:lnTo>
                    <a:pt x="5791" y="7003"/>
                  </a:lnTo>
                  <a:lnTo>
                    <a:pt x="5892" y="6869"/>
                  </a:lnTo>
                  <a:lnTo>
                    <a:pt x="7003" y="7710"/>
                  </a:lnTo>
                  <a:lnTo>
                    <a:pt x="8148" y="8485"/>
                  </a:lnTo>
                  <a:lnTo>
                    <a:pt x="8720" y="8855"/>
                  </a:lnTo>
                  <a:lnTo>
                    <a:pt x="9326" y="9226"/>
                  </a:lnTo>
                  <a:lnTo>
                    <a:pt x="9932" y="9562"/>
                  </a:lnTo>
                  <a:lnTo>
                    <a:pt x="10572" y="9865"/>
                  </a:lnTo>
                  <a:lnTo>
                    <a:pt x="11279" y="10135"/>
                  </a:lnTo>
                  <a:lnTo>
                    <a:pt x="11986" y="10370"/>
                  </a:lnTo>
                  <a:lnTo>
                    <a:pt x="12727" y="10606"/>
                  </a:lnTo>
                  <a:lnTo>
                    <a:pt x="13400" y="10875"/>
                  </a:lnTo>
                  <a:lnTo>
                    <a:pt x="13737" y="11044"/>
                  </a:lnTo>
                  <a:lnTo>
                    <a:pt x="14040" y="11212"/>
                  </a:lnTo>
                  <a:lnTo>
                    <a:pt x="14309" y="11448"/>
                  </a:lnTo>
                  <a:lnTo>
                    <a:pt x="14579" y="11683"/>
                  </a:lnTo>
                  <a:lnTo>
                    <a:pt x="14814" y="11953"/>
                  </a:lnTo>
                  <a:lnTo>
                    <a:pt x="14983" y="12256"/>
                  </a:lnTo>
                  <a:lnTo>
                    <a:pt x="15151" y="12592"/>
                  </a:lnTo>
                  <a:lnTo>
                    <a:pt x="15286" y="12996"/>
                  </a:lnTo>
                  <a:lnTo>
                    <a:pt x="15353" y="13232"/>
                  </a:lnTo>
                  <a:lnTo>
                    <a:pt x="15690" y="13232"/>
                  </a:lnTo>
                  <a:lnTo>
                    <a:pt x="15622" y="12895"/>
                  </a:lnTo>
                  <a:lnTo>
                    <a:pt x="15521" y="12592"/>
                  </a:lnTo>
                  <a:lnTo>
                    <a:pt x="15420" y="12323"/>
                  </a:lnTo>
                  <a:lnTo>
                    <a:pt x="15286" y="12054"/>
                  </a:lnTo>
                  <a:lnTo>
                    <a:pt x="15151" y="11818"/>
                  </a:lnTo>
                  <a:lnTo>
                    <a:pt x="14983" y="11616"/>
                  </a:lnTo>
                  <a:lnTo>
                    <a:pt x="14814" y="11414"/>
                  </a:lnTo>
                  <a:lnTo>
                    <a:pt x="14612" y="11212"/>
                  </a:lnTo>
                  <a:lnTo>
                    <a:pt x="14377" y="11044"/>
                  </a:lnTo>
                  <a:lnTo>
                    <a:pt x="13939" y="10741"/>
                  </a:lnTo>
                  <a:lnTo>
                    <a:pt x="13400" y="10505"/>
                  </a:lnTo>
                  <a:lnTo>
                    <a:pt x="12862" y="10303"/>
                  </a:lnTo>
                  <a:lnTo>
                    <a:pt x="12289" y="10101"/>
                  </a:lnTo>
                  <a:lnTo>
                    <a:pt x="11548" y="9865"/>
                  </a:lnTo>
                  <a:lnTo>
                    <a:pt x="10841" y="9562"/>
                  </a:lnTo>
                  <a:lnTo>
                    <a:pt x="10168" y="9259"/>
                  </a:lnTo>
                  <a:lnTo>
                    <a:pt x="9495" y="8922"/>
                  </a:lnTo>
                  <a:lnTo>
                    <a:pt x="8855" y="8552"/>
                  </a:lnTo>
                  <a:lnTo>
                    <a:pt x="8182" y="8148"/>
                  </a:lnTo>
                  <a:lnTo>
                    <a:pt x="6936" y="7306"/>
                  </a:lnTo>
                  <a:lnTo>
                    <a:pt x="6027" y="6667"/>
                  </a:lnTo>
                  <a:lnTo>
                    <a:pt x="6094" y="6532"/>
                  </a:lnTo>
                  <a:lnTo>
                    <a:pt x="6162" y="6364"/>
                  </a:lnTo>
                  <a:lnTo>
                    <a:pt x="6162" y="6330"/>
                  </a:lnTo>
                  <a:lnTo>
                    <a:pt x="6128" y="6296"/>
                  </a:lnTo>
                  <a:lnTo>
                    <a:pt x="6027" y="6296"/>
                  </a:lnTo>
                  <a:lnTo>
                    <a:pt x="5926" y="6061"/>
                  </a:lnTo>
                  <a:lnTo>
                    <a:pt x="5825" y="5892"/>
                  </a:lnTo>
                  <a:lnTo>
                    <a:pt x="5657" y="5724"/>
                  </a:lnTo>
                  <a:lnTo>
                    <a:pt x="5488" y="5556"/>
                  </a:lnTo>
                  <a:lnTo>
                    <a:pt x="5152" y="5286"/>
                  </a:lnTo>
                  <a:lnTo>
                    <a:pt x="4781" y="5017"/>
                  </a:lnTo>
                  <a:lnTo>
                    <a:pt x="4108" y="4108"/>
                  </a:lnTo>
                  <a:lnTo>
                    <a:pt x="3670" y="3569"/>
                  </a:lnTo>
                  <a:lnTo>
                    <a:pt x="3502" y="3401"/>
                  </a:lnTo>
                  <a:lnTo>
                    <a:pt x="3434" y="3367"/>
                  </a:lnTo>
                  <a:lnTo>
                    <a:pt x="3401" y="3367"/>
                  </a:lnTo>
                  <a:lnTo>
                    <a:pt x="3502" y="3266"/>
                  </a:lnTo>
                  <a:lnTo>
                    <a:pt x="3603" y="3165"/>
                  </a:lnTo>
                  <a:lnTo>
                    <a:pt x="3737" y="2930"/>
                  </a:lnTo>
                  <a:lnTo>
                    <a:pt x="3838" y="2593"/>
                  </a:lnTo>
                  <a:lnTo>
                    <a:pt x="3906" y="2256"/>
                  </a:lnTo>
                  <a:lnTo>
                    <a:pt x="3906" y="1920"/>
                  </a:lnTo>
                  <a:lnTo>
                    <a:pt x="3906" y="1583"/>
                  </a:lnTo>
                  <a:lnTo>
                    <a:pt x="3838" y="1280"/>
                  </a:lnTo>
                  <a:lnTo>
                    <a:pt x="3805" y="1044"/>
                  </a:lnTo>
                  <a:lnTo>
                    <a:pt x="3670" y="842"/>
                  </a:lnTo>
                  <a:lnTo>
                    <a:pt x="3502" y="640"/>
                  </a:lnTo>
                  <a:lnTo>
                    <a:pt x="3232" y="438"/>
                  </a:lnTo>
                  <a:lnTo>
                    <a:pt x="2963" y="236"/>
                  </a:lnTo>
                  <a:lnTo>
                    <a:pt x="2694" y="101"/>
                  </a:lnTo>
                  <a:lnTo>
                    <a:pt x="24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 name="Google Shape;723;p5">
              <a:extLst>
                <a:ext uri="{FF2B5EF4-FFF2-40B4-BE49-F238E27FC236}">
                  <a16:creationId xmlns:a16="http://schemas.microsoft.com/office/drawing/2014/main" id="{3C5F3BE1-2245-49B6-BF18-4D8401B6A8F7}"/>
                </a:ext>
              </a:extLst>
            </p:cNvPr>
            <p:cNvSpPr/>
            <p:nvPr/>
          </p:nvSpPr>
          <p:spPr>
            <a:xfrm>
              <a:off x="6674521" y="5069183"/>
              <a:ext cx="196301" cy="83901"/>
            </a:xfrm>
            <a:custGeom>
              <a:avLst/>
              <a:gdLst/>
              <a:ahLst/>
              <a:cxnLst/>
              <a:rect l="l" t="t" r="r" b="b"/>
              <a:pathLst>
                <a:path w="3940" h="1684" extrusionOk="0">
                  <a:moveTo>
                    <a:pt x="1886" y="1"/>
                  </a:moveTo>
                  <a:lnTo>
                    <a:pt x="1583" y="34"/>
                  </a:lnTo>
                  <a:lnTo>
                    <a:pt x="1348" y="102"/>
                  </a:lnTo>
                  <a:lnTo>
                    <a:pt x="1146" y="203"/>
                  </a:lnTo>
                  <a:lnTo>
                    <a:pt x="977" y="337"/>
                  </a:lnTo>
                  <a:lnTo>
                    <a:pt x="843" y="506"/>
                  </a:lnTo>
                  <a:lnTo>
                    <a:pt x="573" y="910"/>
                  </a:lnTo>
                  <a:lnTo>
                    <a:pt x="338" y="1280"/>
                  </a:lnTo>
                  <a:lnTo>
                    <a:pt x="169" y="1516"/>
                  </a:lnTo>
                  <a:lnTo>
                    <a:pt x="1" y="1684"/>
                  </a:lnTo>
                  <a:lnTo>
                    <a:pt x="506" y="1684"/>
                  </a:lnTo>
                  <a:lnTo>
                    <a:pt x="674" y="1516"/>
                  </a:lnTo>
                  <a:lnTo>
                    <a:pt x="775" y="1347"/>
                  </a:lnTo>
                  <a:lnTo>
                    <a:pt x="1078" y="910"/>
                  </a:lnTo>
                  <a:lnTo>
                    <a:pt x="1247" y="708"/>
                  </a:lnTo>
                  <a:lnTo>
                    <a:pt x="1415" y="573"/>
                  </a:lnTo>
                  <a:lnTo>
                    <a:pt x="1617" y="472"/>
                  </a:lnTo>
                  <a:lnTo>
                    <a:pt x="1853" y="405"/>
                  </a:lnTo>
                  <a:lnTo>
                    <a:pt x="2088" y="405"/>
                  </a:lnTo>
                  <a:lnTo>
                    <a:pt x="2391" y="438"/>
                  </a:lnTo>
                  <a:lnTo>
                    <a:pt x="2795" y="539"/>
                  </a:lnTo>
                  <a:lnTo>
                    <a:pt x="3166" y="674"/>
                  </a:lnTo>
                  <a:lnTo>
                    <a:pt x="3570" y="809"/>
                  </a:lnTo>
                  <a:lnTo>
                    <a:pt x="3940" y="943"/>
                  </a:lnTo>
                  <a:lnTo>
                    <a:pt x="3940" y="539"/>
                  </a:lnTo>
                  <a:lnTo>
                    <a:pt x="3368" y="337"/>
                  </a:lnTo>
                  <a:lnTo>
                    <a:pt x="2762" y="135"/>
                  </a:lnTo>
                  <a:lnTo>
                    <a:pt x="2492" y="68"/>
                  </a:lnTo>
                  <a:lnTo>
                    <a:pt x="218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 name="Google Shape;724;p5">
              <a:extLst>
                <a:ext uri="{FF2B5EF4-FFF2-40B4-BE49-F238E27FC236}">
                  <a16:creationId xmlns:a16="http://schemas.microsoft.com/office/drawing/2014/main" id="{11111B46-5F24-44E5-ACDF-163DD179B4B7}"/>
                </a:ext>
              </a:extLst>
            </p:cNvPr>
            <p:cNvSpPr/>
            <p:nvPr/>
          </p:nvSpPr>
          <p:spPr>
            <a:xfrm>
              <a:off x="5243718" y="4597812"/>
              <a:ext cx="45338" cy="43694"/>
            </a:xfrm>
            <a:custGeom>
              <a:avLst/>
              <a:gdLst/>
              <a:ahLst/>
              <a:cxnLst/>
              <a:rect l="l" t="t" r="r" b="b"/>
              <a:pathLst>
                <a:path w="910" h="877" extrusionOk="0">
                  <a:moveTo>
                    <a:pt x="673" y="1"/>
                  </a:moveTo>
                  <a:lnTo>
                    <a:pt x="606" y="35"/>
                  </a:lnTo>
                  <a:lnTo>
                    <a:pt x="303" y="338"/>
                  </a:lnTo>
                  <a:lnTo>
                    <a:pt x="168" y="506"/>
                  </a:lnTo>
                  <a:lnTo>
                    <a:pt x="34" y="641"/>
                  </a:lnTo>
                  <a:lnTo>
                    <a:pt x="0" y="708"/>
                  </a:lnTo>
                  <a:lnTo>
                    <a:pt x="0" y="742"/>
                  </a:lnTo>
                  <a:lnTo>
                    <a:pt x="67" y="843"/>
                  </a:lnTo>
                  <a:lnTo>
                    <a:pt x="135" y="876"/>
                  </a:lnTo>
                  <a:lnTo>
                    <a:pt x="236" y="876"/>
                  </a:lnTo>
                  <a:lnTo>
                    <a:pt x="404" y="742"/>
                  </a:lnTo>
                  <a:lnTo>
                    <a:pt x="539" y="607"/>
                  </a:lnTo>
                  <a:lnTo>
                    <a:pt x="842" y="304"/>
                  </a:lnTo>
                  <a:lnTo>
                    <a:pt x="909" y="237"/>
                  </a:lnTo>
                  <a:lnTo>
                    <a:pt x="909" y="169"/>
                  </a:lnTo>
                  <a:lnTo>
                    <a:pt x="875" y="102"/>
                  </a:lnTo>
                  <a:lnTo>
                    <a:pt x="842" y="68"/>
                  </a:lnTo>
                  <a:lnTo>
                    <a:pt x="7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8" name="Google Shape;725;p5">
              <a:extLst>
                <a:ext uri="{FF2B5EF4-FFF2-40B4-BE49-F238E27FC236}">
                  <a16:creationId xmlns:a16="http://schemas.microsoft.com/office/drawing/2014/main" id="{6A036D5C-40A4-41EF-8E87-6C7293A56682}"/>
                </a:ext>
              </a:extLst>
            </p:cNvPr>
            <p:cNvSpPr/>
            <p:nvPr/>
          </p:nvSpPr>
          <p:spPr>
            <a:xfrm>
              <a:off x="5460098" y="4067751"/>
              <a:ext cx="1410724" cy="868954"/>
            </a:xfrm>
            <a:custGeom>
              <a:avLst/>
              <a:gdLst/>
              <a:ahLst/>
              <a:cxnLst/>
              <a:rect l="l" t="t" r="r" b="b"/>
              <a:pathLst>
                <a:path w="28315" h="17441" extrusionOk="0">
                  <a:moveTo>
                    <a:pt x="2929" y="1011"/>
                  </a:moveTo>
                  <a:lnTo>
                    <a:pt x="2997" y="1112"/>
                  </a:lnTo>
                  <a:lnTo>
                    <a:pt x="3064" y="1145"/>
                  </a:lnTo>
                  <a:lnTo>
                    <a:pt x="3098" y="1179"/>
                  </a:lnTo>
                  <a:lnTo>
                    <a:pt x="3199" y="1145"/>
                  </a:lnTo>
                  <a:lnTo>
                    <a:pt x="3199" y="1213"/>
                  </a:lnTo>
                  <a:lnTo>
                    <a:pt x="3232" y="1280"/>
                  </a:lnTo>
                  <a:lnTo>
                    <a:pt x="3232" y="1280"/>
                  </a:lnTo>
                  <a:lnTo>
                    <a:pt x="3098" y="1213"/>
                  </a:lnTo>
                  <a:lnTo>
                    <a:pt x="2997" y="1145"/>
                  </a:lnTo>
                  <a:lnTo>
                    <a:pt x="2929" y="1011"/>
                  </a:lnTo>
                  <a:close/>
                  <a:moveTo>
                    <a:pt x="2088" y="236"/>
                  </a:moveTo>
                  <a:lnTo>
                    <a:pt x="2492" y="304"/>
                  </a:lnTo>
                  <a:lnTo>
                    <a:pt x="2492" y="371"/>
                  </a:lnTo>
                  <a:lnTo>
                    <a:pt x="2458" y="472"/>
                  </a:lnTo>
                  <a:lnTo>
                    <a:pt x="2458" y="573"/>
                  </a:lnTo>
                  <a:lnTo>
                    <a:pt x="2492" y="842"/>
                  </a:lnTo>
                  <a:lnTo>
                    <a:pt x="2593" y="1044"/>
                  </a:lnTo>
                  <a:lnTo>
                    <a:pt x="2727" y="1246"/>
                  </a:lnTo>
                  <a:lnTo>
                    <a:pt x="2896" y="1415"/>
                  </a:lnTo>
                  <a:lnTo>
                    <a:pt x="2997" y="1482"/>
                  </a:lnTo>
                  <a:lnTo>
                    <a:pt x="3098" y="1550"/>
                  </a:lnTo>
                  <a:lnTo>
                    <a:pt x="3199" y="1550"/>
                  </a:lnTo>
                  <a:lnTo>
                    <a:pt x="3333" y="1583"/>
                  </a:lnTo>
                  <a:lnTo>
                    <a:pt x="3434" y="1550"/>
                  </a:lnTo>
                  <a:lnTo>
                    <a:pt x="3468" y="1516"/>
                  </a:lnTo>
                  <a:lnTo>
                    <a:pt x="3502" y="1482"/>
                  </a:lnTo>
                  <a:lnTo>
                    <a:pt x="3468" y="1886"/>
                  </a:lnTo>
                  <a:lnTo>
                    <a:pt x="3367" y="2257"/>
                  </a:lnTo>
                  <a:lnTo>
                    <a:pt x="3030" y="2156"/>
                  </a:lnTo>
                  <a:lnTo>
                    <a:pt x="2727" y="2055"/>
                  </a:lnTo>
                  <a:lnTo>
                    <a:pt x="2458" y="1853"/>
                  </a:lnTo>
                  <a:lnTo>
                    <a:pt x="2189" y="1617"/>
                  </a:lnTo>
                  <a:lnTo>
                    <a:pt x="2088" y="1482"/>
                  </a:lnTo>
                  <a:lnTo>
                    <a:pt x="1987" y="1314"/>
                  </a:lnTo>
                  <a:lnTo>
                    <a:pt x="1852" y="977"/>
                  </a:lnTo>
                  <a:lnTo>
                    <a:pt x="1751" y="640"/>
                  </a:lnTo>
                  <a:lnTo>
                    <a:pt x="1684" y="270"/>
                  </a:lnTo>
                  <a:lnTo>
                    <a:pt x="2088" y="236"/>
                  </a:lnTo>
                  <a:close/>
                  <a:moveTo>
                    <a:pt x="1583" y="304"/>
                  </a:moveTo>
                  <a:lnTo>
                    <a:pt x="1583" y="674"/>
                  </a:lnTo>
                  <a:lnTo>
                    <a:pt x="1650" y="1078"/>
                  </a:lnTo>
                  <a:lnTo>
                    <a:pt x="1818" y="1449"/>
                  </a:lnTo>
                  <a:lnTo>
                    <a:pt x="2020" y="1785"/>
                  </a:lnTo>
                  <a:lnTo>
                    <a:pt x="2290" y="2055"/>
                  </a:lnTo>
                  <a:lnTo>
                    <a:pt x="2626" y="2324"/>
                  </a:lnTo>
                  <a:lnTo>
                    <a:pt x="2761" y="2391"/>
                  </a:lnTo>
                  <a:lnTo>
                    <a:pt x="2929" y="2425"/>
                  </a:lnTo>
                  <a:lnTo>
                    <a:pt x="3232" y="2459"/>
                  </a:lnTo>
                  <a:lnTo>
                    <a:pt x="3064" y="2728"/>
                  </a:lnTo>
                  <a:lnTo>
                    <a:pt x="2896" y="2896"/>
                  </a:lnTo>
                  <a:lnTo>
                    <a:pt x="2727" y="2997"/>
                  </a:lnTo>
                  <a:lnTo>
                    <a:pt x="2525" y="3065"/>
                  </a:lnTo>
                  <a:lnTo>
                    <a:pt x="2290" y="3132"/>
                  </a:lnTo>
                  <a:lnTo>
                    <a:pt x="1987" y="3166"/>
                  </a:lnTo>
                  <a:lnTo>
                    <a:pt x="1785" y="3166"/>
                  </a:lnTo>
                  <a:lnTo>
                    <a:pt x="1684" y="3132"/>
                  </a:lnTo>
                  <a:lnTo>
                    <a:pt x="1650" y="3098"/>
                  </a:lnTo>
                  <a:lnTo>
                    <a:pt x="1616" y="3098"/>
                  </a:lnTo>
                  <a:lnTo>
                    <a:pt x="1616" y="3132"/>
                  </a:lnTo>
                  <a:lnTo>
                    <a:pt x="1616" y="3199"/>
                  </a:lnTo>
                  <a:lnTo>
                    <a:pt x="1650" y="3267"/>
                  </a:lnTo>
                  <a:lnTo>
                    <a:pt x="1751" y="3334"/>
                  </a:lnTo>
                  <a:lnTo>
                    <a:pt x="2189" y="3334"/>
                  </a:lnTo>
                  <a:lnTo>
                    <a:pt x="2525" y="3267"/>
                  </a:lnTo>
                  <a:lnTo>
                    <a:pt x="2525" y="3300"/>
                  </a:lnTo>
                  <a:lnTo>
                    <a:pt x="2694" y="3502"/>
                  </a:lnTo>
                  <a:lnTo>
                    <a:pt x="2896" y="3738"/>
                  </a:lnTo>
                  <a:lnTo>
                    <a:pt x="3367" y="4108"/>
                  </a:lnTo>
                  <a:lnTo>
                    <a:pt x="3771" y="4479"/>
                  </a:lnTo>
                  <a:lnTo>
                    <a:pt x="3973" y="4681"/>
                  </a:lnTo>
                  <a:lnTo>
                    <a:pt x="4141" y="4950"/>
                  </a:lnTo>
                  <a:lnTo>
                    <a:pt x="4276" y="5152"/>
                  </a:lnTo>
                  <a:lnTo>
                    <a:pt x="4444" y="5354"/>
                  </a:lnTo>
                  <a:lnTo>
                    <a:pt x="4781" y="5758"/>
                  </a:lnTo>
                  <a:lnTo>
                    <a:pt x="5185" y="6128"/>
                  </a:lnTo>
                  <a:lnTo>
                    <a:pt x="5589" y="6499"/>
                  </a:lnTo>
                  <a:lnTo>
                    <a:pt x="5421" y="6701"/>
                  </a:lnTo>
                  <a:lnTo>
                    <a:pt x="5252" y="6936"/>
                  </a:lnTo>
                  <a:lnTo>
                    <a:pt x="5118" y="7138"/>
                  </a:lnTo>
                  <a:lnTo>
                    <a:pt x="3300" y="5388"/>
                  </a:lnTo>
                  <a:lnTo>
                    <a:pt x="2424" y="4546"/>
                  </a:lnTo>
                  <a:lnTo>
                    <a:pt x="1953" y="4142"/>
                  </a:lnTo>
                  <a:lnTo>
                    <a:pt x="1482" y="3805"/>
                  </a:lnTo>
                  <a:lnTo>
                    <a:pt x="909" y="3469"/>
                  </a:lnTo>
                  <a:lnTo>
                    <a:pt x="674" y="3267"/>
                  </a:lnTo>
                  <a:lnTo>
                    <a:pt x="573" y="3132"/>
                  </a:lnTo>
                  <a:lnTo>
                    <a:pt x="472" y="2997"/>
                  </a:lnTo>
                  <a:lnTo>
                    <a:pt x="371" y="2829"/>
                  </a:lnTo>
                  <a:lnTo>
                    <a:pt x="337" y="2661"/>
                  </a:lnTo>
                  <a:lnTo>
                    <a:pt x="270" y="2290"/>
                  </a:lnTo>
                  <a:lnTo>
                    <a:pt x="270" y="1954"/>
                  </a:lnTo>
                  <a:lnTo>
                    <a:pt x="303" y="1583"/>
                  </a:lnTo>
                  <a:lnTo>
                    <a:pt x="371" y="1314"/>
                  </a:lnTo>
                  <a:lnTo>
                    <a:pt x="472" y="1078"/>
                  </a:lnTo>
                  <a:lnTo>
                    <a:pt x="606" y="876"/>
                  </a:lnTo>
                  <a:lnTo>
                    <a:pt x="775" y="708"/>
                  </a:lnTo>
                  <a:lnTo>
                    <a:pt x="943" y="573"/>
                  </a:lnTo>
                  <a:lnTo>
                    <a:pt x="1145" y="438"/>
                  </a:lnTo>
                  <a:lnTo>
                    <a:pt x="1347" y="337"/>
                  </a:lnTo>
                  <a:lnTo>
                    <a:pt x="1583" y="304"/>
                  </a:lnTo>
                  <a:close/>
                  <a:moveTo>
                    <a:pt x="21548" y="6701"/>
                  </a:moveTo>
                  <a:lnTo>
                    <a:pt x="21682" y="6903"/>
                  </a:lnTo>
                  <a:lnTo>
                    <a:pt x="21548" y="7037"/>
                  </a:lnTo>
                  <a:lnTo>
                    <a:pt x="21447" y="7206"/>
                  </a:lnTo>
                  <a:lnTo>
                    <a:pt x="21346" y="7071"/>
                  </a:lnTo>
                  <a:lnTo>
                    <a:pt x="21278" y="7004"/>
                  </a:lnTo>
                  <a:lnTo>
                    <a:pt x="21413" y="6869"/>
                  </a:lnTo>
                  <a:lnTo>
                    <a:pt x="21480" y="6802"/>
                  </a:lnTo>
                  <a:lnTo>
                    <a:pt x="21514" y="6734"/>
                  </a:lnTo>
                  <a:lnTo>
                    <a:pt x="21548" y="6701"/>
                  </a:lnTo>
                  <a:close/>
                  <a:moveTo>
                    <a:pt x="22086" y="7004"/>
                  </a:moveTo>
                  <a:lnTo>
                    <a:pt x="22288" y="7037"/>
                  </a:lnTo>
                  <a:lnTo>
                    <a:pt x="22490" y="7105"/>
                  </a:lnTo>
                  <a:lnTo>
                    <a:pt x="22692" y="7206"/>
                  </a:lnTo>
                  <a:lnTo>
                    <a:pt x="22894" y="7307"/>
                  </a:lnTo>
                  <a:lnTo>
                    <a:pt x="23063" y="7475"/>
                  </a:lnTo>
                  <a:lnTo>
                    <a:pt x="23770" y="8115"/>
                  </a:lnTo>
                  <a:lnTo>
                    <a:pt x="24477" y="8754"/>
                  </a:lnTo>
                  <a:lnTo>
                    <a:pt x="25117" y="9428"/>
                  </a:lnTo>
                  <a:lnTo>
                    <a:pt x="25723" y="10101"/>
                  </a:lnTo>
                  <a:lnTo>
                    <a:pt x="26295" y="10842"/>
                  </a:lnTo>
                  <a:lnTo>
                    <a:pt x="26800" y="11549"/>
                  </a:lnTo>
                  <a:lnTo>
                    <a:pt x="26733" y="11583"/>
                  </a:lnTo>
                  <a:lnTo>
                    <a:pt x="26699" y="11616"/>
                  </a:lnTo>
                  <a:lnTo>
                    <a:pt x="26665" y="11684"/>
                  </a:lnTo>
                  <a:lnTo>
                    <a:pt x="26665" y="11751"/>
                  </a:lnTo>
                  <a:lnTo>
                    <a:pt x="26699" y="11785"/>
                  </a:lnTo>
                  <a:lnTo>
                    <a:pt x="26733" y="11852"/>
                  </a:lnTo>
                  <a:lnTo>
                    <a:pt x="26800" y="11987"/>
                  </a:lnTo>
                  <a:lnTo>
                    <a:pt x="26564" y="12290"/>
                  </a:lnTo>
                  <a:lnTo>
                    <a:pt x="26531" y="12357"/>
                  </a:lnTo>
                  <a:lnTo>
                    <a:pt x="26463" y="12391"/>
                  </a:lnTo>
                  <a:lnTo>
                    <a:pt x="26329" y="12391"/>
                  </a:lnTo>
                  <a:lnTo>
                    <a:pt x="26160" y="12357"/>
                  </a:lnTo>
                  <a:lnTo>
                    <a:pt x="25992" y="12256"/>
                  </a:lnTo>
                  <a:lnTo>
                    <a:pt x="25655" y="12020"/>
                  </a:lnTo>
                  <a:lnTo>
                    <a:pt x="25453" y="11852"/>
                  </a:lnTo>
                  <a:lnTo>
                    <a:pt x="25083" y="11549"/>
                  </a:lnTo>
                  <a:lnTo>
                    <a:pt x="24746" y="11246"/>
                  </a:lnTo>
                  <a:lnTo>
                    <a:pt x="24107" y="10573"/>
                  </a:lnTo>
                  <a:lnTo>
                    <a:pt x="23433" y="9832"/>
                  </a:lnTo>
                  <a:lnTo>
                    <a:pt x="22793" y="9057"/>
                  </a:lnTo>
                  <a:lnTo>
                    <a:pt x="22120" y="8317"/>
                  </a:lnTo>
                  <a:lnTo>
                    <a:pt x="21783" y="7946"/>
                  </a:lnTo>
                  <a:lnTo>
                    <a:pt x="21413" y="7610"/>
                  </a:lnTo>
                  <a:lnTo>
                    <a:pt x="21548" y="7408"/>
                  </a:lnTo>
                  <a:lnTo>
                    <a:pt x="21716" y="7206"/>
                  </a:lnTo>
                  <a:lnTo>
                    <a:pt x="21884" y="7071"/>
                  </a:lnTo>
                  <a:lnTo>
                    <a:pt x="22086" y="7004"/>
                  </a:lnTo>
                  <a:close/>
                  <a:moveTo>
                    <a:pt x="26935" y="12088"/>
                  </a:moveTo>
                  <a:lnTo>
                    <a:pt x="27271" y="12222"/>
                  </a:lnTo>
                  <a:lnTo>
                    <a:pt x="27406" y="12323"/>
                  </a:lnTo>
                  <a:lnTo>
                    <a:pt x="27507" y="12424"/>
                  </a:lnTo>
                  <a:lnTo>
                    <a:pt x="27339" y="12694"/>
                  </a:lnTo>
                  <a:lnTo>
                    <a:pt x="27137" y="12896"/>
                  </a:lnTo>
                  <a:lnTo>
                    <a:pt x="26800" y="12424"/>
                  </a:lnTo>
                  <a:lnTo>
                    <a:pt x="26867" y="12256"/>
                  </a:lnTo>
                  <a:lnTo>
                    <a:pt x="26935" y="12088"/>
                  </a:lnTo>
                  <a:close/>
                  <a:moveTo>
                    <a:pt x="1650" y="1"/>
                  </a:moveTo>
                  <a:lnTo>
                    <a:pt x="1414" y="68"/>
                  </a:lnTo>
                  <a:lnTo>
                    <a:pt x="1179" y="135"/>
                  </a:lnTo>
                  <a:lnTo>
                    <a:pt x="977" y="236"/>
                  </a:lnTo>
                  <a:lnTo>
                    <a:pt x="775" y="371"/>
                  </a:lnTo>
                  <a:lnTo>
                    <a:pt x="539" y="607"/>
                  </a:lnTo>
                  <a:lnTo>
                    <a:pt x="371" y="842"/>
                  </a:lnTo>
                  <a:lnTo>
                    <a:pt x="236" y="1078"/>
                  </a:lnTo>
                  <a:lnTo>
                    <a:pt x="101" y="1347"/>
                  </a:lnTo>
                  <a:lnTo>
                    <a:pt x="34" y="1651"/>
                  </a:lnTo>
                  <a:lnTo>
                    <a:pt x="0" y="1920"/>
                  </a:lnTo>
                  <a:lnTo>
                    <a:pt x="0" y="2223"/>
                  </a:lnTo>
                  <a:lnTo>
                    <a:pt x="34" y="2526"/>
                  </a:lnTo>
                  <a:lnTo>
                    <a:pt x="101" y="2728"/>
                  </a:lnTo>
                  <a:lnTo>
                    <a:pt x="135" y="2930"/>
                  </a:lnTo>
                  <a:lnTo>
                    <a:pt x="236" y="3098"/>
                  </a:lnTo>
                  <a:lnTo>
                    <a:pt x="337" y="3233"/>
                  </a:lnTo>
                  <a:lnTo>
                    <a:pt x="573" y="3502"/>
                  </a:lnTo>
                  <a:lnTo>
                    <a:pt x="842" y="3738"/>
                  </a:lnTo>
                  <a:lnTo>
                    <a:pt x="1482" y="4142"/>
                  </a:lnTo>
                  <a:lnTo>
                    <a:pt x="1785" y="4378"/>
                  </a:lnTo>
                  <a:lnTo>
                    <a:pt x="2088" y="4613"/>
                  </a:lnTo>
                  <a:lnTo>
                    <a:pt x="3535" y="5994"/>
                  </a:lnTo>
                  <a:lnTo>
                    <a:pt x="4949" y="7374"/>
                  </a:lnTo>
                  <a:lnTo>
                    <a:pt x="5017" y="7408"/>
                  </a:lnTo>
                  <a:lnTo>
                    <a:pt x="5084" y="7408"/>
                  </a:lnTo>
                  <a:lnTo>
                    <a:pt x="5151" y="7340"/>
                  </a:lnTo>
                  <a:lnTo>
                    <a:pt x="5185" y="7307"/>
                  </a:lnTo>
                  <a:lnTo>
                    <a:pt x="5320" y="7172"/>
                  </a:lnTo>
                  <a:lnTo>
                    <a:pt x="5421" y="7037"/>
                  </a:lnTo>
                  <a:lnTo>
                    <a:pt x="5488" y="7037"/>
                  </a:lnTo>
                  <a:lnTo>
                    <a:pt x="5757" y="7374"/>
                  </a:lnTo>
                  <a:lnTo>
                    <a:pt x="5993" y="7643"/>
                  </a:lnTo>
                  <a:lnTo>
                    <a:pt x="6363" y="8014"/>
                  </a:lnTo>
                  <a:lnTo>
                    <a:pt x="6801" y="8384"/>
                  </a:lnTo>
                  <a:lnTo>
                    <a:pt x="7205" y="8687"/>
                  </a:lnTo>
                  <a:lnTo>
                    <a:pt x="7643" y="8956"/>
                  </a:lnTo>
                  <a:lnTo>
                    <a:pt x="8114" y="9192"/>
                  </a:lnTo>
                  <a:lnTo>
                    <a:pt x="8619" y="9360"/>
                  </a:lnTo>
                  <a:lnTo>
                    <a:pt x="8922" y="9428"/>
                  </a:lnTo>
                  <a:lnTo>
                    <a:pt x="9259" y="9461"/>
                  </a:lnTo>
                  <a:lnTo>
                    <a:pt x="9899" y="9529"/>
                  </a:lnTo>
                  <a:lnTo>
                    <a:pt x="10202" y="9563"/>
                  </a:lnTo>
                  <a:lnTo>
                    <a:pt x="10505" y="9664"/>
                  </a:lnTo>
                  <a:lnTo>
                    <a:pt x="10774" y="9832"/>
                  </a:lnTo>
                  <a:lnTo>
                    <a:pt x="11043" y="10034"/>
                  </a:lnTo>
                  <a:lnTo>
                    <a:pt x="11245" y="10303"/>
                  </a:lnTo>
                  <a:lnTo>
                    <a:pt x="11414" y="10606"/>
                  </a:lnTo>
                  <a:lnTo>
                    <a:pt x="11515" y="10977"/>
                  </a:lnTo>
                  <a:lnTo>
                    <a:pt x="11616" y="11347"/>
                  </a:lnTo>
                  <a:lnTo>
                    <a:pt x="11717" y="12088"/>
                  </a:lnTo>
                  <a:lnTo>
                    <a:pt x="11784" y="12761"/>
                  </a:lnTo>
                  <a:lnTo>
                    <a:pt x="11885" y="13805"/>
                  </a:lnTo>
                  <a:lnTo>
                    <a:pt x="11919" y="14310"/>
                  </a:lnTo>
                  <a:lnTo>
                    <a:pt x="11986" y="14781"/>
                  </a:lnTo>
                  <a:lnTo>
                    <a:pt x="12121" y="15252"/>
                  </a:lnTo>
                  <a:lnTo>
                    <a:pt x="12188" y="15488"/>
                  </a:lnTo>
                  <a:lnTo>
                    <a:pt x="12289" y="15690"/>
                  </a:lnTo>
                  <a:lnTo>
                    <a:pt x="12424" y="15892"/>
                  </a:lnTo>
                  <a:lnTo>
                    <a:pt x="12592" y="16094"/>
                  </a:lnTo>
                  <a:lnTo>
                    <a:pt x="12760" y="16296"/>
                  </a:lnTo>
                  <a:lnTo>
                    <a:pt x="12962" y="16464"/>
                  </a:lnTo>
                  <a:lnTo>
                    <a:pt x="13164" y="16599"/>
                  </a:lnTo>
                  <a:lnTo>
                    <a:pt x="13400" y="16734"/>
                  </a:lnTo>
                  <a:lnTo>
                    <a:pt x="13838" y="16936"/>
                  </a:lnTo>
                  <a:lnTo>
                    <a:pt x="14309" y="17070"/>
                  </a:lnTo>
                  <a:lnTo>
                    <a:pt x="14780" y="17205"/>
                  </a:lnTo>
                  <a:lnTo>
                    <a:pt x="15252" y="17306"/>
                  </a:lnTo>
                  <a:lnTo>
                    <a:pt x="15757" y="17373"/>
                  </a:lnTo>
                  <a:lnTo>
                    <a:pt x="16296" y="17441"/>
                  </a:lnTo>
                  <a:lnTo>
                    <a:pt x="16531" y="17407"/>
                  </a:lnTo>
                  <a:lnTo>
                    <a:pt x="16767" y="17407"/>
                  </a:lnTo>
                  <a:lnTo>
                    <a:pt x="17205" y="17340"/>
                  </a:lnTo>
                  <a:lnTo>
                    <a:pt x="17609" y="17239"/>
                  </a:lnTo>
                  <a:lnTo>
                    <a:pt x="18013" y="17070"/>
                  </a:lnTo>
                  <a:lnTo>
                    <a:pt x="18383" y="16902"/>
                  </a:lnTo>
                  <a:lnTo>
                    <a:pt x="18753" y="16700"/>
                  </a:lnTo>
                  <a:lnTo>
                    <a:pt x="19090" y="16464"/>
                  </a:lnTo>
                  <a:lnTo>
                    <a:pt x="19393" y="16161"/>
                  </a:lnTo>
                  <a:lnTo>
                    <a:pt x="19629" y="15791"/>
                  </a:lnTo>
                  <a:lnTo>
                    <a:pt x="19763" y="15555"/>
                  </a:lnTo>
                  <a:lnTo>
                    <a:pt x="19831" y="15320"/>
                  </a:lnTo>
                  <a:lnTo>
                    <a:pt x="19898" y="15084"/>
                  </a:lnTo>
                  <a:lnTo>
                    <a:pt x="19898" y="14815"/>
                  </a:lnTo>
                  <a:lnTo>
                    <a:pt x="19898" y="14579"/>
                  </a:lnTo>
                  <a:lnTo>
                    <a:pt x="19831" y="14343"/>
                  </a:lnTo>
                  <a:lnTo>
                    <a:pt x="19763" y="14108"/>
                  </a:lnTo>
                  <a:lnTo>
                    <a:pt x="19696" y="13872"/>
                  </a:lnTo>
                  <a:lnTo>
                    <a:pt x="19460" y="13367"/>
                  </a:lnTo>
                  <a:lnTo>
                    <a:pt x="19225" y="12929"/>
                  </a:lnTo>
                  <a:lnTo>
                    <a:pt x="18922" y="12492"/>
                  </a:lnTo>
                  <a:lnTo>
                    <a:pt x="18652" y="12121"/>
                  </a:lnTo>
                  <a:lnTo>
                    <a:pt x="18248" y="11549"/>
                  </a:lnTo>
                  <a:lnTo>
                    <a:pt x="17878" y="10909"/>
                  </a:lnTo>
                  <a:lnTo>
                    <a:pt x="17575" y="10202"/>
                  </a:lnTo>
                  <a:lnTo>
                    <a:pt x="17339" y="9529"/>
                  </a:lnTo>
                  <a:lnTo>
                    <a:pt x="17238" y="9158"/>
                  </a:lnTo>
                  <a:lnTo>
                    <a:pt x="17171" y="8788"/>
                  </a:lnTo>
                  <a:lnTo>
                    <a:pt x="17104" y="8418"/>
                  </a:lnTo>
                  <a:lnTo>
                    <a:pt x="17070" y="8047"/>
                  </a:lnTo>
                  <a:lnTo>
                    <a:pt x="17070" y="7711"/>
                  </a:lnTo>
                  <a:lnTo>
                    <a:pt x="17104" y="7340"/>
                  </a:lnTo>
                  <a:lnTo>
                    <a:pt x="17137" y="6970"/>
                  </a:lnTo>
                  <a:lnTo>
                    <a:pt x="17238" y="6633"/>
                  </a:lnTo>
                  <a:lnTo>
                    <a:pt x="17339" y="6297"/>
                  </a:lnTo>
                  <a:lnTo>
                    <a:pt x="17541" y="5960"/>
                  </a:lnTo>
                  <a:lnTo>
                    <a:pt x="17777" y="5691"/>
                  </a:lnTo>
                  <a:lnTo>
                    <a:pt x="18046" y="5455"/>
                  </a:lnTo>
                  <a:lnTo>
                    <a:pt x="18349" y="5253"/>
                  </a:lnTo>
                  <a:lnTo>
                    <a:pt x="18686" y="5152"/>
                  </a:lnTo>
                  <a:lnTo>
                    <a:pt x="19023" y="5085"/>
                  </a:lnTo>
                  <a:lnTo>
                    <a:pt x="19393" y="5085"/>
                  </a:lnTo>
                  <a:lnTo>
                    <a:pt x="19696" y="5186"/>
                  </a:lnTo>
                  <a:lnTo>
                    <a:pt x="19965" y="5320"/>
                  </a:lnTo>
                  <a:lnTo>
                    <a:pt x="20235" y="5489"/>
                  </a:lnTo>
                  <a:lnTo>
                    <a:pt x="20470" y="5724"/>
                  </a:lnTo>
                  <a:lnTo>
                    <a:pt x="20672" y="5960"/>
                  </a:lnTo>
                  <a:lnTo>
                    <a:pt x="20874" y="6196"/>
                  </a:lnTo>
                  <a:lnTo>
                    <a:pt x="21211" y="6734"/>
                  </a:lnTo>
                  <a:lnTo>
                    <a:pt x="21076" y="6936"/>
                  </a:lnTo>
                  <a:lnTo>
                    <a:pt x="21043" y="6936"/>
                  </a:lnTo>
                  <a:lnTo>
                    <a:pt x="21043" y="7037"/>
                  </a:lnTo>
                  <a:lnTo>
                    <a:pt x="21076" y="7071"/>
                  </a:lnTo>
                  <a:lnTo>
                    <a:pt x="21144" y="7071"/>
                  </a:lnTo>
                  <a:lnTo>
                    <a:pt x="21177" y="7138"/>
                  </a:lnTo>
                  <a:lnTo>
                    <a:pt x="21245" y="7273"/>
                  </a:lnTo>
                  <a:lnTo>
                    <a:pt x="21278" y="7340"/>
                  </a:lnTo>
                  <a:lnTo>
                    <a:pt x="21346" y="7374"/>
                  </a:lnTo>
                  <a:lnTo>
                    <a:pt x="21312" y="7542"/>
                  </a:lnTo>
                  <a:lnTo>
                    <a:pt x="21245" y="7576"/>
                  </a:lnTo>
                  <a:lnTo>
                    <a:pt x="21211" y="7643"/>
                  </a:lnTo>
                  <a:lnTo>
                    <a:pt x="21245" y="7677"/>
                  </a:lnTo>
                  <a:lnTo>
                    <a:pt x="21649" y="8216"/>
                  </a:lnTo>
                  <a:lnTo>
                    <a:pt x="22086" y="8721"/>
                  </a:lnTo>
                  <a:lnTo>
                    <a:pt x="22962" y="9697"/>
                  </a:lnTo>
                  <a:lnTo>
                    <a:pt x="23837" y="10674"/>
                  </a:lnTo>
                  <a:lnTo>
                    <a:pt x="24275" y="11145"/>
                  </a:lnTo>
                  <a:lnTo>
                    <a:pt x="24746" y="11583"/>
                  </a:lnTo>
                  <a:lnTo>
                    <a:pt x="25049" y="11886"/>
                  </a:lnTo>
                  <a:lnTo>
                    <a:pt x="25453" y="12256"/>
                  </a:lnTo>
                  <a:lnTo>
                    <a:pt x="25689" y="12424"/>
                  </a:lnTo>
                  <a:lnTo>
                    <a:pt x="25925" y="12593"/>
                  </a:lnTo>
                  <a:lnTo>
                    <a:pt x="26127" y="12660"/>
                  </a:lnTo>
                  <a:lnTo>
                    <a:pt x="26295" y="12694"/>
                  </a:lnTo>
                  <a:lnTo>
                    <a:pt x="26497" y="12660"/>
                  </a:lnTo>
                  <a:lnTo>
                    <a:pt x="26665" y="12593"/>
                  </a:lnTo>
                  <a:lnTo>
                    <a:pt x="26699" y="12559"/>
                  </a:lnTo>
                  <a:lnTo>
                    <a:pt x="27036" y="13064"/>
                  </a:lnTo>
                  <a:lnTo>
                    <a:pt x="27103" y="13098"/>
                  </a:lnTo>
                  <a:lnTo>
                    <a:pt x="27170" y="13098"/>
                  </a:lnTo>
                  <a:lnTo>
                    <a:pt x="27440" y="12862"/>
                  </a:lnTo>
                  <a:lnTo>
                    <a:pt x="27608" y="13030"/>
                  </a:lnTo>
                  <a:lnTo>
                    <a:pt x="27810" y="13165"/>
                  </a:lnTo>
                  <a:lnTo>
                    <a:pt x="28046" y="13232"/>
                  </a:lnTo>
                  <a:lnTo>
                    <a:pt x="28315" y="13266"/>
                  </a:lnTo>
                  <a:lnTo>
                    <a:pt x="28315" y="12862"/>
                  </a:lnTo>
                  <a:lnTo>
                    <a:pt x="27978" y="12795"/>
                  </a:lnTo>
                  <a:lnTo>
                    <a:pt x="27608" y="12660"/>
                  </a:lnTo>
                  <a:lnTo>
                    <a:pt x="27709" y="12525"/>
                  </a:lnTo>
                  <a:lnTo>
                    <a:pt x="27743" y="12458"/>
                  </a:lnTo>
                  <a:lnTo>
                    <a:pt x="27709" y="12357"/>
                  </a:lnTo>
                  <a:lnTo>
                    <a:pt x="27574" y="12189"/>
                  </a:lnTo>
                  <a:lnTo>
                    <a:pt x="27372" y="12020"/>
                  </a:lnTo>
                  <a:lnTo>
                    <a:pt x="27170" y="11919"/>
                  </a:lnTo>
                  <a:lnTo>
                    <a:pt x="27204" y="11852"/>
                  </a:lnTo>
                  <a:lnTo>
                    <a:pt x="27204" y="11751"/>
                  </a:lnTo>
                  <a:lnTo>
                    <a:pt x="27137" y="11650"/>
                  </a:lnTo>
                  <a:lnTo>
                    <a:pt x="27137" y="11616"/>
                  </a:lnTo>
                  <a:lnTo>
                    <a:pt x="27137" y="11583"/>
                  </a:lnTo>
                  <a:lnTo>
                    <a:pt x="27137" y="11549"/>
                  </a:lnTo>
                  <a:lnTo>
                    <a:pt x="27069" y="11549"/>
                  </a:lnTo>
                  <a:lnTo>
                    <a:pt x="26733" y="10977"/>
                  </a:lnTo>
                  <a:lnTo>
                    <a:pt x="26362" y="10438"/>
                  </a:lnTo>
                  <a:lnTo>
                    <a:pt x="25958" y="9933"/>
                  </a:lnTo>
                  <a:lnTo>
                    <a:pt x="25521" y="9428"/>
                  </a:lnTo>
                  <a:lnTo>
                    <a:pt x="25049" y="8956"/>
                  </a:lnTo>
                  <a:lnTo>
                    <a:pt x="24578" y="8519"/>
                  </a:lnTo>
                  <a:lnTo>
                    <a:pt x="23601" y="7610"/>
                  </a:lnTo>
                  <a:lnTo>
                    <a:pt x="23298" y="7307"/>
                  </a:lnTo>
                  <a:lnTo>
                    <a:pt x="22928" y="6970"/>
                  </a:lnTo>
                  <a:lnTo>
                    <a:pt x="22726" y="6835"/>
                  </a:lnTo>
                  <a:lnTo>
                    <a:pt x="22524" y="6734"/>
                  </a:lnTo>
                  <a:lnTo>
                    <a:pt x="22288" y="6667"/>
                  </a:lnTo>
                  <a:lnTo>
                    <a:pt x="22086" y="6701"/>
                  </a:lnTo>
                  <a:lnTo>
                    <a:pt x="21884" y="6768"/>
                  </a:lnTo>
                  <a:lnTo>
                    <a:pt x="21783" y="6600"/>
                  </a:lnTo>
                  <a:lnTo>
                    <a:pt x="21682" y="6431"/>
                  </a:lnTo>
                  <a:lnTo>
                    <a:pt x="21649" y="6398"/>
                  </a:lnTo>
                  <a:lnTo>
                    <a:pt x="21581" y="6364"/>
                  </a:lnTo>
                  <a:lnTo>
                    <a:pt x="21514" y="6364"/>
                  </a:lnTo>
                  <a:lnTo>
                    <a:pt x="21480" y="6398"/>
                  </a:lnTo>
                  <a:lnTo>
                    <a:pt x="21413" y="6499"/>
                  </a:lnTo>
                  <a:lnTo>
                    <a:pt x="21177" y="6162"/>
                  </a:lnTo>
                  <a:lnTo>
                    <a:pt x="20942" y="5825"/>
                  </a:lnTo>
                  <a:lnTo>
                    <a:pt x="20639" y="5522"/>
                  </a:lnTo>
                  <a:lnTo>
                    <a:pt x="20336" y="5219"/>
                  </a:lnTo>
                  <a:lnTo>
                    <a:pt x="19999" y="4984"/>
                  </a:lnTo>
                  <a:lnTo>
                    <a:pt x="19831" y="4916"/>
                  </a:lnTo>
                  <a:lnTo>
                    <a:pt x="19662" y="4849"/>
                  </a:lnTo>
                  <a:lnTo>
                    <a:pt x="19460" y="4782"/>
                  </a:lnTo>
                  <a:lnTo>
                    <a:pt x="19258" y="4748"/>
                  </a:lnTo>
                  <a:lnTo>
                    <a:pt x="19056" y="4748"/>
                  </a:lnTo>
                  <a:lnTo>
                    <a:pt x="18854" y="4782"/>
                  </a:lnTo>
                  <a:lnTo>
                    <a:pt x="18585" y="4849"/>
                  </a:lnTo>
                  <a:lnTo>
                    <a:pt x="18383" y="4916"/>
                  </a:lnTo>
                  <a:lnTo>
                    <a:pt x="18147" y="5017"/>
                  </a:lnTo>
                  <a:lnTo>
                    <a:pt x="17945" y="5152"/>
                  </a:lnTo>
                  <a:lnTo>
                    <a:pt x="17777" y="5287"/>
                  </a:lnTo>
                  <a:lnTo>
                    <a:pt x="17609" y="5421"/>
                  </a:lnTo>
                  <a:lnTo>
                    <a:pt x="17474" y="5590"/>
                  </a:lnTo>
                  <a:lnTo>
                    <a:pt x="17339" y="5792"/>
                  </a:lnTo>
                  <a:lnTo>
                    <a:pt x="17104" y="6162"/>
                  </a:lnTo>
                  <a:lnTo>
                    <a:pt x="16935" y="6600"/>
                  </a:lnTo>
                  <a:lnTo>
                    <a:pt x="16834" y="7071"/>
                  </a:lnTo>
                  <a:lnTo>
                    <a:pt x="16767" y="7542"/>
                  </a:lnTo>
                  <a:lnTo>
                    <a:pt x="16767" y="8148"/>
                  </a:lnTo>
                  <a:lnTo>
                    <a:pt x="16834" y="8754"/>
                  </a:lnTo>
                  <a:lnTo>
                    <a:pt x="16969" y="9360"/>
                  </a:lnTo>
                  <a:lnTo>
                    <a:pt x="17137" y="9933"/>
                  </a:lnTo>
                  <a:lnTo>
                    <a:pt x="17339" y="10505"/>
                  </a:lnTo>
                  <a:lnTo>
                    <a:pt x="17609" y="11078"/>
                  </a:lnTo>
                  <a:lnTo>
                    <a:pt x="17912" y="11616"/>
                  </a:lnTo>
                  <a:lnTo>
                    <a:pt x="18248" y="12088"/>
                  </a:lnTo>
                  <a:lnTo>
                    <a:pt x="18652" y="12626"/>
                  </a:lnTo>
                  <a:lnTo>
                    <a:pt x="18989" y="13165"/>
                  </a:lnTo>
                  <a:lnTo>
                    <a:pt x="19157" y="13434"/>
                  </a:lnTo>
                  <a:lnTo>
                    <a:pt x="19292" y="13737"/>
                  </a:lnTo>
                  <a:lnTo>
                    <a:pt x="19427" y="14040"/>
                  </a:lnTo>
                  <a:lnTo>
                    <a:pt x="19528" y="14377"/>
                  </a:lnTo>
                  <a:lnTo>
                    <a:pt x="19561" y="14579"/>
                  </a:lnTo>
                  <a:lnTo>
                    <a:pt x="19595" y="14781"/>
                  </a:lnTo>
                  <a:lnTo>
                    <a:pt x="19561" y="14983"/>
                  </a:lnTo>
                  <a:lnTo>
                    <a:pt x="19528" y="15185"/>
                  </a:lnTo>
                  <a:lnTo>
                    <a:pt x="19494" y="15353"/>
                  </a:lnTo>
                  <a:lnTo>
                    <a:pt x="19427" y="15522"/>
                  </a:lnTo>
                  <a:lnTo>
                    <a:pt x="19225" y="15858"/>
                  </a:lnTo>
                  <a:lnTo>
                    <a:pt x="18955" y="16161"/>
                  </a:lnTo>
                  <a:lnTo>
                    <a:pt x="18652" y="16397"/>
                  </a:lnTo>
                  <a:lnTo>
                    <a:pt x="18316" y="16599"/>
                  </a:lnTo>
                  <a:lnTo>
                    <a:pt x="17945" y="16767"/>
                  </a:lnTo>
                  <a:lnTo>
                    <a:pt x="17676" y="16902"/>
                  </a:lnTo>
                  <a:lnTo>
                    <a:pt x="17373" y="16969"/>
                  </a:lnTo>
                  <a:lnTo>
                    <a:pt x="17070" y="17037"/>
                  </a:lnTo>
                  <a:lnTo>
                    <a:pt x="16733" y="17070"/>
                  </a:lnTo>
                  <a:lnTo>
                    <a:pt x="16094" y="17104"/>
                  </a:lnTo>
                  <a:lnTo>
                    <a:pt x="15420" y="17070"/>
                  </a:lnTo>
                  <a:lnTo>
                    <a:pt x="14747" y="16936"/>
                  </a:lnTo>
                  <a:lnTo>
                    <a:pt x="14444" y="16868"/>
                  </a:lnTo>
                  <a:lnTo>
                    <a:pt x="14141" y="16734"/>
                  </a:lnTo>
                  <a:lnTo>
                    <a:pt x="13838" y="16633"/>
                  </a:lnTo>
                  <a:lnTo>
                    <a:pt x="13535" y="16464"/>
                  </a:lnTo>
                  <a:lnTo>
                    <a:pt x="13299" y="16330"/>
                  </a:lnTo>
                  <a:lnTo>
                    <a:pt x="13030" y="16128"/>
                  </a:lnTo>
                  <a:lnTo>
                    <a:pt x="12760" y="15892"/>
                  </a:lnTo>
                  <a:lnTo>
                    <a:pt x="12558" y="15589"/>
                  </a:lnTo>
                  <a:lnTo>
                    <a:pt x="12390" y="15286"/>
                  </a:lnTo>
                  <a:lnTo>
                    <a:pt x="12323" y="14949"/>
                  </a:lnTo>
                  <a:lnTo>
                    <a:pt x="12255" y="14613"/>
                  </a:lnTo>
                  <a:lnTo>
                    <a:pt x="12188" y="14276"/>
                  </a:lnTo>
                  <a:lnTo>
                    <a:pt x="12154" y="13535"/>
                  </a:lnTo>
                  <a:lnTo>
                    <a:pt x="12087" y="12862"/>
                  </a:lnTo>
                  <a:lnTo>
                    <a:pt x="12020" y="12222"/>
                  </a:lnTo>
                  <a:lnTo>
                    <a:pt x="11919" y="11549"/>
                  </a:lnTo>
                  <a:lnTo>
                    <a:pt x="11784" y="10909"/>
                  </a:lnTo>
                  <a:lnTo>
                    <a:pt x="11649" y="10539"/>
                  </a:lnTo>
                  <a:lnTo>
                    <a:pt x="11481" y="10135"/>
                  </a:lnTo>
                  <a:lnTo>
                    <a:pt x="11380" y="9967"/>
                  </a:lnTo>
                  <a:lnTo>
                    <a:pt x="11245" y="9798"/>
                  </a:lnTo>
                  <a:lnTo>
                    <a:pt x="11111" y="9664"/>
                  </a:lnTo>
                  <a:lnTo>
                    <a:pt x="10942" y="9563"/>
                  </a:lnTo>
                  <a:lnTo>
                    <a:pt x="10673" y="9428"/>
                  </a:lnTo>
                  <a:lnTo>
                    <a:pt x="10404" y="9327"/>
                  </a:lnTo>
                  <a:lnTo>
                    <a:pt x="10134" y="9259"/>
                  </a:lnTo>
                  <a:lnTo>
                    <a:pt x="9831" y="9192"/>
                  </a:lnTo>
                  <a:lnTo>
                    <a:pt x="9259" y="9158"/>
                  </a:lnTo>
                  <a:lnTo>
                    <a:pt x="8687" y="9057"/>
                  </a:lnTo>
                  <a:lnTo>
                    <a:pt x="8350" y="8990"/>
                  </a:lnTo>
                  <a:lnTo>
                    <a:pt x="8013" y="8855"/>
                  </a:lnTo>
                  <a:lnTo>
                    <a:pt x="7710" y="8687"/>
                  </a:lnTo>
                  <a:lnTo>
                    <a:pt x="7407" y="8485"/>
                  </a:lnTo>
                  <a:lnTo>
                    <a:pt x="6835" y="8047"/>
                  </a:lnTo>
                  <a:lnTo>
                    <a:pt x="6296" y="7576"/>
                  </a:lnTo>
                  <a:lnTo>
                    <a:pt x="6128" y="7408"/>
                  </a:lnTo>
                  <a:lnTo>
                    <a:pt x="5993" y="7206"/>
                  </a:lnTo>
                  <a:lnTo>
                    <a:pt x="5825" y="7004"/>
                  </a:lnTo>
                  <a:lnTo>
                    <a:pt x="5656" y="6869"/>
                  </a:lnTo>
                  <a:lnTo>
                    <a:pt x="5589" y="6835"/>
                  </a:lnTo>
                  <a:lnTo>
                    <a:pt x="5724" y="6667"/>
                  </a:lnTo>
                  <a:lnTo>
                    <a:pt x="5757" y="6600"/>
                  </a:lnTo>
                  <a:lnTo>
                    <a:pt x="5825" y="6600"/>
                  </a:lnTo>
                  <a:lnTo>
                    <a:pt x="5892" y="6566"/>
                  </a:lnTo>
                  <a:lnTo>
                    <a:pt x="5892" y="6499"/>
                  </a:lnTo>
                  <a:lnTo>
                    <a:pt x="5858" y="6431"/>
                  </a:lnTo>
                  <a:lnTo>
                    <a:pt x="4983" y="5590"/>
                  </a:lnTo>
                  <a:lnTo>
                    <a:pt x="4579" y="5152"/>
                  </a:lnTo>
                  <a:lnTo>
                    <a:pt x="4411" y="4916"/>
                  </a:lnTo>
                  <a:lnTo>
                    <a:pt x="4242" y="4681"/>
                  </a:lnTo>
                  <a:lnTo>
                    <a:pt x="4108" y="4445"/>
                  </a:lnTo>
                  <a:lnTo>
                    <a:pt x="3939" y="4243"/>
                  </a:lnTo>
                  <a:lnTo>
                    <a:pt x="3737" y="4041"/>
                  </a:lnTo>
                  <a:lnTo>
                    <a:pt x="3502" y="3873"/>
                  </a:lnTo>
                  <a:lnTo>
                    <a:pt x="3064" y="3536"/>
                  </a:lnTo>
                  <a:lnTo>
                    <a:pt x="2626" y="3233"/>
                  </a:lnTo>
                  <a:lnTo>
                    <a:pt x="2896" y="3132"/>
                  </a:lnTo>
                  <a:lnTo>
                    <a:pt x="3030" y="3065"/>
                  </a:lnTo>
                  <a:lnTo>
                    <a:pt x="3165" y="2964"/>
                  </a:lnTo>
                  <a:lnTo>
                    <a:pt x="3367" y="2728"/>
                  </a:lnTo>
                  <a:lnTo>
                    <a:pt x="3502" y="2459"/>
                  </a:lnTo>
                  <a:lnTo>
                    <a:pt x="3636" y="2156"/>
                  </a:lnTo>
                  <a:lnTo>
                    <a:pt x="3704" y="1819"/>
                  </a:lnTo>
                  <a:lnTo>
                    <a:pt x="3737" y="1516"/>
                  </a:lnTo>
                  <a:lnTo>
                    <a:pt x="3737" y="1179"/>
                  </a:lnTo>
                  <a:lnTo>
                    <a:pt x="3704" y="876"/>
                  </a:lnTo>
                  <a:lnTo>
                    <a:pt x="3670" y="775"/>
                  </a:lnTo>
                  <a:lnTo>
                    <a:pt x="3535" y="775"/>
                  </a:lnTo>
                  <a:lnTo>
                    <a:pt x="3502" y="809"/>
                  </a:lnTo>
                  <a:lnTo>
                    <a:pt x="3502" y="876"/>
                  </a:lnTo>
                  <a:lnTo>
                    <a:pt x="3502" y="1145"/>
                  </a:lnTo>
                  <a:lnTo>
                    <a:pt x="3401" y="876"/>
                  </a:lnTo>
                  <a:lnTo>
                    <a:pt x="3232" y="674"/>
                  </a:lnTo>
                  <a:lnTo>
                    <a:pt x="3030" y="539"/>
                  </a:lnTo>
                  <a:lnTo>
                    <a:pt x="2963" y="472"/>
                  </a:lnTo>
                  <a:lnTo>
                    <a:pt x="2896" y="337"/>
                  </a:lnTo>
                  <a:lnTo>
                    <a:pt x="2862" y="236"/>
                  </a:lnTo>
                  <a:lnTo>
                    <a:pt x="2761" y="203"/>
                  </a:lnTo>
                  <a:lnTo>
                    <a:pt x="2694" y="169"/>
                  </a:lnTo>
                  <a:lnTo>
                    <a:pt x="2593" y="169"/>
                  </a:lnTo>
                  <a:lnTo>
                    <a:pt x="2559" y="203"/>
                  </a:lnTo>
                  <a:lnTo>
                    <a:pt x="2357" y="102"/>
                  </a:lnTo>
                  <a:lnTo>
                    <a:pt x="2121" y="34"/>
                  </a:lnTo>
                  <a:lnTo>
                    <a:pt x="188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9" name="Google Shape;726;p5">
              <a:extLst>
                <a:ext uri="{FF2B5EF4-FFF2-40B4-BE49-F238E27FC236}">
                  <a16:creationId xmlns:a16="http://schemas.microsoft.com/office/drawing/2014/main" id="{AF17F792-F8A5-4B81-B043-E000C9D4D680}"/>
                </a:ext>
              </a:extLst>
            </p:cNvPr>
            <p:cNvSpPr/>
            <p:nvPr/>
          </p:nvSpPr>
          <p:spPr>
            <a:xfrm>
              <a:off x="5518788" y="4151652"/>
              <a:ext cx="28548" cy="30242"/>
            </a:xfrm>
            <a:custGeom>
              <a:avLst/>
              <a:gdLst/>
              <a:ahLst/>
              <a:cxnLst/>
              <a:rect l="l" t="t" r="r" b="b"/>
              <a:pathLst>
                <a:path w="573" h="607" extrusionOk="0">
                  <a:moveTo>
                    <a:pt x="405" y="0"/>
                  </a:moveTo>
                  <a:lnTo>
                    <a:pt x="337" y="34"/>
                  </a:lnTo>
                  <a:lnTo>
                    <a:pt x="270" y="68"/>
                  </a:lnTo>
                  <a:lnTo>
                    <a:pt x="102" y="303"/>
                  </a:lnTo>
                  <a:lnTo>
                    <a:pt x="34" y="438"/>
                  </a:lnTo>
                  <a:lnTo>
                    <a:pt x="1" y="573"/>
                  </a:lnTo>
                  <a:lnTo>
                    <a:pt x="34" y="606"/>
                  </a:lnTo>
                  <a:lnTo>
                    <a:pt x="169" y="573"/>
                  </a:lnTo>
                  <a:lnTo>
                    <a:pt x="304" y="505"/>
                  </a:lnTo>
                  <a:lnTo>
                    <a:pt x="506" y="303"/>
                  </a:lnTo>
                  <a:lnTo>
                    <a:pt x="539" y="236"/>
                  </a:lnTo>
                  <a:lnTo>
                    <a:pt x="573" y="169"/>
                  </a:lnTo>
                  <a:lnTo>
                    <a:pt x="539" y="135"/>
                  </a:lnTo>
                  <a:lnTo>
                    <a:pt x="506" y="68"/>
                  </a:lnTo>
                  <a:lnTo>
                    <a:pt x="438" y="34"/>
                  </a:lnTo>
                  <a:lnTo>
                    <a:pt x="40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0" name="Google Shape;727;p5">
              <a:extLst>
                <a:ext uri="{FF2B5EF4-FFF2-40B4-BE49-F238E27FC236}">
                  <a16:creationId xmlns:a16="http://schemas.microsoft.com/office/drawing/2014/main" id="{A444FB68-688C-4410-9ED3-BFA2A16EB88B}"/>
                </a:ext>
              </a:extLst>
            </p:cNvPr>
            <p:cNvSpPr/>
            <p:nvPr/>
          </p:nvSpPr>
          <p:spPr>
            <a:xfrm>
              <a:off x="6605766" y="4480430"/>
              <a:ext cx="134222" cy="130884"/>
            </a:xfrm>
            <a:custGeom>
              <a:avLst/>
              <a:gdLst/>
              <a:ahLst/>
              <a:cxnLst/>
              <a:rect l="l" t="t" r="r" b="b"/>
              <a:pathLst>
                <a:path w="2694" h="2627" extrusionOk="0">
                  <a:moveTo>
                    <a:pt x="505" y="337"/>
                  </a:moveTo>
                  <a:lnTo>
                    <a:pt x="775" y="539"/>
                  </a:lnTo>
                  <a:lnTo>
                    <a:pt x="1044" y="741"/>
                  </a:lnTo>
                  <a:lnTo>
                    <a:pt x="977" y="842"/>
                  </a:lnTo>
                  <a:lnTo>
                    <a:pt x="910" y="943"/>
                  </a:lnTo>
                  <a:lnTo>
                    <a:pt x="842" y="1077"/>
                  </a:lnTo>
                  <a:lnTo>
                    <a:pt x="606" y="842"/>
                  </a:lnTo>
                  <a:lnTo>
                    <a:pt x="674" y="741"/>
                  </a:lnTo>
                  <a:lnTo>
                    <a:pt x="707" y="539"/>
                  </a:lnTo>
                  <a:lnTo>
                    <a:pt x="707" y="505"/>
                  </a:lnTo>
                  <a:lnTo>
                    <a:pt x="573" y="640"/>
                  </a:lnTo>
                  <a:lnTo>
                    <a:pt x="505" y="774"/>
                  </a:lnTo>
                  <a:lnTo>
                    <a:pt x="135" y="471"/>
                  </a:lnTo>
                  <a:lnTo>
                    <a:pt x="337" y="370"/>
                  </a:lnTo>
                  <a:lnTo>
                    <a:pt x="438" y="337"/>
                  </a:lnTo>
                  <a:close/>
                  <a:moveTo>
                    <a:pt x="1179" y="875"/>
                  </a:moveTo>
                  <a:lnTo>
                    <a:pt x="1415" y="1077"/>
                  </a:lnTo>
                  <a:lnTo>
                    <a:pt x="1482" y="1178"/>
                  </a:lnTo>
                  <a:lnTo>
                    <a:pt x="1381" y="1313"/>
                  </a:lnTo>
                  <a:lnTo>
                    <a:pt x="1280" y="1515"/>
                  </a:lnTo>
                  <a:lnTo>
                    <a:pt x="1145" y="1381"/>
                  </a:lnTo>
                  <a:lnTo>
                    <a:pt x="977" y="1212"/>
                  </a:lnTo>
                  <a:lnTo>
                    <a:pt x="1044" y="1111"/>
                  </a:lnTo>
                  <a:lnTo>
                    <a:pt x="1112" y="976"/>
                  </a:lnTo>
                  <a:lnTo>
                    <a:pt x="1179" y="875"/>
                  </a:lnTo>
                  <a:close/>
                  <a:moveTo>
                    <a:pt x="1583" y="1246"/>
                  </a:moveTo>
                  <a:lnTo>
                    <a:pt x="1852" y="1583"/>
                  </a:lnTo>
                  <a:lnTo>
                    <a:pt x="1751" y="1717"/>
                  </a:lnTo>
                  <a:lnTo>
                    <a:pt x="1684" y="1886"/>
                  </a:lnTo>
                  <a:lnTo>
                    <a:pt x="1448" y="1650"/>
                  </a:lnTo>
                  <a:lnTo>
                    <a:pt x="1516" y="1414"/>
                  </a:lnTo>
                  <a:lnTo>
                    <a:pt x="1583" y="1246"/>
                  </a:lnTo>
                  <a:close/>
                  <a:moveTo>
                    <a:pt x="1920" y="1684"/>
                  </a:moveTo>
                  <a:lnTo>
                    <a:pt x="2122" y="1919"/>
                  </a:lnTo>
                  <a:lnTo>
                    <a:pt x="2021" y="2020"/>
                  </a:lnTo>
                  <a:lnTo>
                    <a:pt x="2021" y="2088"/>
                  </a:lnTo>
                  <a:lnTo>
                    <a:pt x="2021" y="2155"/>
                  </a:lnTo>
                  <a:lnTo>
                    <a:pt x="1819" y="1987"/>
                  </a:lnTo>
                  <a:lnTo>
                    <a:pt x="1852" y="1919"/>
                  </a:lnTo>
                  <a:lnTo>
                    <a:pt x="1886" y="1818"/>
                  </a:lnTo>
                  <a:lnTo>
                    <a:pt x="1920" y="1684"/>
                  </a:lnTo>
                  <a:close/>
                  <a:moveTo>
                    <a:pt x="2122" y="1953"/>
                  </a:moveTo>
                  <a:lnTo>
                    <a:pt x="2324" y="2155"/>
                  </a:lnTo>
                  <a:lnTo>
                    <a:pt x="2223" y="2357"/>
                  </a:lnTo>
                  <a:lnTo>
                    <a:pt x="2054" y="2189"/>
                  </a:lnTo>
                  <a:lnTo>
                    <a:pt x="2054" y="2054"/>
                  </a:lnTo>
                  <a:lnTo>
                    <a:pt x="2088" y="1987"/>
                  </a:lnTo>
                  <a:lnTo>
                    <a:pt x="2122" y="1953"/>
                  </a:lnTo>
                  <a:close/>
                  <a:moveTo>
                    <a:pt x="404" y="0"/>
                  </a:moveTo>
                  <a:lnTo>
                    <a:pt x="303" y="34"/>
                  </a:lnTo>
                  <a:lnTo>
                    <a:pt x="135" y="202"/>
                  </a:lnTo>
                  <a:lnTo>
                    <a:pt x="68" y="337"/>
                  </a:lnTo>
                  <a:lnTo>
                    <a:pt x="34" y="438"/>
                  </a:lnTo>
                  <a:lnTo>
                    <a:pt x="0" y="471"/>
                  </a:lnTo>
                  <a:lnTo>
                    <a:pt x="34" y="505"/>
                  </a:lnTo>
                  <a:lnTo>
                    <a:pt x="236" y="808"/>
                  </a:lnTo>
                  <a:lnTo>
                    <a:pt x="472" y="1077"/>
                  </a:lnTo>
                  <a:lnTo>
                    <a:pt x="1011" y="1616"/>
                  </a:lnTo>
                  <a:lnTo>
                    <a:pt x="1617" y="2121"/>
                  </a:lnTo>
                  <a:lnTo>
                    <a:pt x="2189" y="2593"/>
                  </a:lnTo>
                  <a:lnTo>
                    <a:pt x="2223" y="2626"/>
                  </a:lnTo>
                  <a:lnTo>
                    <a:pt x="2290" y="2626"/>
                  </a:lnTo>
                  <a:lnTo>
                    <a:pt x="2324" y="2593"/>
                  </a:lnTo>
                  <a:lnTo>
                    <a:pt x="2357" y="2559"/>
                  </a:lnTo>
                  <a:lnTo>
                    <a:pt x="2458" y="2290"/>
                  </a:lnTo>
                  <a:lnTo>
                    <a:pt x="2593" y="2391"/>
                  </a:lnTo>
                  <a:lnTo>
                    <a:pt x="2627" y="2424"/>
                  </a:lnTo>
                  <a:lnTo>
                    <a:pt x="2694" y="2391"/>
                  </a:lnTo>
                  <a:lnTo>
                    <a:pt x="2694" y="2357"/>
                  </a:lnTo>
                  <a:lnTo>
                    <a:pt x="2694" y="2290"/>
                  </a:lnTo>
                  <a:lnTo>
                    <a:pt x="2559" y="1987"/>
                  </a:lnTo>
                  <a:lnTo>
                    <a:pt x="2324" y="1717"/>
                  </a:lnTo>
                  <a:lnTo>
                    <a:pt x="1852" y="1145"/>
                  </a:lnTo>
                  <a:lnTo>
                    <a:pt x="1583" y="875"/>
                  </a:lnTo>
                  <a:lnTo>
                    <a:pt x="1280" y="606"/>
                  </a:lnTo>
                  <a:lnTo>
                    <a:pt x="1280" y="539"/>
                  </a:lnTo>
                  <a:lnTo>
                    <a:pt x="1246" y="539"/>
                  </a:lnTo>
                  <a:lnTo>
                    <a:pt x="1213" y="572"/>
                  </a:lnTo>
                  <a:lnTo>
                    <a:pt x="842" y="269"/>
                  </a:lnTo>
                  <a:lnTo>
                    <a:pt x="472" y="34"/>
                  </a:lnTo>
                  <a:lnTo>
                    <a:pt x="40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1" name="Google Shape;728;p5">
              <a:extLst>
                <a:ext uri="{FF2B5EF4-FFF2-40B4-BE49-F238E27FC236}">
                  <a16:creationId xmlns:a16="http://schemas.microsoft.com/office/drawing/2014/main" id="{B91C0123-698C-45A7-A8D4-90C14DBEA46D}"/>
                </a:ext>
              </a:extLst>
            </p:cNvPr>
            <p:cNvSpPr/>
            <p:nvPr/>
          </p:nvSpPr>
          <p:spPr>
            <a:xfrm>
              <a:off x="5567415" y="4250599"/>
              <a:ext cx="99047" cy="98997"/>
            </a:xfrm>
            <a:custGeom>
              <a:avLst/>
              <a:gdLst/>
              <a:ahLst/>
              <a:cxnLst/>
              <a:rect l="l" t="t" r="r" b="b"/>
              <a:pathLst>
                <a:path w="1988" h="1987" extrusionOk="0">
                  <a:moveTo>
                    <a:pt x="35" y="1"/>
                  </a:moveTo>
                  <a:lnTo>
                    <a:pt x="1" y="34"/>
                  </a:lnTo>
                  <a:lnTo>
                    <a:pt x="68" y="203"/>
                  </a:lnTo>
                  <a:lnTo>
                    <a:pt x="169" y="371"/>
                  </a:lnTo>
                  <a:lnTo>
                    <a:pt x="439" y="640"/>
                  </a:lnTo>
                  <a:lnTo>
                    <a:pt x="1112" y="1314"/>
                  </a:lnTo>
                  <a:lnTo>
                    <a:pt x="1348" y="1583"/>
                  </a:lnTo>
                  <a:lnTo>
                    <a:pt x="1583" y="1852"/>
                  </a:lnTo>
                  <a:lnTo>
                    <a:pt x="1651" y="1920"/>
                  </a:lnTo>
                  <a:lnTo>
                    <a:pt x="1752" y="1953"/>
                  </a:lnTo>
                  <a:lnTo>
                    <a:pt x="1819" y="1987"/>
                  </a:lnTo>
                  <a:lnTo>
                    <a:pt x="1920" y="1953"/>
                  </a:lnTo>
                  <a:lnTo>
                    <a:pt x="1987" y="1886"/>
                  </a:lnTo>
                  <a:lnTo>
                    <a:pt x="1954" y="1819"/>
                  </a:lnTo>
                  <a:lnTo>
                    <a:pt x="1954" y="1785"/>
                  </a:lnTo>
                  <a:lnTo>
                    <a:pt x="1718" y="1583"/>
                  </a:lnTo>
                  <a:lnTo>
                    <a:pt x="1516" y="1381"/>
                  </a:lnTo>
                  <a:lnTo>
                    <a:pt x="1112" y="943"/>
                  </a:lnTo>
                  <a:lnTo>
                    <a:pt x="540" y="371"/>
                  </a:lnTo>
                  <a:lnTo>
                    <a:pt x="304" y="135"/>
                  </a:lnTo>
                  <a:lnTo>
                    <a:pt x="169" y="68"/>
                  </a:lnTo>
                  <a:lnTo>
                    <a:pt x="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2" name="Google Shape;729;p5">
              <a:extLst>
                <a:ext uri="{FF2B5EF4-FFF2-40B4-BE49-F238E27FC236}">
                  <a16:creationId xmlns:a16="http://schemas.microsoft.com/office/drawing/2014/main" id="{3A206944-BF0E-4342-88F6-1F70F360354E}"/>
                </a:ext>
              </a:extLst>
            </p:cNvPr>
            <p:cNvSpPr/>
            <p:nvPr/>
          </p:nvSpPr>
          <p:spPr>
            <a:xfrm>
              <a:off x="6531979" y="3618202"/>
              <a:ext cx="338843" cy="838762"/>
            </a:xfrm>
            <a:custGeom>
              <a:avLst/>
              <a:gdLst/>
              <a:ahLst/>
              <a:cxnLst/>
              <a:rect l="l" t="t" r="r" b="b"/>
              <a:pathLst>
                <a:path w="6801" h="16835" extrusionOk="0">
                  <a:moveTo>
                    <a:pt x="6195" y="472"/>
                  </a:moveTo>
                  <a:lnTo>
                    <a:pt x="5892" y="943"/>
                  </a:lnTo>
                  <a:lnTo>
                    <a:pt x="5825" y="910"/>
                  </a:lnTo>
                  <a:lnTo>
                    <a:pt x="5791" y="842"/>
                  </a:lnTo>
                  <a:lnTo>
                    <a:pt x="5757" y="809"/>
                  </a:lnTo>
                  <a:lnTo>
                    <a:pt x="6195" y="472"/>
                  </a:lnTo>
                  <a:close/>
                  <a:moveTo>
                    <a:pt x="5589" y="977"/>
                  </a:moveTo>
                  <a:lnTo>
                    <a:pt x="5656" y="1078"/>
                  </a:lnTo>
                  <a:lnTo>
                    <a:pt x="5724" y="1145"/>
                  </a:lnTo>
                  <a:lnTo>
                    <a:pt x="5589" y="1381"/>
                  </a:lnTo>
                  <a:lnTo>
                    <a:pt x="5387" y="1246"/>
                  </a:lnTo>
                  <a:lnTo>
                    <a:pt x="5488" y="1112"/>
                  </a:lnTo>
                  <a:lnTo>
                    <a:pt x="5589" y="977"/>
                  </a:lnTo>
                  <a:close/>
                  <a:moveTo>
                    <a:pt x="5252" y="1381"/>
                  </a:moveTo>
                  <a:lnTo>
                    <a:pt x="5353" y="1482"/>
                  </a:lnTo>
                  <a:lnTo>
                    <a:pt x="5454" y="1549"/>
                  </a:lnTo>
                  <a:lnTo>
                    <a:pt x="5320" y="1819"/>
                  </a:lnTo>
                  <a:lnTo>
                    <a:pt x="5286" y="1785"/>
                  </a:lnTo>
                  <a:lnTo>
                    <a:pt x="5084" y="1684"/>
                  </a:lnTo>
                  <a:lnTo>
                    <a:pt x="5050" y="1684"/>
                  </a:lnTo>
                  <a:lnTo>
                    <a:pt x="5252" y="1381"/>
                  </a:lnTo>
                  <a:close/>
                  <a:moveTo>
                    <a:pt x="4949" y="1886"/>
                  </a:moveTo>
                  <a:lnTo>
                    <a:pt x="5084" y="1920"/>
                  </a:lnTo>
                  <a:lnTo>
                    <a:pt x="5219" y="1987"/>
                  </a:lnTo>
                  <a:lnTo>
                    <a:pt x="5084" y="2223"/>
                  </a:lnTo>
                  <a:lnTo>
                    <a:pt x="4815" y="1987"/>
                  </a:lnTo>
                  <a:lnTo>
                    <a:pt x="4882" y="1886"/>
                  </a:lnTo>
                  <a:close/>
                  <a:moveTo>
                    <a:pt x="4411" y="1920"/>
                  </a:moveTo>
                  <a:lnTo>
                    <a:pt x="4680" y="2189"/>
                  </a:lnTo>
                  <a:lnTo>
                    <a:pt x="4815" y="2324"/>
                  </a:lnTo>
                  <a:lnTo>
                    <a:pt x="4983" y="2459"/>
                  </a:lnTo>
                  <a:lnTo>
                    <a:pt x="4949" y="2459"/>
                  </a:lnTo>
                  <a:lnTo>
                    <a:pt x="4949" y="2526"/>
                  </a:lnTo>
                  <a:lnTo>
                    <a:pt x="4983" y="2593"/>
                  </a:lnTo>
                  <a:lnTo>
                    <a:pt x="5050" y="2593"/>
                  </a:lnTo>
                  <a:lnTo>
                    <a:pt x="5084" y="2560"/>
                  </a:lnTo>
                  <a:lnTo>
                    <a:pt x="5118" y="2526"/>
                  </a:lnTo>
                  <a:lnTo>
                    <a:pt x="4040" y="3704"/>
                  </a:lnTo>
                  <a:lnTo>
                    <a:pt x="3973" y="3839"/>
                  </a:lnTo>
                  <a:lnTo>
                    <a:pt x="3872" y="4041"/>
                  </a:lnTo>
                  <a:lnTo>
                    <a:pt x="3737" y="4176"/>
                  </a:lnTo>
                  <a:lnTo>
                    <a:pt x="3670" y="4209"/>
                  </a:lnTo>
                  <a:lnTo>
                    <a:pt x="3603" y="4209"/>
                  </a:lnTo>
                  <a:lnTo>
                    <a:pt x="3266" y="3940"/>
                  </a:lnTo>
                  <a:lnTo>
                    <a:pt x="2862" y="3570"/>
                  </a:lnTo>
                  <a:lnTo>
                    <a:pt x="3098" y="3401"/>
                  </a:lnTo>
                  <a:lnTo>
                    <a:pt x="3300" y="3199"/>
                  </a:lnTo>
                  <a:lnTo>
                    <a:pt x="3704" y="2762"/>
                  </a:lnTo>
                  <a:lnTo>
                    <a:pt x="4074" y="2357"/>
                  </a:lnTo>
                  <a:lnTo>
                    <a:pt x="4242" y="2155"/>
                  </a:lnTo>
                  <a:lnTo>
                    <a:pt x="4411" y="1920"/>
                  </a:lnTo>
                  <a:close/>
                  <a:moveTo>
                    <a:pt x="2963" y="4041"/>
                  </a:moveTo>
                  <a:lnTo>
                    <a:pt x="3030" y="4108"/>
                  </a:lnTo>
                  <a:lnTo>
                    <a:pt x="2997" y="4142"/>
                  </a:lnTo>
                  <a:lnTo>
                    <a:pt x="2862" y="4277"/>
                  </a:lnTo>
                  <a:lnTo>
                    <a:pt x="2694" y="4479"/>
                  </a:lnTo>
                  <a:lnTo>
                    <a:pt x="2593" y="4647"/>
                  </a:lnTo>
                  <a:lnTo>
                    <a:pt x="2559" y="4782"/>
                  </a:lnTo>
                  <a:lnTo>
                    <a:pt x="2525" y="4883"/>
                  </a:lnTo>
                  <a:lnTo>
                    <a:pt x="2391" y="4748"/>
                  </a:lnTo>
                  <a:lnTo>
                    <a:pt x="2256" y="4647"/>
                  </a:lnTo>
                  <a:lnTo>
                    <a:pt x="2424" y="4512"/>
                  </a:lnTo>
                  <a:lnTo>
                    <a:pt x="2559" y="4344"/>
                  </a:lnTo>
                  <a:lnTo>
                    <a:pt x="2761" y="4176"/>
                  </a:lnTo>
                  <a:lnTo>
                    <a:pt x="2963" y="4041"/>
                  </a:lnTo>
                  <a:close/>
                  <a:moveTo>
                    <a:pt x="6565" y="1"/>
                  </a:moveTo>
                  <a:lnTo>
                    <a:pt x="6498" y="34"/>
                  </a:lnTo>
                  <a:lnTo>
                    <a:pt x="5959" y="371"/>
                  </a:lnTo>
                  <a:lnTo>
                    <a:pt x="5690" y="573"/>
                  </a:lnTo>
                  <a:lnTo>
                    <a:pt x="5454" y="809"/>
                  </a:lnTo>
                  <a:lnTo>
                    <a:pt x="5219" y="1078"/>
                  </a:lnTo>
                  <a:lnTo>
                    <a:pt x="5017" y="1347"/>
                  </a:lnTo>
                  <a:lnTo>
                    <a:pt x="4848" y="1650"/>
                  </a:lnTo>
                  <a:lnTo>
                    <a:pt x="4747" y="1953"/>
                  </a:lnTo>
                  <a:lnTo>
                    <a:pt x="4613" y="1785"/>
                  </a:lnTo>
                  <a:lnTo>
                    <a:pt x="4444" y="1650"/>
                  </a:lnTo>
                  <a:lnTo>
                    <a:pt x="4377" y="1617"/>
                  </a:lnTo>
                  <a:lnTo>
                    <a:pt x="4343" y="1650"/>
                  </a:lnTo>
                  <a:lnTo>
                    <a:pt x="4276" y="1684"/>
                  </a:lnTo>
                  <a:lnTo>
                    <a:pt x="4108" y="1953"/>
                  </a:lnTo>
                  <a:lnTo>
                    <a:pt x="3939" y="2189"/>
                  </a:lnTo>
                  <a:lnTo>
                    <a:pt x="3535" y="2627"/>
                  </a:lnTo>
                  <a:lnTo>
                    <a:pt x="3131" y="3031"/>
                  </a:lnTo>
                  <a:lnTo>
                    <a:pt x="2929" y="3267"/>
                  </a:lnTo>
                  <a:lnTo>
                    <a:pt x="2795" y="3536"/>
                  </a:lnTo>
                  <a:lnTo>
                    <a:pt x="2761" y="3536"/>
                  </a:lnTo>
                  <a:lnTo>
                    <a:pt x="2761" y="3570"/>
                  </a:lnTo>
                  <a:lnTo>
                    <a:pt x="2795" y="3704"/>
                  </a:lnTo>
                  <a:lnTo>
                    <a:pt x="2862" y="3839"/>
                  </a:lnTo>
                  <a:lnTo>
                    <a:pt x="2626" y="3974"/>
                  </a:lnTo>
                  <a:lnTo>
                    <a:pt x="2458" y="4142"/>
                  </a:lnTo>
                  <a:lnTo>
                    <a:pt x="2222" y="4378"/>
                  </a:lnTo>
                  <a:lnTo>
                    <a:pt x="2155" y="4479"/>
                  </a:lnTo>
                  <a:lnTo>
                    <a:pt x="2087" y="4613"/>
                  </a:lnTo>
                  <a:lnTo>
                    <a:pt x="2087" y="4681"/>
                  </a:lnTo>
                  <a:lnTo>
                    <a:pt x="2121" y="4714"/>
                  </a:lnTo>
                  <a:lnTo>
                    <a:pt x="2188" y="4849"/>
                  </a:lnTo>
                  <a:lnTo>
                    <a:pt x="2256" y="4984"/>
                  </a:lnTo>
                  <a:lnTo>
                    <a:pt x="2188" y="5017"/>
                  </a:lnTo>
                  <a:lnTo>
                    <a:pt x="1953" y="5186"/>
                  </a:lnTo>
                  <a:lnTo>
                    <a:pt x="1717" y="5388"/>
                  </a:lnTo>
                  <a:lnTo>
                    <a:pt x="1515" y="5590"/>
                  </a:lnTo>
                  <a:lnTo>
                    <a:pt x="1313" y="5792"/>
                  </a:lnTo>
                  <a:lnTo>
                    <a:pt x="976" y="6263"/>
                  </a:lnTo>
                  <a:lnTo>
                    <a:pt x="707" y="6768"/>
                  </a:lnTo>
                  <a:lnTo>
                    <a:pt x="505" y="7307"/>
                  </a:lnTo>
                  <a:lnTo>
                    <a:pt x="337" y="7879"/>
                  </a:lnTo>
                  <a:lnTo>
                    <a:pt x="202" y="8451"/>
                  </a:lnTo>
                  <a:lnTo>
                    <a:pt x="101" y="9024"/>
                  </a:lnTo>
                  <a:lnTo>
                    <a:pt x="34" y="9663"/>
                  </a:lnTo>
                  <a:lnTo>
                    <a:pt x="0" y="10303"/>
                  </a:lnTo>
                  <a:lnTo>
                    <a:pt x="0" y="10943"/>
                  </a:lnTo>
                  <a:lnTo>
                    <a:pt x="34" y="11583"/>
                  </a:lnTo>
                  <a:lnTo>
                    <a:pt x="135" y="12189"/>
                  </a:lnTo>
                  <a:lnTo>
                    <a:pt x="202" y="12492"/>
                  </a:lnTo>
                  <a:lnTo>
                    <a:pt x="303" y="12795"/>
                  </a:lnTo>
                  <a:lnTo>
                    <a:pt x="404" y="13064"/>
                  </a:lnTo>
                  <a:lnTo>
                    <a:pt x="572" y="13367"/>
                  </a:lnTo>
                  <a:lnTo>
                    <a:pt x="741" y="13636"/>
                  </a:lnTo>
                  <a:lnTo>
                    <a:pt x="909" y="13906"/>
                  </a:lnTo>
                  <a:lnTo>
                    <a:pt x="1347" y="14377"/>
                  </a:lnTo>
                  <a:lnTo>
                    <a:pt x="1784" y="14848"/>
                  </a:lnTo>
                  <a:lnTo>
                    <a:pt x="2289" y="15286"/>
                  </a:lnTo>
                  <a:lnTo>
                    <a:pt x="2761" y="15690"/>
                  </a:lnTo>
                  <a:lnTo>
                    <a:pt x="3266" y="16027"/>
                  </a:lnTo>
                  <a:lnTo>
                    <a:pt x="3535" y="16161"/>
                  </a:lnTo>
                  <a:lnTo>
                    <a:pt x="3805" y="16296"/>
                  </a:lnTo>
                  <a:lnTo>
                    <a:pt x="4108" y="16363"/>
                  </a:lnTo>
                  <a:lnTo>
                    <a:pt x="4377" y="16431"/>
                  </a:lnTo>
                  <a:lnTo>
                    <a:pt x="4680" y="16397"/>
                  </a:lnTo>
                  <a:lnTo>
                    <a:pt x="4983" y="16330"/>
                  </a:lnTo>
                  <a:lnTo>
                    <a:pt x="5151" y="16262"/>
                  </a:lnTo>
                  <a:lnTo>
                    <a:pt x="5320" y="16195"/>
                  </a:lnTo>
                  <a:lnTo>
                    <a:pt x="5623" y="15926"/>
                  </a:lnTo>
                  <a:lnTo>
                    <a:pt x="5858" y="16161"/>
                  </a:lnTo>
                  <a:lnTo>
                    <a:pt x="6094" y="16397"/>
                  </a:lnTo>
                  <a:lnTo>
                    <a:pt x="6229" y="16532"/>
                  </a:lnTo>
                  <a:lnTo>
                    <a:pt x="6431" y="16633"/>
                  </a:lnTo>
                  <a:lnTo>
                    <a:pt x="6801" y="16835"/>
                  </a:lnTo>
                  <a:lnTo>
                    <a:pt x="6801" y="16532"/>
                  </a:lnTo>
                  <a:lnTo>
                    <a:pt x="6532" y="16330"/>
                  </a:lnTo>
                  <a:lnTo>
                    <a:pt x="6296" y="16128"/>
                  </a:lnTo>
                  <a:lnTo>
                    <a:pt x="6060" y="15926"/>
                  </a:lnTo>
                  <a:lnTo>
                    <a:pt x="5858" y="15690"/>
                  </a:lnTo>
                  <a:lnTo>
                    <a:pt x="6262" y="15151"/>
                  </a:lnTo>
                  <a:lnTo>
                    <a:pt x="6599" y="14714"/>
                  </a:lnTo>
                  <a:lnTo>
                    <a:pt x="6801" y="14411"/>
                  </a:lnTo>
                  <a:lnTo>
                    <a:pt x="6801" y="13906"/>
                  </a:lnTo>
                  <a:lnTo>
                    <a:pt x="6229" y="14680"/>
                  </a:lnTo>
                  <a:lnTo>
                    <a:pt x="5623" y="15387"/>
                  </a:lnTo>
                  <a:lnTo>
                    <a:pt x="5252" y="14815"/>
                  </a:lnTo>
                  <a:lnTo>
                    <a:pt x="4882" y="14175"/>
                  </a:lnTo>
                  <a:lnTo>
                    <a:pt x="4613" y="13636"/>
                  </a:lnTo>
                  <a:lnTo>
                    <a:pt x="4343" y="13064"/>
                  </a:lnTo>
                  <a:lnTo>
                    <a:pt x="4141" y="12525"/>
                  </a:lnTo>
                  <a:lnTo>
                    <a:pt x="3973" y="11987"/>
                  </a:lnTo>
                  <a:lnTo>
                    <a:pt x="3838" y="11414"/>
                  </a:lnTo>
                  <a:lnTo>
                    <a:pt x="3771" y="10842"/>
                  </a:lnTo>
                  <a:lnTo>
                    <a:pt x="3771" y="10236"/>
                  </a:lnTo>
                  <a:lnTo>
                    <a:pt x="3838" y="9630"/>
                  </a:lnTo>
                  <a:lnTo>
                    <a:pt x="3939" y="9057"/>
                  </a:lnTo>
                  <a:lnTo>
                    <a:pt x="4007" y="8754"/>
                  </a:lnTo>
                  <a:lnTo>
                    <a:pt x="4108" y="8519"/>
                  </a:lnTo>
                  <a:lnTo>
                    <a:pt x="4242" y="8249"/>
                  </a:lnTo>
                  <a:lnTo>
                    <a:pt x="4411" y="8047"/>
                  </a:lnTo>
                  <a:lnTo>
                    <a:pt x="4613" y="7845"/>
                  </a:lnTo>
                  <a:lnTo>
                    <a:pt x="4882" y="7677"/>
                  </a:lnTo>
                  <a:lnTo>
                    <a:pt x="5084" y="7576"/>
                  </a:lnTo>
                  <a:lnTo>
                    <a:pt x="5320" y="7509"/>
                  </a:lnTo>
                  <a:lnTo>
                    <a:pt x="5555" y="7441"/>
                  </a:lnTo>
                  <a:lnTo>
                    <a:pt x="5791" y="7408"/>
                  </a:lnTo>
                  <a:lnTo>
                    <a:pt x="6262" y="7374"/>
                  </a:lnTo>
                  <a:lnTo>
                    <a:pt x="6734" y="7374"/>
                  </a:lnTo>
                  <a:lnTo>
                    <a:pt x="6801" y="7408"/>
                  </a:lnTo>
                  <a:lnTo>
                    <a:pt x="6801" y="7004"/>
                  </a:lnTo>
                  <a:lnTo>
                    <a:pt x="6128" y="7004"/>
                  </a:lnTo>
                  <a:lnTo>
                    <a:pt x="5791" y="7037"/>
                  </a:lnTo>
                  <a:lnTo>
                    <a:pt x="5454" y="7105"/>
                  </a:lnTo>
                  <a:lnTo>
                    <a:pt x="5151" y="7206"/>
                  </a:lnTo>
                  <a:lnTo>
                    <a:pt x="4848" y="7340"/>
                  </a:lnTo>
                  <a:lnTo>
                    <a:pt x="4579" y="7475"/>
                  </a:lnTo>
                  <a:lnTo>
                    <a:pt x="4377" y="7610"/>
                  </a:lnTo>
                  <a:lnTo>
                    <a:pt x="4175" y="7812"/>
                  </a:lnTo>
                  <a:lnTo>
                    <a:pt x="4007" y="8014"/>
                  </a:lnTo>
                  <a:lnTo>
                    <a:pt x="3872" y="8249"/>
                  </a:lnTo>
                  <a:lnTo>
                    <a:pt x="3771" y="8485"/>
                  </a:lnTo>
                  <a:lnTo>
                    <a:pt x="3704" y="8721"/>
                  </a:lnTo>
                  <a:lnTo>
                    <a:pt x="3636" y="8990"/>
                  </a:lnTo>
                  <a:lnTo>
                    <a:pt x="3502" y="9529"/>
                  </a:lnTo>
                  <a:lnTo>
                    <a:pt x="3434" y="10202"/>
                  </a:lnTo>
                  <a:lnTo>
                    <a:pt x="3434" y="10876"/>
                  </a:lnTo>
                  <a:lnTo>
                    <a:pt x="3434" y="11212"/>
                  </a:lnTo>
                  <a:lnTo>
                    <a:pt x="3502" y="11549"/>
                  </a:lnTo>
                  <a:lnTo>
                    <a:pt x="3569" y="11886"/>
                  </a:lnTo>
                  <a:lnTo>
                    <a:pt x="3636" y="12222"/>
                  </a:lnTo>
                  <a:lnTo>
                    <a:pt x="3872" y="12795"/>
                  </a:lnTo>
                  <a:lnTo>
                    <a:pt x="4108" y="13401"/>
                  </a:lnTo>
                  <a:lnTo>
                    <a:pt x="4714" y="14512"/>
                  </a:lnTo>
                  <a:lnTo>
                    <a:pt x="5017" y="15084"/>
                  </a:lnTo>
                  <a:lnTo>
                    <a:pt x="5387" y="15623"/>
                  </a:lnTo>
                  <a:lnTo>
                    <a:pt x="5320" y="15690"/>
                  </a:lnTo>
                  <a:lnTo>
                    <a:pt x="5084" y="15926"/>
                  </a:lnTo>
                  <a:lnTo>
                    <a:pt x="4815" y="16027"/>
                  </a:lnTo>
                  <a:lnTo>
                    <a:pt x="4545" y="16094"/>
                  </a:lnTo>
                  <a:lnTo>
                    <a:pt x="4276" y="16094"/>
                  </a:lnTo>
                  <a:lnTo>
                    <a:pt x="3973" y="16027"/>
                  </a:lnTo>
                  <a:lnTo>
                    <a:pt x="3670" y="15892"/>
                  </a:lnTo>
                  <a:lnTo>
                    <a:pt x="3367" y="15724"/>
                  </a:lnTo>
                  <a:lnTo>
                    <a:pt x="3098" y="15522"/>
                  </a:lnTo>
                  <a:lnTo>
                    <a:pt x="2795" y="15286"/>
                  </a:lnTo>
                  <a:lnTo>
                    <a:pt x="2525" y="15050"/>
                  </a:lnTo>
                  <a:lnTo>
                    <a:pt x="1986" y="14545"/>
                  </a:lnTo>
                  <a:lnTo>
                    <a:pt x="1549" y="14040"/>
                  </a:lnTo>
                  <a:lnTo>
                    <a:pt x="1178" y="13636"/>
                  </a:lnTo>
                  <a:lnTo>
                    <a:pt x="1010" y="13401"/>
                  </a:lnTo>
                  <a:lnTo>
                    <a:pt x="842" y="13165"/>
                  </a:lnTo>
                  <a:lnTo>
                    <a:pt x="741" y="12929"/>
                  </a:lnTo>
                  <a:lnTo>
                    <a:pt x="606" y="12660"/>
                  </a:lnTo>
                  <a:lnTo>
                    <a:pt x="539" y="12391"/>
                  </a:lnTo>
                  <a:lnTo>
                    <a:pt x="471" y="12121"/>
                  </a:lnTo>
                  <a:lnTo>
                    <a:pt x="370" y="11549"/>
                  </a:lnTo>
                  <a:lnTo>
                    <a:pt x="337" y="10977"/>
                  </a:lnTo>
                  <a:lnTo>
                    <a:pt x="370" y="10404"/>
                  </a:lnTo>
                  <a:lnTo>
                    <a:pt x="471" y="9259"/>
                  </a:lnTo>
                  <a:lnTo>
                    <a:pt x="539" y="8687"/>
                  </a:lnTo>
                  <a:lnTo>
                    <a:pt x="640" y="8148"/>
                  </a:lnTo>
                  <a:lnTo>
                    <a:pt x="808" y="7610"/>
                  </a:lnTo>
                  <a:lnTo>
                    <a:pt x="976" y="7071"/>
                  </a:lnTo>
                  <a:lnTo>
                    <a:pt x="1246" y="6566"/>
                  </a:lnTo>
                  <a:lnTo>
                    <a:pt x="1549" y="6095"/>
                  </a:lnTo>
                  <a:lnTo>
                    <a:pt x="1717" y="5893"/>
                  </a:lnTo>
                  <a:lnTo>
                    <a:pt x="1919" y="5691"/>
                  </a:lnTo>
                  <a:lnTo>
                    <a:pt x="2155" y="5489"/>
                  </a:lnTo>
                  <a:lnTo>
                    <a:pt x="2391" y="5320"/>
                  </a:lnTo>
                  <a:lnTo>
                    <a:pt x="2458" y="5253"/>
                  </a:lnTo>
                  <a:lnTo>
                    <a:pt x="2458" y="5186"/>
                  </a:lnTo>
                  <a:lnTo>
                    <a:pt x="2593" y="5287"/>
                  </a:lnTo>
                  <a:lnTo>
                    <a:pt x="2626" y="5320"/>
                  </a:lnTo>
                  <a:lnTo>
                    <a:pt x="2660" y="5320"/>
                  </a:lnTo>
                  <a:lnTo>
                    <a:pt x="2727" y="5287"/>
                  </a:lnTo>
                  <a:lnTo>
                    <a:pt x="3199" y="4883"/>
                  </a:lnTo>
                  <a:lnTo>
                    <a:pt x="3333" y="4748"/>
                  </a:lnTo>
                  <a:lnTo>
                    <a:pt x="3401" y="4681"/>
                  </a:lnTo>
                  <a:lnTo>
                    <a:pt x="3434" y="4580"/>
                  </a:lnTo>
                  <a:lnTo>
                    <a:pt x="3401" y="4512"/>
                  </a:lnTo>
                  <a:lnTo>
                    <a:pt x="3266" y="4512"/>
                  </a:lnTo>
                  <a:lnTo>
                    <a:pt x="3165" y="4580"/>
                  </a:lnTo>
                  <a:lnTo>
                    <a:pt x="3030" y="4714"/>
                  </a:lnTo>
                  <a:lnTo>
                    <a:pt x="2660" y="5051"/>
                  </a:lnTo>
                  <a:lnTo>
                    <a:pt x="2559" y="4916"/>
                  </a:lnTo>
                  <a:lnTo>
                    <a:pt x="2727" y="4782"/>
                  </a:lnTo>
                  <a:lnTo>
                    <a:pt x="2828" y="4613"/>
                  </a:lnTo>
                  <a:lnTo>
                    <a:pt x="2997" y="4445"/>
                  </a:lnTo>
                  <a:lnTo>
                    <a:pt x="3131" y="4277"/>
                  </a:lnTo>
                  <a:lnTo>
                    <a:pt x="3165" y="4243"/>
                  </a:lnTo>
                  <a:lnTo>
                    <a:pt x="3333" y="4411"/>
                  </a:lnTo>
                  <a:lnTo>
                    <a:pt x="3502" y="4512"/>
                  </a:lnTo>
                  <a:lnTo>
                    <a:pt x="3670" y="4546"/>
                  </a:lnTo>
                  <a:lnTo>
                    <a:pt x="3838" y="4546"/>
                  </a:lnTo>
                  <a:lnTo>
                    <a:pt x="3939" y="4479"/>
                  </a:lnTo>
                  <a:lnTo>
                    <a:pt x="3973" y="4445"/>
                  </a:lnTo>
                  <a:lnTo>
                    <a:pt x="4007" y="4411"/>
                  </a:lnTo>
                  <a:lnTo>
                    <a:pt x="4108" y="4176"/>
                  </a:lnTo>
                  <a:lnTo>
                    <a:pt x="4242" y="3974"/>
                  </a:lnTo>
                  <a:lnTo>
                    <a:pt x="4411" y="3772"/>
                  </a:lnTo>
                  <a:lnTo>
                    <a:pt x="4613" y="3603"/>
                  </a:lnTo>
                  <a:lnTo>
                    <a:pt x="4882" y="3334"/>
                  </a:lnTo>
                  <a:lnTo>
                    <a:pt x="5118" y="3031"/>
                  </a:lnTo>
                  <a:lnTo>
                    <a:pt x="5353" y="2762"/>
                  </a:lnTo>
                  <a:lnTo>
                    <a:pt x="5555" y="2425"/>
                  </a:lnTo>
                  <a:lnTo>
                    <a:pt x="5589" y="2324"/>
                  </a:lnTo>
                  <a:lnTo>
                    <a:pt x="5522" y="2256"/>
                  </a:lnTo>
                  <a:lnTo>
                    <a:pt x="5454" y="2256"/>
                  </a:lnTo>
                  <a:lnTo>
                    <a:pt x="5387" y="2290"/>
                  </a:lnTo>
                  <a:lnTo>
                    <a:pt x="5286" y="2391"/>
                  </a:lnTo>
                  <a:lnTo>
                    <a:pt x="5252" y="2357"/>
                  </a:lnTo>
                  <a:lnTo>
                    <a:pt x="5623" y="1852"/>
                  </a:lnTo>
                  <a:lnTo>
                    <a:pt x="5993" y="1280"/>
                  </a:lnTo>
                  <a:lnTo>
                    <a:pt x="6666" y="169"/>
                  </a:lnTo>
                  <a:lnTo>
                    <a:pt x="6666" y="102"/>
                  </a:lnTo>
                  <a:lnTo>
                    <a:pt x="6633" y="34"/>
                  </a:lnTo>
                  <a:lnTo>
                    <a:pt x="656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8" name="Google Shape;685;p5">
            <a:extLst>
              <a:ext uri="{FF2B5EF4-FFF2-40B4-BE49-F238E27FC236}">
                <a16:creationId xmlns:a16="http://schemas.microsoft.com/office/drawing/2014/main" id="{38848BC5-FE7C-4B9F-BBEF-2BCA61676E98}"/>
              </a:ext>
            </a:extLst>
          </p:cNvPr>
          <p:cNvGrpSpPr/>
          <p:nvPr userDrawn="1"/>
        </p:nvGrpSpPr>
        <p:grpSpPr>
          <a:xfrm>
            <a:off x="1841376" y="4540815"/>
            <a:ext cx="1110494" cy="612269"/>
            <a:chOff x="1003176" y="4540815"/>
            <a:chExt cx="1110494" cy="612269"/>
          </a:xfrm>
        </p:grpSpPr>
        <p:sp>
          <p:nvSpPr>
            <p:cNvPr id="9" name="Google Shape;686;p5">
              <a:extLst>
                <a:ext uri="{FF2B5EF4-FFF2-40B4-BE49-F238E27FC236}">
                  <a16:creationId xmlns:a16="http://schemas.microsoft.com/office/drawing/2014/main" id="{1822549C-C72E-443A-9568-12EE5C07DF83}"/>
                </a:ext>
              </a:extLst>
            </p:cNvPr>
            <p:cNvSpPr/>
            <p:nvPr/>
          </p:nvSpPr>
          <p:spPr>
            <a:xfrm>
              <a:off x="1003176" y="4540815"/>
              <a:ext cx="1110494" cy="612269"/>
            </a:xfrm>
            <a:custGeom>
              <a:avLst/>
              <a:gdLst/>
              <a:ahLst/>
              <a:cxnLst/>
              <a:rect l="l" t="t" r="r" b="b"/>
              <a:pathLst>
                <a:path w="22289" h="12289" extrusionOk="0">
                  <a:moveTo>
                    <a:pt x="472" y="5757"/>
                  </a:moveTo>
                  <a:lnTo>
                    <a:pt x="674" y="6262"/>
                  </a:lnTo>
                  <a:lnTo>
                    <a:pt x="943" y="6734"/>
                  </a:lnTo>
                  <a:lnTo>
                    <a:pt x="606" y="6734"/>
                  </a:lnTo>
                  <a:lnTo>
                    <a:pt x="438" y="6666"/>
                  </a:lnTo>
                  <a:lnTo>
                    <a:pt x="270" y="6565"/>
                  </a:lnTo>
                  <a:lnTo>
                    <a:pt x="169" y="6464"/>
                  </a:lnTo>
                  <a:lnTo>
                    <a:pt x="135" y="6363"/>
                  </a:lnTo>
                  <a:lnTo>
                    <a:pt x="135" y="6262"/>
                  </a:lnTo>
                  <a:lnTo>
                    <a:pt x="169" y="6128"/>
                  </a:lnTo>
                  <a:lnTo>
                    <a:pt x="303" y="5926"/>
                  </a:lnTo>
                  <a:lnTo>
                    <a:pt x="472" y="5757"/>
                  </a:lnTo>
                  <a:close/>
                  <a:moveTo>
                    <a:pt x="11414" y="6094"/>
                  </a:moveTo>
                  <a:lnTo>
                    <a:pt x="11548" y="6161"/>
                  </a:lnTo>
                  <a:lnTo>
                    <a:pt x="11717" y="6565"/>
                  </a:lnTo>
                  <a:lnTo>
                    <a:pt x="11784" y="6969"/>
                  </a:lnTo>
                  <a:lnTo>
                    <a:pt x="11548" y="6835"/>
                  </a:lnTo>
                  <a:lnTo>
                    <a:pt x="11245" y="6734"/>
                  </a:lnTo>
                  <a:lnTo>
                    <a:pt x="10976" y="6633"/>
                  </a:lnTo>
                  <a:lnTo>
                    <a:pt x="10673" y="6565"/>
                  </a:lnTo>
                  <a:lnTo>
                    <a:pt x="10875" y="6363"/>
                  </a:lnTo>
                  <a:lnTo>
                    <a:pt x="11077" y="6195"/>
                  </a:lnTo>
                  <a:lnTo>
                    <a:pt x="11178" y="6128"/>
                  </a:lnTo>
                  <a:lnTo>
                    <a:pt x="11279" y="6094"/>
                  </a:lnTo>
                  <a:close/>
                  <a:moveTo>
                    <a:pt x="1852" y="0"/>
                  </a:moveTo>
                  <a:lnTo>
                    <a:pt x="1785" y="34"/>
                  </a:lnTo>
                  <a:lnTo>
                    <a:pt x="1751" y="101"/>
                  </a:lnTo>
                  <a:lnTo>
                    <a:pt x="1549" y="741"/>
                  </a:lnTo>
                  <a:lnTo>
                    <a:pt x="1280" y="1347"/>
                  </a:lnTo>
                  <a:lnTo>
                    <a:pt x="775" y="2559"/>
                  </a:lnTo>
                  <a:lnTo>
                    <a:pt x="573" y="3199"/>
                  </a:lnTo>
                  <a:lnTo>
                    <a:pt x="404" y="3805"/>
                  </a:lnTo>
                  <a:lnTo>
                    <a:pt x="337" y="4141"/>
                  </a:lnTo>
                  <a:lnTo>
                    <a:pt x="303" y="4478"/>
                  </a:lnTo>
                  <a:lnTo>
                    <a:pt x="303" y="4781"/>
                  </a:lnTo>
                  <a:lnTo>
                    <a:pt x="303" y="5151"/>
                  </a:lnTo>
                  <a:lnTo>
                    <a:pt x="371" y="5421"/>
                  </a:lnTo>
                  <a:lnTo>
                    <a:pt x="438" y="5690"/>
                  </a:lnTo>
                  <a:lnTo>
                    <a:pt x="202" y="5825"/>
                  </a:lnTo>
                  <a:lnTo>
                    <a:pt x="135" y="5926"/>
                  </a:lnTo>
                  <a:lnTo>
                    <a:pt x="68" y="6027"/>
                  </a:lnTo>
                  <a:lnTo>
                    <a:pt x="0" y="6128"/>
                  </a:lnTo>
                  <a:lnTo>
                    <a:pt x="0" y="6262"/>
                  </a:lnTo>
                  <a:lnTo>
                    <a:pt x="0" y="6363"/>
                  </a:lnTo>
                  <a:lnTo>
                    <a:pt x="34" y="6498"/>
                  </a:lnTo>
                  <a:lnTo>
                    <a:pt x="101" y="6633"/>
                  </a:lnTo>
                  <a:lnTo>
                    <a:pt x="202" y="6734"/>
                  </a:lnTo>
                  <a:lnTo>
                    <a:pt x="337" y="6801"/>
                  </a:lnTo>
                  <a:lnTo>
                    <a:pt x="472" y="6868"/>
                  </a:lnTo>
                  <a:lnTo>
                    <a:pt x="775" y="6902"/>
                  </a:lnTo>
                  <a:lnTo>
                    <a:pt x="1078" y="6902"/>
                  </a:lnTo>
                  <a:lnTo>
                    <a:pt x="1414" y="7340"/>
                  </a:lnTo>
                  <a:lnTo>
                    <a:pt x="1818" y="7744"/>
                  </a:lnTo>
                  <a:lnTo>
                    <a:pt x="2256" y="8047"/>
                  </a:lnTo>
                  <a:lnTo>
                    <a:pt x="2458" y="8182"/>
                  </a:lnTo>
                  <a:lnTo>
                    <a:pt x="2694" y="8283"/>
                  </a:lnTo>
                  <a:lnTo>
                    <a:pt x="3300" y="8485"/>
                  </a:lnTo>
                  <a:lnTo>
                    <a:pt x="3939" y="8653"/>
                  </a:lnTo>
                  <a:lnTo>
                    <a:pt x="5252" y="8956"/>
                  </a:lnTo>
                  <a:lnTo>
                    <a:pt x="5825" y="9057"/>
                  </a:lnTo>
                  <a:lnTo>
                    <a:pt x="6397" y="9091"/>
                  </a:lnTo>
                  <a:lnTo>
                    <a:pt x="6700" y="9091"/>
                  </a:lnTo>
                  <a:lnTo>
                    <a:pt x="6969" y="9057"/>
                  </a:lnTo>
                  <a:lnTo>
                    <a:pt x="7273" y="9023"/>
                  </a:lnTo>
                  <a:lnTo>
                    <a:pt x="7542" y="8922"/>
                  </a:lnTo>
                  <a:lnTo>
                    <a:pt x="7845" y="8821"/>
                  </a:lnTo>
                  <a:lnTo>
                    <a:pt x="8081" y="8720"/>
                  </a:lnTo>
                  <a:lnTo>
                    <a:pt x="8586" y="8417"/>
                  </a:lnTo>
                  <a:lnTo>
                    <a:pt x="9091" y="8081"/>
                  </a:lnTo>
                  <a:lnTo>
                    <a:pt x="9528" y="7710"/>
                  </a:lnTo>
                  <a:lnTo>
                    <a:pt x="10067" y="7205"/>
                  </a:lnTo>
                  <a:lnTo>
                    <a:pt x="10572" y="6700"/>
                  </a:lnTo>
                  <a:lnTo>
                    <a:pt x="11178" y="6902"/>
                  </a:lnTo>
                  <a:lnTo>
                    <a:pt x="11515" y="7070"/>
                  </a:lnTo>
                  <a:lnTo>
                    <a:pt x="11818" y="7205"/>
                  </a:lnTo>
                  <a:lnTo>
                    <a:pt x="11851" y="7609"/>
                  </a:lnTo>
                  <a:lnTo>
                    <a:pt x="11851" y="8013"/>
                  </a:lnTo>
                  <a:lnTo>
                    <a:pt x="11818" y="8855"/>
                  </a:lnTo>
                  <a:lnTo>
                    <a:pt x="11851" y="9326"/>
                  </a:lnTo>
                  <a:lnTo>
                    <a:pt x="11986" y="9798"/>
                  </a:lnTo>
                  <a:lnTo>
                    <a:pt x="12121" y="10269"/>
                  </a:lnTo>
                  <a:lnTo>
                    <a:pt x="12323" y="10707"/>
                  </a:lnTo>
                  <a:lnTo>
                    <a:pt x="12592" y="11144"/>
                  </a:lnTo>
                  <a:lnTo>
                    <a:pt x="12895" y="11515"/>
                  </a:lnTo>
                  <a:lnTo>
                    <a:pt x="13232" y="11885"/>
                  </a:lnTo>
                  <a:lnTo>
                    <a:pt x="13636" y="12188"/>
                  </a:lnTo>
                  <a:lnTo>
                    <a:pt x="13737" y="12289"/>
                  </a:lnTo>
                  <a:lnTo>
                    <a:pt x="14073" y="12289"/>
                  </a:lnTo>
                  <a:lnTo>
                    <a:pt x="13501" y="11818"/>
                  </a:lnTo>
                  <a:lnTo>
                    <a:pt x="13265" y="11548"/>
                  </a:lnTo>
                  <a:lnTo>
                    <a:pt x="12996" y="11279"/>
                  </a:lnTo>
                  <a:lnTo>
                    <a:pt x="12794" y="11010"/>
                  </a:lnTo>
                  <a:lnTo>
                    <a:pt x="12592" y="10707"/>
                  </a:lnTo>
                  <a:lnTo>
                    <a:pt x="12424" y="10404"/>
                  </a:lnTo>
                  <a:lnTo>
                    <a:pt x="12255" y="10067"/>
                  </a:lnTo>
                  <a:lnTo>
                    <a:pt x="12188" y="9798"/>
                  </a:lnTo>
                  <a:lnTo>
                    <a:pt x="12121" y="9562"/>
                  </a:lnTo>
                  <a:lnTo>
                    <a:pt x="12087" y="9023"/>
                  </a:lnTo>
                  <a:lnTo>
                    <a:pt x="12087" y="8451"/>
                  </a:lnTo>
                  <a:lnTo>
                    <a:pt x="12087" y="7912"/>
                  </a:lnTo>
                  <a:lnTo>
                    <a:pt x="12087" y="7340"/>
                  </a:lnTo>
                  <a:lnTo>
                    <a:pt x="12053" y="7070"/>
                  </a:lnTo>
                  <a:lnTo>
                    <a:pt x="11986" y="6835"/>
                  </a:lnTo>
                  <a:lnTo>
                    <a:pt x="11919" y="6565"/>
                  </a:lnTo>
                  <a:lnTo>
                    <a:pt x="11818" y="6363"/>
                  </a:lnTo>
                  <a:lnTo>
                    <a:pt x="11683" y="6128"/>
                  </a:lnTo>
                  <a:lnTo>
                    <a:pt x="11481" y="5926"/>
                  </a:lnTo>
                  <a:lnTo>
                    <a:pt x="11346" y="5825"/>
                  </a:lnTo>
                  <a:lnTo>
                    <a:pt x="11279" y="5791"/>
                  </a:lnTo>
                  <a:lnTo>
                    <a:pt x="11245" y="5825"/>
                  </a:lnTo>
                  <a:lnTo>
                    <a:pt x="10437" y="6565"/>
                  </a:lnTo>
                  <a:lnTo>
                    <a:pt x="9663" y="7306"/>
                  </a:lnTo>
                  <a:lnTo>
                    <a:pt x="9225" y="7676"/>
                  </a:lnTo>
                  <a:lnTo>
                    <a:pt x="8788" y="7979"/>
                  </a:lnTo>
                  <a:lnTo>
                    <a:pt x="8350" y="8283"/>
                  </a:lnTo>
                  <a:lnTo>
                    <a:pt x="7879" y="8552"/>
                  </a:lnTo>
                  <a:lnTo>
                    <a:pt x="7576" y="8687"/>
                  </a:lnTo>
                  <a:lnTo>
                    <a:pt x="7306" y="8754"/>
                  </a:lnTo>
                  <a:lnTo>
                    <a:pt x="7003" y="8821"/>
                  </a:lnTo>
                  <a:lnTo>
                    <a:pt x="6734" y="8855"/>
                  </a:lnTo>
                  <a:lnTo>
                    <a:pt x="6128" y="8855"/>
                  </a:lnTo>
                  <a:lnTo>
                    <a:pt x="5522" y="8788"/>
                  </a:lnTo>
                  <a:lnTo>
                    <a:pt x="4916" y="8687"/>
                  </a:lnTo>
                  <a:lnTo>
                    <a:pt x="4310" y="8518"/>
                  </a:lnTo>
                  <a:lnTo>
                    <a:pt x="3165" y="8215"/>
                  </a:lnTo>
                  <a:lnTo>
                    <a:pt x="2896" y="8114"/>
                  </a:lnTo>
                  <a:lnTo>
                    <a:pt x="2593" y="7979"/>
                  </a:lnTo>
                  <a:lnTo>
                    <a:pt x="2357" y="7845"/>
                  </a:lnTo>
                  <a:lnTo>
                    <a:pt x="2088" y="7643"/>
                  </a:lnTo>
                  <a:lnTo>
                    <a:pt x="1852" y="7441"/>
                  </a:lnTo>
                  <a:lnTo>
                    <a:pt x="1650" y="7239"/>
                  </a:lnTo>
                  <a:lnTo>
                    <a:pt x="1448" y="6969"/>
                  </a:lnTo>
                  <a:lnTo>
                    <a:pt x="1246" y="6734"/>
                  </a:lnTo>
                  <a:lnTo>
                    <a:pt x="1078" y="6464"/>
                  </a:lnTo>
                  <a:lnTo>
                    <a:pt x="943" y="6161"/>
                  </a:lnTo>
                  <a:lnTo>
                    <a:pt x="808" y="5892"/>
                  </a:lnTo>
                  <a:lnTo>
                    <a:pt x="707" y="5589"/>
                  </a:lnTo>
                  <a:lnTo>
                    <a:pt x="606" y="5286"/>
                  </a:lnTo>
                  <a:lnTo>
                    <a:pt x="573" y="5017"/>
                  </a:lnTo>
                  <a:lnTo>
                    <a:pt x="539" y="4714"/>
                  </a:lnTo>
                  <a:lnTo>
                    <a:pt x="539" y="4411"/>
                  </a:lnTo>
                  <a:lnTo>
                    <a:pt x="606" y="3872"/>
                  </a:lnTo>
                  <a:lnTo>
                    <a:pt x="707" y="3333"/>
                  </a:lnTo>
                  <a:lnTo>
                    <a:pt x="909" y="2828"/>
                  </a:lnTo>
                  <a:lnTo>
                    <a:pt x="1111" y="2290"/>
                  </a:lnTo>
                  <a:lnTo>
                    <a:pt x="1549" y="1280"/>
                  </a:lnTo>
                  <a:lnTo>
                    <a:pt x="1751" y="775"/>
                  </a:lnTo>
                  <a:lnTo>
                    <a:pt x="1953" y="236"/>
                  </a:lnTo>
                  <a:lnTo>
                    <a:pt x="3266" y="472"/>
                  </a:lnTo>
                  <a:lnTo>
                    <a:pt x="4545" y="741"/>
                  </a:lnTo>
                  <a:lnTo>
                    <a:pt x="5858" y="1044"/>
                  </a:lnTo>
                  <a:lnTo>
                    <a:pt x="7138" y="1381"/>
                  </a:lnTo>
                  <a:lnTo>
                    <a:pt x="8417" y="1751"/>
                  </a:lnTo>
                  <a:lnTo>
                    <a:pt x="9663" y="2189"/>
                  </a:lnTo>
                  <a:lnTo>
                    <a:pt x="10909" y="2626"/>
                  </a:lnTo>
                  <a:lnTo>
                    <a:pt x="12154" y="3098"/>
                  </a:lnTo>
                  <a:lnTo>
                    <a:pt x="13434" y="3636"/>
                  </a:lnTo>
                  <a:lnTo>
                    <a:pt x="14713" y="4209"/>
                  </a:lnTo>
                  <a:lnTo>
                    <a:pt x="17238" y="5387"/>
                  </a:lnTo>
                  <a:lnTo>
                    <a:pt x="19763" y="6633"/>
                  </a:lnTo>
                  <a:lnTo>
                    <a:pt x="20336" y="6902"/>
                  </a:lnTo>
                  <a:lnTo>
                    <a:pt x="20706" y="7070"/>
                  </a:lnTo>
                  <a:lnTo>
                    <a:pt x="21076" y="7272"/>
                  </a:lnTo>
                  <a:lnTo>
                    <a:pt x="21413" y="7508"/>
                  </a:lnTo>
                  <a:lnTo>
                    <a:pt x="21716" y="7744"/>
                  </a:lnTo>
                  <a:lnTo>
                    <a:pt x="21851" y="7878"/>
                  </a:lnTo>
                  <a:lnTo>
                    <a:pt x="21952" y="8013"/>
                  </a:lnTo>
                  <a:lnTo>
                    <a:pt x="22019" y="8148"/>
                  </a:lnTo>
                  <a:lnTo>
                    <a:pt x="22053" y="8316"/>
                  </a:lnTo>
                  <a:lnTo>
                    <a:pt x="21548" y="9461"/>
                  </a:lnTo>
                  <a:lnTo>
                    <a:pt x="21009" y="10606"/>
                  </a:lnTo>
                  <a:lnTo>
                    <a:pt x="20605" y="11447"/>
                  </a:lnTo>
                  <a:lnTo>
                    <a:pt x="20167" y="12289"/>
                  </a:lnTo>
                  <a:lnTo>
                    <a:pt x="20470" y="12289"/>
                  </a:lnTo>
                  <a:lnTo>
                    <a:pt x="20773" y="11582"/>
                  </a:lnTo>
                  <a:lnTo>
                    <a:pt x="21076" y="10942"/>
                  </a:lnTo>
                  <a:lnTo>
                    <a:pt x="21649" y="9764"/>
                  </a:lnTo>
                  <a:lnTo>
                    <a:pt x="21884" y="9158"/>
                  </a:lnTo>
                  <a:lnTo>
                    <a:pt x="22019" y="8855"/>
                  </a:lnTo>
                  <a:lnTo>
                    <a:pt x="22086" y="8518"/>
                  </a:lnTo>
                  <a:lnTo>
                    <a:pt x="22154" y="8552"/>
                  </a:lnTo>
                  <a:lnTo>
                    <a:pt x="22221" y="8552"/>
                  </a:lnTo>
                  <a:lnTo>
                    <a:pt x="22255" y="8518"/>
                  </a:lnTo>
                  <a:lnTo>
                    <a:pt x="22288" y="8451"/>
                  </a:lnTo>
                  <a:lnTo>
                    <a:pt x="22255" y="8215"/>
                  </a:lnTo>
                  <a:lnTo>
                    <a:pt x="22187" y="8047"/>
                  </a:lnTo>
                  <a:lnTo>
                    <a:pt x="22086" y="7845"/>
                  </a:lnTo>
                  <a:lnTo>
                    <a:pt x="21952" y="7710"/>
                  </a:lnTo>
                  <a:lnTo>
                    <a:pt x="21581" y="7407"/>
                  </a:lnTo>
                  <a:lnTo>
                    <a:pt x="21245" y="7171"/>
                  </a:lnTo>
                  <a:lnTo>
                    <a:pt x="20639" y="6801"/>
                  </a:lnTo>
                  <a:lnTo>
                    <a:pt x="19999" y="6498"/>
                  </a:lnTo>
                  <a:lnTo>
                    <a:pt x="18720" y="5858"/>
                  </a:lnTo>
                  <a:lnTo>
                    <a:pt x="17339" y="5185"/>
                  </a:lnTo>
                  <a:lnTo>
                    <a:pt x="15959" y="4545"/>
                  </a:lnTo>
                  <a:lnTo>
                    <a:pt x="14578" y="3906"/>
                  </a:lnTo>
                  <a:lnTo>
                    <a:pt x="13164" y="3300"/>
                  </a:lnTo>
                  <a:lnTo>
                    <a:pt x="11851" y="2761"/>
                  </a:lnTo>
                  <a:lnTo>
                    <a:pt x="10538" y="2256"/>
                  </a:lnTo>
                  <a:lnTo>
                    <a:pt x="9192" y="1785"/>
                  </a:lnTo>
                  <a:lnTo>
                    <a:pt x="7845" y="1381"/>
                  </a:lnTo>
                  <a:lnTo>
                    <a:pt x="6397" y="943"/>
                  </a:lnTo>
                  <a:lnTo>
                    <a:pt x="4949" y="573"/>
                  </a:lnTo>
                  <a:lnTo>
                    <a:pt x="4209" y="438"/>
                  </a:lnTo>
                  <a:lnTo>
                    <a:pt x="3468" y="270"/>
                  </a:lnTo>
                  <a:lnTo>
                    <a:pt x="2727" y="169"/>
                  </a:lnTo>
                  <a:lnTo>
                    <a:pt x="1987" y="101"/>
                  </a:lnTo>
                  <a:lnTo>
                    <a:pt x="1919" y="34"/>
                  </a:lnTo>
                  <a:lnTo>
                    <a:pt x="185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 name="Google Shape;687;p5">
              <a:extLst>
                <a:ext uri="{FF2B5EF4-FFF2-40B4-BE49-F238E27FC236}">
                  <a16:creationId xmlns:a16="http://schemas.microsoft.com/office/drawing/2014/main" id="{D22C895A-E04F-4708-9620-5E94AB90144C}"/>
                </a:ext>
              </a:extLst>
            </p:cNvPr>
            <p:cNvSpPr/>
            <p:nvPr/>
          </p:nvSpPr>
          <p:spPr>
            <a:xfrm>
              <a:off x="1058529" y="4589442"/>
              <a:ext cx="471371" cy="375811"/>
            </a:xfrm>
            <a:custGeom>
              <a:avLst/>
              <a:gdLst/>
              <a:ahLst/>
              <a:cxnLst/>
              <a:rect l="l" t="t" r="r" b="b"/>
              <a:pathLst>
                <a:path w="9461" h="7543" extrusionOk="0">
                  <a:moveTo>
                    <a:pt x="3805" y="472"/>
                  </a:moveTo>
                  <a:lnTo>
                    <a:pt x="4377" y="573"/>
                  </a:lnTo>
                  <a:lnTo>
                    <a:pt x="4916" y="708"/>
                  </a:lnTo>
                  <a:lnTo>
                    <a:pt x="5488" y="876"/>
                  </a:lnTo>
                  <a:lnTo>
                    <a:pt x="6027" y="1044"/>
                  </a:lnTo>
                  <a:lnTo>
                    <a:pt x="6566" y="1246"/>
                  </a:lnTo>
                  <a:lnTo>
                    <a:pt x="7104" y="1482"/>
                  </a:lnTo>
                  <a:lnTo>
                    <a:pt x="7643" y="1718"/>
                  </a:lnTo>
                  <a:lnTo>
                    <a:pt x="8182" y="1953"/>
                  </a:lnTo>
                  <a:lnTo>
                    <a:pt x="8586" y="2223"/>
                  </a:lnTo>
                  <a:lnTo>
                    <a:pt x="8754" y="2357"/>
                  </a:lnTo>
                  <a:lnTo>
                    <a:pt x="8922" y="2526"/>
                  </a:lnTo>
                  <a:lnTo>
                    <a:pt x="9023" y="2694"/>
                  </a:lnTo>
                  <a:lnTo>
                    <a:pt x="9124" y="2896"/>
                  </a:lnTo>
                  <a:lnTo>
                    <a:pt x="9192" y="3132"/>
                  </a:lnTo>
                  <a:lnTo>
                    <a:pt x="9225" y="3367"/>
                  </a:lnTo>
                  <a:lnTo>
                    <a:pt x="9192" y="3670"/>
                  </a:lnTo>
                  <a:lnTo>
                    <a:pt x="6498" y="2088"/>
                  </a:lnTo>
                  <a:lnTo>
                    <a:pt x="3805" y="472"/>
                  </a:lnTo>
                  <a:close/>
                  <a:moveTo>
                    <a:pt x="2256" y="203"/>
                  </a:moveTo>
                  <a:lnTo>
                    <a:pt x="2290" y="236"/>
                  </a:lnTo>
                  <a:lnTo>
                    <a:pt x="2323" y="270"/>
                  </a:lnTo>
                  <a:lnTo>
                    <a:pt x="2896" y="337"/>
                  </a:lnTo>
                  <a:lnTo>
                    <a:pt x="3502" y="405"/>
                  </a:lnTo>
                  <a:lnTo>
                    <a:pt x="3771" y="708"/>
                  </a:lnTo>
                  <a:lnTo>
                    <a:pt x="4074" y="943"/>
                  </a:lnTo>
                  <a:lnTo>
                    <a:pt x="4377" y="1179"/>
                  </a:lnTo>
                  <a:lnTo>
                    <a:pt x="4747" y="1415"/>
                  </a:lnTo>
                  <a:lnTo>
                    <a:pt x="5454" y="1819"/>
                  </a:lnTo>
                  <a:lnTo>
                    <a:pt x="6128" y="2189"/>
                  </a:lnTo>
                  <a:lnTo>
                    <a:pt x="9124" y="3940"/>
                  </a:lnTo>
                  <a:lnTo>
                    <a:pt x="9124" y="3940"/>
                  </a:lnTo>
                  <a:lnTo>
                    <a:pt x="7879" y="3603"/>
                  </a:lnTo>
                  <a:lnTo>
                    <a:pt x="7205" y="3435"/>
                  </a:lnTo>
                  <a:lnTo>
                    <a:pt x="6498" y="3300"/>
                  </a:lnTo>
                  <a:lnTo>
                    <a:pt x="5825" y="3199"/>
                  </a:lnTo>
                  <a:lnTo>
                    <a:pt x="5084" y="3132"/>
                  </a:lnTo>
                  <a:lnTo>
                    <a:pt x="4377" y="3098"/>
                  </a:lnTo>
                  <a:lnTo>
                    <a:pt x="3670" y="3098"/>
                  </a:lnTo>
                  <a:lnTo>
                    <a:pt x="3670" y="3064"/>
                  </a:lnTo>
                  <a:lnTo>
                    <a:pt x="3636" y="3031"/>
                  </a:lnTo>
                  <a:lnTo>
                    <a:pt x="2896" y="2627"/>
                  </a:lnTo>
                  <a:lnTo>
                    <a:pt x="2121" y="2256"/>
                  </a:lnTo>
                  <a:lnTo>
                    <a:pt x="1414" y="1852"/>
                  </a:lnTo>
                  <a:lnTo>
                    <a:pt x="1010" y="1650"/>
                  </a:lnTo>
                  <a:lnTo>
                    <a:pt x="640" y="1516"/>
                  </a:lnTo>
                  <a:lnTo>
                    <a:pt x="775" y="1280"/>
                  </a:lnTo>
                  <a:lnTo>
                    <a:pt x="943" y="1078"/>
                  </a:lnTo>
                  <a:lnTo>
                    <a:pt x="1111" y="876"/>
                  </a:lnTo>
                  <a:lnTo>
                    <a:pt x="1313" y="708"/>
                  </a:lnTo>
                  <a:lnTo>
                    <a:pt x="1515" y="539"/>
                  </a:lnTo>
                  <a:lnTo>
                    <a:pt x="1751" y="405"/>
                  </a:lnTo>
                  <a:lnTo>
                    <a:pt x="1987" y="304"/>
                  </a:lnTo>
                  <a:lnTo>
                    <a:pt x="2256" y="203"/>
                  </a:lnTo>
                  <a:close/>
                  <a:moveTo>
                    <a:pt x="573" y="1583"/>
                  </a:moveTo>
                  <a:lnTo>
                    <a:pt x="943" y="1819"/>
                  </a:lnTo>
                  <a:lnTo>
                    <a:pt x="1280" y="2021"/>
                  </a:lnTo>
                  <a:lnTo>
                    <a:pt x="2054" y="2425"/>
                  </a:lnTo>
                  <a:lnTo>
                    <a:pt x="2727" y="2795"/>
                  </a:lnTo>
                  <a:lnTo>
                    <a:pt x="3401" y="3132"/>
                  </a:lnTo>
                  <a:lnTo>
                    <a:pt x="2963" y="3165"/>
                  </a:lnTo>
                  <a:lnTo>
                    <a:pt x="2525" y="3266"/>
                  </a:lnTo>
                  <a:lnTo>
                    <a:pt x="2088" y="3367"/>
                  </a:lnTo>
                  <a:lnTo>
                    <a:pt x="1684" y="3502"/>
                  </a:lnTo>
                  <a:lnTo>
                    <a:pt x="1280" y="3637"/>
                  </a:lnTo>
                  <a:lnTo>
                    <a:pt x="876" y="3839"/>
                  </a:lnTo>
                  <a:lnTo>
                    <a:pt x="505" y="4074"/>
                  </a:lnTo>
                  <a:lnTo>
                    <a:pt x="169" y="4344"/>
                  </a:lnTo>
                  <a:lnTo>
                    <a:pt x="135" y="3805"/>
                  </a:lnTo>
                  <a:lnTo>
                    <a:pt x="169" y="3233"/>
                  </a:lnTo>
                  <a:lnTo>
                    <a:pt x="236" y="2728"/>
                  </a:lnTo>
                  <a:lnTo>
                    <a:pt x="337" y="2256"/>
                  </a:lnTo>
                  <a:lnTo>
                    <a:pt x="438" y="1920"/>
                  </a:lnTo>
                  <a:lnTo>
                    <a:pt x="573" y="1583"/>
                  </a:lnTo>
                  <a:close/>
                  <a:moveTo>
                    <a:pt x="4882" y="3334"/>
                  </a:moveTo>
                  <a:lnTo>
                    <a:pt x="5488" y="3401"/>
                  </a:lnTo>
                  <a:lnTo>
                    <a:pt x="6094" y="3468"/>
                  </a:lnTo>
                  <a:lnTo>
                    <a:pt x="6667" y="3569"/>
                  </a:lnTo>
                  <a:lnTo>
                    <a:pt x="7879" y="3839"/>
                  </a:lnTo>
                  <a:lnTo>
                    <a:pt x="9057" y="4108"/>
                  </a:lnTo>
                  <a:lnTo>
                    <a:pt x="8855" y="4512"/>
                  </a:lnTo>
                  <a:lnTo>
                    <a:pt x="8586" y="4916"/>
                  </a:lnTo>
                  <a:lnTo>
                    <a:pt x="8518" y="5017"/>
                  </a:lnTo>
                  <a:lnTo>
                    <a:pt x="8485" y="4983"/>
                  </a:lnTo>
                  <a:lnTo>
                    <a:pt x="8451" y="4983"/>
                  </a:lnTo>
                  <a:lnTo>
                    <a:pt x="7172" y="4647"/>
                  </a:lnTo>
                  <a:lnTo>
                    <a:pt x="5892" y="4344"/>
                  </a:lnTo>
                  <a:lnTo>
                    <a:pt x="5252" y="4209"/>
                  </a:lnTo>
                  <a:lnTo>
                    <a:pt x="4613" y="4074"/>
                  </a:lnTo>
                  <a:lnTo>
                    <a:pt x="4310" y="4007"/>
                  </a:lnTo>
                  <a:lnTo>
                    <a:pt x="3973" y="3973"/>
                  </a:lnTo>
                  <a:lnTo>
                    <a:pt x="3670" y="3940"/>
                  </a:lnTo>
                  <a:lnTo>
                    <a:pt x="3367" y="3973"/>
                  </a:lnTo>
                  <a:lnTo>
                    <a:pt x="3165" y="4007"/>
                  </a:lnTo>
                  <a:lnTo>
                    <a:pt x="2997" y="4074"/>
                  </a:lnTo>
                  <a:lnTo>
                    <a:pt x="2694" y="4209"/>
                  </a:lnTo>
                  <a:lnTo>
                    <a:pt x="2391" y="4411"/>
                  </a:lnTo>
                  <a:lnTo>
                    <a:pt x="2088" y="4613"/>
                  </a:lnTo>
                  <a:lnTo>
                    <a:pt x="1381" y="5118"/>
                  </a:lnTo>
                  <a:lnTo>
                    <a:pt x="640" y="5556"/>
                  </a:lnTo>
                  <a:lnTo>
                    <a:pt x="539" y="5455"/>
                  </a:lnTo>
                  <a:lnTo>
                    <a:pt x="404" y="5219"/>
                  </a:lnTo>
                  <a:lnTo>
                    <a:pt x="303" y="4983"/>
                  </a:lnTo>
                  <a:lnTo>
                    <a:pt x="236" y="4748"/>
                  </a:lnTo>
                  <a:lnTo>
                    <a:pt x="169" y="4478"/>
                  </a:lnTo>
                  <a:lnTo>
                    <a:pt x="674" y="4209"/>
                  </a:lnTo>
                  <a:lnTo>
                    <a:pt x="1145" y="3973"/>
                  </a:lnTo>
                  <a:lnTo>
                    <a:pt x="1650" y="3805"/>
                  </a:lnTo>
                  <a:lnTo>
                    <a:pt x="2155" y="3637"/>
                  </a:lnTo>
                  <a:lnTo>
                    <a:pt x="2660" y="3502"/>
                  </a:lnTo>
                  <a:lnTo>
                    <a:pt x="3165" y="3401"/>
                  </a:lnTo>
                  <a:lnTo>
                    <a:pt x="3704" y="3367"/>
                  </a:lnTo>
                  <a:lnTo>
                    <a:pt x="4276" y="3334"/>
                  </a:lnTo>
                  <a:close/>
                  <a:moveTo>
                    <a:pt x="3838" y="4108"/>
                  </a:moveTo>
                  <a:lnTo>
                    <a:pt x="4175" y="4142"/>
                  </a:lnTo>
                  <a:lnTo>
                    <a:pt x="4512" y="4209"/>
                  </a:lnTo>
                  <a:lnTo>
                    <a:pt x="5219" y="4377"/>
                  </a:lnTo>
                  <a:lnTo>
                    <a:pt x="5825" y="4546"/>
                  </a:lnTo>
                  <a:lnTo>
                    <a:pt x="7104" y="4849"/>
                  </a:lnTo>
                  <a:lnTo>
                    <a:pt x="8417" y="5152"/>
                  </a:lnTo>
                  <a:lnTo>
                    <a:pt x="8013" y="5690"/>
                  </a:lnTo>
                  <a:lnTo>
                    <a:pt x="7542" y="6195"/>
                  </a:lnTo>
                  <a:lnTo>
                    <a:pt x="7003" y="6633"/>
                  </a:lnTo>
                  <a:lnTo>
                    <a:pt x="6465" y="7003"/>
                  </a:lnTo>
                  <a:lnTo>
                    <a:pt x="6263" y="7105"/>
                  </a:lnTo>
                  <a:lnTo>
                    <a:pt x="6094" y="7206"/>
                  </a:lnTo>
                  <a:lnTo>
                    <a:pt x="5690" y="7307"/>
                  </a:lnTo>
                  <a:lnTo>
                    <a:pt x="5252" y="7340"/>
                  </a:lnTo>
                  <a:lnTo>
                    <a:pt x="4848" y="7307"/>
                  </a:lnTo>
                  <a:lnTo>
                    <a:pt x="4411" y="7273"/>
                  </a:lnTo>
                  <a:lnTo>
                    <a:pt x="4007" y="7172"/>
                  </a:lnTo>
                  <a:lnTo>
                    <a:pt x="3199" y="6936"/>
                  </a:lnTo>
                  <a:lnTo>
                    <a:pt x="2525" y="6734"/>
                  </a:lnTo>
                  <a:lnTo>
                    <a:pt x="1886" y="6465"/>
                  </a:lnTo>
                  <a:lnTo>
                    <a:pt x="1549" y="6296"/>
                  </a:lnTo>
                  <a:lnTo>
                    <a:pt x="1246" y="6128"/>
                  </a:lnTo>
                  <a:lnTo>
                    <a:pt x="977" y="5926"/>
                  </a:lnTo>
                  <a:lnTo>
                    <a:pt x="741" y="5657"/>
                  </a:lnTo>
                  <a:lnTo>
                    <a:pt x="1044" y="5589"/>
                  </a:lnTo>
                  <a:lnTo>
                    <a:pt x="1381" y="5421"/>
                  </a:lnTo>
                  <a:lnTo>
                    <a:pt x="1684" y="5219"/>
                  </a:lnTo>
                  <a:lnTo>
                    <a:pt x="1987" y="4983"/>
                  </a:lnTo>
                  <a:lnTo>
                    <a:pt x="2593" y="4512"/>
                  </a:lnTo>
                  <a:lnTo>
                    <a:pt x="2896" y="4344"/>
                  </a:lnTo>
                  <a:lnTo>
                    <a:pt x="3199" y="4209"/>
                  </a:lnTo>
                  <a:lnTo>
                    <a:pt x="3502" y="4142"/>
                  </a:lnTo>
                  <a:lnTo>
                    <a:pt x="3838" y="4108"/>
                  </a:lnTo>
                  <a:close/>
                  <a:moveTo>
                    <a:pt x="2323" y="1"/>
                  </a:moveTo>
                  <a:lnTo>
                    <a:pt x="1953" y="68"/>
                  </a:lnTo>
                  <a:lnTo>
                    <a:pt x="1616" y="169"/>
                  </a:lnTo>
                  <a:lnTo>
                    <a:pt x="1313" y="337"/>
                  </a:lnTo>
                  <a:lnTo>
                    <a:pt x="1044" y="573"/>
                  </a:lnTo>
                  <a:lnTo>
                    <a:pt x="808" y="842"/>
                  </a:lnTo>
                  <a:lnTo>
                    <a:pt x="606" y="1145"/>
                  </a:lnTo>
                  <a:lnTo>
                    <a:pt x="438" y="1482"/>
                  </a:lnTo>
                  <a:lnTo>
                    <a:pt x="303" y="1819"/>
                  </a:lnTo>
                  <a:lnTo>
                    <a:pt x="202" y="2189"/>
                  </a:lnTo>
                  <a:lnTo>
                    <a:pt x="101" y="2593"/>
                  </a:lnTo>
                  <a:lnTo>
                    <a:pt x="34" y="2963"/>
                  </a:lnTo>
                  <a:lnTo>
                    <a:pt x="0" y="3367"/>
                  </a:lnTo>
                  <a:lnTo>
                    <a:pt x="0" y="3738"/>
                  </a:lnTo>
                  <a:lnTo>
                    <a:pt x="0" y="4445"/>
                  </a:lnTo>
                  <a:lnTo>
                    <a:pt x="0" y="4478"/>
                  </a:lnTo>
                  <a:lnTo>
                    <a:pt x="0" y="4512"/>
                  </a:lnTo>
                  <a:lnTo>
                    <a:pt x="0" y="4546"/>
                  </a:lnTo>
                  <a:lnTo>
                    <a:pt x="34" y="4781"/>
                  </a:lnTo>
                  <a:lnTo>
                    <a:pt x="68" y="4950"/>
                  </a:lnTo>
                  <a:lnTo>
                    <a:pt x="135" y="5152"/>
                  </a:lnTo>
                  <a:lnTo>
                    <a:pt x="303" y="5455"/>
                  </a:lnTo>
                  <a:lnTo>
                    <a:pt x="539" y="5758"/>
                  </a:lnTo>
                  <a:lnTo>
                    <a:pt x="808" y="6027"/>
                  </a:lnTo>
                  <a:lnTo>
                    <a:pt x="1111" y="6263"/>
                  </a:lnTo>
                  <a:lnTo>
                    <a:pt x="1414" y="6465"/>
                  </a:lnTo>
                  <a:lnTo>
                    <a:pt x="1751" y="6633"/>
                  </a:lnTo>
                  <a:lnTo>
                    <a:pt x="2088" y="6768"/>
                  </a:lnTo>
                  <a:lnTo>
                    <a:pt x="2929" y="7105"/>
                  </a:lnTo>
                  <a:lnTo>
                    <a:pt x="3401" y="7273"/>
                  </a:lnTo>
                  <a:lnTo>
                    <a:pt x="3872" y="7374"/>
                  </a:lnTo>
                  <a:lnTo>
                    <a:pt x="4343" y="7475"/>
                  </a:lnTo>
                  <a:lnTo>
                    <a:pt x="4815" y="7542"/>
                  </a:lnTo>
                  <a:lnTo>
                    <a:pt x="5286" y="7542"/>
                  </a:lnTo>
                  <a:lnTo>
                    <a:pt x="5724" y="7475"/>
                  </a:lnTo>
                  <a:lnTo>
                    <a:pt x="6162" y="7374"/>
                  </a:lnTo>
                  <a:lnTo>
                    <a:pt x="6532" y="7172"/>
                  </a:lnTo>
                  <a:lnTo>
                    <a:pt x="6936" y="6970"/>
                  </a:lnTo>
                  <a:lnTo>
                    <a:pt x="7273" y="6700"/>
                  </a:lnTo>
                  <a:lnTo>
                    <a:pt x="7609" y="6397"/>
                  </a:lnTo>
                  <a:lnTo>
                    <a:pt x="7912" y="6061"/>
                  </a:lnTo>
                  <a:lnTo>
                    <a:pt x="8485" y="5387"/>
                  </a:lnTo>
                  <a:lnTo>
                    <a:pt x="8720" y="5118"/>
                  </a:lnTo>
                  <a:lnTo>
                    <a:pt x="8922" y="4781"/>
                  </a:lnTo>
                  <a:lnTo>
                    <a:pt x="9124" y="4411"/>
                  </a:lnTo>
                  <a:lnTo>
                    <a:pt x="9293" y="4041"/>
                  </a:lnTo>
                  <a:lnTo>
                    <a:pt x="9394" y="4041"/>
                  </a:lnTo>
                  <a:lnTo>
                    <a:pt x="9461" y="3973"/>
                  </a:lnTo>
                  <a:lnTo>
                    <a:pt x="9461" y="3872"/>
                  </a:lnTo>
                  <a:lnTo>
                    <a:pt x="9461" y="3839"/>
                  </a:lnTo>
                  <a:lnTo>
                    <a:pt x="9427" y="3805"/>
                  </a:lnTo>
                  <a:lnTo>
                    <a:pt x="9394" y="3771"/>
                  </a:lnTo>
                  <a:lnTo>
                    <a:pt x="9427" y="3502"/>
                  </a:lnTo>
                  <a:lnTo>
                    <a:pt x="9427" y="3233"/>
                  </a:lnTo>
                  <a:lnTo>
                    <a:pt x="9394" y="2997"/>
                  </a:lnTo>
                  <a:lnTo>
                    <a:pt x="9293" y="2728"/>
                  </a:lnTo>
                  <a:lnTo>
                    <a:pt x="9192" y="2559"/>
                  </a:lnTo>
                  <a:lnTo>
                    <a:pt x="9091" y="2391"/>
                  </a:lnTo>
                  <a:lnTo>
                    <a:pt x="8788" y="2122"/>
                  </a:lnTo>
                  <a:lnTo>
                    <a:pt x="8451" y="1852"/>
                  </a:lnTo>
                  <a:lnTo>
                    <a:pt x="8081" y="1650"/>
                  </a:lnTo>
                  <a:lnTo>
                    <a:pt x="7677" y="1448"/>
                  </a:lnTo>
                  <a:lnTo>
                    <a:pt x="7273" y="1280"/>
                  </a:lnTo>
                  <a:lnTo>
                    <a:pt x="6498" y="1011"/>
                  </a:lnTo>
                  <a:lnTo>
                    <a:pt x="5589" y="674"/>
                  </a:lnTo>
                  <a:lnTo>
                    <a:pt x="4646" y="438"/>
                  </a:lnTo>
                  <a:lnTo>
                    <a:pt x="3704" y="236"/>
                  </a:lnTo>
                  <a:lnTo>
                    <a:pt x="2761" y="102"/>
                  </a:lnTo>
                  <a:lnTo>
                    <a:pt x="2761" y="34"/>
                  </a:lnTo>
                  <a:lnTo>
                    <a:pt x="272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 name="Google Shape;688;p5">
              <a:extLst>
                <a:ext uri="{FF2B5EF4-FFF2-40B4-BE49-F238E27FC236}">
                  <a16:creationId xmlns:a16="http://schemas.microsoft.com/office/drawing/2014/main" id="{1CF43E69-3441-4B9E-97E2-72F2FF825C83}"/>
                </a:ext>
              </a:extLst>
            </p:cNvPr>
            <p:cNvSpPr/>
            <p:nvPr/>
          </p:nvSpPr>
          <p:spPr>
            <a:xfrm>
              <a:off x="1625509" y="4780661"/>
              <a:ext cx="427776" cy="372423"/>
            </a:xfrm>
            <a:custGeom>
              <a:avLst/>
              <a:gdLst/>
              <a:ahLst/>
              <a:cxnLst/>
              <a:rect l="l" t="t" r="r" b="b"/>
              <a:pathLst>
                <a:path w="8586" h="7475" extrusionOk="0">
                  <a:moveTo>
                    <a:pt x="1582" y="169"/>
                  </a:moveTo>
                  <a:lnTo>
                    <a:pt x="1986" y="236"/>
                  </a:lnTo>
                  <a:lnTo>
                    <a:pt x="2357" y="337"/>
                  </a:lnTo>
                  <a:lnTo>
                    <a:pt x="2761" y="438"/>
                  </a:lnTo>
                  <a:lnTo>
                    <a:pt x="3535" y="708"/>
                  </a:lnTo>
                  <a:lnTo>
                    <a:pt x="4310" y="1011"/>
                  </a:lnTo>
                  <a:lnTo>
                    <a:pt x="5993" y="1684"/>
                  </a:lnTo>
                  <a:lnTo>
                    <a:pt x="7676" y="2458"/>
                  </a:lnTo>
                  <a:lnTo>
                    <a:pt x="7811" y="2526"/>
                  </a:lnTo>
                  <a:lnTo>
                    <a:pt x="7946" y="2627"/>
                  </a:lnTo>
                  <a:lnTo>
                    <a:pt x="8148" y="2829"/>
                  </a:lnTo>
                  <a:lnTo>
                    <a:pt x="8282" y="3098"/>
                  </a:lnTo>
                  <a:lnTo>
                    <a:pt x="8350" y="3368"/>
                  </a:lnTo>
                  <a:lnTo>
                    <a:pt x="8383" y="3671"/>
                  </a:lnTo>
                  <a:lnTo>
                    <a:pt x="8350" y="4007"/>
                  </a:lnTo>
                  <a:lnTo>
                    <a:pt x="8316" y="4344"/>
                  </a:lnTo>
                  <a:lnTo>
                    <a:pt x="8249" y="4681"/>
                  </a:lnTo>
                  <a:lnTo>
                    <a:pt x="7272" y="4344"/>
                  </a:lnTo>
                  <a:lnTo>
                    <a:pt x="6296" y="4007"/>
                  </a:lnTo>
                  <a:lnTo>
                    <a:pt x="4343" y="3401"/>
                  </a:lnTo>
                  <a:lnTo>
                    <a:pt x="3367" y="3064"/>
                  </a:lnTo>
                  <a:lnTo>
                    <a:pt x="2357" y="2728"/>
                  </a:lnTo>
                  <a:lnTo>
                    <a:pt x="1347" y="2425"/>
                  </a:lnTo>
                  <a:lnTo>
                    <a:pt x="842" y="2290"/>
                  </a:lnTo>
                  <a:lnTo>
                    <a:pt x="337" y="2189"/>
                  </a:lnTo>
                  <a:lnTo>
                    <a:pt x="370" y="1852"/>
                  </a:lnTo>
                  <a:lnTo>
                    <a:pt x="471" y="1549"/>
                  </a:lnTo>
                  <a:lnTo>
                    <a:pt x="572" y="1246"/>
                  </a:lnTo>
                  <a:lnTo>
                    <a:pt x="707" y="943"/>
                  </a:lnTo>
                  <a:lnTo>
                    <a:pt x="1448" y="1213"/>
                  </a:lnTo>
                  <a:lnTo>
                    <a:pt x="2188" y="1482"/>
                  </a:lnTo>
                  <a:lnTo>
                    <a:pt x="2660" y="1650"/>
                  </a:lnTo>
                  <a:lnTo>
                    <a:pt x="3131" y="1751"/>
                  </a:lnTo>
                  <a:lnTo>
                    <a:pt x="4108" y="1920"/>
                  </a:lnTo>
                  <a:lnTo>
                    <a:pt x="5084" y="2122"/>
                  </a:lnTo>
                  <a:lnTo>
                    <a:pt x="5993" y="2324"/>
                  </a:lnTo>
                  <a:lnTo>
                    <a:pt x="7878" y="2795"/>
                  </a:lnTo>
                  <a:lnTo>
                    <a:pt x="7946" y="2795"/>
                  </a:lnTo>
                  <a:lnTo>
                    <a:pt x="7979" y="2728"/>
                  </a:lnTo>
                  <a:lnTo>
                    <a:pt x="7979" y="2694"/>
                  </a:lnTo>
                  <a:lnTo>
                    <a:pt x="7946" y="2627"/>
                  </a:lnTo>
                  <a:lnTo>
                    <a:pt x="7003" y="2357"/>
                  </a:lnTo>
                  <a:lnTo>
                    <a:pt x="6060" y="2122"/>
                  </a:lnTo>
                  <a:lnTo>
                    <a:pt x="5118" y="1920"/>
                  </a:lnTo>
                  <a:lnTo>
                    <a:pt x="4175" y="1751"/>
                  </a:lnTo>
                  <a:lnTo>
                    <a:pt x="3300" y="1583"/>
                  </a:lnTo>
                  <a:lnTo>
                    <a:pt x="2896" y="1516"/>
                  </a:lnTo>
                  <a:lnTo>
                    <a:pt x="2458" y="1381"/>
                  </a:lnTo>
                  <a:lnTo>
                    <a:pt x="2054" y="1246"/>
                  </a:lnTo>
                  <a:lnTo>
                    <a:pt x="1616" y="1078"/>
                  </a:lnTo>
                  <a:lnTo>
                    <a:pt x="1178" y="910"/>
                  </a:lnTo>
                  <a:lnTo>
                    <a:pt x="741" y="809"/>
                  </a:lnTo>
                  <a:lnTo>
                    <a:pt x="943" y="472"/>
                  </a:lnTo>
                  <a:lnTo>
                    <a:pt x="1145" y="169"/>
                  </a:lnTo>
                  <a:close/>
                  <a:moveTo>
                    <a:pt x="1212" y="1"/>
                  </a:moveTo>
                  <a:lnTo>
                    <a:pt x="1178" y="34"/>
                  </a:lnTo>
                  <a:lnTo>
                    <a:pt x="1077" y="34"/>
                  </a:lnTo>
                  <a:lnTo>
                    <a:pt x="1010" y="68"/>
                  </a:lnTo>
                  <a:lnTo>
                    <a:pt x="1044" y="135"/>
                  </a:lnTo>
                  <a:lnTo>
                    <a:pt x="842" y="337"/>
                  </a:lnTo>
                  <a:lnTo>
                    <a:pt x="673" y="539"/>
                  </a:lnTo>
                  <a:lnTo>
                    <a:pt x="539" y="775"/>
                  </a:lnTo>
                  <a:lnTo>
                    <a:pt x="404" y="1044"/>
                  </a:lnTo>
                  <a:lnTo>
                    <a:pt x="303" y="1314"/>
                  </a:lnTo>
                  <a:lnTo>
                    <a:pt x="202" y="1617"/>
                  </a:lnTo>
                  <a:lnTo>
                    <a:pt x="67" y="2189"/>
                  </a:lnTo>
                  <a:lnTo>
                    <a:pt x="0" y="2829"/>
                  </a:lnTo>
                  <a:lnTo>
                    <a:pt x="0" y="3435"/>
                  </a:lnTo>
                  <a:lnTo>
                    <a:pt x="34" y="4007"/>
                  </a:lnTo>
                  <a:lnTo>
                    <a:pt x="101" y="4512"/>
                  </a:lnTo>
                  <a:lnTo>
                    <a:pt x="202" y="4849"/>
                  </a:lnTo>
                  <a:lnTo>
                    <a:pt x="303" y="5186"/>
                  </a:lnTo>
                  <a:lnTo>
                    <a:pt x="438" y="5489"/>
                  </a:lnTo>
                  <a:lnTo>
                    <a:pt x="572" y="5792"/>
                  </a:lnTo>
                  <a:lnTo>
                    <a:pt x="774" y="6061"/>
                  </a:lnTo>
                  <a:lnTo>
                    <a:pt x="976" y="6330"/>
                  </a:lnTo>
                  <a:lnTo>
                    <a:pt x="1212" y="6566"/>
                  </a:lnTo>
                  <a:lnTo>
                    <a:pt x="1481" y="6802"/>
                  </a:lnTo>
                  <a:lnTo>
                    <a:pt x="1919" y="7172"/>
                  </a:lnTo>
                  <a:lnTo>
                    <a:pt x="2390" y="7475"/>
                  </a:lnTo>
                  <a:lnTo>
                    <a:pt x="2896" y="7475"/>
                  </a:lnTo>
                  <a:lnTo>
                    <a:pt x="2559" y="7307"/>
                  </a:lnTo>
                  <a:lnTo>
                    <a:pt x="2256" y="7105"/>
                  </a:lnTo>
                  <a:lnTo>
                    <a:pt x="1919" y="6869"/>
                  </a:lnTo>
                  <a:lnTo>
                    <a:pt x="1616" y="6633"/>
                  </a:lnTo>
                  <a:lnTo>
                    <a:pt x="1347" y="6364"/>
                  </a:lnTo>
                  <a:lnTo>
                    <a:pt x="1111" y="6095"/>
                  </a:lnTo>
                  <a:lnTo>
                    <a:pt x="875" y="5792"/>
                  </a:lnTo>
                  <a:lnTo>
                    <a:pt x="673" y="5455"/>
                  </a:lnTo>
                  <a:lnTo>
                    <a:pt x="539" y="5152"/>
                  </a:lnTo>
                  <a:lnTo>
                    <a:pt x="404" y="4849"/>
                  </a:lnTo>
                  <a:lnTo>
                    <a:pt x="337" y="4546"/>
                  </a:lnTo>
                  <a:lnTo>
                    <a:pt x="303" y="4209"/>
                  </a:lnTo>
                  <a:lnTo>
                    <a:pt x="269" y="3536"/>
                  </a:lnTo>
                  <a:lnTo>
                    <a:pt x="269" y="2862"/>
                  </a:lnTo>
                  <a:lnTo>
                    <a:pt x="640" y="3165"/>
                  </a:lnTo>
                  <a:lnTo>
                    <a:pt x="1010" y="3401"/>
                  </a:lnTo>
                  <a:lnTo>
                    <a:pt x="1818" y="3906"/>
                  </a:lnTo>
                  <a:lnTo>
                    <a:pt x="2626" y="4344"/>
                  </a:lnTo>
                  <a:lnTo>
                    <a:pt x="3401" y="4815"/>
                  </a:lnTo>
                  <a:lnTo>
                    <a:pt x="3838" y="5118"/>
                  </a:lnTo>
                  <a:lnTo>
                    <a:pt x="4242" y="5421"/>
                  </a:lnTo>
                  <a:lnTo>
                    <a:pt x="4411" y="5590"/>
                  </a:lnTo>
                  <a:lnTo>
                    <a:pt x="4545" y="5792"/>
                  </a:lnTo>
                  <a:lnTo>
                    <a:pt x="4680" y="5994"/>
                  </a:lnTo>
                  <a:lnTo>
                    <a:pt x="4781" y="6263"/>
                  </a:lnTo>
                  <a:lnTo>
                    <a:pt x="4882" y="6532"/>
                  </a:lnTo>
                  <a:lnTo>
                    <a:pt x="4916" y="6869"/>
                  </a:lnTo>
                  <a:lnTo>
                    <a:pt x="4949" y="7475"/>
                  </a:lnTo>
                  <a:lnTo>
                    <a:pt x="5219" y="7475"/>
                  </a:lnTo>
                  <a:lnTo>
                    <a:pt x="5219" y="7138"/>
                  </a:lnTo>
                  <a:lnTo>
                    <a:pt x="5185" y="6802"/>
                  </a:lnTo>
                  <a:lnTo>
                    <a:pt x="5118" y="6465"/>
                  </a:lnTo>
                  <a:lnTo>
                    <a:pt x="5017" y="6128"/>
                  </a:lnTo>
                  <a:lnTo>
                    <a:pt x="4882" y="5825"/>
                  </a:lnTo>
                  <a:lnTo>
                    <a:pt x="4714" y="5522"/>
                  </a:lnTo>
                  <a:lnTo>
                    <a:pt x="4512" y="5287"/>
                  </a:lnTo>
                  <a:lnTo>
                    <a:pt x="4242" y="5051"/>
                  </a:lnTo>
                  <a:lnTo>
                    <a:pt x="3300" y="4445"/>
                  </a:lnTo>
                  <a:lnTo>
                    <a:pt x="2323" y="3873"/>
                  </a:lnTo>
                  <a:lnTo>
                    <a:pt x="1347" y="3267"/>
                  </a:lnTo>
                  <a:lnTo>
                    <a:pt x="842" y="2997"/>
                  </a:lnTo>
                  <a:lnTo>
                    <a:pt x="303" y="2761"/>
                  </a:lnTo>
                  <a:lnTo>
                    <a:pt x="269" y="2761"/>
                  </a:lnTo>
                  <a:lnTo>
                    <a:pt x="303" y="2256"/>
                  </a:lnTo>
                  <a:lnTo>
                    <a:pt x="741" y="2492"/>
                  </a:lnTo>
                  <a:lnTo>
                    <a:pt x="1212" y="2660"/>
                  </a:lnTo>
                  <a:lnTo>
                    <a:pt x="2155" y="2963"/>
                  </a:lnTo>
                  <a:lnTo>
                    <a:pt x="3131" y="3267"/>
                  </a:lnTo>
                  <a:lnTo>
                    <a:pt x="4040" y="3536"/>
                  </a:lnTo>
                  <a:lnTo>
                    <a:pt x="4276" y="3603"/>
                  </a:lnTo>
                  <a:lnTo>
                    <a:pt x="4444" y="3772"/>
                  </a:lnTo>
                  <a:lnTo>
                    <a:pt x="4613" y="3974"/>
                  </a:lnTo>
                  <a:lnTo>
                    <a:pt x="4848" y="4277"/>
                  </a:lnTo>
                  <a:lnTo>
                    <a:pt x="5252" y="4782"/>
                  </a:lnTo>
                  <a:lnTo>
                    <a:pt x="5623" y="5320"/>
                  </a:lnTo>
                  <a:lnTo>
                    <a:pt x="5892" y="5825"/>
                  </a:lnTo>
                  <a:lnTo>
                    <a:pt x="6128" y="6364"/>
                  </a:lnTo>
                  <a:lnTo>
                    <a:pt x="6262" y="6903"/>
                  </a:lnTo>
                  <a:lnTo>
                    <a:pt x="6330" y="7475"/>
                  </a:lnTo>
                  <a:lnTo>
                    <a:pt x="6565" y="7475"/>
                  </a:lnTo>
                  <a:lnTo>
                    <a:pt x="6532" y="7138"/>
                  </a:lnTo>
                  <a:lnTo>
                    <a:pt x="6464" y="6835"/>
                  </a:lnTo>
                  <a:lnTo>
                    <a:pt x="6397" y="6499"/>
                  </a:lnTo>
                  <a:lnTo>
                    <a:pt x="6296" y="6196"/>
                  </a:lnTo>
                  <a:lnTo>
                    <a:pt x="6027" y="5590"/>
                  </a:lnTo>
                  <a:lnTo>
                    <a:pt x="5690" y="5017"/>
                  </a:lnTo>
                  <a:lnTo>
                    <a:pt x="5286" y="4411"/>
                  </a:lnTo>
                  <a:lnTo>
                    <a:pt x="5017" y="4075"/>
                  </a:lnTo>
                  <a:lnTo>
                    <a:pt x="4747" y="3772"/>
                  </a:lnTo>
                  <a:lnTo>
                    <a:pt x="4747" y="3772"/>
                  </a:lnTo>
                  <a:lnTo>
                    <a:pt x="6464" y="4344"/>
                  </a:lnTo>
                  <a:lnTo>
                    <a:pt x="7340" y="4613"/>
                  </a:lnTo>
                  <a:lnTo>
                    <a:pt x="8181" y="4883"/>
                  </a:lnTo>
                  <a:lnTo>
                    <a:pt x="8013" y="5489"/>
                  </a:lnTo>
                  <a:lnTo>
                    <a:pt x="7845" y="5994"/>
                  </a:lnTo>
                  <a:lnTo>
                    <a:pt x="7710" y="6364"/>
                  </a:lnTo>
                  <a:lnTo>
                    <a:pt x="7542" y="6768"/>
                  </a:lnTo>
                  <a:lnTo>
                    <a:pt x="7171" y="7475"/>
                  </a:lnTo>
                  <a:lnTo>
                    <a:pt x="7441" y="7475"/>
                  </a:lnTo>
                  <a:lnTo>
                    <a:pt x="7777" y="6633"/>
                  </a:lnTo>
                  <a:lnTo>
                    <a:pt x="8080" y="5825"/>
                  </a:lnTo>
                  <a:lnTo>
                    <a:pt x="8383" y="4883"/>
                  </a:lnTo>
                  <a:lnTo>
                    <a:pt x="8417" y="4849"/>
                  </a:lnTo>
                  <a:lnTo>
                    <a:pt x="8417" y="4748"/>
                  </a:lnTo>
                  <a:lnTo>
                    <a:pt x="8552" y="4209"/>
                  </a:lnTo>
                  <a:lnTo>
                    <a:pt x="8585" y="3906"/>
                  </a:lnTo>
                  <a:lnTo>
                    <a:pt x="8585" y="3637"/>
                  </a:lnTo>
                  <a:lnTo>
                    <a:pt x="8552" y="3368"/>
                  </a:lnTo>
                  <a:lnTo>
                    <a:pt x="8518" y="3132"/>
                  </a:lnTo>
                  <a:lnTo>
                    <a:pt x="8417" y="2862"/>
                  </a:lnTo>
                  <a:lnTo>
                    <a:pt x="8282" y="2660"/>
                  </a:lnTo>
                  <a:lnTo>
                    <a:pt x="8148" y="2492"/>
                  </a:lnTo>
                  <a:lnTo>
                    <a:pt x="8013" y="2391"/>
                  </a:lnTo>
                  <a:lnTo>
                    <a:pt x="7643" y="2189"/>
                  </a:lnTo>
                  <a:lnTo>
                    <a:pt x="6902" y="1886"/>
                  </a:lnTo>
                  <a:lnTo>
                    <a:pt x="5050" y="1078"/>
                  </a:lnTo>
                  <a:lnTo>
                    <a:pt x="4175" y="708"/>
                  </a:lnTo>
                  <a:lnTo>
                    <a:pt x="3704" y="506"/>
                  </a:lnTo>
                  <a:lnTo>
                    <a:pt x="3199" y="304"/>
                  </a:lnTo>
                  <a:lnTo>
                    <a:pt x="2727" y="169"/>
                  </a:lnTo>
                  <a:lnTo>
                    <a:pt x="2222" y="34"/>
                  </a:lnTo>
                  <a:lnTo>
                    <a:pt x="171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2" name="Google Shape;689;p5">
            <a:extLst>
              <a:ext uri="{FF2B5EF4-FFF2-40B4-BE49-F238E27FC236}">
                <a16:creationId xmlns:a16="http://schemas.microsoft.com/office/drawing/2014/main" id="{5A74DEEF-BD88-4785-9345-C286A42C9C7A}"/>
              </a:ext>
            </a:extLst>
          </p:cNvPr>
          <p:cNvGrpSpPr/>
          <p:nvPr userDrawn="1"/>
        </p:nvGrpSpPr>
        <p:grpSpPr>
          <a:xfrm>
            <a:off x="342281" y="4183488"/>
            <a:ext cx="369035" cy="728056"/>
            <a:chOff x="342281" y="4183488"/>
            <a:chExt cx="369035" cy="728056"/>
          </a:xfrm>
        </p:grpSpPr>
        <p:sp>
          <p:nvSpPr>
            <p:cNvPr id="13" name="Google Shape;690;p5">
              <a:extLst>
                <a:ext uri="{FF2B5EF4-FFF2-40B4-BE49-F238E27FC236}">
                  <a16:creationId xmlns:a16="http://schemas.microsoft.com/office/drawing/2014/main" id="{37110DFE-694B-4FFF-A2A8-BC3E9584D76A}"/>
                </a:ext>
              </a:extLst>
            </p:cNvPr>
            <p:cNvSpPr/>
            <p:nvPr/>
          </p:nvSpPr>
          <p:spPr>
            <a:xfrm>
              <a:off x="385875" y="4691777"/>
              <a:ext cx="77225" cy="211397"/>
            </a:xfrm>
            <a:custGeom>
              <a:avLst/>
              <a:gdLst/>
              <a:ahLst/>
              <a:cxnLst/>
              <a:rect l="l" t="t" r="r" b="b"/>
              <a:pathLst>
                <a:path w="1550" h="4243" extrusionOk="0">
                  <a:moveTo>
                    <a:pt x="1515" y="0"/>
                  </a:moveTo>
                  <a:lnTo>
                    <a:pt x="1515" y="34"/>
                  </a:lnTo>
                  <a:lnTo>
                    <a:pt x="741" y="2088"/>
                  </a:lnTo>
                  <a:lnTo>
                    <a:pt x="337" y="3131"/>
                  </a:lnTo>
                  <a:lnTo>
                    <a:pt x="0" y="4175"/>
                  </a:lnTo>
                  <a:lnTo>
                    <a:pt x="0" y="4209"/>
                  </a:lnTo>
                  <a:lnTo>
                    <a:pt x="34" y="4242"/>
                  </a:lnTo>
                  <a:lnTo>
                    <a:pt x="68" y="4242"/>
                  </a:lnTo>
                  <a:lnTo>
                    <a:pt x="68" y="4209"/>
                  </a:lnTo>
                  <a:lnTo>
                    <a:pt x="505" y="3131"/>
                  </a:lnTo>
                  <a:lnTo>
                    <a:pt x="909" y="2020"/>
                  </a:lnTo>
                  <a:lnTo>
                    <a:pt x="1145" y="1549"/>
                  </a:lnTo>
                  <a:lnTo>
                    <a:pt x="1347" y="1044"/>
                  </a:lnTo>
                  <a:lnTo>
                    <a:pt x="1448" y="775"/>
                  </a:lnTo>
                  <a:lnTo>
                    <a:pt x="1549" y="505"/>
                  </a:lnTo>
                  <a:lnTo>
                    <a:pt x="1549" y="270"/>
                  </a:lnTo>
                  <a:lnTo>
                    <a:pt x="1549" y="34"/>
                  </a:lnTo>
                  <a:lnTo>
                    <a:pt x="151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 name="Google Shape;691;p5">
              <a:extLst>
                <a:ext uri="{FF2B5EF4-FFF2-40B4-BE49-F238E27FC236}">
                  <a16:creationId xmlns:a16="http://schemas.microsoft.com/office/drawing/2014/main" id="{D63FA622-38E6-49A9-B132-585DEA599AFC}"/>
                </a:ext>
              </a:extLst>
            </p:cNvPr>
            <p:cNvSpPr/>
            <p:nvPr/>
          </p:nvSpPr>
          <p:spPr>
            <a:xfrm>
              <a:off x="560304" y="4300920"/>
              <a:ext cx="129240" cy="83951"/>
            </a:xfrm>
            <a:custGeom>
              <a:avLst/>
              <a:gdLst/>
              <a:ahLst/>
              <a:cxnLst/>
              <a:rect l="l" t="t" r="r" b="b"/>
              <a:pathLst>
                <a:path w="2594" h="1685" extrusionOk="0">
                  <a:moveTo>
                    <a:pt x="2560" y="1"/>
                  </a:moveTo>
                  <a:lnTo>
                    <a:pt x="2526" y="34"/>
                  </a:lnTo>
                  <a:lnTo>
                    <a:pt x="2391" y="270"/>
                  </a:lnTo>
                  <a:lnTo>
                    <a:pt x="2223" y="539"/>
                  </a:lnTo>
                  <a:lnTo>
                    <a:pt x="2088" y="809"/>
                  </a:lnTo>
                  <a:lnTo>
                    <a:pt x="1886" y="1078"/>
                  </a:lnTo>
                  <a:lnTo>
                    <a:pt x="1651" y="1246"/>
                  </a:lnTo>
                  <a:lnTo>
                    <a:pt x="1381" y="1381"/>
                  </a:lnTo>
                  <a:lnTo>
                    <a:pt x="1146" y="1448"/>
                  </a:lnTo>
                  <a:lnTo>
                    <a:pt x="876" y="1448"/>
                  </a:lnTo>
                  <a:lnTo>
                    <a:pt x="641" y="1381"/>
                  </a:lnTo>
                  <a:lnTo>
                    <a:pt x="405" y="1246"/>
                  </a:lnTo>
                  <a:lnTo>
                    <a:pt x="304" y="1145"/>
                  </a:lnTo>
                  <a:lnTo>
                    <a:pt x="237" y="1044"/>
                  </a:lnTo>
                  <a:lnTo>
                    <a:pt x="169" y="910"/>
                  </a:lnTo>
                  <a:lnTo>
                    <a:pt x="102" y="741"/>
                  </a:lnTo>
                  <a:lnTo>
                    <a:pt x="68" y="708"/>
                  </a:lnTo>
                  <a:lnTo>
                    <a:pt x="35" y="708"/>
                  </a:lnTo>
                  <a:lnTo>
                    <a:pt x="35" y="741"/>
                  </a:lnTo>
                  <a:lnTo>
                    <a:pt x="1" y="876"/>
                  </a:lnTo>
                  <a:lnTo>
                    <a:pt x="1" y="977"/>
                  </a:lnTo>
                  <a:lnTo>
                    <a:pt x="68" y="1179"/>
                  </a:lnTo>
                  <a:lnTo>
                    <a:pt x="203" y="1347"/>
                  </a:lnTo>
                  <a:lnTo>
                    <a:pt x="371" y="1482"/>
                  </a:lnTo>
                  <a:lnTo>
                    <a:pt x="573" y="1583"/>
                  </a:lnTo>
                  <a:lnTo>
                    <a:pt x="775" y="1650"/>
                  </a:lnTo>
                  <a:lnTo>
                    <a:pt x="1011" y="1684"/>
                  </a:lnTo>
                  <a:lnTo>
                    <a:pt x="1213" y="1684"/>
                  </a:lnTo>
                  <a:lnTo>
                    <a:pt x="1449" y="1617"/>
                  </a:lnTo>
                  <a:lnTo>
                    <a:pt x="1684" y="1482"/>
                  </a:lnTo>
                  <a:lnTo>
                    <a:pt x="1954" y="1280"/>
                  </a:lnTo>
                  <a:lnTo>
                    <a:pt x="2156" y="1078"/>
                  </a:lnTo>
                  <a:lnTo>
                    <a:pt x="2358" y="809"/>
                  </a:lnTo>
                  <a:lnTo>
                    <a:pt x="2492" y="573"/>
                  </a:lnTo>
                  <a:lnTo>
                    <a:pt x="2593" y="304"/>
                  </a:lnTo>
                  <a:lnTo>
                    <a:pt x="2593" y="34"/>
                  </a:lnTo>
                  <a:lnTo>
                    <a:pt x="256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 name="Google Shape;692;p5">
              <a:extLst>
                <a:ext uri="{FF2B5EF4-FFF2-40B4-BE49-F238E27FC236}">
                  <a16:creationId xmlns:a16="http://schemas.microsoft.com/office/drawing/2014/main" id="{C4591C91-2AD0-4BD8-91F9-14574BD44D0A}"/>
                </a:ext>
              </a:extLst>
            </p:cNvPr>
            <p:cNvSpPr/>
            <p:nvPr/>
          </p:nvSpPr>
          <p:spPr>
            <a:xfrm>
              <a:off x="342281" y="4183488"/>
              <a:ext cx="369035" cy="728056"/>
            </a:xfrm>
            <a:custGeom>
              <a:avLst/>
              <a:gdLst/>
              <a:ahLst/>
              <a:cxnLst/>
              <a:rect l="l" t="t" r="r" b="b"/>
              <a:pathLst>
                <a:path w="7407" h="14613" extrusionOk="0">
                  <a:moveTo>
                    <a:pt x="5993" y="1"/>
                  </a:moveTo>
                  <a:lnTo>
                    <a:pt x="5825" y="35"/>
                  </a:lnTo>
                  <a:lnTo>
                    <a:pt x="5656" y="102"/>
                  </a:lnTo>
                  <a:lnTo>
                    <a:pt x="5488" y="169"/>
                  </a:lnTo>
                  <a:lnTo>
                    <a:pt x="5185" y="405"/>
                  </a:lnTo>
                  <a:lnTo>
                    <a:pt x="4916" y="674"/>
                  </a:lnTo>
                  <a:lnTo>
                    <a:pt x="4680" y="1011"/>
                  </a:lnTo>
                  <a:lnTo>
                    <a:pt x="4478" y="1348"/>
                  </a:lnTo>
                  <a:lnTo>
                    <a:pt x="4276" y="1651"/>
                  </a:lnTo>
                  <a:lnTo>
                    <a:pt x="4141" y="2021"/>
                  </a:lnTo>
                  <a:lnTo>
                    <a:pt x="4040" y="2391"/>
                  </a:lnTo>
                  <a:lnTo>
                    <a:pt x="3973" y="2762"/>
                  </a:lnTo>
                  <a:lnTo>
                    <a:pt x="3973" y="3132"/>
                  </a:lnTo>
                  <a:lnTo>
                    <a:pt x="4007" y="3368"/>
                  </a:lnTo>
                  <a:lnTo>
                    <a:pt x="4040" y="3570"/>
                  </a:lnTo>
                  <a:lnTo>
                    <a:pt x="4209" y="3974"/>
                  </a:lnTo>
                  <a:lnTo>
                    <a:pt x="4310" y="4344"/>
                  </a:lnTo>
                  <a:lnTo>
                    <a:pt x="4377" y="4681"/>
                  </a:lnTo>
                  <a:lnTo>
                    <a:pt x="4377" y="5051"/>
                  </a:lnTo>
                  <a:lnTo>
                    <a:pt x="4310" y="5421"/>
                  </a:lnTo>
                  <a:lnTo>
                    <a:pt x="4074" y="5960"/>
                  </a:lnTo>
                  <a:lnTo>
                    <a:pt x="3838" y="6532"/>
                  </a:lnTo>
                  <a:lnTo>
                    <a:pt x="3232" y="7576"/>
                  </a:lnTo>
                  <a:lnTo>
                    <a:pt x="2626" y="8687"/>
                  </a:lnTo>
                  <a:lnTo>
                    <a:pt x="1986" y="9798"/>
                  </a:lnTo>
                  <a:lnTo>
                    <a:pt x="640" y="11953"/>
                  </a:lnTo>
                  <a:lnTo>
                    <a:pt x="404" y="12323"/>
                  </a:lnTo>
                  <a:lnTo>
                    <a:pt x="202" y="12727"/>
                  </a:lnTo>
                  <a:lnTo>
                    <a:pt x="101" y="12929"/>
                  </a:lnTo>
                  <a:lnTo>
                    <a:pt x="34" y="13131"/>
                  </a:lnTo>
                  <a:lnTo>
                    <a:pt x="0" y="13367"/>
                  </a:lnTo>
                  <a:lnTo>
                    <a:pt x="0" y="13569"/>
                  </a:lnTo>
                  <a:lnTo>
                    <a:pt x="34" y="13636"/>
                  </a:lnTo>
                  <a:lnTo>
                    <a:pt x="67" y="13670"/>
                  </a:lnTo>
                  <a:lnTo>
                    <a:pt x="135" y="13636"/>
                  </a:lnTo>
                  <a:lnTo>
                    <a:pt x="168" y="13569"/>
                  </a:lnTo>
                  <a:lnTo>
                    <a:pt x="168" y="13333"/>
                  </a:lnTo>
                  <a:lnTo>
                    <a:pt x="202" y="13098"/>
                  </a:lnTo>
                  <a:lnTo>
                    <a:pt x="303" y="12862"/>
                  </a:lnTo>
                  <a:lnTo>
                    <a:pt x="404" y="12660"/>
                  </a:lnTo>
                  <a:lnTo>
                    <a:pt x="640" y="12222"/>
                  </a:lnTo>
                  <a:lnTo>
                    <a:pt x="909" y="11818"/>
                  </a:lnTo>
                  <a:lnTo>
                    <a:pt x="1986" y="10068"/>
                  </a:lnTo>
                  <a:lnTo>
                    <a:pt x="2996" y="8317"/>
                  </a:lnTo>
                  <a:lnTo>
                    <a:pt x="3501" y="7442"/>
                  </a:lnTo>
                  <a:lnTo>
                    <a:pt x="3939" y="6532"/>
                  </a:lnTo>
                  <a:lnTo>
                    <a:pt x="4310" y="5792"/>
                  </a:lnTo>
                  <a:lnTo>
                    <a:pt x="4444" y="5421"/>
                  </a:lnTo>
                  <a:lnTo>
                    <a:pt x="4545" y="5051"/>
                  </a:lnTo>
                  <a:lnTo>
                    <a:pt x="4545" y="4883"/>
                  </a:lnTo>
                  <a:lnTo>
                    <a:pt x="4545" y="4714"/>
                  </a:lnTo>
                  <a:lnTo>
                    <a:pt x="4512" y="4378"/>
                  </a:lnTo>
                  <a:lnTo>
                    <a:pt x="4377" y="4041"/>
                  </a:lnTo>
                  <a:lnTo>
                    <a:pt x="4276" y="3738"/>
                  </a:lnTo>
                  <a:lnTo>
                    <a:pt x="4175" y="3469"/>
                  </a:lnTo>
                  <a:lnTo>
                    <a:pt x="4141" y="3199"/>
                  </a:lnTo>
                  <a:lnTo>
                    <a:pt x="4141" y="2896"/>
                  </a:lnTo>
                  <a:lnTo>
                    <a:pt x="4175" y="2593"/>
                  </a:lnTo>
                  <a:lnTo>
                    <a:pt x="4242" y="2257"/>
                  </a:lnTo>
                  <a:lnTo>
                    <a:pt x="4343" y="1954"/>
                  </a:lnTo>
                  <a:lnTo>
                    <a:pt x="4444" y="1651"/>
                  </a:lnTo>
                  <a:lnTo>
                    <a:pt x="4613" y="1348"/>
                  </a:lnTo>
                  <a:lnTo>
                    <a:pt x="4781" y="1078"/>
                  </a:lnTo>
                  <a:lnTo>
                    <a:pt x="4983" y="809"/>
                  </a:lnTo>
                  <a:lnTo>
                    <a:pt x="5185" y="607"/>
                  </a:lnTo>
                  <a:lnTo>
                    <a:pt x="5421" y="405"/>
                  </a:lnTo>
                  <a:lnTo>
                    <a:pt x="5690" y="270"/>
                  </a:lnTo>
                  <a:lnTo>
                    <a:pt x="5959" y="169"/>
                  </a:lnTo>
                  <a:lnTo>
                    <a:pt x="6262" y="136"/>
                  </a:lnTo>
                  <a:lnTo>
                    <a:pt x="6565" y="169"/>
                  </a:lnTo>
                  <a:lnTo>
                    <a:pt x="6565" y="203"/>
                  </a:lnTo>
                  <a:lnTo>
                    <a:pt x="6599" y="237"/>
                  </a:lnTo>
                  <a:lnTo>
                    <a:pt x="6767" y="439"/>
                  </a:lnTo>
                  <a:lnTo>
                    <a:pt x="6902" y="674"/>
                  </a:lnTo>
                  <a:lnTo>
                    <a:pt x="7003" y="910"/>
                  </a:lnTo>
                  <a:lnTo>
                    <a:pt x="7104" y="1179"/>
                  </a:lnTo>
                  <a:lnTo>
                    <a:pt x="7138" y="1482"/>
                  </a:lnTo>
                  <a:lnTo>
                    <a:pt x="7171" y="1752"/>
                  </a:lnTo>
                  <a:lnTo>
                    <a:pt x="7171" y="2290"/>
                  </a:lnTo>
                  <a:lnTo>
                    <a:pt x="7138" y="2593"/>
                  </a:lnTo>
                  <a:lnTo>
                    <a:pt x="7070" y="2863"/>
                  </a:lnTo>
                  <a:lnTo>
                    <a:pt x="6969" y="3132"/>
                  </a:lnTo>
                  <a:lnTo>
                    <a:pt x="6835" y="3401"/>
                  </a:lnTo>
                  <a:lnTo>
                    <a:pt x="6633" y="3603"/>
                  </a:lnTo>
                  <a:lnTo>
                    <a:pt x="6431" y="3839"/>
                  </a:lnTo>
                  <a:lnTo>
                    <a:pt x="6229" y="4041"/>
                  </a:lnTo>
                  <a:lnTo>
                    <a:pt x="5959" y="4209"/>
                  </a:lnTo>
                  <a:lnTo>
                    <a:pt x="5387" y="4613"/>
                  </a:lnTo>
                  <a:lnTo>
                    <a:pt x="5084" y="4849"/>
                  </a:lnTo>
                  <a:lnTo>
                    <a:pt x="4848" y="5085"/>
                  </a:lnTo>
                  <a:lnTo>
                    <a:pt x="4613" y="5455"/>
                  </a:lnTo>
                  <a:lnTo>
                    <a:pt x="4411" y="5825"/>
                  </a:lnTo>
                  <a:lnTo>
                    <a:pt x="4108" y="6633"/>
                  </a:lnTo>
                  <a:lnTo>
                    <a:pt x="3771" y="7711"/>
                  </a:lnTo>
                  <a:lnTo>
                    <a:pt x="3434" y="8788"/>
                  </a:lnTo>
                  <a:lnTo>
                    <a:pt x="3165" y="9866"/>
                  </a:lnTo>
                  <a:lnTo>
                    <a:pt x="2895" y="10977"/>
                  </a:lnTo>
                  <a:lnTo>
                    <a:pt x="2727" y="12020"/>
                  </a:lnTo>
                  <a:lnTo>
                    <a:pt x="2626" y="12525"/>
                  </a:lnTo>
                  <a:lnTo>
                    <a:pt x="2525" y="13064"/>
                  </a:lnTo>
                  <a:lnTo>
                    <a:pt x="2390" y="13434"/>
                  </a:lnTo>
                  <a:lnTo>
                    <a:pt x="2222" y="13771"/>
                  </a:lnTo>
                  <a:lnTo>
                    <a:pt x="1986" y="14074"/>
                  </a:lnTo>
                  <a:lnTo>
                    <a:pt x="1852" y="14209"/>
                  </a:lnTo>
                  <a:lnTo>
                    <a:pt x="1683" y="14310"/>
                  </a:lnTo>
                  <a:lnTo>
                    <a:pt x="1448" y="14444"/>
                  </a:lnTo>
                  <a:lnTo>
                    <a:pt x="1212" y="14478"/>
                  </a:lnTo>
                  <a:lnTo>
                    <a:pt x="976" y="14478"/>
                  </a:lnTo>
                  <a:lnTo>
                    <a:pt x="774" y="14411"/>
                  </a:lnTo>
                  <a:lnTo>
                    <a:pt x="572" y="14276"/>
                  </a:lnTo>
                  <a:lnTo>
                    <a:pt x="404" y="14108"/>
                  </a:lnTo>
                  <a:lnTo>
                    <a:pt x="303" y="13906"/>
                  </a:lnTo>
                  <a:lnTo>
                    <a:pt x="236" y="13670"/>
                  </a:lnTo>
                  <a:lnTo>
                    <a:pt x="202" y="13636"/>
                  </a:lnTo>
                  <a:lnTo>
                    <a:pt x="135" y="13636"/>
                  </a:lnTo>
                  <a:lnTo>
                    <a:pt x="135" y="13670"/>
                  </a:lnTo>
                  <a:lnTo>
                    <a:pt x="135" y="13906"/>
                  </a:lnTo>
                  <a:lnTo>
                    <a:pt x="168" y="14074"/>
                  </a:lnTo>
                  <a:lnTo>
                    <a:pt x="236" y="14242"/>
                  </a:lnTo>
                  <a:lnTo>
                    <a:pt x="337" y="14377"/>
                  </a:lnTo>
                  <a:lnTo>
                    <a:pt x="471" y="14478"/>
                  </a:lnTo>
                  <a:lnTo>
                    <a:pt x="606" y="14545"/>
                  </a:lnTo>
                  <a:lnTo>
                    <a:pt x="774" y="14579"/>
                  </a:lnTo>
                  <a:lnTo>
                    <a:pt x="943" y="14613"/>
                  </a:lnTo>
                  <a:lnTo>
                    <a:pt x="1111" y="14613"/>
                  </a:lnTo>
                  <a:lnTo>
                    <a:pt x="1313" y="14579"/>
                  </a:lnTo>
                  <a:lnTo>
                    <a:pt x="1481" y="14545"/>
                  </a:lnTo>
                  <a:lnTo>
                    <a:pt x="1650" y="14478"/>
                  </a:lnTo>
                  <a:lnTo>
                    <a:pt x="1818" y="14411"/>
                  </a:lnTo>
                  <a:lnTo>
                    <a:pt x="1953" y="14310"/>
                  </a:lnTo>
                  <a:lnTo>
                    <a:pt x="2087" y="14175"/>
                  </a:lnTo>
                  <a:lnTo>
                    <a:pt x="2222" y="14040"/>
                  </a:lnTo>
                  <a:lnTo>
                    <a:pt x="2390" y="13771"/>
                  </a:lnTo>
                  <a:lnTo>
                    <a:pt x="2525" y="13468"/>
                  </a:lnTo>
                  <a:lnTo>
                    <a:pt x="2626" y="13131"/>
                  </a:lnTo>
                  <a:lnTo>
                    <a:pt x="2727" y="12828"/>
                  </a:lnTo>
                  <a:lnTo>
                    <a:pt x="2828" y="12155"/>
                  </a:lnTo>
                  <a:lnTo>
                    <a:pt x="2963" y="11482"/>
                  </a:lnTo>
                  <a:lnTo>
                    <a:pt x="3131" y="10707"/>
                  </a:lnTo>
                  <a:lnTo>
                    <a:pt x="3299" y="9899"/>
                  </a:lnTo>
                  <a:lnTo>
                    <a:pt x="3737" y="8351"/>
                  </a:lnTo>
                  <a:lnTo>
                    <a:pt x="3973" y="7644"/>
                  </a:lnTo>
                  <a:lnTo>
                    <a:pt x="4209" y="6903"/>
                  </a:lnTo>
                  <a:lnTo>
                    <a:pt x="4478" y="6196"/>
                  </a:lnTo>
                  <a:lnTo>
                    <a:pt x="4781" y="5522"/>
                  </a:lnTo>
                  <a:lnTo>
                    <a:pt x="4983" y="5253"/>
                  </a:lnTo>
                  <a:lnTo>
                    <a:pt x="5219" y="4984"/>
                  </a:lnTo>
                  <a:lnTo>
                    <a:pt x="5488" y="4782"/>
                  </a:lnTo>
                  <a:lnTo>
                    <a:pt x="5757" y="4580"/>
                  </a:lnTo>
                  <a:lnTo>
                    <a:pt x="6330" y="4176"/>
                  </a:lnTo>
                  <a:lnTo>
                    <a:pt x="6599" y="3974"/>
                  </a:lnTo>
                  <a:lnTo>
                    <a:pt x="6835" y="3738"/>
                  </a:lnTo>
                  <a:lnTo>
                    <a:pt x="6969" y="3536"/>
                  </a:lnTo>
                  <a:lnTo>
                    <a:pt x="7104" y="3334"/>
                  </a:lnTo>
                  <a:lnTo>
                    <a:pt x="7205" y="3132"/>
                  </a:lnTo>
                  <a:lnTo>
                    <a:pt x="7272" y="2896"/>
                  </a:lnTo>
                  <a:lnTo>
                    <a:pt x="7340" y="2661"/>
                  </a:lnTo>
                  <a:lnTo>
                    <a:pt x="7373" y="2425"/>
                  </a:lnTo>
                  <a:lnTo>
                    <a:pt x="7407" y="1886"/>
                  </a:lnTo>
                  <a:lnTo>
                    <a:pt x="7340" y="1381"/>
                  </a:lnTo>
                  <a:lnTo>
                    <a:pt x="7306" y="1146"/>
                  </a:lnTo>
                  <a:lnTo>
                    <a:pt x="7239" y="910"/>
                  </a:lnTo>
                  <a:lnTo>
                    <a:pt x="7138" y="674"/>
                  </a:lnTo>
                  <a:lnTo>
                    <a:pt x="7003" y="472"/>
                  </a:lnTo>
                  <a:lnTo>
                    <a:pt x="6868" y="270"/>
                  </a:lnTo>
                  <a:lnTo>
                    <a:pt x="6734" y="136"/>
                  </a:lnTo>
                  <a:lnTo>
                    <a:pt x="6666" y="102"/>
                  </a:lnTo>
                  <a:lnTo>
                    <a:pt x="6633" y="102"/>
                  </a:lnTo>
                  <a:lnTo>
                    <a:pt x="6599" y="68"/>
                  </a:lnTo>
                  <a:lnTo>
                    <a:pt x="639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6" name="Google Shape;693;p5">
            <a:extLst>
              <a:ext uri="{FF2B5EF4-FFF2-40B4-BE49-F238E27FC236}">
                <a16:creationId xmlns:a16="http://schemas.microsoft.com/office/drawing/2014/main" id="{9DC715D4-A5C3-4A68-B30E-01BA01C89AC1}"/>
              </a:ext>
            </a:extLst>
          </p:cNvPr>
          <p:cNvGrpSpPr/>
          <p:nvPr userDrawn="1"/>
        </p:nvGrpSpPr>
        <p:grpSpPr>
          <a:xfrm>
            <a:off x="50" y="1232900"/>
            <a:ext cx="454630" cy="816989"/>
            <a:chOff x="50" y="1232900"/>
            <a:chExt cx="454630" cy="816989"/>
          </a:xfrm>
        </p:grpSpPr>
        <p:sp>
          <p:nvSpPr>
            <p:cNvPr id="17" name="Google Shape;694;p5">
              <a:extLst>
                <a:ext uri="{FF2B5EF4-FFF2-40B4-BE49-F238E27FC236}">
                  <a16:creationId xmlns:a16="http://schemas.microsoft.com/office/drawing/2014/main" id="{B0BADA67-61ED-436E-A408-AFF219A72DF9}"/>
                </a:ext>
              </a:extLst>
            </p:cNvPr>
            <p:cNvSpPr/>
            <p:nvPr/>
          </p:nvSpPr>
          <p:spPr>
            <a:xfrm>
              <a:off x="50" y="1283221"/>
              <a:ext cx="390907" cy="600560"/>
            </a:xfrm>
            <a:custGeom>
              <a:avLst/>
              <a:gdLst/>
              <a:ahLst/>
              <a:cxnLst/>
              <a:rect l="l" t="t" r="r" b="b"/>
              <a:pathLst>
                <a:path w="7846" h="12054" extrusionOk="0">
                  <a:moveTo>
                    <a:pt x="1" y="1"/>
                  </a:moveTo>
                  <a:lnTo>
                    <a:pt x="1" y="203"/>
                  </a:lnTo>
                  <a:lnTo>
                    <a:pt x="405" y="304"/>
                  </a:lnTo>
                  <a:lnTo>
                    <a:pt x="842" y="371"/>
                  </a:lnTo>
                  <a:lnTo>
                    <a:pt x="1953" y="438"/>
                  </a:lnTo>
                  <a:lnTo>
                    <a:pt x="3065" y="539"/>
                  </a:lnTo>
                  <a:lnTo>
                    <a:pt x="4209" y="640"/>
                  </a:lnTo>
                  <a:lnTo>
                    <a:pt x="5354" y="809"/>
                  </a:lnTo>
                  <a:lnTo>
                    <a:pt x="6499" y="977"/>
                  </a:lnTo>
                  <a:lnTo>
                    <a:pt x="7643" y="1179"/>
                  </a:lnTo>
                  <a:lnTo>
                    <a:pt x="7542" y="1684"/>
                  </a:lnTo>
                  <a:lnTo>
                    <a:pt x="7441" y="2223"/>
                  </a:lnTo>
                  <a:lnTo>
                    <a:pt x="7340" y="3334"/>
                  </a:lnTo>
                  <a:lnTo>
                    <a:pt x="6903" y="6431"/>
                  </a:lnTo>
                  <a:lnTo>
                    <a:pt x="6532" y="9091"/>
                  </a:lnTo>
                  <a:lnTo>
                    <a:pt x="6128" y="11751"/>
                  </a:lnTo>
                  <a:lnTo>
                    <a:pt x="6095" y="11751"/>
                  </a:lnTo>
                  <a:lnTo>
                    <a:pt x="5691" y="11650"/>
                  </a:lnTo>
                  <a:lnTo>
                    <a:pt x="5320" y="11583"/>
                  </a:lnTo>
                  <a:lnTo>
                    <a:pt x="4546" y="11482"/>
                  </a:lnTo>
                  <a:lnTo>
                    <a:pt x="2964" y="11381"/>
                  </a:lnTo>
                  <a:lnTo>
                    <a:pt x="2593" y="11313"/>
                  </a:lnTo>
                  <a:lnTo>
                    <a:pt x="2223" y="11280"/>
                  </a:lnTo>
                  <a:lnTo>
                    <a:pt x="1482" y="11111"/>
                  </a:lnTo>
                  <a:lnTo>
                    <a:pt x="741" y="10943"/>
                  </a:lnTo>
                  <a:lnTo>
                    <a:pt x="371" y="10876"/>
                  </a:lnTo>
                  <a:lnTo>
                    <a:pt x="1" y="10842"/>
                  </a:lnTo>
                  <a:lnTo>
                    <a:pt x="1" y="11111"/>
                  </a:lnTo>
                  <a:lnTo>
                    <a:pt x="607" y="11212"/>
                  </a:lnTo>
                  <a:lnTo>
                    <a:pt x="1246" y="11347"/>
                  </a:lnTo>
                  <a:lnTo>
                    <a:pt x="1852" y="11482"/>
                  </a:lnTo>
                  <a:lnTo>
                    <a:pt x="2458" y="11583"/>
                  </a:lnTo>
                  <a:lnTo>
                    <a:pt x="3368" y="11650"/>
                  </a:lnTo>
                  <a:lnTo>
                    <a:pt x="4243" y="11717"/>
                  </a:lnTo>
                  <a:lnTo>
                    <a:pt x="5152" y="11818"/>
                  </a:lnTo>
                  <a:lnTo>
                    <a:pt x="5590" y="11886"/>
                  </a:lnTo>
                  <a:lnTo>
                    <a:pt x="6027" y="12020"/>
                  </a:lnTo>
                  <a:lnTo>
                    <a:pt x="6095" y="11987"/>
                  </a:lnTo>
                  <a:lnTo>
                    <a:pt x="6162" y="12054"/>
                  </a:lnTo>
                  <a:lnTo>
                    <a:pt x="6229" y="12054"/>
                  </a:lnTo>
                  <a:lnTo>
                    <a:pt x="6263" y="12020"/>
                  </a:lnTo>
                  <a:lnTo>
                    <a:pt x="6297" y="11987"/>
                  </a:lnTo>
                  <a:lnTo>
                    <a:pt x="6734" y="9226"/>
                  </a:lnTo>
                  <a:lnTo>
                    <a:pt x="7138" y="6499"/>
                  </a:lnTo>
                  <a:lnTo>
                    <a:pt x="7475" y="3839"/>
                  </a:lnTo>
                  <a:lnTo>
                    <a:pt x="7677" y="2492"/>
                  </a:lnTo>
                  <a:lnTo>
                    <a:pt x="7778" y="1819"/>
                  </a:lnTo>
                  <a:lnTo>
                    <a:pt x="7778" y="1146"/>
                  </a:lnTo>
                  <a:lnTo>
                    <a:pt x="7812" y="1112"/>
                  </a:lnTo>
                  <a:lnTo>
                    <a:pt x="7845" y="1078"/>
                  </a:lnTo>
                  <a:lnTo>
                    <a:pt x="7812" y="1011"/>
                  </a:lnTo>
                  <a:lnTo>
                    <a:pt x="7778" y="977"/>
                  </a:lnTo>
                  <a:lnTo>
                    <a:pt x="7778" y="944"/>
                  </a:lnTo>
                  <a:lnTo>
                    <a:pt x="7744" y="910"/>
                  </a:lnTo>
                  <a:lnTo>
                    <a:pt x="7711" y="910"/>
                  </a:lnTo>
                  <a:lnTo>
                    <a:pt x="7711" y="944"/>
                  </a:lnTo>
                  <a:lnTo>
                    <a:pt x="7677" y="977"/>
                  </a:lnTo>
                  <a:lnTo>
                    <a:pt x="6734" y="775"/>
                  </a:lnTo>
                  <a:lnTo>
                    <a:pt x="5792" y="640"/>
                  </a:lnTo>
                  <a:lnTo>
                    <a:pt x="3873" y="405"/>
                  </a:lnTo>
                  <a:lnTo>
                    <a:pt x="2896" y="304"/>
                  </a:lnTo>
                  <a:lnTo>
                    <a:pt x="1920" y="270"/>
                  </a:lnTo>
                  <a:lnTo>
                    <a:pt x="943" y="169"/>
                  </a:lnTo>
                  <a:lnTo>
                    <a:pt x="472" y="102"/>
                  </a:lnTo>
                  <a:lnTo>
                    <a:pt x="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 name="Google Shape;695;p5">
              <a:extLst>
                <a:ext uri="{FF2B5EF4-FFF2-40B4-BE49-F238E27FC236}">
                  <a16:creationId xmlns:a16="http://schemas.microsoft.com/office/drawing/2014/main" id="{BC0303B7-5211-4E81-9F4A-EE4A842E5863}"/>
                </a:ext>
              </a:extLst>
            </p:cNvPr>
            <p:cNvSpPr/>
            <p:nvPr/>
          </p:nvSpPr>
          <p:spPr>
            <a:xfrm>
              <a:off x="50" y="1232900"/>
              <a:ext cx="439534" cy="68855"/>
            </a:xfrm>
            <a:custGeom>
              <a:avLst/>
              <a:gdLst/>
              <a:ahLst/>
              <a:cxnLst/>
              <a:rect l="l" t="t" r="r" b="b"/>
              <a:pathLst>
                <a:path w="8822" h="1382" extrusionOk="0">
                  <a:moveTo>
                    <a:pt x="1" y="1"/>
                  </a:moveTo>
                  <a:lnTo>
                    <a:pt x="1" y="270"/>
                  </a:lnTo>
                  <a:lnTo>
                    <a:pt x="1078" y="472"/>
                  </a:lnTo>
                  <a:lnTo>
                    <a:pt x="2155" y="607"/>
                  </a:lnTo>
                  <a:lnTo>
                    <a:pt x="3233" y="708"/>
                  </a:lnTo>
                  <a:lnTo>
                    <a:pt x="4344" y="775"/>
                  </a:lnTo>
                  <a:lnTo>
                    <a:pt x="5421" y="876"/>
                  </a:lnTo>
                  <a:lnTo>
                    <a:pt x="6499" y="977"/>
                  </a:lnTo>
                  <a:lnTo>
                    <a:pt x="7576" y="1145"/>
                  </a:lnTo>
                  <a:lnTo>
                    <a:pt x="8115" y="1246"/>
                  </a:lnTo>
                  <a:lnTo>
                    <a:pt x="8653" y="1381"/>
                  </a:lnTo>
                  <a:lnTo>
                    <a:pt x="8754" y="1381"/>
                  </a:lnTo>
                  <a:lnTo>
                    <a:pt x="8822" y="1280"/>
                  </a:lnTo>
                  <a:lnTo>
                    <a:pt x="8788" y="1179"/>
                  </a:lnTo>
                  <a:lnTo>
                    <a:pt x="8754" y="1145"/>
                  </a:lnTo>
                  <a:lnTo>
                    <a:pt x="8721" y="1112"/>
                  </a:lnTo>
                  <a:lnTo>
                    <a:pt x="8182" y="1011"/>
                  </a:lnTo>
                  <a:lnTo>
                    <a:pt x="7643" y="876"/>
                  </a:lnTo>
                  <a:lnTo>
                    <a:pt x="6566" y="741"/>
                  </a:lnTo>
                  <a:lnTo>
                    <a:pt x="5455" y="607"/>
                  </a:lnTo>
                  <a:lnTo>
                    <a:pt x="4378" y="539"/>
                  </a:lnTo>
                  <a:lnTo>
                    <a:pt x="3267" y="438"/>
                  </a:lnTo>
                  <a:lnTo>
                    <a:pt x="2155" y="337"/>
                  </a:lnTo>
                  <a:lnTo>
                    <a:pt x="1078" y="203"/>
                  </a:lnTo>
                  <a:lnTo>
                    <a:pt x="539" y="102"/>
                  </a:lnTo>
                  <a:lnTo>
                    <a:pt x="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 name="Google Shape;696;p5">
              <a:extLst>
                <a:ext uri="{FF2B5EF4-FFF2-40B4-BE49-F238E27FC236}">
                  <a16:creationId xmlns:a16="http://schemas.microsoft.com/office/drawing/2014/main" id="{A549CCC3-8195-4E6D-AE26-1D4407849CAA}"/>
                </a:ext>
              </a:extLst>
            </p:cNvPr>
            <p:cNvSpPr/>
            <p:nvPr/>
          </p:nvSpPr>
          <p:spPr>
            <a:xfrm>
              <a:off x="50" y="1284915"/>
              <a:ext cx="454630" cy="764975"/>
            </a:xfrm>
            <a:custGeom>
              <a:avLst/>
              <a:gdLst/>
              <a:ahLst/>
              <a:cxnLst/>
              <a:rect l="l" t="t" r="r" b="b"/>
              <a:pathLst>
                <a:path w="9125" h="15354" extrusionOk="0">
                  <a:moveTo>
                    <a:pt x="8956" y="0"/>
                  </a:moveTo>
                  <a:lnTo>
                    <a:pt x="8889" y="34"/>
                  </a:lnTo>
                  <a:lnTo>
                    <a:pt x="8855" y="68"/>
                  </a:lnTo>
                  <a:lnTo>
                    <a:pt x="8855" y="101"/>
                  </a:lnTo>
                  <a:lnTo>
                    <a:pt x="8855" y="1078"/>
                  </a:lnTo>
                  <a:lnTo>
                    <a:pt x="8788" y="2054"/>
                  </a:lnTo>
                  <a:lnTo>
                    <a:pt x="8687" y="2997"/>
                  </a:lnTo>
                  <a:lnTo>
                    <a:pt x="8552" y="3940"/>
                  </a:lnTo>
                  <a:lnTo>
                    <a:pt x="8216" y="5859"/>
                  </a:lnTo>
                  <a:lnTo>
                    <a:pt x="8047" y="6801"/>
                  </a:lnTo>
                  <a:lnTo>
                    <a:pt x="7879" y="7778"/>
                  </a:lnTo>
                  <a:lnTo>
                    <a:pt x="7778" y="8653"/>
                  </a:lnTo>
                  <a:lnTo>
                    <a:pt x="7677" y="9562"/>
                  </a:lnTo>
                  <a:lnTo>
                    <a:pt x="7542" y="11380"/>
                  </a:lnTo>
                  <a:lnTo>
                    <a:pt x="7441" y="12289"/>
                  </a:lnTo>
                  <a:lnTo>
                    <a:pt x="7340" y="13165"/>
                  </a:lnTo>
                  <a:lnTo>
                    <a:pt x="7172" y="14074"/>
                  </a:lnTo>
                  <a:lnTo>
                    <a:pt x="6936" y="14949"/>
                  </a:lnTo>
                  <a:lnTo>
                    <a:pt x="5186" y="14814"/>
                  </a:lnTo>
                  <a:lnTo>
                    <a:pt x="3469" y="14646"/>
                  </a:lnTo>
                  <a:lnTo>
                    <a:pt x="1718" y="14444"/>
                  </a:lnTo>
                  <a:lnTo>
                    <a:pt x="1" y="14242"/>
                  </a:lnTo>
                  <a:lnTo>
                    <a:pt x="1" y="14511"/>
                  </a:lnTo>
                  <a:lnTo>
                    <a:pt x="1718" y="14713"/>
                  </a:lnTo>
                  <a:lnTo>
                    <a:pt x="3435" y="14915"/>
                  </a:lnTo>
                  <a:lnTo>
                    <a:pt x="5152" y="15084"/>
                  </a:lnTo>
                  <a:lnTo>
                    <a:pt x="6869" y="15218"/>
                  </a:lnTo>
                  <a:lnTo>
                    <a:pt x="6869" y="15252"/>
                  </a:lnTo>
                  <a:lnTo>
                    <a:pt x="6903" y="15319"/>
                  </a:lnTo>
                  <a:lnTo>
                    <a:pt x="6970" y="15353"/>
                  </a:lnTo>
                  <a:lnTo>
                    <a:pt x="7071" y="15353"/>
                  </a:lnTo>
                  <a:lnTo>
                    <a:pt x="7105" y="15319"/>
                  </a:lnTo>
                  <a:lnTo>
                    <a:pt x="7138" y="15252"/>
                  </a:lnTo>
                  <a:lnTo>
                    <a:pt x="7374" y="14309"/>
                  </a:lnTo>
                  <a:lnTo>
                    <a:pt x="7576" y="13367"/>
                  </a:lnTo>
                  <a:lnTo>
                    <a:pt x="7711" y="12424"/>
                  </a:lnTo>
                  <a:lnTo>
                    <a:pt x="7812" y="11448"/>
                  </a:lnTo>
                  <a:lnTo>
                    <a:pt x="7980" y="9529"/>
                  </a:lnTo>
                  <a:lnTo>
                    <a:pt x="8047" y="8552"/>
                  </a:lnTo>
                  <a:lnTo>
                    <a:pt x="8182" y="7576"/>
                  </a:lnTo>
                  <a:lnTo>
                    <a:pt x="8317" y="6667"/>
                  </a:lnTo>
                  <a:lnTo>
                    <a:pt x="8485" y="5724"/>
                  </a:lnTo>
                  <a:lnTo>
                    <a:pt x="8822" y="3872"/>
                  </a:lnTo>
                  <a:lnTo>
                    <a:pt x="8956" y="2930"/>
                  </a:lnTo>
                  <a:lnTo>
                    <a:pt x="9057" y="2021"/>
                  </a:lnTo>
                  <a:lnTo>
                    <a:pt x="9125" y="1078"/>
                  </a:lnTo>
                  <a:lnTo>
                    <a:pt x="9091" y="101"/>
                  </a:lnTo>
                  <a:lnTo>
                    <a:pt x="9091" y="68"/>
                  </a:lnTo>
                  <a:lnTo>
                    <a:pt x="9057" y="34"/>
                  </a:lnTo>
                  <a:lnTo>
                    <a:pt x="89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0" name="Google Shape;697;p5">
            <a:extLst>
              <a:ext uri="{FF2B5EF4-FFF2-40B4-BE49-F238E27FC236}">
                <a16:creationId xmlns:a16="http://schemas.microsoft.com/office/drawing/2014/main" id="{01F3FF54-1787-4AB6-B116-99539E4AB594}"/>
              </a:ext>
            </a:extLst>
          </p:cNvPr>
          <p:cNvGrpSpPr/>
          <p:nvPr userDrawn="1"/>
        </p:nvGrpSpPr>
        <p:grpSpPr>
          <a:xfrm>
            <a:off x="50" y="3073044"/>
            <a:ext cx="729750" cy="1046771"/>
            <a:chOff x="50" y="3073044"/>
            <a:chExt cx="729750" cy="1046771"/>
          </a:xfrm>
        </p:grpSpPr>
        <p:sp>
          <p:nvSpPr>
            <p:cNvPr id="21" name="Google Shape;698;p5">
              <a:extLst>
                <a:ext uri="{FF2B5EF4-FFF2-40B4-BE49-F238E27FC236}">
                  <a16:creationId xmlns:a16="http://schemas.microsoft.com/office/drawing/2014/main" id="{CEEE32E8-BD35-4C80-B689-94FB670CA854}"/>
                </a:ext>
              </a:extLst>
            </p:cNvPr>
            <p:cNvSpPr/>
            <p:nvPr/>
          </p:nvSpPr>
          <p:spPr>
            <a:xfrm>
              <a:off x="50" y="3073044"/>
              <a:ext cx="729750" cy="1046771"/>
            </a:xfrm>
            <a:custGeom>
              <a:avLst/>
              <a:gdLst/>
              <a:ahLst/>
              <a:cxnLst/>
              <a:rect l="l" t="t" r="r" b="b"/>
              <a:pathLst>
                <a:path w="14647" h="21010" extrusionOk="0">
                  <a:moveTo>
                    <a:pt x="3738" y="1"/>
                  </a:moveTo>
                  <a:lnTo>
                    <a:pt x="3199" y="34"/>
                  </a:lnTo>
                  <a:lnTo>
                    <a:pt x="2661" y="102"/>
                  </a:lnTo>
                  <a:lnTo>
                    <a:pt x="2122" y="203"/>
                  </a:lnTo>
                  <a:lnTo>
                    <a:pt x="1583" y="337"/>
                  </a:lnTo>
                  <a:lnTo>
                    <a:pt x="1044" y="472"/>
                  </a:lnTo>
                  <a:lnTo>
                    <a:pt x="1" y="809"/>
                  </a:lnTo>
                  <a:lnTo>
                    <a:pt x="1" y="1078"/>
                  </a:lnTo>
                  <a:lnTo>
                    <a:pt x="607" y="876"/>
                  </a:lnTo>
                  <a:lnTo>
                    <a:pt x="1213" y="674"/>
                  </a:lnTo>
                  <a:lnTo>
                    <a:pt x="1819" y="539"/>
                  </a:lnTo>
                  <a:lnTo>
                    <a:pt x="2425" y="405"/>
                  </a:lnTo>
                  <a:lnTo>
                    <a:pt x="2829" y="337"/>
                  </a:lnTo>
                  <a:lnTo>
                    <a:pt x="3233" y="304"/>
                  </a:lnTo>
                  <a:lnTo>
                    <a:pt x="3671" y="270"/>
                  </a:lnTo>
                  <a:lnTo>
                    <a:pt x="4075" y="236"/>
                  </a:lnTo>
                  <a:lnTo>
                    <a:pt x="4883" y="304"/>
                  </a:lnTo>
                  <a:lnTo>
                    <a:pt x="5691" y="405"/>
                  </a:lnTo>
                  <a:lnTo>
                    <a:pt x="6499" y="573"/>
                  </a:lnTo>
                  <a:lnTo>
                    <a:pt x="7273" y="809"/>
                  </a:lnTo>
                  <a:lnTo>
                    <a:pt x="8047" y="1112"/>
                  </a:lnTo>
                  <a:lnTo>
                    <a:pt x="8822" y="1448"/>
                  </a:lnTo>
                  <a:lnTo>
                    <a:pt x="9125" y="1583"/>
                  </a:lnTo>
                  <a:lnTo>
                    <a:pt x="9394" y="1751"/>
                  </a:lnTo>
                  <a:lnTo>
                    <a:pt x="9933" y="2122"/>
                  </a:lnTo>
                  <a:lnTo>
                    <a:pt x="10438" y="2559"/>
                  </a:lnTo>
                  <a:lnTo>
                    <a:pt x="10909" y="2997"/>
                  </a:lnTo>
                  <a:lnTo>
                    <a:pt x="11482" y="3502"/>
                  </a:lnTo>
                  <a:lnTo>
                    <a:pt x="11987" y="4041"/>
                  </a:lnTo>
                  <a:lnTo>
                    <a:pt x="12525" y="4613"/>
                  </a:lnTo>
                  <a:lnTo>
                    <a:pt x="12997" y="5185"/>
                  </a:lnTo>
                  <a:lnTo>
                    <a:pt x="13401" y="5792"/>
                  </a:lnTo>
                  <a:lnTo>
                    <a:pt x="13704" y="6431"/>
                  </a:lnTo>
                  <a:lnTo>
                    <a:pt x="13872" y="6734"/>
                  </a:lnTo>
                  <a:lnTo>
                    <a:pt x="13973" y="7071"/>
                  </a:lnTo>
                  <a:lnTo>
                    <a:pt x="14074" y="7408"/>
                  </a:lnTo>
                  <a:lnTo>
                    <a:pt x="14175" y="7778"/>
                  </a:lnTo>
                  <a:lnTo>
                    <a:pt x="14242" y="8182"/>
                  </a:lnTo>
                  <a:lnTo>
                    <a:pt x="14276" y="8620"/>
                  </a:lnTo>
                  <a:lnTo>
                    <a:pt x="14343" y="9461"/>
                  </a:lnTo>
                  <a:lnTo>
                    <a:pt x="14377" y="11212"/>
                  </a:lnTo>
                  <a:lnTo>
                    <a:pt x="14411" y="11953"/>
                  </a:lnTo>
                  <a:lnTo>
                    <a:pt x="14343" y="12727"/>
                  </a:lnTo>
                  <a:lnTo>
                    <a:pt x="14242" y="13468"/>
                  </a:lnTo>
                  <a:lnTo>
                    <a:pt x="14040" y="14209"/>
                  </a:lnTo>
                  <a:lnTo>
                    <a:pt x="13805" y="14916"/>
                  </a:lnTo>
                  <a:lnTo>
                    <a:pt x="13502" y="15589"/>
                  </a:lnTo>
                  <a:lnTo>
                    <a:pt x="13131" y="16229"/>
                  </a:lnTo>
                  <a:lnTo>
                    <a:pt x="12660" y="16868"/>
                  </a:lnTo>
                  <a:lnTo>
                    <a:pt x="12424" y="17138"/>
                  </a:lnTo>
                  <a:lnTo>
                    <a:pt x="12189" y="17373"/>
                  </a:lnTo>
                  <a:lnTo>
                    <a:pt x="11650" y="17878"/>
                  </a:lnTo>
                  <a:lnTo>
                    <a:pt x="11078" y="18316"/>
                  </a:lnTo>
                  <a:lnTo>
                    <a:pt x="10505" y="18754"/>
                  </a:lnTo>
                  <a:lnTo>
                    <a:pt x="10202" y="18989"/>
                  </a:lnTo>
                  <a:lnTo>
                    <a:pt x="9865" y="19191"/>
                  </a:lnTo>
                  <a:lnTo>
                    <a:pt x="9529" y="19360"/>
                  </a:lnTo>
                  <a:lnTo>
                    <a:pt x="9192" y="19528"/>
                  </a:lnTo>
                  <a:lnTo>
                    <a:pt x="8519" y="19797"/>
                  </a:lnTo>
                  <a:lnTo>
                    <a:pt x="7778" y="19999"/>
                  </a:lnTo>
                  <a:lnTo>
                    <a:pt x="6431" y="20370"/>
                  </a:lnTo>
                  <a:lnTo>
                    <a:pt x="5792" y="20538"/>
                  </a:lnTo>
                  <a:lnTo>
                    <a:pt x="5118" y="20673"/>
                  </a:lnTo>
                  <a:lnTo>
                    <a:pt x="4681" y="20740"/>
                  </a:lnTo>
                  <a:lnTo>
                    <a:pt x="4243" y="20774"/>
                  </a:lnTo>
                  <a:lnTo>
                    <a:pt x="3401" y="20774"/>
                  </a:lnTo>
                  <a:lnTo>
                    <a:pt x="2560" y="20706"/>
                  </a:lnTo>
                  <a:lnTo>
                    <a:pt x="1684" y="20605"/>
                  </a:lnTo>
                  <a:lnTo>
                    <a:pt x="842" y="20471"/>
                  </a:lnTo>
                  <a:lnTo>
                    <a:pt x="1" y="20302"/>
                  </a:lnTo>
                  <a:lnTo>
                    <a:pt x="1" y="20572"/>
                  </a:lnTo>
                  <a:lnTo>
                    <a:pt x="169" y="20605"/>
                  </a:lnTo>
                  <a:lnTo>
                    <a:pt x="842" y="20740"/>
                  </a:lnTo>
                  <a:lnTo>
                    <a:pt x="1549" y="20841"/>
                  </a:lnTo>
                  <a:lnTo>
                    <a:pt x="2223" y="20942"/>
                  </a:lnTo>
                  <a:lnTo>
                    <a:pt x="2896" y="21009"/>
                  </a:lnTo>
                  <a:lnTo>
                    <a:pt x="4277" y="21009"/>
                  </a:lnTo>
                  <a:lnTo>
                    <a:pt x="4950" y="20942"/>
                  </a:lnTo>
                  <a:lnTo>
                    <a:pt x="5657" y="20841"/>
                  </a:lnTo>
                  <a:lnTo>
                    <a:pt x="6297" y="20706"/>
                  </a:lnTo>
                  <a:lnTo>
                    <a:pt x="6970" y="20504"/>
                  </a:lnTo>
                  <a:lnTo>
                    <a:pt x="8249" y="20168"/>
                  </a:lnTo>
                  <a:lnTo>
                    <a:pt x="8586" y="20067"/>
                  </a:lnTo>
                  <a:lnTo>
                    <a:pt x="8923" y="19966"/>
                  </a:lnTo>
                  <a:lnTo>
                    <a:pt x="9495" y="19696"/>
                  </a:lnTo>
                  <a:lnTo>
                    <a:pt x="10067" y="19360"/>
                  </a:lnTo>
                  <a:lnTo>
                    <a:pt x="10640" y="18989"/>
                  </a:lnTo>
                  <a:lnTo>
                    <a:pt x="11145" y="18585"/>
                  </a:lnTo>
                  <a:lnTo>
                    <a:pt x="11650" y="18181"/>
                  </a:lnTo>
                  <a:lnTo>
                    <a:pt x="12121" y="17777"/>
                  </a:lnTo>
                  <a:lnTo>
                    <a:pt x="12559" y="17340"/>
                  </a:lnTo>
                  <a:lnTo>
                    <a:pt x="12963" y="16868"/>
                  </a:lnTo>
                  <a:lnTo>
                    <a:pt x="13333" y="16363"/>
                  </a:lnTo>
                  <a:lnTo>
                    <a:pt x="13670" y="15825"/>
                  </a:lnTo>
                  <a:lnTo>
                    <a:pt x="13973" y="15219"/>
                  </a:lnTo>
                  <a:lnTo>
                    <a:pt x="14209" y="14579"/>
                  </a:lnTo>
                  <a:lnTo>
                    <a:pt x="14411" y="13939"/>
                  </a:lnTo>
                  <a:lnTo>
                    <a:pt x="14512" y="13266"/>
                  </a:lnTo>
                  <a:lnTo>
                    <a:pt x="14613" y="12592"/>
                  </a:lnTo>
                  <a:lnTo>
                    <a:pt x="14646" y="11919"/>
                  </a:lnTo>
                  <a:lnTo>
                    <a:pt x="14646" y="11246"/>
                  </a:lnTo>
                  <a:lnTo>
                    <a:pt x="14613" y="10572"/>
                  </a:lnTo>
                  <a:lnTo>
                    <a:pt x="14545" y="9865"/>
                  </a:lnTo>
                  <a:lnTo>
                    <a:pt x="14478" y="8552"/>
                  </a:lnTo>
                  <a:lnTo>
                    <a:pt x="14444" y="7879"/>
                  </a:lnTo>
                  <a:lnTo>
                    <a:pt x="14377" y="7576"/>
                  </a:lnTo>
                  <a:lnTo>
                    <a:pt x="14310" y="7239"/>
                  </a:lnTo>
                  <a:lnTo>
                    <a:pt x="14209" y="6903"/>
                  </a:lnTo>
                  <a:lnTo>
                    <a:pt x="14074" y="6600"/>
                  </a:lnTo>
                  <a:lnTo>
                    <a:pt x="13805" y="5994"/>
                  </a:lnTo>
                  <a:lnTo>
                    <a:pt x="13468" y="5421"/>
                  </a:lnTo>
                  <a:lnTo>
                    <a:pt x="13064" y="4882"/>
                  </a:lnTo>
                  <a:lnTo>
                    <a:pt x="12660" y="4377"/>
                  </a:lnTo>
                  <a:lnTo>
                    <a:pt x="12222" y="3872"/>
                  </a:lnTo>
                  <a:lnTo>
                    <a:pt x="11785" y="3401"/>
                  </a:lnTo>
                  <a:lnTo>
                    <a:pt x="11313" y="2963"/>
                  </a:lnTo>
                  <a:lnTo>
                    <a:pt x="10808" y="2526"/>
                  </a:lnTo>
                  <a:lnTo>
                    <a:pt x="10303" y="2122"/>
                  </a:lnTo>
                  <a:lnTo>
                    <a:pt x="9764" y="1751"/>
                  </a:lnTo>
                  <a:lnTo>
                    <a:pt x="9226" y="1415"/>
                  </a:lnTo>
                  <a:lnTo>
                    <a:pt x="8653" y="1112"/>
                  </a:lnTo>
                  <a:lnTo>
                    <a:pt x="8081" y="842"/>
                  </a:lnTo>
                  <a:lnTo>
                    <a:pt x="7475" y="607"/>
                  </a:lnTo>
                  <a:lnTo>
                    <a:pt x="6869" y="405"/>
                  </a:lnTo>
                  <a:lnTo>
                    <a:pt x="6229" y="236"/>
                  </a:lnTo>
                  <a:lnTo>
                    <a:pt x="5590" y="102"/>
                  </a:lnTo>
                  <a:lnTo>
                    <a:pt x="4950" y="34"/>
                  </a:lnTo>
                  <a:lnTo>
                    <a:pt x="431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 name="Google Shape;699;p5">
              <a:extLst>
                <a:ext uri="{FF2B5EF4-FFF2-40B4-BE49-F238E27FC236}">
                  <a16:creationId xmlns:a16="http://schemas.microsoft.com/office/drawing/2014/main" id="{5D150017-2248-477C-9909-FA36B267463E}"/>
                </a:ext>
              </a:extLst>
            </p:cNvPr>
            <p:cNvSpPr/>
            <p:nvPr/>
          </p:nvSpPr>
          <p:spPr>
            <a:xfrm>
              <a:off x="50" y="3264263"/>
              <a:ext cx="679429" cy="686106"/>
            </a:xfrm>
            <a:custGeom>
              <a:avLst/>
              <a:gdLst/>
              <a:ahLst/>
              <a:cxnLst/>
              <a:rect l="l" t="t" r="r" b="b"/>
              <a:pathLst>
                <a:path w="13637" h="13771" extrusionOk="0">
                  <a:moveTo>
                    <a:pt x="12626" y="6095"/>
                  </a:moveTo>
                  <a:lnTo>
                    <a:pt x="12896" y="6162"/>
                  </a:lnTo>
                  <a:lnTo>
                    <a:pt x="12997" y="6196"/>
                  </a:lnTo>
                  <a:lnTo>
                    <a:pt x="13098" y="6263"/>
                  </a:lnTo>
                  <a:lnTo>
                    <a:pt x="13199" y="6364"/>
                  </a:lnTo>
                  <a:lnTo>
                    <a:pt x="13300" y="6465"/>
                  </a:lnTo>
                  <a:lnTo>
                    <a:pt x="13367" y="6600"/>
                  </a:lnTo>
                  <a:lnTo>
                    <a:pt x="13401" y="6768"/>
                  </a:lnTo>
                  <a:lnTo>
                    <a:pt x="13434" y="6903"/>
                  </a:lnTo>
                  <a:lnTo>
                    <a:pt x="13434" y="7071"/>
                  </a:lnTo>
                  <a:lnTo>
                    <a:pt x="13367" y="7206"/>
                  </a:lnTo>
                  <a:lnTo>
                    <a:pt x="13333" y="7340"/>
                  </a:lnTo>
                  <a:lnTo>
                    <a:pt x="13232" y="7475"/>
                  </a:lnTo>
                  <a:lnTo>
                    <a:pt x="13131" y="7576"/>
                  </a:lnTo>
                  <a:lnTo>
                    <a:pt x="12862" y="7711"/>
                  </a:lnTo>
                  <a:lnTo>
                    <a:pt x="12559" y="7812"/>
                  </a:lnTo>
                  <a:lnTo>
                    <a:pt x="12222" y="7845"/>
                  </a:lnTo>
                  <a:lnTo>
                    <a:pt x="11852" y="7845"/>
                  </a:lnTo>
                  <a:lnTo>
                    <a:pt x="11145" y="7812"/>
                  </a:lnTo>
                  <a:lnTo>
                    <a:pt x="10505" y="7778"/>
                  </a:lnTo>
                  <a:lnTo>
                    <a:pt x="10505" y="7542"/>
                  </a:lnTo>
                  <a:lnTo>
                    <a:pt x="10505" y="7307"/>
                  </a:lnTo>
                  <a:lnTo>
                    <a:pt x="10539" y="6734"/>
                  </a:lnTo>
                  <a:lnTo>
                    <a:pt x="10539" y="6196"/>
                  </a:lnTo>
                  <a:lnTo>
                    <a:pt x="10977" y="6128"/>
                  </a:lnTo>
                  <a:lnTo>
                    <a:pt x="11448" y="6095"/>
                  </a:lnTo>
                  <a:close/>
                  <a:moveTo>
                    <a:pt x="3469" y="1"/>
                  </a:moveTo>
                  <a:lnTo>
                    <a:pt x="2795" y="68"/>
                  </a:lnTo>
                  <a:lnTo>
                    <a:pt x="2122" y="203"/>
                  </a:lnTo>
                  <a:lnTo>
                    <a:pt x="1482" y="405"/>
                  </a:lnTo>
                  <a:lnTo>
                    <a:pt x="842" y="640"/>
                  </a:lnTo>
                  <a:lnTo>
                    <a:pt x="270" y="943"/>
                  </a:lnTo>
                  <a:lnTo>
                    <a:pt x="1" y="1112"/>
                  </a:lnTo>
                  <a:lnTo>
                    <a:pt x="1" y="1415"/>
                  </a:lnTo>
                  <a:lnTo>
                    <a:pt x="573" y="1044"/>
                  </a:lnTo>
                  <a:lnTo>
                    <a:pt x="1145" y="741"/>
                  </a:lnTo>
                  <a:lnTo>
                    <a:pt x="1751" y="539"/>
                  </a:lnTo>
                  <a:lnTo>
                    <a:pt x="2357" y="371"/>
                  </a:lnTo>
                  <a:lnTo>
                    <a:pt x="2997" y="270"/>
                  </a:lnTo>
                  <a:lnTo>
                    <a:pt x="3671" y="236"/>
                  </a:lnTo>
                  <a:lnTo>
                    <a:pt x="4310" y="236"/>
                  </a:lnTo>
                  <a:lnTo>
                    <a:pt x="4950" y="304"/>
                  </a:lnTo>
                  <a:lnTo>
                    <a:pt x="5590" y="438"/>
                  </a:lnTo>
                  <a:lnTo>
                    <a:pt x="6128" y="607"/>
                  </a:lnTo>
                  <a:lnTo>
                    <a:pt x="6633" y="809"/>
                  </a:lnTo>
                  <a:lnTo>
                    <a:pt x="7138" y="1078"/>
                  </a:lnTo>
                  <a:lnTo>
                    <a:pt x="7610" y="1381"/>
                  </a:lnTo>
                  <a:lnTo>
                    <a:pt x="8047" y="1752"/>
                  </a:lnTo>
                  <a:lnTo>
                    <a:pt x="8451" y="2122"/>
                  </a:lnTo>
                  <a:lnTo>
                    <a:pt x="8822" y="2560"/>
                  </a:lnTo>
                  <a:lnTo>
                    <a:pt x="9192" y="2997"/>
                  </a:lnTo>
                  <a:lnTo>
                    <a:pt x="9495" y="3536"/>
                  </a:lnTo>
                  <a:lnTo>
                    <a:pt x="9764" y="4075"/>
                  </a:lnTo>
                  <a:lnTo>
                    <a:pt x="9966" y="4647"/>
                  </a:lnTo>
                  <a:lnTo>
                    <a:pt x="10135" y="5219"/>
                  </a:lnTo>
                  <a:lnTo>
                    <a:pt x="10202" y="5792"/>
                  </a:lnTo>
                  <a:lnTo>
                    <a:pt x="10269" y="6398"/>
                  </a:lnTo>
                  <a:lnTo>
                    <a:pt x="10269" y="7004"/>
                  </a:lnTo>
                  <a:lnTo>
                    <a:pt x="10236" y="7610"/>
                  </a:lnTo>
                  <a:lnTo>
                    <a:pt x="10236" y="7677"/>
                  </a:lnTo>
                  <a:lnTo>
                    <a:pt x="10303" y="7711"/>
                  </a:lnTo>
                  <a:lnTo>
                    <a:pt x="10303" y="7778"/>
                  </a:lnTo>
                  <a:lnTo>
                    <a:pt x="10269" y="7845"/>
                  </a:lnTo>
                  <a:lnTo>
                    <a:pt x="10269" y="7913"/>
                  </a:lnTo>
                  <a:lnTo>
                    <a:pt x="10202" y="8384"/>
                  </a:lnTo>
                  <a:lnTo>
                    <a:pt x="10067" y="8822"/>
                  </a:lnTo>
                  <a:lnTo>
                    <a:pt x="9798" y="9664"/>
                  </a:lnTo>
                  <a:lnTo>
                    <a:pt x="9697" y="9967"/>
                  </a:lnTo>
                  <a:lnTo>
                    <a:pt x="9529" y="10270"/>
                  </a:lnTo>
                  <a:lnTo>
                    <a:pt x="9394" y="10573"/>
                  </a:lnTo>
                  <a:lnTo>
                    <a:pt x="9192" y="10842"/>
                  </a:lnTo>
                  <a:lnTo>
                    <a:pt x="8754" y="11381"/>
                  </a:lnTo>
                  <a:lnTo>
                    <a:pt x="8283" y="11852"/>
                  </a:lnTo>
                  <a:lnTo>
                    <a:pt x="8014" y="12088"/>
                  </a:lnTo>
                  <a:lnTo>
                    <a:pt x="7711" y="12323"/>
                  </a:lnTo>
                  <a:lnTo>
                    <a:pt x="7441" y="12525"/>
                  </a:lnTo>
                  <a:lnTo>
                    <a:pt x="7138" y="12694"/>
                  </a:lnTo>
                  <a:lnTo>
                    <a:pt x="6532" y="12963"/>
                  </a:lnTo>
                  <a:lnTo>
                    <a:pt x="5960" y="13165"/>
                  </a:lnTo>
                  <a:lnTo>
                    <a:pt x="5388" y="13300"/>
                  </a:lnTo>
                  <a:lnTo>
                    <a:pt x="4849" y="13401"/>
                  </a:lnTo>
                  <a:lnTo>
                    <a:pt x="3906" y="13535"/>
                  </a:lnTo>
                  <a:lnTo>
                    <a:pt x="2863" y="13535"/>
                  </a:lnTo>
                  <a:lnTo>
                    <a:pt x="2357" y="13468"/>
                  </a:lnTo>
                  <a:lnTo>
                    <a:pt x="1852" y="13367"/>
                  </a:lnTo>
                  <a:lnTo>
                    <a:pt x="1381" y="13232"/>
                  </a:lnTo>
                  <a:lnTo>
                    <a:pt x="910" y="13064"/>
                  </a:lnTo>
                  <a:lnTo>
                    <a:pt x="438" y="12828"/>
                  </a:lnTo>
                  <a:lnTo>
                    <a:pt x="1" y="12593"/>
                  </a:lnTo>
                  <a:lnTo>
                    <a:pt x="1" y="12828"/>
                  </a:lnTo>
                  <a:lnTo>
                    <a:pt x="438" y="13064"/>
                  </a:lnTo>
                  <a:lnTo>
                    <a:pt x="910" y="13300"/>
                  </a:lnTo>
                  <a:lnTo>
                    <a:pt x="1381" y="13468"/>
                  </a:lnTo>
                  <a:lnTo>
                    <a:pt x="1852" y="13603"/>
                  </a:lnTo>
                  <a:lnTo>
                    <a:pt x="2357" y="13704"/>
                  </a:lnTo>
                  <a:lnTo>
                    <a:pt x="2863" y="13737"/>
                  </a:lnTo>
                  <a:lnTo>
                    <a:pt x="3368" y="13771"/>
                  </a:lnTo>
                  <a:lnTo>
                    <a:pt x="3906" y="13737"/>
                  </a:lnTo>
                  <a:lnTo>
                    <a:pt x="4411" y="13704"/>
                  </a:lnTo>
                  <a:lnTo>
                    <a:pt x="4984" y="13636"/>
                  </a:lnTo>
                  <a:lnTo>
                    <a:pt x="5556" y="13502"/>
                  </a:lnTo>
                  <a:lnTo>
                    <a:pt x="6128" y="13333"/>
                  </a:lnTo>
                  <a:lnTo>
                    <a:pt x="6734" y="13098"/>
                  </a:lnTo>
                  <a:lnTo>
                    <a:pt x="7374" y="12795"/>
                  </a:lnTo>
                  <a:lnTo>
                    <a:pt x="7677" y="12626"/>
                  </a:lnTo>
                  <a:lnTo>
                    <a:pt x="7980" y="12391"/>
                  </a:lnTo>
                  <a:lnTo>
                    <a:pt x="8283" y="12155"/>
                  </a:lnTo>
                  <a:lnTo>
                    <a:pt x="8586" y="11886"/>
                  </a:lnTo>
                  <a:lnTo>
                    <a:pt x="9024" y="11414"/>
                  </a:lnTo>
                  <a:lnTo>
                    <a:pt x="9428" y="10876"/>
                  </a:lnTo>
                  <a:lnTo>
                    <a:pt x="9764" y="10303"/>
                  </a:lnTo>
                  <a:lnTo>
                    <a:pt x="9899" y="10000"/>
                  </a:lnTo>
                  <a:lnTo>
                    <a:pt x="10000" y="9697"/>
                  </a:lnTo>
                  <a:lnTo>
                    <a:pt x="10101" y="9360"/>
                  </a:lnTo>
                  <a:lnTo>
                    <a:pt x="10202" y="9024"/>
                  </a:lnTo>
                  <a:lnTo>
                    <a:pt x="10370" y="8317"/>
                  </a:lnTo>
                  <a:lnTo>
                    <a:pt x="10471" y="7980"/>
                  </a:lnTo>
                  <a:lnTo>
                    <a:pt x="11313" y="8047"/>
                  </a:lnTo>
                  <a:lnTo>
                    <a:pt x="12256" y="8047"/>
                  </a:lnTo>
                  <a:lnTo>
                    <a:pt x="12694" y="7980"/>
                  </a:lnTo>
                  <a:lnTo>
                    <a:pt x="12896" y="7913"/>
                  </a:lnTo>
                  <a:lnTo>
                    <a:pt x="13098" y="7845"/>
                  </a:lnTo>
                  <a:lnTo>
                    <a:pt x="13266" y="7711"/>
                  </a:lnTo>
                  <a:lnTo>
                    <a:pt x="13401" y="7576"/>
                  </a:lnTo>
                  <a:lnTo>
                    <a:pt x="13502" y="7408"/>
                  </a:lnTo>
                  <a:lnTo>
                    <a:pt x="13603" y="7239"/>
                  </a:lnTo>
                  <a:lnTo>
                    <a:pt x="13636" y="7004"/>
                  </a:lnTo>
                  <a:lnTo>
                    <a:pt x="13636" y="6768"/>
                  </a:lnTo>
                  <a:lnTo>
                    <a:pt x="13603" y="6566"/>
                  </a:lnTo>
                  <a:lnTo>
                    <a:pt x="13502" y="6398"/>
                  </a:lnTo>
                  <a:lnTo>
                    <a:pt x="13367" y="6229"/>
                  </a:lnTo>
                  <a:lnTo>
                    <a:pt x="13199" y="6061"/>
                  </a:lnTo>
                  <a:lnTo>
                    <a:pt x="13030" y="5960"/>
                  </a:lnTo>
                  <a:lnTo>
                    <a:pt x="12795" y="5893"/>
                  </a:lnTo>
                  <a:lnTo>
                    <a:pt x="12525" y="5859"/>
                  </a:lnTo>
                  <a:lnTo>
                    <a:pt x="12222" y="5859"/>
                  </a:lnTo>
                  <a:lnTo>
                    <a:pt x="11616" y="5926"/>
                  </a:lnTo>
                  <a:lnTo>
                    <a:pt x="10808" y="5926"/>
                  </a:lnTo>
                  <a:lnTo>
                    <a:pt x="10539" y="5994"/>
                  </a:lnTo>
                  <a:lnTo>
                    <a:pt x="10471" y="5489"/>
                  </a:lnTo>
                  <a:lnTo>
                    <a:pt x="10370" y="4984"/>
                  </a:lnTo>
                  <a:lnTo>
                    <a:pt x="10202" y="4512"/>
                  </a:lnTo>
                  <a:lnTo>
                    <a:pt x="10034" y="4041"/>
                  </a:lnTo>
                  <a:lnTo>
                    <a:pt x="9798" y="3570"/>
                  </a:lnTo>
                  <a:lnTo>
                    <a:pt x="9529" y="3132"/>
                  </a:lnTo>
                  <a:lnTo>
                    <a:pt x="9259" y="2694"/>
                  </a:lnTo>
                  <a:lnTo>
                    <a:pt x="8923" y="2324"/>
                  </a:lnTo>
                  <a:lnTo>
                    <a:pt x="8586" y="1920"/>
                  </a:lnTo>
                  <a:lnTo>
                    <a:pt x="8182" y="1583"/>
                  </a:lnTo>
                  <a:lnTo>
                    <a:pt x="7778" y="1280"/>
                  </a:lnTo>
                  <a:lnTo>
                    <a:pt x="7374" y="977"/>
                  </a:lnTo>
                  <a:lnTo>
                    <a:pt x="6903" y="708"/>
                  </a:lnTo>
                  <a:lnTo>
                    <a:pt x="6431" y="506"/>
                  </a:lnTo>
                  <a:lnTo>
                    <a:pt x="5960" y="304"/>
                  </a:lnTo>
                  <a:lnTo>
                    <a:pt x="5455" y="169"/>
                  </a:lnTo>
                  <a:lnTo>
                    <a:pt x="4815" y="68"/>
                  </a:lnTo>
                  <a:lnTo>
                    <a:pt x="414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 name="Google Shape;700;p5">
              <a:extLst>
                <a:ext uri="{FF2B5EF4-FFF2-40B4-BE49-F238E27FC236}">
                  <a16:creationId xmlns:a16="http://schemas.microsoft.com/office/drawing/2014/main" id="{ADB34901-45F2-4B12-8413-7EB73064DBEA}"/>
                </a:ext>
              </a:extLst>
            </p:cNvPr>
            <p:cNvSpPr/>
            <p:nvPr/>
          </p:nvSpPr>
          <p:spPr>
            <a:xfrm>
              <a:off x="50" y="3314584"/>
              <a:ext cx="466388" cy="580432"/>
            </a:xfrm>
            <a:custGeom>
              <a:avLst/>
              <a:gdLst/>
              <a:ahLst/>
              <a:cxnLst/>
              <a:rect l="l" t="t" r="r" b="b"/>
              <a:pathLst>
                <a:path w="9361" h="11650" extrusionOk="0">
                  <a:moveTo>
                    <a:pt x="4445" y="371"/>
                  </a:moveTo>
                  <a:lnTo>
                    <a:pt x="5051" y="438"/>
                  </a:lnTo>
                  <a:lnTo>
                    <a:pt x="5623" y="607"/>
                  </a:lnTo>
                  <a:lnTo>
                    <a:pt x="6196" y="843"/>
                  </a:lnTo>
                  <a:lnTo>
                    <a:pt x="6701" y="1112"/>
                  </a:lnTo>
                  <a:lnTo>
                    <a:pt x="6398" y="1213"/>
                  </a:lnTo>
                  <a:lnTo>
                    <a:pt x="6398" y="1146"/>
                  </a:lnTo>
                  <a:lnTo>
                    <a:pt x="6330" y="1112"/>
                  </a:lnTo>
                  <a:lnTo>
                    <a:pt x="5758" y="1045"/>
                  </a:lnTo>
                  <a:lnTo>
                    <a:pt x="5219" y="1045"/>
                  </a:lnTo>
                  <a:lnTo>
                    <a:pt x="5421" y="977"/>
                  </a:lnTo>
                  <a:lnTo>
                    <a:pt x="5590" y="843"/>
                  </a:lnTo>
                  <a:lnTo>
                    <a:pt x="5657" y="809"/>
                  </a:lnTo>
                  <a:lnTo>
                    <a:pt x="5657" y="742"/>
                  </a:lnTo>
                  <a:lnTo>
                    <a:pt x="5623" y="674"/>
                  </a:lnTo>
                  <a:lnTo>
                    <a:pt x="5590" y="641"/>
                  </a:lnTo>
                  <a:lnTo>
                    <a:pt x="5287" y="573"/>
                  </a:lnTo>
                  <a:lnTo>
                    <a:pt x="4950" y="573"/>
                  </a:lnTo>
                  <a:lnTo>
                    <a:pt x="4613" y="607"/>
                  </a:lnTo>
                  <a:lnTo>
                    <a:pt x="4277" y="674"/>
                  </a:lnTo>
                  <a:lnTo>
                    <a:pt x="3603" y="809"/>
                  </a:lnTo>
                  <a:lnTo>
                    <a:pt x="2997" y="977"/>
                  </a:lnTo>
                  <a:lnTo>
                    <a:pt x="2554" y="1117"/>
                  </a:lnTo>
                  <a:lnTo>
                    <a:pt x="2554" y="1117"/>
                  </a:lnTo>
                  <a:lnTo>
                    <a:pt x="3098" y="910"/>
                  </a:lnTo>
                  <a:lnTo>
                    <a:pt x="3805" y="674"/>
                  </a:lnTo>
                  <a:lnTo>
                    <a:pt x="4445" y="371"/>
                  </a:lnTo>
                  <a:close/>
                  <a:moveTo>
                    <a:pt x="6835" y="1348"/>
                  </a:moveTo>
                  <a:lnTo>
                    <a:pt x="6633" y="1482"/>
                  </a:lnTo>
                  <a:lnTo>
                    <a:pt x="6364" y="1617"/>
                  </a:lnTo>
                  <a:lnTo>
                    <a:pt x="5859" y="1819"/>
                  </a:lnTo>
                  <a:lnTo>
                    <a:pt x="4849" y="2189"/>
                  </a:lnTo>
                  <a:lnTo>
                    <a:pt x="3637" y="2661"/>
                  </a:lnTo>
                  <a:lnTo>
                    <a:pt x="5017" y="2088"/>
                  </a:lnTo>
                  <a:lnTo>
                    <a:pt x="5893" y="1684"/>
                  </a:lnTo>
                  <a:lnTo>
                    <a:pt x="6364" y="1482"/>
                  </a:lnTo>
                  <a:lnTo>
                    <a:pt x="6835" y="1348"/>
                  </a:lnTo>
                  <a:close/>
                  <a:moveTo>
                    <a:pt x="5960" y="5522"/>
                  </a:moveTo>
                  <a:lnTo>
                    <a:pt x="5522" y="5758"/>
                  </a:lnTo>
                  <a:lnTo>
                    <a:pt x="5085" y="5960"/>
                  </a:lnTo>
                  <a:lnTo>
                    <a:pt x="4176" y="6297"/>
                  </a:lnTo>
                  <a:lnTo>
                    <a:pt x="4613" y="6095"/>
                  </a:lnTo>
                  <a:lnTo>
                    <a:pt x="5051" y="5893"/>
                  </a:lnTo>
                  <a:lnTo>
                    <a:pt x="5960" y="5522"/>
                  </a:lnTo>
                  <a:close/>
                  <a:moveTo>
                    <a:pt x="8485" y="2964"/>
                  </a:moveTo>
                  <a:lnTo>
                    <a:pt x="8620" y="3233"/>
                  </a:lnTo>
                  <a:lnTo>
                    <a:pt x="8519" y="3233"/>
                  </a:lnTo>
                  <a:lnTo>
                    <a:pt x="7879" y="3502"/>
                  </a:lnTo>
                  <a:lnTo>
                    <a:pt x="7239" y="3772"/>
                  </a:lnTo>
                  <a:lnTo>
                    <a:pt x="5960" y="4378"/>
                  </a:lnTo>
                  <a:lnTo>
                    <a:pt x="4714" y="5017"/>
                  </a:lnTo>
                  <a:lnTo>
                    <a:pt x="4075" y="5320"/>
                  </a:lnTo>
                  <a:lnTo>
                    <a:pt x="3435" y="5623"/>
                  </a:lnTo>
                  <a:lnTo>
                    <a:pt x="2088" y="6229"/>
                  </a:lnTo>
                  <a:lnTo>
                    <a:pt x="741" y="6835"/>
                  </a:lnTo>
                  <a:lnTo>
                    <a:pt x="102" y="7138"/>
                  </a:lnTo>
                  <a:lnTo>
                    <a:pt x="809" y="6701"/>
                  </a:lnTo>
                  <a:lnTo>
                    <a:pt x="1516" y="6297"/>
                  </a:lnTo>
                  <a:lnTo>
                    <a:pt x="2256" y="5926"/>
                  </a:lnTo>
                  <a:lnTo>
                    <a:pt x="3031" y="5590"/>
                  </a:lnTo>
                  <a:lnTo>
                    <a:pt x="4209" y="5051"/>
                  </a:lnTo>
                  <a:lnTo>
                    <a:pt x="5388" y="4411"/>
                  </a:lnTo>
                  <a:lnTo>
                    <a:pt x="5893" y="4108"/>
                  </a:lnTo>
                  <a:lnTo>
                    <a:pt x="6532" y="3839"/>
                  </a:lnTo>
                  <a:lnTo>
                    <a:pt x="7172" y="3570"/>
                  </a:lnTo>
                  <a:lnTo>
                    <a:pt x="7778" y="3334"/>
                  </a:lnTo>
                  <a:lnTo>
                    <a:pt x="8418" y="3065"/>
                  </a:lnTo>
                  <a:lnTo>
                    <a:pt x="8451" y="2997"/>
                  </a:lnTo>
                  <a:lnTo>
                    <a:pt x="8485" y="2964"/>
                  </a:lnTo>
                  <a:close/>
                  <a:moveTo>
                    <a:pt x="8687" y="3401"/>
                  </a:moveTo>
                  <a:lnTo>
                    <a:pt x="8889" y="3906"/>
                  </a:lnTo>
                  <a:lnTo>
                    <a:pt x="9024" y="4479"/>
                  </a:lnTo>
                  <a:lnTo>
                    <a:pt x="9091" y="5017"/>
                  </a:lnTo>
                  <a:lnTo>
                    <a:pt x="9125" y="5590"/>
                  </a:lnTo>
                  <a:lnTo>
                    <a:pt x="8552" y="5825"/>
                  </a:lnTo>
                  <a:lnTo>
                    <a:pt x="7576" y="6196"/>
                  </a:lnTo>
                  <a:lnTo>
                    <a:pt x="6633" y="6600"/>
                  </a:lnTo>
                  <a:lnTo>
                    <a:pt x="5691" y="7004"/>
                  </a:lnTo>
                  <a:lnTo>
                    <a:pt x="4782" y="7441"/>
                  </a:lnTo>
                  <a:lnTo>
                    <a:pt x="3738" y="8047"/>
                  </a:lnTo>
                  <a:lnTo>
                    <a:pt x="2661" y="8620"/>
                  </a:lnTo>
                  <a:lnTo>
                    <a:pt x="2357" y="8788"/>
                  </a:lnTo>
                  <a:lnTo>
                    <a:pt x="2021" y="8923"/>
                  </a:lnTo>
                  <a:lnTo>
                    <a:pt x="1347" y="9159"/>
                  </a:lnTo>
                  <a:lnTo>
                    <a:pt x="3368" y="7845"/>
                  </a:lnTo>
                  <a:lnTo>
                    <a:pt x="3839" y="7610"/>
                  </a:lnTo>
                  <a:lnTo>
                    <a:pt x="6229" y="6431"/>
                  </a:lnTo>
                  <a:lnTo>
                    <a:pt x="7441" y="5859"/>
                  </a:lnTo>
                  <a:lnTo>
                    <a:pt x="8081" y="5623"/>
                  </a:lnTo>
                  <a:lnTo>
                    <a:pt x="8721" y="5388"/>
                  </a:lnTo>
                  <a:lnTo>
                    <a:pt x="8754" y="5354"/>
                  </a:lnTo>
                  <a:lnTo>
                    <a:pt x="8788" y="5320"/>
                  </a:lnTo>
                  <a:lnTo>
                    <a:pt x="8788" y="5219"/>
                  </a:lnTo>
                  <a:lnTo>
                    <a:pt x="8754" y="5152"/>
                  </a:lnTo>
                  <a:lnTo>
                    <a:pt x="8687" y="5118"/>
                  </a:lnTo>
                  <a:lnTo>
                    <a:pt x="8620" y="5118"/>
                  </a:lnTo>
                  <a:lnTo>
                    <a:pt x="8047" y="5287"/>
                  </a:lnTo>
                  <a:lnTo>
                    <a:pt x="7509" y="5489"/>
                  </a:lnTo>
                  <a:lnTo>
                    <a:pt x="6398" y="5994"/>
                  </a:lnTo>
                  <a:lnTo>
                    <a:pt x="5388" y="6431"/>
                  </a:lnTo>
                  <a:lnTo>
                    <a:pt x="4378" y="6903"/>
                  </a:lnTo>
                  <a:lnTo>
                    <a:pt x="3738" y="7273"/>
                  </a:lnTo>
                  <a:lnTo>
                    <a:pt x="3098" y="7643"/>
                  </a:lnTo>
                  <a:lnTo>
                    <a:pt x="2088" y="8081"/>
                  </a:lnTo>
                  <a:lnTo>
                    <a:pt x="1044" y="8485"/>
                  </a:lnTo>
                  <a:lnTo>
                    <a:pt x="2088" y="7711"/>
                  </a:lnTo>
                  <a:lnTo>
                    <a:pt x="3098" y="6936"/>
                  </a:lnTo>
                  <a:lnTo>
                    <a:pt x="4108" y="6600"/>
                  </a:lnTo>
                  <a:lnTo>
                    <a:pt x="5118" y="6229"/>
                  </a:lnTo>
                  <a:lnTo>
                    <a:pt x="5590" y="6027"/>
                  </a:lnTo>
                  <a:lnTo>
                    <a:pt x="6061" y="5792"/>
                  </a:lnTo>
                  <a:lnTo>
                    <a:pt x="6802" y="5354"/>
                  </a:lnTo>
                  <a:lnTo>
                    <a:pt x="7138" y="5152"/>
                  </a:lnTo>
                  <a:lnTo>
                    <a:pt x="7509" y="4984"/>
                  </a:lnTo>
                  <a:lnTo>
                    <a:pt x="8317" y="4681"/>
                  </a:lnTo>
                  <a:lnTo>
                    <a:pt x="8350" y="4647"/>
                  </a:lnTo>
                  <a:lnTo>
                    <a:pt x="8384" y="4580"/>
                  </a:lnTo>
                  <a:lnTo>
                    <a:pt x="8384" y="4479"/>
                  </a:lnTo>
                  <a:lnTo>
                    <a:pt x="8350" y="4411"/>
                  </a:lnTo>
                  <a:lnTo>
                    <a:pt x="8249" y="4411"/>
                  </a:lnTo>
                  <a:lnTo>
                    <a:pt x="7778" y="4546"/>
                  </a:lnTo>
                  <a:lnTo>
                    <a:pt x="7374" y="4748"/>
                  </a:lnTo>
                  <a:lnTo>
                    <a:pt x="6330" y="5118"/>
                  </a:lnTo>
                  <a:lnTo>
                    <a:pt x="5354" y="5489"/>
                  </a:lnTo>
                  <a:lnTo>
                    <a:pt x="4849" y="5691"/>
                  </a:lnTo>
                  <a:lnTo>
                    <a:pt x="4344" y="5893"/>
                  </a:lnTo>
                  <a:lnTo>
                    <a:pt x="3873" y="6162"/>
                  </a:lnTo>
                  <a:lnTo>
                    <a:pt x="3401" y="6431"/>
                  </a:lnTo>
                  <a:lnTo>
                    <a:pt x="2930" y="6734"/>
                  </a:lnTo>
                  <a:lnTo>
                    <a:pt x="2155" y="7004"/>
                  </a:lnTo>
                  <a:lnTo>
                    <a:pt x="1381" y="7340"/>
                  </a:lnTo>
                  <a:lnTo>
                    <a:pt x="1145" y="7475"/>
                  </a:lnTo>
                  <a:lnTo>
                    <a:pt x="1516" y="7206"/>
                  </a:lnTo>
                  <a:lnTo>
                    <a:pt x="2122" y="6869"/>
                  </a:lnTo>
                  <a:lnTo>
                    <a:pt x="2728" y="6566"/>
                  </a:lnTo>
                  <a:lnTo>
                    <a:pt x="3974" y="5960"/>
                  </a:lnTo>
                  <a:lnTo>
                    <a:pt x="5118" y="5354"/>
                  </a:lnTo>
                  <a:lnTo>
                    <a:pt x="6196" y="4714"/>
                  </a:lnTo>
                  <a:lnTo>
                    <a:pt x="6802" y="4378"/>
                  </a:lnTo>
                  <a:lnTo>
                    <a:pt x="7408" y="4075"/>
                  </a:lnTo>
                  <a:lnTo>
                    <a:pt x="8653" y="3469"/>
                  </a:lnTo>
                  <a:lnTo>
                    <a:pt x="8687" y="3435"/>
                  </a:lnTo>
                  <a:lnTo>
                    <a:pt x="8687" y="3401"/>
                  </a:lnTo>
                  <a:close/>
                  <a:moveTo>
                    <a:pt x="7643" y="8856"/>
                  </a:moveTo>
                  <a:lnTo>
                    <a:pt x="7475" y="8990"/>
                  </a:lnTo>
                  <a:lnTo>
                    <a:pt x="7071" y="9226"/>
                  </a:lnTo>
                  <a:lnTo>
                    <a:pt x="7206" y="9125"/>
                  </a:lnTo>
                  <a:lnTo>
                    <a:pt x="7576" y="8889"/>
                  </a:lnTo>
                  <a:lnTo>
                    <a:pt x="7643" y="8856"/>
                  </a:lnTo>
                  <a:close/>
                  <a:moveTo>
                    <a:pt x="5152" y="9327"/>
                  </a:moveTo>
                  <a:lnTo>
                    <a:pt x="4647" y="9664"/>
                  </a:lnTo>
                  <a:lnTo>
                    <a:pt x="4142" y="9967"/>
                  </a:lnTo>
                  <a:lnTo>
                    <a:pt x="3772" y="10169"/>
                  </a:lnTo>
                  <a:lnTo>
                    <a:pt x="3772" y="10169"/>
                  </a:lnTo>
                  <a:lnTo>
                    <a:pt x="4108" y="9933"/>
                  </a:lnTo>
                  <a:lnTo>
                    <a:pt x="4613" y="9630"/>
                  </a:lnTo>
                  <a:lnTo>
                    <a:pt x="5152" y="9327"/>
                  </a:lnTo>
                  <a:close/>
                  <a:moveTo>
                    <a:pt x="6768" y="9697"/>
                  </a:moveTo>
                  <a:lnTo>
                    <a:pt x="6633" y="9832"/>
                  </a:lnTo>
                  <a:lnTo>
                    <a:pt x="6229" y="10202"/>
                  </a:lnTo>
                  <a:lnTo>
                    <a:pt x="6027" y="10337"/>
                  </a:lnTo>
                  <a:lnTo>
                    <a:pt x="5825" y="10505"/>
                  </a:lnTo>
                  <a:lnTo>
                    <a:pt x="5455" y="10674"/>
                  </a:lnTo>
                  <a:lnTo>
                    <a:pt x="5051" y="10808"/>
                  </a:lnTo>
                  <a:lnTo>
                    <a:pt x="5152" y="10741"/>
                  </a:lnTo>
                  <a:lnTo>
                    <a:pt x="5522" y="10472"/>
                  </a:lnTo>
                  <a:lnTo>
                    <a:pt x="5893" y="10202"/>
                  </a:lnTo>
                  <a:lnTo>
                    <a:pt x="6768" y="9697"/>
                  </a:lnTo>
                  <a:close/>
                  <a:moveTo>
                    <a:pt x="9125" y="5893"/>
                  </a:moveTo>
                  <a:lnTo>
                    <a:pt x="9091" y="6330"/>
                  </a:lnTo>
                  <a:lnTo>
                    <a:pt x="9024" y="6768"/>
                  </a:lnTo>
                  <a:lnTo>
                    <a:pt x="8889" y="7576"/>
                  </a:lnTo>
                  <a:lnTo>
                    <a:pt x="8754" y="7980"/>
                  </a:lnTo>
                  <a:lnTo>
                    <a:pt x="8620" y="8384"/>
                  </a:lnTo>
                  <a:lnTo>
                    <a:pt x="8451" y="8755"/>
                  </a:lnTo>
                  <a:lnTo>
                    <a:pt x="8249" y="9091"/>
                  </a:lnTo>
                  <a:lnTo>
                    <a:pt x="8014" y="9428"/>
                  </a:lnTo>
                  <a:lnTo>
                    <a:pt x="7778" y="9731"/>
                  </a:lnTo>
                  <a:lnTo>
                    <a:pt x="7509" y="10000"/>
                  </a:lnTo>
                  <a:lnTo>
                    <a:pt x="7239" y="10270"/>
                  </a:lnTo>
                  <a:lnTo>
                    <a:pt x="7172" y="10202"/>
                  </a:lnTo>
                  <a:lnTo>
                    <a:pt x="7105" y="10169"/>
                  </a:lnTo>
                  <a:lnTo>
                    <a:pt x="7037" y="10202"/>
                  </a:lnTo>
                  <a:lnTo>
                    <a:pt x="6701" y="10404"/>
                  </a:lnTo>
                  <a:lnTo>
                    <a:pt x="6532" y="10505"/>
                  </a:lnTo>
                  <a:lnTo>
                    <a:pt x="6364" y="10573"/>
                  </a:lnTo>
                  <a:lnTo>
                    <a:pt x="6364" y="10573"/>
                  </a:lnTo>
                  <a:lnTo>
                    <a:pt x="6734" y="10270"/>
                  </a:lnTo>
                  <a:lnTo>
                    <a:pt x="7138" y="9967"/>
                  </a:lnTo>
                  <a:lnTo>
                    <a:pt x="7576" y="9697"/>
                  </a:lnTo>
                  <a:lnTo>
                    <a:pt x="7980" y="9428"/>
                  </a:lnTo>
                  <a:lnTo>
                    <a:pt x="8014" y="9361"/>
                  </a:lnTo>
                  <a:lnTo>
                    <a:pt x="8014" y="9260"/>
                  </a:lnTo>
                  <a:lnTo>
                    <a:pt x="7946" y="9192"/>
                  </a:lnTo>
                  <a:lnTo>
                    <a:pt x="7643" y="9192"/>
                  </a:lnTo>
                  <a:lnTo>
                    <a:pt x="7845" y="9058"/>
                  </a:lnTo>
                  <a:lnTo>
                    <a:pt x="7980" y="8856"/>
                  </a:lnTo>
                  <a:lnTo>
                    <a:pt x="8014" y="8788"/>
                  </a:lnTo>
                  <a:lnTo>
                    <a:pt x="8014" y="8687"/>
                  </a:lnTo>
                  <a:lnTo>
                    <a:pt x="7980" y="8620"/>
                  </a:lnTo>
                  <a:lnTo>
                    <a:pt x="7879" y="8553"/>
                  </a:lnTo>
                  <a:lnTo>
                    <a:pt x="7812" y="8519"/>
                  </a:lnTo>
                  <a:lnTo>
                    <a:pt x="7711" y="8519"/>
                  </a:lnTo>
                  <a:lnTo>
                    <a:pt x="7542" y="8553"/>
                  </a:lnTo>
                  <a:lnTo>
                    <a:pt x="7307" y="8654"/>
                  </a:lnTo>
                  <a:lnTo>
                    <a:pt x="7105" y="8788"/>
                  </a:lnTo>
                  <a:lnTo>
                    <a:pt x="6734" y="9125"/>
                  </a:lnTo>
                  <a:lnTo>
                    <a:pt x="6465" y="9394"/>
                  </a:lnTo>
                  <a:lnTo>
                    <a:pt x="5960" y="9832"/>
                  </a:lnTo>
                  <a:lnTo>
                    <a:pt x="5421" y="10169"/>
                  </a:lnTo>
                  <a:lnTo>
                    <a:pt x="4916" y="10539"/>
                  </a:lnTo>
                  <a:lnTo>
                    <a:pt x="4512" y="10707"/>
                  </a:lnTo>
                  <a:lnTo>
                    <a:pt x="4075" y="10842"/>
                  </a:lnTo>
                  <a:lnTo>
                    <a:pt x="4075" y="10842"/>
                  </a:lnTo>
                  <a:lnTo>
                    <a:pt x="4546" y="10539"/>
                  </a:lnTo>
                  <a:lnTo>
                    <a:pt x="5017" y="10202"/>
                  </a:lnTo>
                  <a:lnTo>
                    <a:pt x="5994" y="9596"/>
                  </a:lnTo>
                  <a:lnTo>
                    <a:pt x="6465" y="9226"/>
                  </a:lnTo>
                  <a:lnTo>
                    <a:pt x="6936" y="8856"/>
                  </a:lnTo>
                  <a:lnTo>
                    <a:pt x="7206" y="8687"/>
                  </a:lnTo>
                  <a:lnTo>
                    <a:pt x="7441" y="8519"/>
                  </a:lnTo>
                  <a:lnTo>
                    <a:pt x="7711" y="8384"/>
                  </a:lnTo>
                  <a:lnTo>
                    <a:pt x="8014" y="8283"/>
                  </a:lnTo>
                  <a:lnTo>
                    <a:pt x="8317" y="8182"/>
                  </a:lnTo>
                  <a:lnTo>
                    <a:pt x="8384" y="8182"/>
                  </a:lnTo>
                  <a:lnTo>
                    <a:pt x="8418" y="8115"/>
                  </a:lnTo>
                  <a:lnTo>
                    <a:pt x="8418" y="8047"/>
                  </a:lnTo>
                  <a:lnTo>
                    <a:pt x="8384" y="7946"/>
                  </a:lnTo>
                  <a:lnTo>
                    <a:pt x="8249" y="7946"/>
                  </a:lnTo>
                  <a:lnTo>
                    <a:pt x="7913" y="8014"/>
                  </a:lnTo>
                  <a:lnTo>
                    <a:pt x="7408" y="8081"/>
                  </a:lnTo>
                  <a:lnTo>
                    <a:pt x="7138" y="8148"/>
                  </a:lnTo>
                  <a:lnTo>
                    <a:pt x="6869" y="8249"/>
                  </a:lnTo>
                  <a:lnTo>
                    <a:pt x="7172" y="8014"/>
                  </a:lnTo>
                  <a:lnTo>
                    <a:pt x="7576" y="7744"/>
                  </a:lnTo>
                  <a:lnTo>
                    <a:pt x="8014" y="7542"/>
                  </a:lnTo>
                  <a:lnTo>
                    <a:pt x="8889" y="7138"/>
                  </a:lnTo>
                  <a:lnTo>
                    <a:pt x="8956" y="7071"/>
                  </a:lnTo>
                  <a:lnTo>
                    <a:pt x="8956" y="6970"/>
                  </a:lnTo>
                  <a:lnTo>
                    <a:pt x="8889" y="6903"/>
                  </a:lnTo>
                  <a:lnTo>
                    <a:pt x="8822" y="6869"/>
                  </a:lnTo>
                  <a:lnTo>
                    <a:pt x="8620" y="6903"/>
                  </a:lnTo>
                  <a:lnTo>
                    <a:pt x="8418" y="6936"/>
                  </a:lnTo>
                  <a:lnTo>
                    <a:pt x="8081" y="7071"/>
                  </a:lnTo>
                  <a:lnTo>
                    <a:pt x="7744" y="7273"/>
                  </a:lnTo>
                  <a:lnTo>
                    <a:pt x="7408" y="7475"/>
                  </a:lnTo>
                  <a:lnTo>
                    <a:pt x="6330" y="8081"/>
                  </a:lnTo>
                  <a:lnTo>
                    <a:pt x="5287" y="8687"/>
                  </a:lnTo>
                  <a:lnTo>
                    <a:pt x="5085" y="8788"/>
                  </a:lnTo>
                  <a:lnTo>
                    <a:pt x="5455" y="8553"/>
                  </a:lnTo>
                  <a:lnTo>
                    <a:pt x="6162" y="7980"/>
                  </a:lnTo>
                  <a:lnTo>
                    <a:pt x="6869" y="7441"/>
                  </a:lnTo>
                  <a:lnTo>
                    <a:pt x="7239" y="7206"/>
                  </a:lnTo>
                  <a:lnTo>
                    <a:pt x="7610" y="6970"/>
                  </a:lnTo>
                  <a:lnTo>
                    <a:pt x="8014" y="6802"/>
                  </a:lnTo>
                  <a:lnTo>
                    <a:pt x="8451" y="6667"/>
                  </a:lnTo>
                  <a:lnTo>
                    <a:pt x="8519" y="6633"/>
                  </a:lnTo>
                  <a:lnTo>
                    <a:pt x="8552" y="6600"/>
                  </a:lnTo>
                  <a:lnTo>
                    <a:pt x="8552" y="6532"/>
                  </a:lnTo>
                  <a:lnTo>
                    <a:pt x="8519" y="6431"/>
                  </a:lnTo>
                  <a:lnTo>
                    <a:pt x="8485" y="6398"/>
                  </a:lnTo>
                  <a:lnTo>
                    <a:pt x="8418" y="6398"/>
                  </a:lnTo>
                  <a:lnTo>
                    <a:pt x="8081" y="6431"/>
                  </a:lnTo>
                  <a:lnTo>
                    <a:pt x="7744" y="6499"/>
                  </a:lnTo>
                  <a:lnTo>
                    <a:pt x="8216" y="6297"/>
                  </a:lnTo>
                  <a:lnTo>
                    <a:pt x="8687" y="6061"/>
                  </a:lnTo>
                  <a:lnTo>
                    <a:pt x="9125" y="5893"/>
                  </a:lnTo>
                  <a:close/>
                  <a:moveTo>
                    <a:pt x="6734" y="7172"/>
                  </a:moveTo>
                  <a:lnTo>
                    <a:pt x="6263" y="7542"/>
                  </a:lnTo>
                  <a:lnTo>
                    <a:pt x="5758" y="7946"/>
                  </a:lnTo>
                  <a:lnTo>
                    <a:pt x="5186" y="8418"/>
                  </a:lnTo>
                  <a:lnTo>
                    <a:pt x="4613" y="8822"/>
                  </a:lnTo>
                  <a:lnTo>
                    <a:pt x="3401" y="9596"/>
                  </a:lnTo>
                  <a:lnTo>
                    <a:pt x="2997" y="9798"/>
                  </a:lnTo>
                  <a:lnTo>
                    <a:pt x="2627" y="10034"/>
                  </a:lnTo>
                  <a:lnTo>
                    <a:pt x="2256" y="10270"/>
                  </a:lnTo>
                  <a:lnTo>
                    <a:pt x="1886" y="10539"/>
                  </a:lnTo>
                  <a:lnTo>
                    <a:pt x="1852" y="10573"/>
                  </a:lnTo>
                  <a:lnTo>
                    <a:pt x="1852" y="10640"/>
                  </a:lnTo>
                  <a:lnTo>
                    <a:pt x="1886" y="10707"/>
                  </a:lnTo>
                  <a:lnTo>
                    <a:pt x="1953" y="10775"/>
                  </a:lnTo>
                  <a:lnTo>
                    <a:pt x="2054" y="10775"/>
                  </a:lnTo>
                  <a:lnTo>
                    <a:pt x="3502" y="9832"/>
                  </a:lnTo>
                  <a:lnTo>
                    <a:pt x="4512" y="9361"/>
                  </a:lnTo>
                  <a:lnTo>
                    <a:pt x="4142" y="9563"/>
                  </a:lnTo>
                  <a:lnTo>
                    <a:pt x="3738" y="9832"/>
                  </a:lnTo>
                  <a:lnTo>
                    <a:pt x="3334" y="10135"/>
                  </a:lnTo>
                  <a:lnTo>
                    <a:pt x="2964" y="10438"/>
                  </a:lnTo>
                  <a:lnTo>
                    <a:pt x="2560" y="10741"/>
                  </a:lnTo>
                  <a:lnTo>
                    <a:pt x="2492" y="10775"/>
                  </a:lnTo>
                  <a:lnTo>
                    <a:pt x="2492" y="10808"/>
                  </a:lnTo>
                  <a:lnTo>
                    <a:pt x="2492" y="10909"/>
                  </a:lnTo>
                  <a:lnTo>
                    <a:pt x="2560" y="10977"/>
                  </a:lnTo>
                  <a:lnTo>
                    <a:pt x="2694" y="10977"/>
                  </a:lnTo>
                  <a:lnTo>
                    <a:pt x="2997" y="10775"/>
                  </a:lnTo>
                  <a:lnTo>
                    <a:pt x="3368" y="10640"/>
                  </a:lnTo>
                  <a:lnTo>
                    <a:pt x="3704" y="10472"/>
                  </a:lnTo>
                  <a:lnTo>
                    <a:pt x="4041" y="10303"/>
                  </a:lnTo>
                  <a:lnTo>
                    <a:pt x="4782" y="9899"/>
                  </a:lnTo>
                  <a:lnTo>
                    <a:pt x="5489" y="9428"/>
                  </a:lnTo>
                  <a:lnTo>
                    <a:pt x="6128" y="8990"/>
                  </a:lnTo>
                  <a:lnTo>
                    <a:pt x="6802" y="8586"/>
                  </a:lnTo>
                  <a:lnTo>
                    <a:pt x="6936" y="8519"/>
                  </a:lnTo>
                  <a:lnTo>
                    <a:pt x="6936" y="8519"/>
                  </a:lnTo>
                  <a:lnTo>
                    <a:pt x="6465" y="8856"/>
                  </a:lnTo>
                  <a:lnTo>
                    <a:pt x="5994" y="9226"/>
                  </a:lnTo>
                  <a:lnTo>
                    <a:pt x="5388" y="9664"/>
                  </a:lnTo>
                  <a:lnTo>
                    <a:pt x="4748" y="10101"/>
                  </a:lnTo>
                  <a:lnTo>
                    <a:pt x="4108" y="10505"/>
                  </a:lnTo>
                  <a:lnTo>
                    <a:pt x="3502" y="10977"/>
                  </a:lnTo>
                  <a:lnTo>
                    <a:pt x="3435" y="11044"/>
                  </a:lnTo>
                  <a:lnTo>
                    <a:pt x="3469" y="11111"/>
                  </a:lnTo>
                  <a:lnTo>
                    <a:pt x="3502" y="11179"/>
                  </a:lnTo>
                  <a:lnTo>
                    <a:pt x="3603" y="11212"/>
                  </a:lnTo>
                  <a:lnTo>
                    <a:pt x="3974" y="11179"/>
                  </a:lnTo>
                  <a:lnTo>
                    <a:pt x="4310" y="11078"/>
                  </a:lnTo>
                  <a:lnTo>
                    <a:pt x="4310" y="11145"/>
                  </a:lnTo>
                  <a:lnTo>
                    <a:pt x="4344" y="11246"/>
                  </a:lnTo>
                  <a:lnTo>
                    <a:pt x="4378" y="11280"/>
                  </a:lnTo>
                  <a:lnTo>
                    <a:pt x="4479" y="11280"/>
                  </a:lnTo>
                  <a:lnTo>
                    <a:pt x="5152" y="11044"/>
                  </a:lnTo>
                  <a:lnTo>
                    <a:pt x="5489" y="10943"/>
                  </a:lnTo>
                  <a:lnTo>
                    <a:pt x="5825" y="10808"/>
                  </a:lnTo>
                  <a:lnTo>
                    <a:pt x="5859" y="10876"/>
                  </a:lnTo>
                  <a:lnTo>
                    <a:pt x="5926" y="10909"/>
                  </a:lnTo>
                  <a:lnTo>
                    <a:pt x="6128" y="10909"/>
                  </a:lnTo>
                  <a:lnTo>
                    <a:pt x="6263" y="10876"/>
                  </a:lnTo>
                  <a:lnTo>
                    <a:pt x="6263" y="10876"/>
                  </a:lnTo>
                  <a:lnTo>
                    <a:pt x="5859" y="11044"/>
                  </a:lnTo>
                  <a:lnTo>
                    <a:pt x="5421" y="11212"/>
                  </a:lnTo>
                  <a:lnTo>
                    <a:pt x="4984" y="11313"/>
                  </a:lnTo>
                  <a:lnTo>
                    <a:pt x="4512" y="11381"/>
                  </a:lnTo>
                  <a:lnTo>
                    <a:pt x="4041" y="11414"/>
                  </a:lnTo>
                  <a:lnTo>
                    <a:pt x="3570" y="11381"/>
                  </a:lnTo>
                  <a:lnTo>
                    <a:pt x="3098" y="11347"/>
                  </a:lnTo>
                  <a:lnTo>
                    <a:pt x="2593" y="11246"/>
                  </a:lnTo>
                  <a:lnTo>
                    <a:pt x="2088" y="11111"/>
                  </a:lnTo>
                  <a:lnTo>
                    <a:pt x="1617" y="10943"/>
                  </a:lnTo>
                  <a:lnTo>
                    <a:pt x="1179" y="10741"/>
                  </a:lnTo>
                  <a:lnTo>
                    <a:pt x="741" y="10505"/>
                  </a:lnTo>
                  <a:lnTo>
                    <a:pt x="775" y="10505"/>
                  </a:lnTo>
                  <a:lnTo>
                    <a:pt x="1246" y="10236"/>
                  </a:lnTo>
                  <a:lnTo>
                    <a:pt x="1718" y="10034"/>
                  </a:lnTo>
                  <a:lnTo>
                    <a:pt x="2189" y="9832"/>
                  </a:lnTo>
                  <a:lnTo>
                    <a:pt x="2694" y="9630"/>
                  </a:lnTo>
                  <a:lnTo>
                    <a:pt x="3166" y="9394"/>
                  </a:lnTo>
                  <a:lnTo>
                    <a:pt x="3637" y="9125"/>
                  </a:lnTo>
                  <a:lnTo>
                    <a:pt x="4546" y="8586"/>
                  </a:lnTo>
                  <a:lnTo>
                    <a:pt x="5623" y="7845"/>
                  </a:lnTo>
                  <a:lnTo>
                    <a:pt x="6196" y="7475"/>
                  </a:lnTo>
                  <a:lnTo>
                    <a:pt x="6734" y="7172"/>
                  </a:lnTo>
                  <a:close/>
                  <a:moveTo>
                    <a:pt x="3637" y="1"/>
                  </a:moveTo>
                  <a:lnTo>
                    <a:pt x="3031" y="68"/>
                  </a:lnTo>
                  <a:lnTo>
                    <a:pt x="2492" y="203"/>
                  </a:lnTo>
                  <a:lnTo>
                    <a:pt x="1920" y="371"/>
                  </a:lnTo>
                  <a:lnTo>
                    <a:pt x="1415" y="573"/>
                  </a:lnTo>
                  <a:lnTo>
                    <a:pt x="910" y="843"/>
                  </a:lnTo>
                  <a:lnTo>
                    <a:pt x="438" y="1146"/>
                  </a:lnTo>
                  <a:lnTo>
                    <a:pt x="1" y="1516"/>
                  </a:lnTo>
                  <a:lnTo>
                    <a:pt x="1" y="1853"/>
                  </a:lnTo>
                  <a:lnTo>
                    <a:pt x="270" y="1617"/>
                  </a:lnTo>
                  <a:lnTo>
                    <a:pt x="539" y="1381"/>
                  </a:lnTo>
                  <a:lnTo>
                    <a:pt x="842" y="1179"/>
                  </a:lnTo>
                  <a:lnTo>
                    <a:pt x="1145" y="1011"/>
                  </a:lnTo>
                  <a:lnTo>
                    <a:pt x="1448" y="843"/>
                  </a:lnTo>
                  <a:lnTo>
                    <a:pt x="1785" y="674"/>
                  </a:lnTo>
                  <a:lnTo>
                    <a:pt x="2122" y="573"/>
                  </a:lnTo>
                  <a:lnTo>
                    <a:pt x="2122" y="573"/>
                  </a:lnTo>
                  <a:lnTo>
                    <a:pt x="1953" y="641"/>
                  </a:lnTo>
                  <a:lnTo>
                    <a:pt x="1448" y="876"/>
                  </a:lnTo>
                  <a:lnTo>
                    <a:pt x="977" y="1146"/>
                  </a:lnTo>
                  <a:lnTo>
                    <a:pt x="539" y="1449"/>
                  </a:lnTo>
                  <a:lnTo>
                    <a:pt x="506" y="1516"/>
                  </a:lnTo>
                  <a:lnTo>
                    <a:pt x="506" y="1583"/>
                  </a:lnTo>
                  <a:lnTo>
                    <a:pt x="539" y="1617"/>
                  </a:lnTo>
                  <a:lnTo>
                    <a:pt x="640" y="1617"/>
                  </a:lnTo>
                  <a:lnTo>
                    <a:pt x="1314" y="1213"/>
                  </a:lnTo>
                  <a:lnTo>
                    <a:pt x="2021" y="843"/>
                  </a:lnTo>
                  <a:lnTo>
                    <a:pt x="2492" y="674"/>
                  </a:lnTo>
                  <a:lnTo>
                    <a:pt x="2930" y="540"/>
                  </a:lnTo>
                  <a:lnTo>
                    <a:pt x="3401" y="438"/>
                  </a:lnTo>
                  <a:lnTo>
                    <a:pt x="3873" y="405"/>
                  </a:lnTo>
                  <a:lnTo>
                    <a:pt x="3873" y="405"/>
                  </a:lnTo>
                  <a:lnTo>
                    <a:pt x="2863" y="775"/>
                  </a:lnTo>
                  <a:lnTo>
                    <a:pt x="1852" y="1146"/>
                  </a:lnTo>
                  <a:lnTo>
                    <a:pt x="1347" y="1348"/>
                  </a:lnTo>
                  <a:lnTo>
                    <a:pt x="876" y="1583"/>
                  </a:lnTo>
                  <a:lnTo>
                    <a:pt x="405" y="1853"/>
                  </a:lnTo>
                  <a:lnTo>
                    <a:pt x="1" y="2156"/>
                  </a:lnTo>
                  <a:lnTo>
                    <a:pt x="1" y="2492"/>
                  </a:lnTo>
                  <a:lnTo>
                    <a:pt x="640" y="2189"/>
                  </a:lnTo>
                  <a:lnTo>
                    <a:pt x="1280" y="1886"/>
                  </a:lnTo>
                  <a:lnTo>
                    <a:pt x="1953" y="1617"/>
                  </a:lnTo>
                  <a:lnTo>
                    <a:pt x="2627" y="1348"/>
                  </a:lnTo>
                  <a:lnTo>
                    <a:pt x="3300" y="1146"/>
                  </a:lnTo>
                  <a:lnTo>
                    <a:pt x="4007" y="1011"/>
                  </a:lnTo>
                  <a:lnTo>
                    <a:pt x="4546" y="876"/>
                  </a:lnTo>
                  <a:lnTo>
                    <a:pt x="4849" y="843"/>
                  </a:lnTo>
                  <a:lnTo>
                    <a:pt x="5152" y="809"/>
                  </a:lnTo>
                  <a:lnTo>
                    <a:pt x="4815" y="944"/>
                  </a:lnTo>
                  <a:lnTo>
                    <a:pt x="4512" y="1011"/>
                  </a:lnTo>
                  <a:lnTo>
                    <a:pt x="3873" y="1179"/>
                  </a:lnTo>
                  <a:lnTo>
                    <a:pt x="3098" y="1415"/>
                  </a:lnTo>
                  <a:lnTo>
                    <a:pt x="2324" y="1684"/>
                  </a:lnTo>
                  <a:lnTo>
                    <a:pt x="1650" y="1920"/>
                  </a:lnTo>
                  <a:lnTo>
                    <a:pt x="842" y="2189"/>
                  </a:lnTo>
                  <a:lnTo>
                    <a:pt x="438" y="2324"/>
                  </a:lnTo>
                  <a:lnTo>
                    <a:pt x="1" y="2526"/>
                  </a:lnTo>
                  <a:lnTo>
                    <a:pt x="1" y="2829"/>
                  </a:lnTo>
                  <a:lnTo>
                    <a:pt x="236" y="2728"/>
                  </a:lnTo>
                  <a:lnTo>
                    <a:pt x="1" y="2863"/>
                  </a:lnTo>
                  <a:lnTo>
                    <a:pt x="1" y="3132"/>
                  </a:lnTo>
                  <a:lnTo>
                    <a:pt x="876" y="2627"/>
                  </a:lnTo>
                  <a:lnTo>
                    <a:pt x="1314" y="2391"/>
                  </a:lnTo>
                  <a:lnTo>
                    <a:pt x="1785" y="2189"/>
                  </a:lnTo>
                  <a:lnTo>
                    <a:pt x="2762" y="1819"/>
                  </a:lnTo>
                  <a:lnTo>
                    <a:pt x="3267" y="1651"/>
                  </a:lnTo>
                  <a:lnTo>
                    <a:pt x="3772" y="1516"/>
                  </a:lnTo>
                  <a:lnTo>
                    <a:pt x="4310" y="1415"/>
                  </a:lnTo>
                  <a:lnTo>
                    <a:pt x="4815" y="1314"/>
                  </a:lnTo>
                  <a:lnTo>
                    <a:pt x="5354" y="1280"/>
                  </a:lnTo>
                  <a:lnTo>
                    <a:pt x="5859" y="1314"/>
                  </a:lnTo>
                  <a:lnTo>
                    <a:pt x="5085" y="1550"/>
                  </a:lnTo>
                  <a:lnTo>
                    <a:pt x="3839" y="1987"/>
                  </a:lnTo>
                  <a:lnTo>
                    <a:pt x="1718" y="2795"/>
                  </a:lnTo>
                  <a:lnTo>
                    <a:pt x="842" y="3166"/>
                  </a:lnTo>
                  <a:lnTo>
                    <a:pt x="405" y="3368"/>
                  </a:lnTo>
                  <a:lnTo>
                    <a:pt x="1" y="3603"/>
                  </a:lnTo>
                  <a:lnTo>
                    <a:pt x="1" y="3906"/>
                  </a:lnTo>
                  <a:lnTo>
                    <a:pt x="539" y="3570"/>
                  </a:lnTo>
                  <a:lnTo>
                    <a:pt x="1145" y="3300"/>
                  </a:lnTo>
                  <a:lnTo>
                    <a:pt x="1718" y="3065"/>
                  </a:lnTo>
                  <a:lnTo>
                    <a:pt x="2290" y="2829"/>
                  </a:lnTo>
                  <a:lnTo>
                    <a:pt x="4411" y="2055"/>
                  </a:lnTo>
                  <a:lnTo>
                    <a:pt x="4512" y="2021"/>
                  </a:lnTo>
                  <a:lnTo>
                    <a:pt x="3300" y="2526"/>
                  </a:lnTo>
                  <a:lnTo>
                    <a:pt x="2155" y="2997"/>
                  </a:lnTo>
                  <a:lnTo>
                    <a:pt x="977" y="3502"/>
                  </a:lnTo>
                  <a:lnTo>
                    <a:pt x="506" y="3772"/>
                  </a:lnTo>
                  <a:lnTo>
                    <a:pt x="1" y="4075"/>
                  </a:lnTo>
                  <a:lnTo>
                    <a:pt x="1" y="4310"/>
                  </a:lnTo>
                  <a:lnTo>
                    <a:pt x="438" y="4041"/>
                  </a:lnTo>
                  <a:lnTo>
                    <a:pt x="977" y="3772"/>
                  </a:lnTo>
                  <a:lnTo>
                    <a:pt x="1516" y="3536"/>
                  </a:lnTo>
                  <a:lnTo>
                    <a:pt x="1516" y="3536"/>
                  </a:lnTo>
                  <a:lnTo>
                    <a:pt x="741" y="4007"/>
                  </a:lnTo>
                  <a:lnTo>
                    <a:pt x="1" y="4512"/>
                  </a:lnTo>
                  <a:lnTo>
                    <a:pt x="1" y="4782"/>
                  </a:lnTo>
                  <a:lnTo>
                    <a:pt x="236" y="4613"/>
                  </a:lnTo>
                  <a:lnTo>
                    <a:pt x="876" y="4209"/>
                  </a:lnTo>
                  <a:lnTo>
                    <a:pt x="1516" y="3839"/>
                  </a:lnTo>
                  <a:lnTo>
                    <a:pt x="2189" y="3502"/>
                  </a:lnTo>
                  <a:lnTo>
                    <a:pt x="2863" y="3199"/>
                  </a:lnTo>
                  <a:lnTo>
                    <a:pt x="4243" y="2694"/>
                  </a:lnTo>
                  <a:lnTo>
                    <a:pt x="5590" y="2189"/>
                  </a:lnTo>
                  <a:lnTo>
                    <a:pt x="6398" y="1853"/>
                  </a:lnTo>
                  <a:lnTo>
                    <a:pt x="6802" y="1684"/>
                  </a:lnTo>
                  <a:lnTo>
                    <a:pt x="7138" y="1415"/>
                  </a:lnTo>
                  <a:lnTo>
                    <a:pt x="7475" y="1718"/>
                  </a:lnTo>
                  <a:lnTo>
                    <a:pt x="7812" y="2055"/>
                  </a:lnTo>
                  <a:lnTo>
                    <a:pt x="8115" y="2425"/>
                  </a:lnTo>
                  <a:lnTo>
                    <a:pt x="8384" y="2795"/>
                  </a:lnTo>
                  <a:lnTo>
                    <a:pt x="8350" y="2795"/>
                  </a:lnTo>
                  <a:lnTo>
                    <a:pt x="8014" y="2829"/>
                  </a:lnTo>
                  <a:lnTo>
                    <a:pt x="7711" y="2896"/>
                  </a:lnTo>
                  <a:lnTo>
                    <a:pt x="7408" y="3031"/>
                  </a:lnTo>
                  <a:lnTo>
                    <a:pt x="7071" y="3166"/>
                  </a:lnTo>
                  <a:lnTo>
                    <a:pt x="6499" y="3469"/>
                  </a:lnTo>
                  <a:lnTo>
                    <a:pt x="5926" y="3805"/>
                  </a:lnTo>
                  <a:lnTo>
                    <a:pt x="5893" y="3805"/>
                  </a:lnTo>
                  <a:lnTo>
                    <a:pt x="3098" y="5118"/>
                  </a:lnTo>
                  <a:lnTo>
                    <a:pt x="2290" y="5455"/>
                  </a:lnTo>
                  <a:lnTo>
                    <a:pt x="2863" y="5118"/>
                  </a:lnTo>
                  <a:lnTo>
                    <a:pt x="4714" y="4007"/>
                  </a:lnTo>
                  <a:lnTo>
                    <a:pt x="5489" y="3772"/>
                  </a:lnTo>
                  <a:lnTo>
                    <a:pt x="6263" y="3469"/>
                  </a:lnTo>
                  <a:lnTo>
                    <a:pt x="7004" y="3166"/>
                  </a:lnTo>
                  <a:lnTo>
                    <a:pt x="7374" y="2964"/>
                  </a:lnTo>
                  <a:lnTo>
                    <a:pt x="7744" y="2762"/>
                  </a:lnTo>
                  <a:lnTo>
                    <a:pt x="7778" y="2694"/>
                  </a:lnTo>
                  <a:lnTo>
                    <a:pt x="7812" y="2627"/>
                  </a:lnTo>
                  <a:lnTo>
                    <a:pt x="7744" y="2560"/>
                  </a:lnTo>
                  <a:lnTo>
                    <a:pt x="7677" y="2526"/>
                  </a:lnTo>
                  <a:lnTo>
                    <a:pt x="7239" y="2593"/>
                  </a:lnTo>
                  <a:lnTo>
                    <a:pt x="6802" y="2694"/>
                  </a:lnTo>
                  <a:lnTo>
                    <a:pt x="6364" y="2829"/>
                  </a:lnTo>
                  <a:lnTo>
                    <a:pt x="5960" y="3031"/>
                  </a:lnTo>
                  <a:lnTo>
                    <a:pt x="5522" y="3199"/>
                  </a:lnTo>
                  <a:lnTo>
                    <a:pt x="5118" y="3435"/>
                  </a:lnTo>
                  <a:lnTo>
                    <a:pt x="4310" y="3906"/>
                  </a:lnTo>
                  <a:lnTo>
                    <a:pt x="3536" y="4176"/>
                  </a:lnTo>
                  <a:lnTo>
                    <a:pt x="2728" y="4445"/>
                  </a:lnTo>
                  <a:lnTo>
                    <a:pt x="2728" y="4445"/>
                  </a:lnTo>
                  <a:lnTo>
                    <a:pt x="4479" y="3502"/>
                  </a:lnTo>
                  <a:lnTo>
                    <a:pt x="5623" y="2896"/>
                  </a:lnTo>
                  <a:lnTo>
                    <a:pt x="6128" y="2627"/>
                  </a:lnTo>
                  <a:lnTo>
                    <a:pt x="6768" y="2425"/>
                  </a:lnTo>
                  <a:lnTo>
                    <a:pt x="7071" y="2290"/>
                  </a:lnTo>
                  <a:lnTo>
                    <a:pt x="7374" y="2156"/>
                  </a:lnTo>
                  <a:lnTo>
                    <a:pt x="7441" y="2122"/>
                  </a:lnTo>
                  <a:lnTo>
                    <a:pt x="7441" y="2021"/>
                  </a:lnTo>
                  <a:lnTo>
                    <a:pt x="7408" y="1954"/>
                  </a:lnTo>
                  <a:lnTo>
                    <a:pt x="7307" y="1920"/>
                  </a:lnTo>
                  <a:lnTo>
                    <a:pt x="6970" y="1987"/>
                  </a:lnTo>
                  <a:lnTo>
                    <a:pt x="6600" y="2088"/>
                  </a:lnTo>
                  <a:lnTo>
                    <a:pt x="6263" y="2257"/>
                  </a:lnTo>
                  <a:lnTo>
                    <a:pt x="5926" y="2425"/>
                  </a:lnTo>
                  <a:lnTo>
                    <a:pt x="5421" y="2593"/>
                  </a:lnTo>
                  <a:lnTo>
                    <a:pt x="4950" y="2762"/>
                  </a:lnTo>
                  <a:lnTo>
                    <a:pt x="3873" y="3199"/>
                  </a:lnTo>
                  <a:lnTo>
                    <a:pt x="2795" y="3671"/>
                  </a:lnTo>
                  <a:lnTo>
                    <a:pt x="472" y="4782"/>
                  </a:lnTo>
                  <a:lnTo>
                    <a:pt x="1" y="5017"/>
                  </a:lnTo>
                  <a:lnTo>
                    <a:pt x="1" y="5320"/>
                  </a:lnTo>
                  <a:lnTo>
                    <a:pt x="169" y="5219"/>
                  </a:lnTo>
                  <a:lnTo>
                    <a:pt x="2694" y="4007"/>
                  </a:lnTo>
                  <a:lnTo>
                    <a:pt x="4209" y="3334"/>
                  </a:lnTo>
                  <a:lnTo>
                    <a:pt x="2728" y="4142"/>
                  </a:lnTo>
                  <a:lnTo>
                    <a:pt x="1650" y="4681"/>
                  </a:lnTo>
                  <a:lnTo>
                    <a:pt x="539" y="5219"/>
                  </a:lnTo>
                  <a:lnTo>
                    <a:pt x="1" y="5556"/>
                  </a:lnTo>
                  <a:lnTo>
                    <a:pt x="1" y="5960"/>
                  </a:lnTo>
                  <a:lnTo>
                    <a:pt x="775" y="5590"/>
                  </a:lnTo>
                  <a:lnTo>
                    <a:pt x="1415" y="5287"/>
                  </a:lnTo>
                  <a:lnTo>
                    <a:pt x="2088" y="4984"/>
                  </a:lnTo>
                  <a:lnTo>
                    <a:pt x="3435" y="4445"/>
                  </a:lnTo>
                  <a:lnTo>
                    <a:pt x="2728" y="4883"/>
                  </a:lnTo>
                  <a:lnTo>
                    <a:pt x="2088" y="5253"/>
                  </a:lnTo>
                  <a:lnTo>
                    <a:pt x="1448" y="5590"/>
                  </a:lnTo>
                  <a:lnTo>
                    <a:pt x="135" y="6263"/>
                  </a:lnTo>
                  <a:lnTo>
                    <a:pt x="1" y="6330"/>
                  </a:lnTo>
                  <a:lnTo>
                    <a:pt x="1" y="6768"/>
                  </a:lnTo>
                  <a:lnTo>
                    <a:pt x="371" y="6566"/>
                  </a:lnTo>
                  <a:lnTo>
                    <a:pt x="842" y="6364"/>
                  </a:lnTo>
                  <a:lnTo>
                    <a:pt x="405" y="6600"/>
                  </a:lnTo>
                  <a:lnTo>
                    <a:pt x="1" y="6903"/>
                  </a:lnTo>
                  <a:lnTo>
                    <a:pt x="1" y="7509"/>
                  </a:lnTo>
                  <a:lnTo>
                    <a:pt x="1112" y="6970"/>
                  </a:lnTo>
                  <a:lnTo>
                    <a:pt x="2290" y="6398"/>
                  </a:lnTo>
                  <a:lnTo>
                    <a:pt x="3300" y="5977"/>
                  </a:lnTo>
                  <a:lnTo>
                    <a:pt x="3300" y="5977"/>
                  </a:lnTo>
                  <a:lnTo>
                    <a:pt x="2189" y="6532"/>
                  </a:lnTo>
                  <a:lnTo>
                    <a:pt x="1617" y="6835"/>
                  </a:lnTo>
                  <a:lnTo>
                    <a:pt x="1011" y="7206"/>
                  </a:lnTo>
                  <a:lnTo>
                    <a:pt x="573" y="7542"/>
                  </a:lnTo>
                  <a:lnTo>
                    <a:pt x="102" y="7879"/>
                  </a:lnTo>
                  <a:lnTo>
                    <a:pt x="1" y="7946"/>
                  </a:lnTo>
                  <a:lnTo>
                    <a:pt x="1" y="8485"/>
                  </a:lnTo>
                  <a:lnTo>
                    <a:pt x="640" y="8081"/>
                  </a:lnTo>
                  <a:lnTo>
                    <a:pt x="1314" y="7677"/>
                  </a:lnTo>
                  <a:lnTo>
                    <a:pt x="1718" y="7475"/>
                  </a:lnTo>
                  <a:lnTo>
                    <a:pt x="2122" y="7307"/>
                  </a:lnTo>
                  <a:lnTo>
                    <a:pt x="1078" y="8115"/>
                  </a:lnTo>
                  <a:lnTo>
                    <a:pt x="34" y="8923"/>
                  </a:lnTo>
                  <a:lnTo>
                    <a:pt x="1" y="8923"/>
                  </a:lnTo>
                  <a:lnTo>
                    <a:pt x="1" y="9293"/>
                  </a:lnTo>
                  <a:lnTo>
                    <a:pt x="236" y="9125"/>
                  </a:lnTo>
                  <a:lnTo>
                    <a:pt x="876" y="8856"/>
                  </a:lnTo>
                  <a:lnTo>
                    <a:pt x="1448" y="8620"/>
                  </a:lnTo>
                  <a:lnTo>
                    <a:pt x="1886" y="8451"/>
                  </a:lnTo>
                  <a:lnTo>
                    <a:pt x="1886" y="8451"/>
                  </a:lnTo>
                  <a:lnTo>
                    <a:pt x="1011" y="9024"/>
                  </a:lnTo>
                  <a:lnTo>
                    <a:pt x="135" y="9563"/>
                  </a:lnTo>
                  <a:lnTo>
                    <a:pt x="102" y="9596"/>
                  </a:lnTo>
                  <a:lnTo>
                    <a:pt x="68" y="9630"/>
                  </a:lnTo>
                  <a:lnTo>
                    <a:pt x="102" y="9731"/>
                  </a:lnTo>
                  <a:lnTo>
                    <a:pt x="135" y="9798"/>
                  </a:lnTo>
                  <a:lnTo>
                    <a:pt x="236" y="9798"/>
                  </a:lnTo>
                  <a:lnTo>
                    <a:pt x="1213" y="9495"/>
                  </a:lnTo>
                  <a:lnTo>
                    <a:pt x="1684" y="9327"/>
                  </a:lnTo>
                  <a:lnTo>
                    <a:pt x="2155" y="9159"/>
                  </a:lnTo>
                  <a:lnTo>
                    <a:pt x="2694" y="8889"/>
                  </a:lnTo>
                  <a:lnTo>
                    <a:pt x="3233" y="8620"/>
                  </a:lnTo>
                  <a:lnTo>
                    <a:pt x="4277" y="8047"/>
                  </a:lnTo>
                  <a:lnTo>
                    <a:pt x="5219" y="7542"/>
                  </a:lnTo>
                  <a:lnTo>
                    <a:pt x="6162" y="7105"/>
                  </a:lnTo>
                  <a:lnTo>
                    <a:pt x="5085" y="7744"/>
                  </a:lnTo>
                  <a:lnTo>
                    <a:pt x="2863" y="8990"/>
                  </a:lnTo>
                  <a:lnTo>
                    <a:pt x="640" y="10236"/>
                  </a:lnTo>
                  <a:lnTo>
                    <a:pt x="573" y="10303"/>
                  </a:lnTo>
                  <a:lnTo>
                    <a:pt x="573" y="10404"/>
                  </a:lnTo>
                  <a:lnTo>
                    <a:pt x="270" y="10169"/>
                  </a:lnTo>
                  <a:lnTo>
                    <a:pt x="1" y="9967"/>
                  </a:lnTo>
                  <a:lnTo>
                    <a:pt x="1" y="10270"/>
                  </a:lnTo>
                  <a:lnTo>
                    <a:pt x="371" y="10573"/>
                  </a:lnTo>
                  <a:lnTo>
                    <a:pt x="809" y="10808"/>
                  </a:lnTo>
                  <a:lnTo>
                    <a:pt x="1179" y="11010"/>
                  </a:lnTo>
                  <a:lnTo>
                    <a:pt x="1583" y="11212"/>
                  </a:lnTo>
                  <a:lnTo>
                    <a:pt x="1987" y="11347"/>
                  </a:lnTo>
                  <a:lnTo>
                    <a:pt x="2425" y="11482"/>
                  </a:lnTo>
                  <a:lnTo>
                    <a:pt x="2863" y="11549"/>
                  </a:lnTo>
                  <a:lnTo>
                    <a:pt x="3267" y="11616"/>
                  </a:lnTo>
                  <a:lnTo>
                    <a:pt x="3704" y="11650"/>
                  </a:lnTo>
                  <a:lnTo>
                    <a:pt x="4142" y="11650"/>
                  </a:lnTo>
                  <a:lnTo>
                    <a:pt x="4580" y="11616"/>
                  </a:lnTo>
                  <a:lnTo>
                    <a:pt x="5017" y="11549"/>
                  </a:lnTo>
                  <a:lnTo>
                    <a:pt x="5421" y="11448"/>
                  </a:lnTo>
                  <a:lnTo>
                    <a:pt x="5825" y="11347"/>
                  </a:lnTo>
                  <a:lnTo>
                    <a:pt x="6229" y="11179"/>
                  </a:lnTo>
                  <a:lnTo>
                    <a:pt x="6633" y="10977"/>
                  </a:lnTo>
                  <a:lnTo>
                    <a:pt x="7004" y="10741"/>
                  </a:lnTo>
                  <a:lnTo>
                    <a:pt x="7374" y="10505"/>
                  </a:lnTo>
                  <a:lnTo>
                    <a:pt x="7744" y="10135"/>
                  </a:lnTo>
                  <a:lnTo>
                    <a:pt x="8081" y="9731"/>
                  </a:lnTo>
                  <a:lnTo>
                    <a:pt x="8418" y="9293"/>
                  </a:lnTo>
                  <a:lnTo>
                    <a:pt x="8653" y="8856"/>
                  </a:lnTo>
                  <a:lnTo>
                    <a:pt x="8889" y="8350"/>
                  </a:lnTo>
                  <a:lnTo>
                    <a:pt x="9057" y="7812"/>
                  </a:lnTo>
                  <a:lnTo>
                    <a:pt x="9226" y="7273"/>
                  </a:lnTo>
                  <a:lnTo>
                    <a:pt x="9293" y="6734"/>
                  </a:lnTo>
                  <a:lnTo>
                    <a:pt x="9360" y="6196"/>
                  </a:lnTo>
                  <a:lnTo>
                    <a:pt x="9360" y="5623"/>
                  </a:lnTo>
                  <a:lnTo>
                    <a:pt x="9327" y="5085"/>
                  </a:lnTo>
                  <a:lnTo>
                    <a:pt x="9259" y="4546"/>
                  </a:lnTo>
                  <a:lnTo>
                    <a:pt x="9158" y="4007"/>
                  </a:lnTo>
                  <a:lnTo>
                    <a:pt x="8990" y="3502"/>
                  </a:lnTo>
                  <a:lnTo>
                    <a:pt x="8788" y="3031"/>
                  </a:lnTo>
                  <a:lnTo>
                    <a:pt x="8519" y="2560"/>
                  </a:lnTo>
                  <a:lnTo>
                    <a:pt x="8283" y="2189"/>
                  </a:lnTo>
                  <a:lnTo>
                    <a:pt x="7980" y="1853"/>
                  </a:lnTo>
                  <a:lnTo>
                    <a:pt x="7677" y="1550"/>
                  </a:lnTo>
                  <a:lnTo>
                    <a:pt x="7340" y="1247"/>
                  </a:lnTo>
                  <a:lnTo>
                    <a:pt x="7374" y="1179"/>
                  </a:lnTo>
                  <a:lnTo>
                    <a:pt x="7374" y="1112"/>
                  </a:lnTo>
                  <a:lnTo>
                    <a:pt x="7307" y="1045"/>
                  </a:lnTo>
                  <a:lnTo>
                    <a:pt x="7071" y="1045"/>
                  </a:lnTo>
                  <a:lnTo>
                    <a:pt x="6768" y="843"/>
                  </a:lnTo>
                  <a:lnTo>
                    <a:pt x="6431" y="674"/>
                  </a:lnTo>
                  <a:lnTo>
                    <a:pt x="6095" y="506"/>
                  </a:lnTo>
                  <a:lnTo>
                    <a:pt x="5758" y="371"/>
                  </a:lnTo>
                  <a:lnTo>
                    <a:pt x="5388" y="270"/>
                  </a:lnTo>
                  <a:lnTo>
                    <a:pt x="5051" y="203"/>
                  </a:lnTo>
                  <a:lnTo>
                    <a:pt x="4681" y="135"/>
                  </a:lnTo>
                  <a:lnTo>
                    <a:pt x="4310" y="102"/>
                  </a:lnTo>
                  <a:lnTo>
                    <a:pt x="4277" y="34"/>
                  </a:lnTo>
                  <a:lnTo>
                    <a:pt x="4209" y="34"/>
                  </a:lnTo>
                  <a:lnTo>
                    <a:pt x="363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4" name="Google Shape;701;p5">
            <a:extLst>
              <a:ext uri="{FF2B5EF4-FFF2-40B4-BE49-F238E27FC236}">
                <a16:creationId xmlns:a16="http://schemas.microsoft.com/office/drawing/2014/main" id="{A29C9965-5EAC-4ABA-A982-9A9CBFE00C2F}"/>
              </a:ext>
            </a:extLst>
          </p:cNvPr>
          <p:cNvGrpSpPr/>
          <p:nvPr userDrawn="1"/>
        </p:nvGrpSpPr>
        <p:grpSpPr>
          <a:xfrm>
            <a:off x="5944880" y="-7"/>
            <a:ext cx="2524606" cy="759943"/>
            <a:chOff x="4012455" y="-7"/>
            <a:chExt cx="2524606" cy="759943"/>
          </a:xfrm>
        </p:grpSpPr>
        <p:sp>
          <p:nvSpPr>
            <p:cNvPr id="25" name="Google Shape;702;p5">
              <a:extLst>
                <a:ext uri="{FF2B5EF4-FFF2-40B4-BE49-F238E27FC236}">
                  <a16:creationId xmlns:a16="http://schemas.microsoft.com/office/drawing/2014/main" id="{2EFE4FC3-D0D9-472A-8D07-F4861DB67273}"/>
                </a:ext>
              </a:extLst>
            </p:cNvPr>
            <p:cNvSpPr/>
            <p:nvPr/>
          </p:nvSpPr>
          <p:spPr>
            <a:xfrm>
              <a:off x="6114267" y="102328"/>
              <a:ext cx="112449" cy="10114"/>
            </a:xfrm>
            <a:custGeom>
              <a:avLst/>
              <a:gdLst/>
              <a:ahLst/>
              <a:cxnLst/>
              <a:rect l="l" t="t" r="r" b="b"/>
              <a:pathLst>
                <a:path w="2257" h="203" extrusionOk="0">
                  <a:moveTo>
                    <a:pt x="304" y="0"/>
                  </a:moveTo>
                  <a:lnTo>
                    <a:pt x="34" y="68"/>
                  </a:lnTo>
                  <a:lnTo>
                    <a:pt x="1" y="101"/>
                  </a:lnTo>
                  <a:lnTo>
                    <a:pt x="34" y="135"/>
                  </a:lnTo>
                  <a:lnTo>
                    <a:pt x="270" y="202"/>
                  </a:lnTo>
                  <a:lnTo>
                    <a:pt x="1920" y="202"/>
                  </a:lnTo>
                  <a:lnTo>
                    <a:pt x="2189" y="169"/>
                  </a:lnTo>
                  <a:lnTo>
                    <a:pt x="2223" y="135"/>
                  </a:lnTo>
                  <a:lnTo>
                    <a:pt x="2256" y="101"/>
                  </a:lnTo>
                  <a:lnTo>
                    <a:pt x="2223" y="68"/>
                  </a:lnTo>
                  <a:lnTo>
                    <a:pt x="2189" y="34"/>
                  </a:lnTo>
                  <a:lnTo>
                    <a:pt x="195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 name="Google Shape;703;p5">
              <a:extLst>
                <a:ext uri="{FF2B5EF4-FFF2-40B4-BE49-F238E27FC236}">
                  <a16:creationId xmlns:a16="http://schemas.microsoft.com/office/drawing/2014/main" id="{66220890-960A-4E4F-A3D3-8BD23DB489D2}"/>
                </a:ext>
              </a:extLst>
            </p:cNvPr>
            <p:cNvSpPr/>
            <p:nvPr/>
          </p:nvSpPr>
          <p:spPr>
            <a:xfrm>
              <a:off x="5763716" y="-7"/>
              <a:ext cx="538482" cy="320458"/>
            </a:xfrm>
            <a:custGeom>
              <a:avLst/>
              <a:gdLst/>
              <a:ahLst/>
              <a:cxnLst/>
              <a:rect l="l" t="t" r="r" b="b"/>
              <a:pathLst>
                <a:path w="10808" h="6432" extrusionOk="0">
                  <a:moveTo>
                    <a:pt x="6330" y="438"/>
                  </a:moveTo>
                  <a:lnTo>
                    <a:pt x="6195" y="910"/>
                  </a:lnTo>
                  <a:lnTo>
                    <a:pt x="6027" y="1381"/>
                  </a:lnTo>
                  <a:lnTo>
                    <a:pt x="6027" y="1213"/>
                  </a:lnTo>
                  <a:lnTo>
                    <a:pt x="5959" y="640"/>
                  </a:lnTo>
                  <a:lnTo>
                    <a:pt x="6330" y="438"/>
                  </a:lnTo>
                  <a:close/>
                  <a:moveTo>
                    <a:pt x="4781" y="1583"/>
                  </a:moveTo>
                  <a:lnTo>
                    <a:pt x="4747" y="2054"/>
                  </a:lnTo>
                  <a:lnTo>
                    <a:pt x="4478" y="2155"/>
                  </a:lnTo>
                  <a:lnTo>
                    <a:pt x="4512" y="1987"/>
                  </a:lnTo>
                  <a:lnTo>
                    <a:pt x="4512" y="1920"/>
                  </a:lnTo>
                  <a:lnTo>
                    <a:pt x="4478" y="1886"/>
                  </a:lnTo>
                  <a:lnTo>
                    <a:pt x="4781" y="1583"/>
                  </a:lnTo>
                  <a:close/>
                  <a:moveTo>
                    <a:pt x="5892" y="674"/>
                  </a:moveTo>
                  <a:lnTo>
                    <a:pt x="5892" y="1213"/>
                  </a:lnTo>
                  <a:lnTo>
                    <a:pt x="5926" y="1617"/>
                  </a:lnTo>
                  <a:lnTo>
                    <a:pt x="5791" y="1785"/>
                  </a:lnTo>
                  <a:lnTo>
                    <a:pt x="5656" y="1953"/>
                  </a:lnTo>
                  <a:lnTo>
                    <a:pt x="5656" y="1819"/>
                  </a:lnTo>
                  <a:lnTo>
                    <a:pt x="5589" y="1011"/>
                  </a:lnTo>
                  <a:lnTo>
                    <a:pt x="5522" y="1819"/>
                  </a:lnTo>
                  <a:lnTo>
                    <a:pt x="5488" y="2122"/>
                  </a:lnTo>
                  <a:lnTo>
                    <a:pt x="5151" y="2391"/>
                  </a:lnTo>
                  <a:lnTo>
                    <a:pt x="5118" y="2021"/>
                  </a:lnTo>
                  <a:lnTo>
                    <a:pt x="5118" y="1617"/>
                  </a:lnTo>
                  <a:lnTo>
                    <a:pt x="5151" y="1179"/>
                  </a:lnTo>
                  <a:lnTo>
                    <a:pt x="5522" y="910"/>
                  </a:lnTo>
                  <a:lnTo>
                    <a:pt x="5892" y="674"/>
                  </a:lnTo>
                  <a:close/>
                  <a:moveTo>
                    <a:pt x="5084" y="1280"/>
                  </a:moveTo>
                  <a:lnTo>
                    <a:pt x="5017" y="1583"/>
                  </a:lnTo>
                  <a:lnTo>
                    <a:pt x="4983" y="1886"/>
                  </a:lnTo>
                  <a:lnTo>
                    <a:pt x="4983" y="2189"/>
                  </a:lnTo>
                  <a:lnTo>
                    <a:pt x="5017" y="2492"/>
                  </a:lnTo>
                  <a:lnTo>
                    <a:pt x="4848" y="2593"/>
                  </a:lnTo>
                  <a:lnTo>
                    <a:pt x="4781" y="1549"/>
                  </a:lnTo>
                  <a:lnTo>
                    <a:pt x="4848" y="1482"/>
                  </a:lnTo>
                  <a:lnTo>
                    <a:pt x="5084" y="1280"/>
                  </a:lnTo>
                  <a:close/>
                  <a:moveTo>
                    <a:pt x="4747" y="2122"/>
                  </a:moveTo>
                  <a:lnTo>
                    <a:pt x="4714" y="2661"/>
                  </a:lnTo>
                  <a:lnTo>
                    <a:pt x="4512" y="2762"/>
                  </a:lnTo>
                  <a:lnTo>
                    <a:pt x="4512" y="2627"/>
                  </a:lnTo>
                  <a:lnTo>
                    <a:pt x="4478" y="2492"/>
                  </a:lnTo>
                  <a:lnTo>
                    <a:pt x="4444" y="2290"/>
                  </a:lnTo>
                  <a:lnTo>
                    <a:pt x="4747" y="2122"/>
                  </a:lnTo>
                  <a:close/>
                  <a:moveTo>
                    <a:pt x="4242" y="2425"/>
                  </a:moveTo>
                  <a:lnTo>
                    <a:pt x="4242" y="2458"/>
                  </a:lnTo>
                  <a:lnTo>
                    <a:pt x="4276" y="2661"/>
                  </a:lnTo>
                  <a:lnTo>
                    <a:pt x="4310" y="2762"/>
                  </a:lnTo>
                  <a:lnTo>
                    <a:pt x="4377" y="2829"/>
                  </a:lnTo>
                  <a:lnTo>
                    <a:pt x="4141" y="2896"/>
                  </a:lnTo>
                  <a:lnTo>
                    <a:pt x="3906" y="2964"/>
                  </a:lnTo>
                  <a:lnTo>
                    <a:pt x="3906" y="2964"/>
                  </a:lnTo>
                  <a:lnTo>
                    <a:pt x="4074" y="2559"/>
                  </a:lnTo>
                  <a:lnTo>
                    <a:pt x="4242" y="2425"/>
                  </a:lnTo>
                  <a:close/>
                  <a:moveTo>
                    <a:pt x="3704" y="2829"/>
                  </a:moveTo>
                  <a:lnTo>
                    <a:pt x="3670" y="2997"/>
                  </a:lnTo>
                  <a:lnTo>
                    <a:pt x="3535" y="2997"/>
                  </a:lnTo>
                  <a:lnTo>
                    <a:pt x="3704" y="2829"/>
                  </a:lnTo>
                  <a:close/>
                  <a:moveTo>
                    <a:pt x="67" y="1"/>
                  </a:moveTo>
                  <a:lnTo>
                    <a:pt x="0" y="270"/>
                  </a:lnTo>
                  <a:lnTo>
                    <a:pt x="0" y="539"/>
                  </a:lnTo>
                  <a:lnTo>
                    <a:pt x="34" y="809"/>
                  </a:lnTo>
                  <a:lnTo>
                    <a:pt x="67" y="1078"/>
                  </a:lnTo>
                  <a:lnTo>
                    <a:pt x="168" y="1347"/>
                  </a:lnTo>
                  <a:lnTo>
                    <a:pt x="269" y="1583"/>
                  </a:lnTo>
                  <a:lnTo>
                    <a:pt x="404" y="1819"/>
                  </a:lnTo>
                  <a:lnTo>
                    <a:pt x="539" y="2054"/>
                  </a:lnTo>
                  <a:lnTo>
                    <a:pt x="774" y="2324"/>
                  </a:lnTo>
                  <a:lnTo>
                    <a:pt x="1044" y="2559"/>
                  </a:lnTo>
                  <a:lnTo>
                    <a:pt x="1347" y="2762"/>
                  </a:lnTo>
                  <a:lnTo>
                    <a:pt x="1684" y="2896"/>
                  </a:lnTo>
                  <a:lnTo>
                    <a:pt x="2020" y="2997"/>
                  </a:lnTo>
                  <a:lnTo>
                    <a:pt x="2391" y="3098"/>
                  </a:lnTo>
                  <a:lnTo>
                    <a:pt x="2727" y="3166"/>
                  </a:lnTo>
                  <a:lnTo>
                    <a:pt x="3098" y="3199"/>
                  </a:lnTo>
                  <a:lnTo>
                    <a:pt x="2525" y="3805"/>
                  </a:lnTo>
                  <a:lnTo>
                    <a:pt x="2121" y="4243"/>
                  </a:lnTo>
                  <a:lnTo>
                    <a:pt x="1919" y="4512"/>
                  </a:lnTo>
                  <a:lnTo>
                    <a:pt x="1751" y="4782"/>
                  </a:lnTo>
                  <a:lnTo>
                    <a:pt x="1616" y="5051"/>
                  </a:lnTo>
                  <a:lnTo>
                    <a:pt x="1482" y="5320"/>
                  </a:lnTo>
                  <a:lnTo>
                    <a:pt x="1381" y="5623"/>
                  </a:lnTo>
                  <a:lnTo>
                    <a:pt x="1347" y="5926"/>
                  </a:lnTo>
                  <a:lnTo>
                    <a:pt x="1212" y="5691"/>
                  </a:lnTo>
                  <a:lnTo>
                    <a:pt x="1077" y="5455"/>
                  </a:lnTo>
                  <a:lnTo>
                    <a:pt x="1010" y="5354"/>
                  </a:lnTo>
                  <a:lnTo>
                    <a:pt x="875" y="5253"/>
                  </a:lnTo>
                  <a:lnTo>
                    <a:pt x="875" y="5354"/>
                  </a:lnTo>
                  <a:lnTo>
                    <a:pt x="943" y="5489"/>
                  </a:lnTo>
                  <a:lnTo>
                    <a:pt x="1044" y="5691"/>
                  </a:lnTo>
                  <a:lnTo>
                    <a:pt x="1414" y="6398"/>
                  </a:lnTo>
                  <a:lnTo>
                    <a:pt x="1448" y="6431"/>
                  </a:lnTo>
                  <a:lnTo>
                    <a:pt x="1482" y="6431"/>
                  </a:lnTo>
                  <a:lnTo>
                    <a:pt x="1583" y="6398"/>
                  </a:lnTo>
                  <a:lnTo>
                    <a:pt x="1785" y="6128"/>
                  </a:lnTo>
                  <a:lnTo>
                    <a:pt x="2020" y="5893"/>
                  </a:lnTo>
                  <a:lnTo>
                    <a:pt x="2256" y="5691"/>
                  </a:lnTo>
                  <a:lnTo>
                    <a:pt x="2492" y="5455"/>
                  </a:lnTo>
                  <a:lnTo>
                    <a:pt x="2525" y="5388"/>
                  </a:lnTo>
                  <a:lnTo>
                    <a:pt x="2492" y="5354"/>
                  </a:lnTo>
                  <a:lnTo>
                    <a:pt x="2458" y="5320"/>
                  </a:lnTo>
                  <a:lnTo>
                    <a:pt x="2391" y="5320"/>
                  </a:lnTo>
                  <a:lnTo>
                    <a:pt x="2155" y="5489"/>
                  </a:lnTo>
                  <a:lnTo>
                    <a:pt x="1919" y="5691"/>
                  </a:lnTo>
                  <a:lnTo>
                    <a:pt x="1684" y="5926"/>
                  </a:lnTo>
                  <a:lnTo>
                    <a:pt x="1482" y="6162"/>
                  </a:lnTo>
                  <a:lnTo>
                    <a:pt x="1448" y="6128"/>
                  </a:lnTo>
                  <a:lnTo>
                    <a:pt x="1684" y="5455"/>
                  </a:lnTo>
                  <a:lnTo>
                    <a:pt x="1987" y="4849"/>
                  </a:lnTo>
                  <a:lnTo>
                    <a:pt x="2155" y="4580"/>
                  </a:lnTo>
                  <a:lnTo>
                    <a:pt x="2323" y="4310"/>
                  </a:lnTo>
                  <a:lnTo>
                    <a:pt x="2795" y="3772"/>
                  </a:lnTo>
                  <a:lnTo>
                    <a:pt x="3333" y="3199"/>
                  </a:lnTo>
                  <a:lnTo>
                    <a:pt x="3636" y="3199"/>
                  </a:lnTo>
                  <a:lnTo>
                    <a:pt x="3603" y="3469"/>
                  </a:lnTo>
                  <a:lnTo>
                    <a:pt x="3603" y="3738"/>
                  </a:lnTo>
                  <a:lnTo>
                    <a:pt x="3636" y="3974"/>
                  </a:lnTo>
                  <a:lnTo>
                    <a:pt x="3704" y="4209"/>
                  </a:lnTo>
                  <a:lnTo>
                    <a:pt x="3805" y="4445"/>
                  </a:lnTo>
                  <a:lnTo>
                    <a:pt x="3906" y="4681"/>
                  </a:lnTo>
                  <a:lnTo>
                    <a:pt x="4074" y="4883"/>
                  </a:lnTo>
                  <a:lnTo>
                    <a:pt x="4242" y="5085"/>
                  </a:lnTo>
                  <a:lnTo>
                    <a:pt x="4411" y="5253"/>
                  </a:lnTo>
                  <a:lnTo>
                    <a:pt x="4613" y="5421"/>
                  </a:lnTo>
                  <a:lnTo>
                    <a:pt x="4848" y="5556"/>
                  </a:lnTo>
                  <a:lnTo>
                    <a:pt x="5084" y="5657"/>
                  </a:lnTo>
                  <a:lnTo>
                    <a:pt x="5353" y="5792"/>
                  </a:lnTo>
                  <a:lnTo>
                    <a:pt x="5623" y="5859"/>
                  </a:lnTo>
                  <a:lnTo>
                    <a:pt x="5892" y="5926"/>
                  </a:lnTo>
                  <a:lnTo>
                    <a:pt x="6599" y="5926"/>
                  </a:lnTo>
                  <a:lnTo>
                    <a:pt x="7003" y="5893"/>
                  </a:lnTo>
                  <a:lnTo>
                    <a:pt x="7407" y="5758"/>
                  </a:lnTo>
                  <a:lnTo>
                    <a:pt x="7811" y="5623"/>
                  </a:lnTo>
                  <a:lnTo>
                    <a:pt x="8215" y="5455"/>
                  </a:lnTo>
                  <a:lnTo>
                    <a:pt x="8585" y="5253"/>
                  </a:lnTo>
                  <a:lnTo>
                    <a:pt x="9292" y="4815"/>
                  </a:lnTo>
                  <a:lnTo>
                    <a:pt x="9865" y="4378"/>
                  </a:lnTo>
                  <a:lnTo>
                    <a:pt x="10101" y="4176"/>
                  </a:lnTo>
                  <a:lnTo>
                    <a:pt x="10336" y="3906"/>
                  </a:lnTo>
                  <a:lnTo>
                    <a:pt x="10538" y="3637"/>
                  </a:lnTo>
                  <a:lnTo>
                    <a:pt x="10673" y="3368"/>
                  </a:lnTo>
                  <a:lnTo>
                    <a:pt x="10774" y="3031"/>
                  </a:lnTo>
                  <a:lnTo>
                    <a:pt x="10808" y="2661"/>
                  </a:lnTo>
                  <a:lnTo>
                    <a:pt x="10808" y="2324"/>
                  </a:lnTo>
                  <a:lnTo>
                    <a:pt x="10774" y="1987"/>
                  </a:lnTo>
                  <a:lnTo>
                    <a:pt x="10707" y="1650"/>
                  </a:lnTo>
                  <a:lnTo>
                    <a:pt x="10606" y="1280"/>
                  </a:lnTo>
                  <a:lnTo>
                    <a:pt x="10505" y="943"/>
                  </a:lnTo>
                  <a:lnTo>
                    <a:pt x="10370" y="607"/>
                  </a:lnTo>
                  <a:lnTo>
                    <a:pt x="10202" y="304"/>
                  </a:lnTo>
                  <a:lnTo>
                    <a:pt x="10000" y="1"/>
                  </a:lnTo>
                  <a:lnTo>
                    <a:pt x="9730" y="1"/>
                  </a:lnTo>
                  <a:lnTo>
                    <a:pt x="9865" y="203"/>
                  </a:lnTo>
                  <a:lnTo>
                    <a:pt x="10000" y="405"/>
                  </a:lnTo>
                  <a:lnTo>
                    <a:pt x="10235" y="842"/>
                  </a:lnTo>
                  <a:lnTo>
                    <a:pt x="10404" y="1347"/>
                  </a:lnTo>
                  <a:lnTo>
                    <a:pt x="10505" y="1852"/>
                  </a:lnTo>
                  <a:lnTo>
                    <a:pt x="10572" y="2357"/>
                  </a:lnTo>
                  <a:lnTo>
                    <a:pt x="10572" y="2829"/>
                  </a:lnTo>
                  <a:lnTo>
                    <a:pt x="10471" y="3233"/>
                  </a:lnTo>
                  <a:lnTo>
                    <a:pt x="10437" y="3435"/>
                  </a:lnTo>
                  <a:lnTo>
                    <a:pt x="10336" y="3603"/>
                  </a:lnTo>
                  <a:lnTo>
                    <a:pt x="10168" y="3839"/>
                  </a:lnTo>
                  <a:lnTo>
                    <a:pt x="9966" y="4041"/>
                  </a:lnTo>
                  <a:lnTo>
                    <a:pt x="9730" y="4277"/>
                  </a:lnTo>
                  <a:lnTo>
                    <a:pt x="9461" y="4445"/>
                  </a:lnTo>
                  <a:lnTo>
                    <a:pt x="8922" y="4782"/>
                  </a:lnTo>
                  <a:lnTo>
                    <a:pt x="8417" y="5085"/>
                  </a:lnTo>
                  <a:lnTo>
                    <a:pt x="8080" y="5253"/>
                  </a:lnTo>
                  <a:lnTo>
                    <a:pt x="7777" y="5388"/>
                  </a:lnTo>
                  <a:lnTo>
                    <a:pt x="7441" y="5522"/>
                  </a:lnTo>
                  <a:lnTo>
                    <a:pt x="7104" y="5623"/>
                  </a:lnTo>
                  <a:lnTo>
                    <a:pt x="6734" y="5691"/>
                  </a:lnTo>
                  <a:lnTo>
                    <a:pt x="6397" y="5724"/>
                  </a:lnTo>
                  <a:lnTo>
                    <a:pt x="6027" y="5724"/>
                  </a:lnTo>
                  <a:lnTo>
                    <a:pt x="5690" y="5657"/>
                  </a:lnTo>
                  <a:lnTo>
                    <a:pt x="5387" y="5590"/>
                  </a:lnTo>
                  <a:lnTo>
                    <a:pt x="5118" y="5489"/>
                  </a:lnTo>
                  <a:lnTo>
                    <a:pt x="4848" y="5354"/>
                  </a:lnTo>
                  <a:lnTo>
                    <a:pt x="4613" y="5186"/>
                  </a:lnTo>
                  <a:lnTo>
                    <a:pt x="4377" y="4984"/>
                  </a:lnTo>
                  <a:lnTo>
                    <a:pt x="4209" y="4782"/>
                  </a:lnTo>
                  <a:lnTo>
                    <a:pt x="4040" y="4512"/>
                  </a:lnTo>
                  <a:lnTo>
                    <a:pt x="3906" y="4277"/>
                  </a:lnTo>
                  <a:lnTo>
                    <a:pt x="3805" y="4007"/>
                  </a:lnTo>
                  <a:lnTo>
                    <a:pt x="3771" y="3738"/>
                  </a:lnTo>
                  <a:lnTo>
                    <a:pt x="3771" y="3469"/>
                  </a:lnTo>
                  <a:lnTo>
                    <a:pt x="3838" y="3199"/>
                  </a:lnTo>
                  <a:lnTo>
                    <a:pt x="4074" y="3132"/>
                  </a:lnTo>
                  <a:lnTo>
                    <a:pt x="4276" y="3065"/>
                  </a:lnTo>
                  <a:lnTo>
                    <a:pt x="4747" y="2896"/>
                  </a:lnTo>
                  <a:lnTo>
                    <a:pt x="4747" y="3166"/>
                  </a:lnTo>
                  <a:lnTo>
                    <a:pt x="4781" y="3199"/>
                  </a:lnTo>
                  <a:lnTo>
                    <a:pt x="4815" y="3166"/>
                  </a:lnTo>
                  <a:lnTo>
                    <a:pt x="4848" y="2829"/>
                  </a:lnTo>
                  <a:lnTo>
                    <a:pt x="5084" y="2694"/>
                  </a:lnTo>
                  <a:lnTo>
                    <a:pt x="5118" y="2762"/>
                  </a:lnTo>
                  <a:lnTo>
                    <a:pt x="5151" y="2795"/>
                  </a:lnTo>
                  <a:lnTo>
                    <a:pt x="5185" y="2762"/>
                  </a:lnTo>
                  <a:lnTo>
                    <a:pt x="5185" y="2627"/>
                  </a:lnTo>
                  <a:lnTo>
                    <a:pt x="5522" y="2357"/>
                  </a:lnTo>
                  <a:lnTo>
                    <a:pt x="5555" y="2492"/>
                  </a:lnTo>
                  <a:lnTo>
                    <a:pt x="5555" y="2526"/>
                  </a:lnTo>
                  <a:lnTo>
                    <a:pt x="5623" y="2526"/>
                  </a:lnTo>
                  <a:lnTo>
                    <a:pt x="5623" y="2492"/>
                  </a:lnTo>
                  <a:lnTo>
                    <a:pt x="5656" y="2357"/>
                  </a:lnTo>
                  <a:lnTo>
                    <a:pt x="5690" y="2189"/>
                  </a:lnTo>
                  <a:lnTo>
                    <a:pt x="5993" y="1852"/>
                  </a:lnTo>
                  <a:lnTo>
                    <a:pt x="6027" y="1819"/>
                  </a:lnTo>
                  <a:lnTo>
                    <a:pt x="6128" y="1650"/>
                  </a:lnTo>
                  <a:lnTo>
                    <a:pt x="6229" y="1482"/>
                  </a:lnTo>
                  <a:lnTo>
                    <a:pt x="6363" y="1112"/>
                  </a:lnTo>
                  <a:lnTo>
                    <a:pt x="6565" y="337"/>
                  </a:lnTo>
                  <a:lnTo>
                    <a:pt x="6565" y="304"/>
                  </a:lnTo>
                  <a:lnTo>
                    <a:pt x="6969" y="135"/>
                  </a:lnTo>
                  <a:lnTo>
                    <a:pt x="7407" y="1"/>
                  </a:lnTo>
                  <a:lnTo>
                    <a:pt x="7104" y="1"/>
                  </a:lnTo>
                  <a:lnTo>
                    <a:pt x="6633" y="169"/>
                  </a:lnTo>
                  <a:lnTo>
                    <a:pt x="6666" y="1"/>
                  </a:lnTo>
                  <a:lnTo>
                    <a:pt x="6464" y="1"/>
                  </a:lnTo>
                  <a:lnTo>
                    <a:pt x="6363" y="270"/>
                  </a:lnTo>
                  <a:lnTo>
                    <a:pt x="6027" y="438"/>
                  </a:lnTo>
                  <a:lnTo>
                    <a:pt x="5724" y="607"/>
                  </a:lnTo>
                  <a:lnTo>
                    <a:pt x="5387" y="809"/>
                  </a:lnTo>
                  <a:lnTo>
                    <a:pt x="5084" y="1044"/>
                  </a:lnTo>
                  <a:lnTo>
                    <a:pt x="4815" y="1280"/>
                  </a:lnTo>
                  <a:lnTo>
                    <a:pt x="4545" y="1549"/>
                  </a:lnTo>
                  <a:lnTo>
                    <a:pt x="4276" y="1852"/>
                  </a:lnTo>
                  <a:lnTo>
                    <a:pt x="4040" y="2189"/>
                  </a:lnTo>
                  <a:lnTo>
                    <a:pt x="3838" y="2559"/>
                  </a:lnTo>
                  <a:lnTo>
                    <a:pt x="3569" y="2762"/>
                  </a:lnTo>
                  <a:lnTo>
                    <a:pt x="3300" y="2997"/>
                  </a:lnTo>
                  <a:lnTo>
                    <a:pt x="2963" y="2997"/>
                  </a:lnTo>
                  <a:lnTo>
                    <a:pt x="2626" y="2964"/>
                  </a:lnTo>
                  <a:lnTo>
                    <a:pt x="2290" y="2863"/>
                  </a:lnTo>
                  <a:lnTo>
                    <a:pt x="1953" y="2795"/>
                  </a:lnTo>
                  <a:lnTo>
                    <a:pt x="1650" y="2661"/>
                  </a:lnTo>
                  <a:lnTo>
                    <a:pt x="1347" y="2492"/>
                  </a:lnTo>
                  <a:lnTo>
                    <a:pt x="1077" y="2324"/>
                  </a:lnTo>
                  <a:lnTo>
                    <a:pt x="808" y="2088"/>
                  </a:lnTo>
                  <a:lnTo>
                    <a:pt x="640" y="1886"/>
                  </a:lnTo>
                  <a:lnTo>
                    <a:pt x="471" y="1650"/>
                  </a:lnTo>
                  <a:lnTo>
                    <a:pt x="337" y="1381"/>
                  </a:lnTo>
                  <a:lnTo>
                    <a:pt x="269" y="1112"/>
                  </a:lnTo>
                  <a:lnTo>
                    <a:pt x="202" y="842"/>
                  </a:lnTo>
                  <a:lnTo>
                    <a:pt x="168" y="573"/>
                  </a:lnTo>
                  <a:lnTo>
                    <a:pt x="135" y="270"/>
                  </a:lnTo>
                  <a:lnTo>
                    <a:pt x="1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 name="Google Shape;704;p5">
              <a:extLst>
                <a:ext uri="{FF2B5EF4-FFF2-40B4-BE49-F238E27FC236}">
                  <a16:creationId xmlns:a16="http://schemas.microsoft.com/office/drawing/2014/main" id="{40D885CA-9F1D-4CB5-8BA7-05855AAA937E}"/>
                </a:ext>
              </a:extLst>
            </p:cNvPr>
            <p:cNvSpPr/>
            <p:nvPr/>
          </p:nvSpPr>
          <p:spPr>
            <a:xfrm>
              <a:off x="4012455" y="-7"/>
              <a:ext cx="2524606" cy="759943"/>
            </a:xfrm>
            <a:custGeom>
              <a:avLst/>
              <a:gdLst/>
              <a:ahLst/>
              <a:cxnLst/>
              <a:rect l="l" t="t" r="r" b="b"/>
              <a:pathLst>
                <a:path w="50672" h="15253" extrusionOk="0">
                  <a:moveTo>
                    <a:pt x="22592" y="5219"/>
                  </a:moveTo>
                  <a:lnTo>
                    <a:pt x="22558" y="5859"/>
                  </a:lnTo>
                  <a:lnTo>
                    <a:pt x="22154" y="5893"/>
                  </a:lnTo>
                  <a:lnTo>
                    <a:pt x="22188" y="5825"/>
                  </a:lnTo>
                  <a:lnTo>
                    <a:pt x="22188" y="5758"/>
                  </a:lnTo>
                  <a:lnTo>
                    <a:pt x="22154" y="5623"/>
                  </a:lnTo>
                  <a:lnTo>
                    <a:pt x="22121" y="5421"/>
                  </a:lnTo>
                  <a:lnTo>
                    <a:pt x="22087" y="5253"/>
                  </a:lnTo>
                  <a:lnTo>
                    <a:pt x="22558" y="5219"/>
                  </a:lnTo>
                  <a:close/>
                  <a:moveTo>
                    <a:pt x="21919" y="5253"/>
                  </a:moveTo>
                  <a:lnTo>
                    <a:pt x="21919" y="5590"/>
                  </a:lnTo>
                  <a:lnTo>
                    <a:pt x="21952" y="5758"/>
                  </a:lnTo>
                  <a:lnTo>
                    <a:pt x="21952" y="5859"/>
                  </a:lnTo>
                  <a:lnTo>
                    <a:pt x="21986" y="5926"/>
                  </a:lnTo>
                  <a:lnTo>
                    <a:pt x="21750" y="5960"/>
                  </a:lnTo>
                  <a:lnTo>
                    <a:pt x="21717" y="5792"/>
                  </a:lnTo>
                  <a:lnTo>
                    <a:pt x="21649" y="5623"/>
                  </a:lnTo>
                  <a:lnTo>
                    <a:pt x="21616" y="5455"/>
                  </a:lnTo>
                  <a:lnTo>
                    <a:pt x="21515" y="5287"/>
                  </a:lnTo>
                  <a:lnTo>
                    <a:pt x="21919" y="5253"/>
                  </a:lnTo>
                  <a:close/>
                  <a:moveTo>
                    <a:pt x="21447" y="5287"/>
                  </a:moveTo>
                  <a:lnTo>
                    <a:pt x="21447" y="5455"/>
                  </a:lnTo>
                  <a:lnTo>
                    <a:pt x="21481" y="5623"/>
                  </a:lnTo>
                  <a:lnTo>
                    <a:pt x="21515" y="5792"/>
                  </a:lnTo>
                  <a:lnTo>
                    <a:pt x="21548" y="5960"/>
                  </a:lnTo>
                  <a:lnTo>
                    <a:pt x="21313" y="5994"/>
                  </a:lnTo>
                  <a:lnTo>
                    <a:pt x="21313" y="5859"/>
                  </a:lnTo>
                  <a:lnTo>
                    <a:pt x="21279" y="5724"/>
                  </a:lnTo>
                  <a:lnTo>
                    <a:pt x="21178" y="5287"/>
                  </a:lnTo>
                  <a:close/>
                  <a:moveTo>
                    <a:pt x="21111" y="5287"/>
                  </a:moveTo>
                  <a:lnTo>
                    <a:pt x="21144" y="5691"/>
                  </a:lnTo>
                  <a:lnTo>
                    <a:pt x="21178" y="5859"/>
                  </a:lnTo>
                  <a:lnTo>
                    <a:pt x="21212" y="5994"/>
                  </a:lnTo>
                  <a:lnTo>
                    <a:pt x="20909" y="6027"/>
                  </a:lnTo>
                  <a:lnTo>
                    <a:pt x="20909" y="5960"/>
                  </a:lnTo>
                  <a:lnTo>
                    <a:pt x="20909" y="5859"/>
                  </a:lnTo>
                  <a:lnTo>
                    <a:pt x="20841" y="5724"/>
                  </a:lnTo>
                  <a:lnTo>
                    <a:pt x="20774" y="5320"/>
                  </a:lnTo>
                  <a:lnTo>
                    <a:pt x="21111" y="5287"/>
                  </a:lnTo>
                  <a:close/>
                  <a:moveTo>
                    <a:pt x="20673" y="5320"/>
                  </a:moveTo>
                  <a:lnTo>
                    <a:pt x="20673" y="5724"/>
                  </a:lnTo>
                  <a:lnTo>
                    <a:pt x="20673" y="5893"/>
                  </a:lnTo>
                  <a:lnTo>
                    <a:pt x="20707" y="5994"/>
                  </a:lnTo>
                  <a:lnTo>
                    <a:pt x="20740" y="6061"/>
                  </a:lnTo>
                  <a:lnTo>
                    <a:pt x="20471" y="6061"/>
                  </a:lnTo>
                  <a:lnTo>
                    <a:pt x="20471" y="5926"/>
                  </a:lnTo>
                  <a:lnTo>
                    <a:pt x="20437" y="5758"/>
                  </a:lnTo>
                  <a:lnTo>
                    <a:pt x="20404" y="5522"/>
                  </a:lnTo>
                  <a:lnTo>
                    <a:pt x="20370" y="5320"/>
                  </a:lnTo>
                  <a:close/>
                  <a:moveTo>
                    <a:pt x="20201" y="5320"/>
                  </a:moveTo>
                  <a:lnTo>
                    <a:pt x="20201" y="5522"/>
                  </a:lnTo>
                  <a:lnTo>
                    <a:pt x="20235" y="5691"/>
                  </a:lnTo>
                  <a:lnTo>
                    <a:pt x="20269" y="5893"/>
                  </a:lnTo>
                  <a:lnTo>
                    <a:pt x="20269" y="5994"/>
                  </a:lnTo>
                  <a:lnTo>
                    <a:pt x="20302" y="6095"/>
                  </a:lnTo>
                  <a:lnTo>
                    <a:pt x="20033" y="6128"/>
                  </a:lnTo>
                  <a:lnTo>
                    <a:pt x="19999" y="5893"/>
                  </a:lnTo>
                  <a:lnTo>
                    <a:pt x="19966" y="5623"/>
                  </a:lnTo>
                  <a:lnTo>
                    <a:pt x="19898" y="5354"/>
                  </a:lnTo>
                  <a:lnTo>
                    <a:pt x="20201" y="5320"/>
                  </a:lnTo>
                  <a:close/>
                  <a:moveTo>
                    <a:pt x="19730" y="5354"/>
                  </a:moveTo>
                  <a:lnTo>
                    <a:pt x="19764" y="5623"/>
                  </a:lnTo>
                  <a:lnTo>
                    <a:pt x="19764" y="5859"/>
                  </a:lnTo>
                  <a:lnTo>
                    <a:pt x="19797" y="5994"/>
                  </a:lnTo>
                  <a:lnTo>
                    <a:pt x="19831" y="6162"/>
                  </a:lnTo>
                  <a:lnTo>
                    <a:pt x="19528" y="6196"/>
                  </a:lnTo>
                  <a:lnTo>
                    <a:pt x="19494" y="5994"/>
                  </a:lnTo>
                  <a:lnTo>
                    <a:pt x="19461" y="5825"/>
                  </a:lnTo>
                  <a:lnTo>
                    <a:pt x="19427" y="5590"/>
                  </a:lnTo>
                  <a:lnTo>
                    <a:pt x="19360" y="5388"/>
                  </a:lnTo>
                  <a:lnTo>
                    <a:pt x="19730" y="5354"/>
                  </a:lnTo>
                  <a:close/>
                  <a:moveTo>
                    <a:pt x="22592" y="6095"/>
                  </a:moveTo>
                  <a:lnTo>
                    <a:pt x="22626" y="7071"/>
                  </a:lnTo>
                  <a:lnTo>
                    <a:pt x="22693" y="7778"/>
                  </a:lnTo>
                  <a:lnTo>
                    <a:pt x="22121" y="7778"/>
                  </a:lnTo>
                  <a:lnTo>
                    <a:pt x="21582" y="7845"/>
                  </a:lnTo>
                  <a:lnTo>
                    <a:pt x="20505" y="8014"/>
                  </a:lnTo>
                  <a:lnTo>
                    <a:pt x="19427" y="8115"/>
                  </a:lnTo>
                  <a:lnTo>
                    <a:pt x="18888" y="8182"/>
                  </a:lnTo>
                  <a:lnTo>
                    <a:pt x="18350" y="8317"/>
                  </a:lnTo>
                  <a:lnTo>
                    <a:pt x="18249" y="7441"/>
                  </a:lnTo>
                  <a:lnTo>
                    <a:pt x="18181" y="7037"/>
                  </a:lnTo>
                  <a:lnTo>
                    <a:pt x="18114" y="6633"/>
                  </a:lnTo>
                  <a:lnTo>
                    <a:pt x="18653" y="6600"/>
                  </a:lnTo>
                  <a:lnTo>
                    <a:pt x="19225" y="6532"/>
                  </a:lnTo>
                  <a:lnTo>
                    <a:pt x="20336" y="6398"/>
                  </a:lnTo>
                  <a:lnTo>
                    <a:pt x="21481" y="6229"/>
                  </a:lnTo>
                  <a:lnTo>
                    <a:pt x="22592" y="6095"/>
                  </a:lnTo>
                  <a:close/>
                  <a:moveTo>
                    <a:pt x="22693" y="7946"/>
                  </a:moveTo>
                  <a:lnTo>
                    <a:pt x="22760" y="8283"/>
                  </a:lnTo>
                  <a:lnTo>
                    <a:pt x="22828" y="8653"/>
                  </a:lnTo>
                  <a:lnTo>
                    <a:pt x="22356" y="8721"/>
                  </a:lnTo>
                  <a:lnTo>
                    <a:pt x="22289" y="8485"/>
                  </a:lnTo>
                  <a:lnTo>
                    <a:pt x="22222" y="8047"/>
                  </a:lnTo>
                  <a:lnTo>
                    <a:pt x="22693" y="7946"/>
                  </a:lnTo>
                  <a:close/>
                  <a:moveTo>
                    <a:pt x="22121" y="8047"/>
                  </a:moveTo>
                  <a:lnTo>
                    <a:pt x="22121" y="8249"/>
                  </a:lnTo>
                  <a:lnTo>
                    <a:pt x="22121" y="8451"/>
                  </a:lnTo>
                  <a:lnTo>
                    <a:pt x="22154" y="8721"/>
                  </a:lnTo>
                  <a:lnTo>
                    <a:pt x="21784" y="8788"/>
                  </a:lnTo>
                  <a:lnTo>
                    <a:pt x="21750" y="8586"/>
                  </a:lnTo>
                  <a:lnTo>
                    <a:pt x="21717" y="8418"/>
                  </a:lnTo>
                  <a:lnTo>
                    <a:pt x="21683" y="8249"/>
                  </a:lnTo>
                  <a:lnTo>
                    <a:pt x="21616" y="8115"/>
                  </a:lnTo>
                  <a:lnTo>
                    <a:pt x="22121" y="8047"/>
                  </a:lnTo>
                  <a:close/>
                  <a:moveTo>
                    <a:pt x="21481" y="8115"/>
                  </a:moveTo>
                  <a:lnTo>
                    <a:pt x="21481" y="8283"/>
                  </a:lnTo>
                  <a:lnTo>
                    <a:pt x="21515" y="8418"/>
                  </a:lnTo>
                  <a:lnTo>
                    <a:pt x="21548" y="8620"/>
                  </a:lnTo>
                  <a:lnTo>
                    <a:pt x="21582" y="8788"/>
                  </a:lnTo>
                  <a:lnTo>
                    <a:pt x="21313" y="8822"/>
                  </a:lnTo>
                  <a:lnTo>
                    <a:pt x="21245" y="8350"/>
                  </a:lnTo>
                  <a:lnTo>
                    <a:pt x="21178" y="8148"/>
                  </a:lnTo>
                  <a:lnTo>
                    <a:pt x="21481" y="8115"/>
                  </a:lnTo>
                  <a:close/>
                  <a:moveTo>
                    <a:pt x="20976" y="8182"/>
                  </a:moveTo>
                  <a:lnTo>
                    <a:pt x="21010" y="8384"/>
                  </a:lnTo>
                  <a:lnTo>
                    <a:pt x="21077" y="8855"/>
                  </a:lnTo>
                  <a:lnTo>
                    <a:pt x="20774" y="8889"/>
                  </a:lnTo>
                  <a:lnTo>
                    <a:pt x="20774" y="8721"/>
                  </a:lnTo>
                  <a:lnTo>
                    <a:pt x="20740" y="8552"/>
                  </a:lnTo>
                  <a:lnTo>
                    <a:pt x="20707" y="8384"/>
                  </a:lnTo>
                  <a:lnTo>
                    <a:pt x="20639" y="8216"/>
                  </a:lnTo>
                  <a:lnTo>
                    <a:pt x="20976" y="8182"/>
                  </a:lnTo>
                  <a:close/>
                  <a:moveTo>
                    <a:pt x="20505" y="8216"/>
                  </a:moveTo>
                  <a:lnTo>
                    <a:pt x="20505" y="8418"/>
                  </a:lnTo>
                  <a:lnTo>
                    <a:pt x="20538" y="8586"/>
                  </a:lnTo>
                  <a:lnTo>
                    <a:pt x="20538" y="8754"/>
                  </a:lnTo>
                  <a:lnTo>
                    <a:pt x="20606" y="8923"/>
                  </a:lnTo>
                  <a:lnTo>
                    <a:pt x="20336" y="8956"/>
                  </a:lnTo>
                  <a:lnTo>
                    <a:pt x="20336" y="8889"/>
                  </a:lnTo>
                  <a:lnTo>
                    <a:pt x="20336" y="8788"/>
                  </a:lnTo>
                  <a:lnTo>
                    <a:pt x="20302" y="8653"/>
                  </a:lnTo>
                  <a:lnTo>
                    <a:pt x="20235" y="8249"/>
                  </a:lnTo>
                  <a:lnTo>
                    <a:pt x="20505" y="8216"/>
                  </a:lnTo>
                  <a:close/>
                  <a:moveTo>
                    <a:pt x="20134" y="8283"/>
                  </a:moveTo>
                  <a:lnTo>
                    <a:pt x="20100" y="8451"/>
                  </a:lnTo>
                  <a:lnTo>
                    <a:pt x="20100" y="8620"/>
                  </a:lnTo>
                  <a:lnTo>
                    <a:pt x="20134" y="8822"/>
                  </a:lnTo>
                  <a:lnTo>
                    <a:pt x="20168" y="8889"/>
                  </a:lnTo>
                  <a:lnTo>
                    <a:pt x="20235" y="8956"/>
                  </a:lnTo>
                  <a:lnTo>
                    <a:pt x="19865" y="8990"/>
                  </a:lnTo>
                  <a:lnTo>
                    <a:pt x="19831" y="8788"/>
                  </a:lnTo>
                  <a:lnTo>
                    <a:pt x="19764" y="8552"/>
                  </a:lnTo>
                  <a:lnTo>
                    <a:pt x="19730" y="8350"/>
                  </a:lnTo>
                  <a:lnTo>
                    <a:pt x="20134" y="8283"/>
                  </a:lnTo>
                  <a:close/>
                  <a:moveTo>
                    <a:pt x="19629" y="8350"/>
                  </a:moveTo>
                  <a:lnTo>
                    <a:pt x="19595" y="8552"/>
                  </a:lnTo>
                  <a:lnTo>
                    <a:pt x="19595" y="8754"/>
                  </a:lnTo>
                  <a:lnTo>
                    <a:pt x="19629" y="9024"/>
                  </a:lnTo>
                  <a:lnTo>
                    <a:pt x="19292" y="9024"/>
                  </a:lnTo>
                  <a:lnTo>
                    <a:pt x="19326" y="8956"/>
                  </a:lnTo>
                  <a:lnTo>
                    <a:pt x="19326" y="8889"/>
                  </a:lnTo>
                  <a:lnTo>
                    <a:pt x="19292" y="8754"/>
                  </a:lnTo>
                  <a:lnTo>
                    <a:pt x="19259" y="8586"/>
                  </a:lnTo>
                  <a:lnTo>
                    <a:pt x="19191" y="8418"/>
                  </a:lnTo>
                  <a:lnTo>
                    <a:pt x="19629" y="8350"/>
                  </a:lnTo>
                  <a:close/>
                  <a:moveTo>
                    <a:pt x="809" y="8855"/>
                  </a:moveTo>
                  <a:lnTo>
                    <a:pt x="842" y="9024"/>
                  </a:lnTo>
                  <a:lnTo>
                    <a:pt x="842" y="9226"/>
                  </a:lnTo>
                  <a:lnTo>
                    <a:pt x="640" y="9259"/>
                  </a:lnTo>
                  <a:lnTo>
                    <a:pt x="438" y="9327"/>
                  </a:lnTo>
                  <a:lnTo>
                    <a:pt x="337" y="9091"/>
                  </a:lnTo>
                  <a:lnTo>
                    <a:pt x="203" y="8855"/>
                  </a:lnTo>
                  <a:lnTo>
                    <a:pt x="405" y="8855"/>
                  </a:lnTo>
                  <a:lnTo>
                    <a:pt x="607" y="8889"/>
                  </a:lnTo>
                  <a:lnTo>
                    <a:pt x="708" y="8889"/>
                  </a:lnTo>
                  <a:lnTo>
                    <a:pt x="809" y="8855"/>
                  </a:lnTo>
                  <a:close/>
                  <a:moveTo>
                    <a:pt x="876" y="8586"/>
                  </a:moveTo>
                  <a:lnTo>
                    <a:pt x="1078" y="8620"/>
                  </a:lnTo>
                  <a:lnTo>
                    <a:pt x="1448" y="8620"/>
                  </a:lnTo>
                  <a:lnTo>
                    <a:pt x="1482" y="8855"/>
                  </a:lnTo>
                  <a:lnTo>
                    <a:pt x="1516" y="9091"/>
                  </a:lnTo>
                  <a:lnTo>
                    <a:pt x="1516" y="9293"/>
                  </a:lnTo>
                  <a:lnTo>
                    <a:pt x="1213" y="9360"/>
                  </a:lnTo>
                  <a:lnTo>
                    <a:pt x="1044" y="9360"/>
                  </a:lnTo>
                  <a:lnTo>
                    <a:pt x="1044" y="9259"/>
                  </a:lnTo>
                  <a:lnTo>
                    <a:pt x="1044" y="9226"/>
                  </a:lnTo>
                  <a:lnTo>
                    <a:pt x="1011" y="9024"/>
                  </a:lnTo>
                  <a:lnTo>
                    <a:pt x="977" y="8788"/>
                  </a:lnTo>
                  <a:lnTo>
                    <a:pt x="876" y="8586"/>
                  </a:lnTo>
                  <a:close/>
                  <a:moveTo>
                    <a:pt x="19191" y="5388"/>
                  </a:moveTo>
                  <a:lnTo>
                    <a:pt x="19191" y="5590"/>
                  </a:lnTo>
                  <a:lnTo>
                    <a:pt x="19225" y="5825"/>
                  </a:lnTo>
                  <a:lnTo>
                    <a:pt x="19259" y="6027"/>
                  </a:lnTo>
                  <a:lnTo>
                    <a:pt x="19326" y="6229"/>
                  </a:lnTo>
                  <a:lnTo>
                    <a:pt x="18686" y="6330"/>
                  </a:lnTo>
                  <a:lnTo>
                    <a:pt x="18047" y="6465"/>
                  </a:lnTo>
                  <a:lnTo>
                    <a:pt x="18013" y="6465"/>
                  </a:lnTo>
                  <a:lnTo>
                    <a:pt x="17979" y="6499"/>
                  </a:lnTo>
                  <a:lnTo>
                    <a:pt x="17946" y="6532"/>
                  </a:lnTo>
                  <a:lnTo>
                    <a:pt x="17946" y="6566"/>
                  </a:lnTo>
                  <a:lnTo>
                    <a:pt x="17979" y="6600"/>
                  </a:lnTo>
                  <a:lnTo>
                    <a:pt x="17979" y="7105"/>
                  </a:lnTo>
                  <a:lnTo>
                    <a:pt x="18013" y="7576"/>
                  </a:lnTo>
                  <a:lnTo>
                    <a:pt x="18181" y="8552"/>
                  </a:lnTo>
                  <a:lnTo>
                    <a:pt x="18215" y="8586"/>
                  </a:lnTo>
                  <a:lnTo>
                    <a:pt x="18249" y="8620"/>
                  </a:lnTo>
                  <a:lnTo>
                    <a:pt x="18316" y="8620"/>
                  </a:lnTo>
                  <a:lnTo>
                    <a:pt x="18383" y="8586"/>
                  </a:lnTo>
                  <a:lnTo>
                    <a:pt x="18383" y="8485"/>
                  </a:lnTo>
                  <a:lnTo>
                    <a:pt x="18383" y="8418"/>
                  </a:lnTo>
                  <a:lnTo>
                    <a:pt x="18754" y="8451"/>
                  </a:lnTo>
                  <a:lnTo>
                    <a:pt x="19124" y="8418"/>
                  </a:lnTo>
                  <a:lnTo>
                    <a:pt x="19124" y="8552"/>
                  </a:lnTo>
                  <a:lnTo>
                    <a:pt x="19124" y="8721"/>
                  </a:lnTo>
                  <a:lnTo>
                    <a:pt x="19124" y="8889"/>
                  </a:lnTo>
                  <a:lnTo>
                    <a:pt x="19158" y="8990"/>
                  </a:lnTo>
                  <a:lnTo>
                    <a:pt x="19191" y="9057"/>
                  </a:lnTo>
                  <a:lnTo>
                    <a:pt x="18855" y="9091"/>
                  </a:lnTo>
                  <a:lnTo>
                    <a:pt x="18552" y="9158"/>
                  </a:lnTo>
                  <a:lnTo>
                    <a:pt x="18249" y="9226"/>
                  </a:lnTo>
                  <a:lnTo>
                    <a:pt x="17979" y="9360"/>
                  </a:lnTo>
                  <a:lnTo>
                    <a:pt x="17946" y="9327"/>
                  </a:lnTo>
                  <a:lnTo>
                    <a:pt x="17744" y="8182"/>
                  </a:lnTo>
                  <a:lnTo>
                    <a:pt x="17676" y="7576"/>
                  </a:lnTo>
                  <a:lnTo>
                    <a:pt x="17643" y="7004"/>
                  </a:lnTo>
                  <a:lnTo>
                    <a:pt x="17643" y="6667"/>
                  </a:lnTo>
                  <a:lnTo>
                    <a:pt x="17643" y="6297"/>
                  </a:lnTo>
                  <a:lnTo>
                    <a:pt x="17643" y="5893"/>
                  </a:lnTo>
                  <a:lnTo>
                    <a:pt x="17575" y="5556"/>
                  </a:lnTo>
                  <a:lnTo>
                    <a:pt x="18215" y="5489"/>
                  </a:lnTo>
                  <a:lnTo>
                    <a:pt x="18821" y="5421"/>
                  </a:lnTo>
                  <a:lnTo>
                    <a:pt x="18821" y="5590"/>
                  </a:lnTo>
                  <a:lnTo>
                    <a:pt x="18821" y="6128"/>
                  </a:lnTo>
                  <a:lnTo>
                    <a:pt x="18821" y="6196"/>
                  </a:lnTo>
                  <a:lnTo>
                    <a:pt x="18888" y="6229"/>
                  </a:lnTo>
                  <a:lnTo>
                    <a:pt x="18922" y="6263"/>
                  </a:lnTo>
                  <a:lnTo>
                    <a:pt x="18989" y="6229"/>
                  </a:lnTo>
                  <a:lnTo>
                    <a:pt x="19023" y="6196"/>
                  </a:lnTo>
                  <a:lnTo>
                    <a:pt x="19023" y="6128"/>
                  </a:lnTo>
                  <a:lnTo>
                    <a:pt x="19023" y="5792"/>
                  </a:lnTo>
                  <a:lnTo>
                    <a:pt x="18989" y="5421"/>
                  </a:lnTo>
                  <a:lnTo>
                    <a:pt x="19191" y="5388"/>
                  </a:lnTo>
                  <a:close/>
                  <a:moveTo>
                    <a:pt x="3401" y="7441"/>
                  </a:moveTo>
                  <a:lnTo>
                    <a:pt x="3367" y="7744"/>
                  </a:lnTo>
                  <a:lnTo>
                    <a:pt x="3334" y="8047"/>
                  </a:lnTo>
                  <a:lnTo>
                    <a:pt x="3300" y="8687"/>
                  </a:lnTo>
                  <a:lnTo>
                    <a:pt x="3334" y="9360"/>
                  </a:lnTo>
                  <a:lnTo>
                    <a:pt x="3401" y="10000"/>
                  </a:lnTo>
                  <a:lnTo>
                    <a:pt x="2862" y="9865"/>
                  </a:lnTo>
                  <a:lnTo>
                    <a:pt x="2627" y="9764"/>
                  </a:lnTo>
                  <a:lnTo>
                    <a:pt x="2391" y="9663"/>
                  </a:lnTo>
                  <a:lnTo>
                    <a:pt x="2189" y="9529"/>
                  </a:lnTo>
                  <a:lnTo>
                    <a:pt x="1953" y="9394"/>
                  </a:lnTo>
                  <a:lnTo>
                    <a:pt x="1785" y="9360"/>
                  </a:lnTo>
                  <a:lnTo>
                    <a:pt x="1785" y="9327"/>
                  </a:lnTo>
                  <a:lnTo>
                    <a:pt x="1751" y="9293"/>
                  </a:lnTo>
                  <a:lnTo>
                    <a:pt x="1718" y="9091"/>
                  </a:lnTo>
                  <a:lnTo>
                    <a:pt x="1718" y="8923"/>
                  </a:lnTo>
                  <a:lnTo>
                    <a:pt x="1684" y="8586"/>
                  </a:lnTo>
                  <a:lnTo>
                    <a:pt x="1785" y="8586"/>
                  </a:lnTo>
                  <a:lnTo>
                    <a:pt x="1852" y="8552"/>
                  </a:lnTo>
                  <a:lnTo>
                    <a:pt x="1852" y="8485"/>
                  </a:lnTo>
                  <a:lnTo>
                    <a:pt x="1819" y="8451"/>
                  </a:lnTo>
                  <a:lnTo>
                    <a:pt x="1785" y="8418"/>
                  </a:lnTo>
                  <a:lnTo>
                    <a:pt x="1617" y="8451"/>
                  </a:lnTo>
                  <a:lnTo>
                    <a:pt x="1852" y="8317"/>
                  </a:lnTo>
                  <a:lnTo>
                    <a:pt x="2054" y="8216"/>
                  </a:lnTo>
                  <a:lnTo>
                    <a:pt x="2458" y="7946"/>
                  </a:lnTo>
                  <a:lnTo>
                    <a:pt x="3401" y="7441"/>
                  </a:lnTo>
                  <a:close/>
                  <a:moveTo>
                    <a:pt x="4176" y="6970"/>
                  </a:moveTo>
                  <a:lnTo>
                    <a:pt x="4176" y="7845"/>
                  </a:lnTo>
                  <a:lnTo>
                    <a:pt x="4209" y="8721"/>
                  </a:lnTo>
                  <a:lnTo>
                    <a:pt x="4209" y="9394"/>
                  </a:lnTo>
                  <a:lnTo>
                    <a:pt x="4243" y="9731"/>
                  </a:lnTo>
                  <a:lnTo>
                    <a:pt x="4277" y="10067"/>
                  </a:lnTo>
                  <a:lnTo>
                    <a:pt x="4176" y="9966"/>
                  </a:lnTo>
                  <a:lnTo>
                    <a:pt x="4142" y="9798"/>
                  </a:lnTo>
                  <a:lnTo>
                    <a:pt x="4108" y="9630"/>
                  </a:lnTo>
                  <a:lnTo>
                    <a:pt x="4108" y="9428"/>
                  </a:lnTo>
                  <a:lnTo>
                    <a:pt x="4108" y="8721"/>
                  </a:lnTo>
                  <a:lnTo>
                    <a:pt x="4075" y="8014"/>
                  </a:lnTo>
                  <a:lnTo>
                    <a:pt x="4041" y="7307"/>
                  </a:lnTo>
                  <a:lnTo>
                    <a:pt x="4075" y="7307"/>
                  </a:lnTo>
                  <a:lnTo>
                    <a:pt x="4108" y="7273"/>
                  </a:lnTo>
                  <a:lnTo>
                    <a:pt x="4075" y="7239"/>
                  </a:lnTo>
                  <a:lnTo>
                    <a:pt x="4041" y="7172"/>
                  </a:lnTo>
                  <a:lnTo>
                    <a:pt x="4007" y="6970"/>
                  </a:lnTo>
                  <a:close/>
                  <a:moveTo>
                    <a:pt x="3637" y="7307"/>
                  </a:moveTo>
                  <a:lnTo>
                    <a:pt x="3872" y="7340"/>
                  </a:lnTo>
                  <a:lnTo>
                    <a:pt x="3839" y="8014"/>
                  </a:lnTo>
                  <a:lnTo>
                    <a:pt x="3872" y="8721"/>
                  </a:lnTo>
                  <a:lnTo>
                    <a:pt x="3974" y="10135"/>
                  </a:lnTo>
                  <a:lnTo>
                    <a:pt x="3805" y="10168"/>
                  </a:lnTo>
                  <a:lnTo>
                    <a:pt x="3771" y="10168"/>
                  </a:lnTo>
                  <a:lnTo>
                    <a:pt x="3771" y="10101"/>
                  </a:lnTo>
                  <a:lnTo>
                    <a:pt x="3738" y="10067"/>
                  </a:lnTo>
                  <a:lnTo>
                    <a:pt x="3704" y="10034"/>
                  </a:lnTo>
                  <a:lnTo>
                    <a:pt x="3637" y="10034"/>
                  </a:lnTo>
                  <a:lnTo>
                    <a:pt x="3603" y="9360"/>
                  </a:lnTo>
                  <a:lnTo>
                    <a:pt x="3569" y="8687"/>
                  </a:lnTo>
                  <a:lnTo>
                    <a:pt x="3569" y="8014"/>
                  </a:lnTo>
                  <a:lnTo>
                    <a:pt x="3536" y="7374"/>
                  </a:lnTo>
                  <a:lnTo>
                    <a:pt x="3569" y="7340"/>
                  </a:lnTo>
                  <a:lnTo>
                    <a:pt x="3603" y="7307"/>
                  </a:lnTo>
                  <a:close/>
                  <a:moveTo>
                    <a:pt x="17340" y="5556"/>
                  </a:moveTo>
                  <a:lnTo>
                    <a:pt x="17340" y="6532"/>
                  </a:lnTo>
                  <a:lnTo>
                    <a:pt x="17373" y="7475"/>
                  </a:lnTo>
                  <a:lnTo>
                    <a:pt x="17508" y="8418"/>
                  </a:lnTo>
                  <a:lnTo>
                    <a:pt x="17676" y="9360"/>
                  </a:lnTo>
                  <a:lnTo>
                    <a:pt x="16027" y="9596"/>
                  </a:lnTo>
                  <a:lnTo>
                    <a:pt x="14377" y="9764"/>
                  </a:lnTo>
                  <a:lnTo>
                    <a:pt x="12727" y="9899"/>
                  </a:lnTo>
                  <a:lnTo>
                    <a:pt x="11077" y="10000"/>
                  </a:lnTo>
                  <a:lnTo>
                    <a:pt x="7610" y="10236"/>
                  </a:lnTo>
                  <a:lnTo>
                    <a:pt x="6869" y="10236"/>
                  </a:lnTo>
                  <a:lnTo>
                    <a:pt x="6095" y="10269"/>
                  </a:lnTo>
                  <a:lnTo>
                    <a:pt x="5320" y="10303"/>
                  </a:lnTo>
                  <a:lnTo>
                    <a:pt x="4916" y="10370"/>
                  </a:lnTo>
                  <a:lnTo>
                    <a:pt x="4546" y="10438"/>
                  </a:lnTo>
                  <a:lnTo>
                    <a:pt x="4546" y="10404"/>
                  </a:lnTo>
                  <a:lnTo>
                    <a:pt x="4546" y="10303"/>
                  </a:lnTo>
                  <a:lnTo>
                    <a:pt x="4580" y="10236"/>
                  </a:lnTo>
                  <a:lnTo>
                    <a:pt x="4546" y="10168"/>
                  </a:lnTo>
                  <a:lnTo>
                    <a:pt x="4479" y="9360"/>
                  </a:lnTo>
                  <a:lnTo>
                    <a:pt x="4445" y="8552"/>
                  </a:lnTo>
                  <a:lnTo>
                    <a:pt x="4411" y="7744"/>
                  </a:lnTo>
                  <a:lnTo>
                    <a:pt x="4344" y="6936"/>
                  </a:lnTo>
                  <a:lnTo>
                    <a:pt x="4378" y="6936"/>
                  </a:lnTo>
                  <a:lnTo>
                    <a:pt x="4411" y="6903"/>
                  </a:lnTo>
                  <a:lnTo>
                    <a:pt x="4411" y="6869"/>
                  </a:lnTo>
                  <a:lnTo>
                    <a:pt x="4411" y="6802"/>
                  </a:lnTo>
                  <a:lnTo>
                    <a:pt x="5152" y="6734"/>
                  </a:lnTo>
                  <a:lnTo>
                    <a:pt x="5859" y="6667"/>
                  </a:lnTo>
                  <a:lnTo>
                    <a:pt x="7307" y="6465"/>
                  </a:lnTo>
                  <a:lnTo>
                    <a:pt x="9024" y="6229"/>
                  </a:lnTo>
                  <a:lnTo>
                    <a:pt x="10741" y="6061"/>
                  </a:lnTo>
                  <a:lnTo>
                    <a:pt x="12391" y="5893"/>
                  </a:lnTo>
                  <a:lnTo>
                    <a:pt x="14040" y="5758"/>
                  </a:lnTo>
                  <a:lnTo>
                    <a:pt x="15690" y="5657"/>
                  </a:lnTo>
                  <a:lnTo>
                    <a:pt x="17340" y="5556"/>
                  </a:lnTo>
                  <a:close/>
                  <a:moveTo>
                    <a:pt x="10606" y="1"/>
                  </a:moveTo>
                  <a:lnTo>
                    <a:pt x="10471" y="674"/>
                  </a:lnTo>
                  <a:lnTo>
                    <a:pt x="10370" y="1347"/>
                  </a:lnTo>
                  <a:lnTo>
                    <a:pt x="10202" y="2661"/>
                  </a:lnTo>
                  <a:lnTo>
                    <a:pt x="10067" y="3671"/>
                  </a:lnTo>
                  <a:lnTo>
                    <a:pt x="9933" y="4647"/>
                  </a:lnTo>
                  <a:lnTo>
                    <a:pt x="9798" y="5287"/>
                  </a:lnTo>
                  <a:lnTo>
                    <a:pt x="9731" y="5623"/>
                  </a:lnTo>
                  <a:lnTo>
                    <a:pt x="9697" y="5960"/>
                  </a:lnTo>
                  <a:lnTo>
                    <a:pt x="8350" y="6095"/>
                  </a:lnTo>
                  <a:lnTo>
                    <a:pt x="7004" y="6229"/>
                  </a:lnTo>
                  <a:lnTo>
                    <a:pt x="5657" y="6431"/>
                  </a:lnTo>
                  <a:lnTo>
                    <a:pt x="4984" y="6566"/>
                  </a:lnTo>
                  <a:lnTo>
                    <a:pt x="4344" y="6701"/>
                  </a:lnTo>
                  <a:lnTo>
                    <a:pt x="4310" y="6667"/>
                  </a:lnTo>
                  <a:lnTo>
                    <a:pt x="4310" y="6633"/>
                  </a:lnTo>
                  <a:lnTo>
                    <a:pt x="4243" y="6600"/>
                  </a:lnTo>
                  <a:lnTo>
                    <a:pt x="4209" y="6633"/>
                  </a:lnTo>
                  <a:lnTo>
                    <a:pt x="4209" y="6667"/>
                  </a:lnTo>
                  <a:lnTo>
                    <a:pt x="4209" y="6734"/>
                  </a:lnTo>
                  <a:lnTo>
                    <a:pt x="4142" y="6734"/>
                  </a:lnTo>
                  <a:lnTo>
                    <a:pt x="4108" y="6768"/>
                  </a:lnTo>
                  <a:lnTo>
                    <a:pt x="4108" y="6802"/>
                  </a:lnTo>
                  <a:lnTo>
                    <a:pt x="4007" y="6835"/>
                  </a:lnTo>
                  <a:lnTo>
                    <a:pt x="3940" y="6903"/>
                  </a:lnTo>
                  <a:lnTo>
                    <a:pt x="3906" y="6936"/>
                  </a:lnTo>
                  <a:lnTo>
                    <a:pt x="3940" y="6970"/>
                  </a:lnTo>
                  <a:lnTo>
                    <a:pt x="3906" y="7138"/>
                  </a:lnTo>
                  <a:lnTo>
                    <a:pt x="3502" y="7138"/>
                  </a:lnTo>
                  <a:lnTo>
                    <a:pt x="3435" y="7172"/>
                  </a:lnTo>
                  <a:lnTo>
                    <a:pt x="3435" y="7206"/>
                  </a:lnTo>
                  <a:lnTo>
                    <a:pt x="2357" y="7778"/>
                  </a:lnTo>
                  <a:lnTo>
                    <a:pt x="1920" y="8047"/>
                  </a:lnTo>
                  <a:lnTo>
                    <a:pt x="1718" y="8216"/>
                  </a:lnTo>
                  <a:lnTo>
                    <a:pt x="1549" y="8418"/>
                  </a:lnTo>
                  <a:lnTo>
                    <a:pt x="1482" y="8451"/>
                  </a:lnTo>
                  <a:lnTo>
                    <a:pt x="1280" y="8485"/>
                  </a:lnTo>
                  <a:lnTo>
                    <a:pt x="1078" y="8485"/>
                  </a:lnTo>
                  <a:lnTo>
                    <a:pt x="977" y="8519"/>
                  </a:lnTo>
                  <a:lnTo>
                    <a:pt x="876" y="8552"/>
                  </a:lnTo>
                  <a:lnTo>
                    <a:pt x="842" y="8519"/>
                  </a:lnTo>
                  <a:lnTo>
                    <a:pt x="809" y="8519"/>
                  </a:lnTo>
                  <a:lnTo>
                    <a:pt x="809" y="8721"/>
                  </a:lnTo>
                  <a:lnTo>
                    <a:pt x="472" y="8721"/>
                  </a:lnTo>
                  <a:lnTo>
                    <a:pt x="270" y="8687"/>
                  </a:lnTo>
                  <a:lnTo>
                    <a:pt x="68" y="8721"/>
                  </a:lnTo>
                  <a:lnTo>
                    <a:pt x="68" y="8687"/>
                  </a:lnTo>
                  <a:lnTo>
                    <a:pt x="34" y="8721"/>
                  </a:lnTo>
                  <a:lnTo>
                    <a:pt x="1" y="8721"/>
                  </a:lnTo>
                  <a:lnTo>
                    <a:pt x="1" y="8754"/>
                  </a:lnTo>
                  <a:lnTo>
                    <a:pt x="34" y="8788"/>
                  </a:lnTo>
                  <a:lnTo>
                    <a:pt x="68" y="8956"/>
                  </a:lnTo>
                  <a:lnTo>
                    <a:pt x="135" y="9158"/>
                  </a:lnTo>
                  <a:lnTo>
                    <a:pt x="304" y="9495"/>
                  </a:lnTo>
                  <a:lnTo>
                    <a:pt x="371" y="9529"/>
                  </a:lnTo>
                  <a:lnTo>
                    <a:pt x="405" y="9529"/>
                  </a:lnTo>
                  <a:lnTo>
                    <a:pt x="640" y="9461"/>
                  </a:lnTo>
                  <a:lnTo>
                    <a:pt x="876" y="9394"/>
                  </a:lnTo>
                  <a:lnTo>
                    <a:pt x="910" y="9428"/>
                  </a:lnTo>
                  <a:lnTo>
                    <a:pt x="876" y="9461"/>
                  </a:lnTo>
                  <a:lnTo>
                    <a:pt x="943" y="9529"/>
                  </a:lnTo>
                  <a:lnTo>
                    <a:pt x="1011" y="9562"/>
                  </a:lnTo>
                  <a:lnTo>
                    <a:pt x="1246" y="9596"/>
                  </a:lnTo>
                  <a:lnTo>
                    <a:pt x="1448" y="9562"/>
                  </a:lnTo>
                  <a:lnTo>
                    <a:pt x="1650" y="9495"/>
                  </a:lnTo>
                  <a:lnTo>
                    <a:pt x="1718" y="9495"/>
                  </a:lnTo>
                  <a:lnTo>
                    <a:pt x="2122" y="9731"/>
                  </a:lnTo>
                  <a:lnTo>
                    <a:pt x="2559" y="9933"/>
                  </a:lnTo>
                  <a:lnTo>
                    <a:pt x="2997" y="10101"/>
                  </a:lnTo>
                  <a:lnTo>
                    <a:pt x="3435" y="10202"/>
                  </a:lnTo>
                  <a:lnTo>
                    <a:pt x="3468" y="10370"/>
                  </a:lnTo>
                  <a:lnTo>
                    <a:pt x="3502" y="10438"/>
                  </a:lnTo>
                  <a:lnTo>
                    <a:pt x="3603" y="10438"/>
                  </a:lnTo>
                  <a:lnTo>
                    <a:pt x="3637" y="10370"/>
                  </a:lnTo>
                  <a:lnTo>
                    <a:pt x="3738" y="10404"/>
                  </a:lnTo>
                  <a:lnTo>
                    <a:pt x="3872" y="10404"/>
                  </a:lnTo>
                  <a:lnTo>
                    <a:pt x="4075" y="10370"/>
                  </a:lnTo>
                  <a:lnTo>
                    <a:pt x="4310" y="10337"/>
                  </a:lnTo>
                  <a:lnTo>
                    <a:pt x="4344" y="10438"/>
                  </a:lnTo>
                  <a:lnTo>
                    <a:pt x="4378" y="10471"/>
                  </a:lnTo>
                  <a:lnTo>
                    <a:pt x="4378" y="10505"/>
                  </a:lnTo>
                  <a:lnTo>
                    <a:pt x="4411" y="10539"/>
                  </a:lnTo>
                  <a:lnTo>
                    <a:pt x="4782" y="10572"/>
                  </a:lnTo>
                  <a:lnTo>
                    <a:pt x="5186" y="10606"/>
                  </a:lnTo>
                  <a:lnTo>
                    <a:pt x="5994" y="10572"/>
                  </a:lnTo>
                  <a:lnTo>
                    <a:pt x="7610" y="10438"/>
                  </a:lnTo>
                  <a:lnTo>
                    <a:pt x="11077" y="10202"/>
                  </a:lnTo>
                  <a:lnTo>
                    <a:pt x="12828" y="10101"/>
                  </a:lnTo>
                  <a:lnTo>
                    <a:pt x="14545" y="9966"/>
                  </a:lnTo>
                  <a:lnTo>
                    <a:pt x="14579" y="9966"/>
                  </a:lnTo>
                  <a:lnTo>
                    <a:pt x="14949" y="10135"/>
                  </a:lnTo>
                  <a:lnTo>
                    <a:pt x="15387" y="10303"/>
                  </a:lnTo>
                  <a:lnTo>
                    <a:pt x="15791" y="10438"/>
                  </a:lnTo>
                  <a:lnTo>
                    <a:pt x="16229" y="10539"/>
                  </a:lnTo>
                  <a:lnTo>
                    <a:pt x="17104" y="10707"/>
                  </a:lnTo>
                  <a:lnTo>
                    <a:pt x="18013" y="10808"/>
                  </a:lnTo>
                  <a:lnTo>
                    <a:pt x="18922" y="10876"/>
                  </a:lnTo>
                  <a:lnTo>
                    <a:pt x="19831" y="10943"/>
                  </a:lnTo>
                  <a:lnTo>
                    <a:pt x="20707" y="11010"/>
                  </a:lnTo>
                  <a:lnTo>
                    <a:pt x="21582" y="11078"/>
                  </a:lnTo>
                  <a:lnTo>
                    <a:pt x="22626" y="11212"/>
                  </a:lnTo>
                  <a:lnTo>
                    <a:pt x="23636" y="11347"/>
                  </a:lnTo>
                  <a:lnTo>
                    <a:pt x="25689" y="11684"/>
                  </a:lnTo>
                  <a:lnTo>
                    <a:pt x="27743" y="12054"/>
                  </a:lnTo>
                  <a:lnTo>
                    <a:pt x="29797" y="12391"/>
                  </a:lnTo>
                  <a:lnTo>
                    <a:pt x="29427" y="14882"/>
                  </a:lnTo>
                  <a:lnTo>
                    <a:pt x="29460" y="14949"/>
                  </a:lnTo>
                  <a:lnTo>
                    <a:pt x="29460" y="14983"/>
                  </a:lnTo>
                  <a:lnTo>
                    <a:pt x="29528" y="15017"/>
                  </a:lnTo>
                  <a:lnTo>
                    <a:pt x="29629" y="14983"/>
                  </a:lnTo>
                  <a:lnTo>
                    <a:pt x="29629" y="14949"/>
                  </a:lnTo>
                  <a:lnTo>
                    <a:pt x="29662" y="14916"/>
                  </a:lnTo>
                  <a:lnTo>
                    <a:pt x="29797" y="14815"/>
                  </a:lnTo>
                  <a:lnTo>
                    <a:pt x="29932" y="14680"/>
                  </a:lnTo>
                  <a:lnTo>
                    <a:pt x="30066" y="14545"/>
                  </a:lnTo>
                  <a:lnTo>
                    <a:pt x="30201" y="14444"/>
                  </a:lnTo>
                  <a:lnTo>
                    <a:pt x="30268" y="14613"/>
                  </a:lnTo>
                  <a:lnTo>
                    <a:pt x="30369" y="14747"/>
                  </a:lnTo>
                  <a:lnTo>
                    <a:pt x="30470" y="14882"/>
                  </a:lnTo>
                  <a:lnTo>
                    <a:pt x="30605" y="15017"/>
                  </a:lnTo>
                  <a:lnTo>
                    <a:pt x="30571" y="15151"/>
                  </a:lnTo>
                  <a:lnTo>
                    <a:pt x="30571" y="15219"/>
                  </a:lnTo>
                  <a:lnTo>
                    <a:pt x="30605" y="15252"/>
                  </a:lnTo>
                  <a:lnTo>
                    <a:pt x="30740" y="15252"/>
                  </a:lnTo>
                  <a:lnTo>
                    <a:pt x="30773" y="15219"/>
                  </a:lnTo>
                  <a:lnTo>
                    <a:pt x="30807" y="15151"/>
                  </a:lnTo>
                  <a:lnTo>
                    <a:pt x="30807" y="14949"/>
                  </a:lnTo>
                  <a:lnTo>
                    <a:pt x="31076" y="12492"/>
                  </a:lnTo>
                  <a:lnTo>
                    <a:pt x="31682" y="12593"/>
                  </a:lnTo>
                  <a:lnTo>
                    <a:pt x="32288" y="12694"/>
                  </a:lnTo>
                  <a:lnTo>
                    <a:pt x="33467" y="12795"/>
                  </a:lnTo>
                  <a:lnTo>
                    <a:pt x="34241" y="12896"/>
                  </a:lnTo>
                  <a:lnTo>
                    <a:pt x="34611" y="12963"/>
                  </a:lnTo>
                  <a:lnTo>
                    <a:pt x="34982" y="13064"/>
                  </a:lnTo>
                  <a:lnTo>
                    <a:pt x="35251" y="13131"/>
                  </a:lnTo>
                  <a:lnTo>
                    <a:pt x="35520" y="13165"/>
                  </a:lnTo>
                  <a:lnTo>
                    <a:pt x="35756" y="13199"/>
                  </a:lnTo>
                  <a:lnTo>
                    <a:pt x="36025" y="13165"/>
                  </a:lnTo>
                  <a:lnTo>
                    <a:pt x="36665" y="13165"/>
                  </a:lnTo>
                  <a:lnTo>
                    <a:pt x="36968" y="13232"/>
                  </a:lnTo>
                  <a:lnTo>
                    <a:pt x="37238" y="13300"/>
                  </a:lnTo>
                  <a:lnTo>
                    <a:pt x="37844" y="13434"/>
                  </a:lnTo>
                  <a:lnTo>
                    <a:pt x="38147" y="13502"/>
                  </a:lnTo>
                  <a:lnTo>
                    <a:pt x="38450" y="13502"/>
                  </a:lnTo>
                  <a:lnTo>
                    <a:pt x="39190" y="13569"/>
                  </a:lnTo>
                  <a:lnTo>
                    <a:pt x="39965" y="13670"/>
                  </a:lnTo>
                  <a:lnTo>
                    <a:pt x="41446" y="13872"/>
                  </a:lnTo>
                  <a:lnTo>
                    <a:pt x="44274" y="14377"/>
                  </a:lnTo>
                  <a:lnTo>
                    <a:pt x="45520" y="14646"/>
                  </a:lnTo>
                  <a:lnTo>
                    <a:pt x="46160" y="14714"/>
                  </a:lnTo>
                  <a:lnTo>
                    <a:pt x="46799" y="14747"/>
                  </a:lnTo>
                  <a:lnTo>
                    <a:pt x="47069" y="14714"/>
                  </a:lnTo>
                  <a:lnTo>
                    <a:pt x="47338" y="14646"/>
                  </a:lnTo>
                  <a:lnTo>
                    <a:pt x="47540" y="14579"/>
                  </a:lnTo>
                  <a:lnTo>
                    <a:pt x="47742" y="14444"/>
                  </a:lnTo>
                  <a:lnTo>
                    <a:pt x="47910" y="14310"/>
                  </a:lnTo>
                  <a:lnTo>
                    <a:pt x="48079" y="14141"/>
                  </a:lnTo>
                  <a:lnTo>
                    <a:pt x="48213" y="13939"/>
                  </a:lnTo>
                  <a:lnTo>
                    <a:pt x="48314" y="13737"/>
                  </a:lnTo>
                  <a:lnTo>
                    <a:pt x="48382" y="13535"/>
                  </a:lnTo>
                  <a:lnTo>
                    <a:pt x="48449" y="13300"/>
                  </a:lnTo>
                  <a:lnTo>
                    <a:pt x="48550" y="12828"/>
                  </a:lnTo>
                  <a:lnTo>
                    <a:pt x="48584" y="12323"/>
                  </a:lnTo>
                  <a:lnTo>
                    <a:pt x="48584" y="11852"/>
                  </a:lnTo>
                  <a:lnTo>
                    <a:pt x="48752" y="11111"/>
                  </a:lnTo>
                  <a:lnTo>
                    <a:pt x="48887" y="10404"/>
                  </a:lnTo>
                  <a:lnTo>
                    <a:pt x="49122" y="8956"/>
                  </a:lnTo>
                  <a:lnTo>
                    <a:pt x="49695" y="5522"/>
                  </a:lnTo>
                  <a:lnTo>
                    <a:pt x="50671" y="1"/>
                  </a:lnTo>
                  <a:lnTo>
                    <a:pt x="50402" y="1"/>
                  </a:lnTo>
                  <a:lnTo>
                    <a:pt x="49425" y="5455"/>
                  </a:lnTo>
                  <a:lnTo>
                    <a:pt x="48853" y="8855"/>
                  </a:lnTo>
                  <a:lnTo>
                    <a:pt x="48651" y="10269"/>
                  </a:lnTo>
                  <a:lnTo>
                    <a:pt x="48550" y="10977"/>
                  </a:lnTo>
                  <a:lnTo>
                    <a:pt x="48483" y="11684"/>
                  </a:lnTo>
                  <a:lnTo>
                    <a:pt x="48415" y="11684"/>
                  </a:lnTo>
                  <a:lnTo>
                    <a:pt x="48382" y="11785"/>
                  </a:lnTo>
                  <a:lnTo>
                    <a:pt x="48382" y="12492"/>
                  </a:lnTo>
                  <a:lnTo>
                    <a:pt x="48348" y="12828"/>
                  </a:lnTo>
                  <a:lnTo>
                    <a:pt x="48281" y="13199"/>
                  </a:lnTo>
                  <a:lnTo>
                    <a:pt x="48180" y="13502"/>
                  </a:lnTo>
                  <a:lnTo>
                    <a:pt x="48011" y="13805"/>
                  </a:lnTo>
                  <a:lnTo>
                    <a:pt x="47776" y="14074"/>
                  </a:lnTo>
                  <a:lnTo>
                    <a:pt x="47641" y="14209"/>
                  </a:lnTo>
                  <a:lnTo>
                    <a:pt x="47473" y="14310"/>
                  </a:lnTo>
                  <a:lnTo>
                    <a:pt x="47338" y="14377"/>
                  </a:lnTo>
                  <a:lnTo>
                    <a:pt x="47203" y="14444"/>
                  </a:lnTo>
                  <a:lnTo>
                    <a:pt x="46867" y="14512"/>
                  </a:lnTo>
                  <a:lnTo>
                    <a:pt x="46530" y="14512"/>
                  </a:lnTo>
                  <a:lnTo>
                    <a:pt x="46160" y="14478"/>
                  </a:lnTo>
                  <a:lnTo>
                    <a:pt x="45486" y="14377"/>
                  </a:lnTo>
                  <a:lnTo>
                    <a:pt x="44847" y="14242"/>
                  </a:lnTo>
                  <a:lnTo>
                    <a:pt x="42288" y="13771"/>
                  </a:lnTo>
                  <a:lnTo>
                    <a:pt x="39729" y="13367"/>
                  </a:lnTo>
                  <a:lnTo>
                    <a:pt x="39224" y="13300"/>
                  </a:lnTo>
                  <a:lnTo>
                    <a:pt x="38685" y="13266"/>
                  </a:lnTo>
                  <a:lnTo>
                    <a:pt x="38180" y="13232"/>
                  </a:lnTo>
                  <a:lnTo>
                    <a:pt x="37911" y="13199"/>
                  </a:lnTo>
                  <a:lnTo>
                    <a:pt x="37642" y="13098"/>
                  </a:lnTo>
                  <a:lnTo>
                    <a:pt x="37406" y="13030"/>
                  </a:lnTo>
                  <a:lnTo>
                    <a:pt x="37170" y="12997"/>
                  </a:lnTo>
                  <a:lnTo>
                    <a:pt x="36665" y="12963"/>
                  </a:lnTo>
                  <a:lnTo>
                    <a:pt x="36160" y="12963"/>
                  </a:lnTo>
                  <a:lnTo>
                    <a:pt x="35655" y="12997"/>
                  </a:lnTo>
                  <a:lnTo>
                    <a:pt x="35487" y="12997"/>
                  </a:lnTo>
                  <a:lnTo>
                    <a:pt x="35352" y="12963"/>
                  </a:lnTo>
                  <a:lnTo>
                    <a:pt x="35015" y="12862"/>
                  </a:lnTo>
                  <a:lnTo>
                    <a:pt x="34712" y="12761"/>
                  </a:lnTo>
                  <a:lnTo>
                    <a:pt x="34409" y="12694"/>
                  </a:lnTo>
                  <a:lnTo>
                    <a:pt x="33938" y="12626"/>
                  </a:lnTo>
                  <a:lnTo>
                    <a:pt x="33467" y="12559"/>
                  </a:lnTo>
                  <a:lnTo>
                    <a:pt x="32288" y="12424"/>
                  </a:lnTo>
                  <a:lnTo>
                    <a:pt x="31682" y="12391"/>
                  </a:lnTo>
                  <a:lnTo>
                    <a:pt x="31110" y="12357"/>
                  </a:lnTo>
                  <a:lnTo>
                    <a:pt x="31211" y="11482"/>
                  </a:lnTo>
                  <a:lnTo>
                    <a:pt x="31783" y="11650"/>
                  </a:lnTo>
                  <a:lnTo>
                    <a:pt x="32389" y="11785"/>
                  </a:lnTo>
                  <a:lnTo>
                    <a:pt x="33601" y="12020"/>
                  </a:lnTo>
                  <a:lnTo>
                    <a:pt x="36025" y="12424"/>
                  </a:lnTo>
                  <a:lnTo>
                    <a:pt x="38483" y="12828"/>
                  </a:lnTo>
                  <a:lnTo>
                    <a:pt x="40941" y="13165"/>
                  </a:lnTo>
                  <a:lnTo>
                    <a:pt x="43533" y="13502"/>
                  </a:lnTo>
                  <a:lnTo>
                    <a:pt x="44644" y="13603"/>
                  </a:lnTo>
                  <a:lnTo>
                    <a:pt x="45217" y="13636"/>
                  </a:lnTo>
                  <a:lnTo>
                    <a:pt x="45486" y="13636"/>
                  </a:lnTo>
                  <a:lnTo>
                    <a:pt x="45789" y="13603"/>
                  </a:lnTo>
                  <a:lnTo>
                    <a:pt x="46193" y="13502"/>
                  </a:lnTo>
                  <a:lnTo>
                    <a:pt x="46530" y="13333"/>
                  </a:lnTo>
                  <a:lnTo>
                    <a:pt x="46833" y="13131"/>
                  </a:lnTo>
                  <a:lnTo>
                    <a:pt x="47069" y="12896"/>
                  </a:lnTo>
                  <a:lnTo>
                    <a:pt x="47271" y="12593"/>
                  </a:lnTo>
                  <a:lnTo>
                    <a:pt x="47405" y="12256"/>
                  </a:lnTo>
                  <a:lnTo>
                    <a:pt x="47473" y="11886"/>
                  </a:lnTo>
                  <a:lnTo>
                    <a:pt x="47506" y="11448"/>
                  </a:lnTo>
                  <a:lnTo>
                    <a:pt x="47473" y="11414"/>
                  </a:lnTo>
                  <a:lnTo>
                    <a:pt x="47708" y="10707"/>
                  </a:lnTo>
                  <a:lnTo>
                    <a:pt x="47843" y="10000"/>
                  </a:lnTo>
                  <a:lnTo>
                    <a:pt x="48112" y="8552"/>
                  </a:lnTo>
                  <a:lnTo>
                    <a:pt x="48382" y="6970"/>
                  </a:lnTo>
                  <a:lnTo>
                    <a:pt x="48617" y="5388"/>
                  </a:lnTo>
                  <a:lnTo>
                    <a:pt x="48954" y="2694"/>
                  </a:lnTo>
                  <a:lnTo>
                    <a:pt x="49257" y="1"/>
                  </a:lnTo>
                  <a:lnTo>
                    <a:pt x="48988" y="1"/>
                  </a:lnTo>
                  <a:lnTo>
                    <a:pt x="48685" y="2795"/>
                  </a:lnTo>
                  <a:lnTo>
                    <a:pt x="48314" y="5590"/>
                  </a:lnTo>
                  <a:lnTo>
                    <a:pt x="48079" y="7172"/>
                  </a:lnTo>
                  <a:lnTo>
                    <a:pt x="47843" y="8721"/>
                  </a:lnTo>
                  <a:lnTo>
                    <a:pt x="47574" y="10034"/>
                  </a:lnTo>
                  <a:lnTo>
                    <a:pt x="47473" y="10707"/>
                  </a:lnTo>
                  <a:lnTo>
                    <a:pt x="47405" y="11381"/>
                  </a:lnTo>
                  <a:lnTo>
                    <a:pt x="47338" y="11381"/>
                  </a:lnTo>
                  <a:lnTo>
                    <a:pt x="47304" y="11448"/>
                  </a:lnTo>
                  <a:lnTo>
                    <a:pt x="47304" y="11785"/>
                  </a:lnTo>
                  <a:lnTo>
                    <a:pt x="47237" y="12088"/>
                  </a:lnTo>
                  <a:lnTo>
                    <a:pt x="47170" y="12357"/>
                  </a:lnTo>
                  <a:lnTo>
                    <a:pt x="47035" y="12593"/>
                  </a:lnTo>
                  <a:lnTo>
                    <a:pt x="46900" y="12828"/>
                  </a:lnTo>
                  <a:lnTo>
                    <a:pt x="46698" y="12997"/>
                  </a:lnTo>
                  <a:lnTo>
                    <a:pt x="46429" y="13165"/>
                  </a:lnTo>
                  <a:lnTo>
                    <a:pt x="46126" y="13300"/>
                  </a:lnTo>
                  <a:lnTo>
                    <a:pt x="45890" y="13367"/>
                  </a:lnTo>
                  <a:lnTo>
                    <a:pt x="45621" y="13434"/>
                  </a:lnTo>
                  <a:lnTo>
                    <a:pt x="45116" y="13434"/>
                  </a:lnTo>
                  <a:lnTo>
                    <a:pt x="44577" y="13401"/>
                  </a:lnTo>
                  <a:lnTo>
                    <a:pt x="44072" y="13333"/>
                  </a:lnTo>
                  <a:lnTo>
                    <a:pt x="41749" y="13064"/>
                  </a:lnTo>
                  <a:lnTo>
                    <a:pt x="39426" y="12761"/>
                  </a:lnTo>
                  <a:lnTo>
                    <a:pt x="37339" y="12458"/>
                  </a:lnTo>
                  <a:lnTo>
                    <a:pt x="35285" y="12121"/>
                  </a:lnTo>
                  <a:lnTo>
                    <a:pt x="34275" y="11919"/>
                  </a:lnTo>
                  <a:lnTo>
                    <a:pt x="33265" y="11717"/>
                  </a:lnTo>
                  <a:lnTo>
                    <a:pt x="32221" y="11515"/>
                  </a:lnTo>
                  <a:lnTo>
                    <a:pt x="31211" y="11347"/>
                  </a:lnTo>
                  <a:lnTo>
                    <a:pt x="31480" y="9192"/>
                  </a:lnTo>
                  <a:lnTo>
                    <a:pt x="31750" y="7037"/>
                  </a:lnTo>
                  <a:lnTo>
                    <a:pt x="32322" y="3132"/>
                  </a:lnTo>
                  <a:lnTo>
                    <a:pt x="32457" y="2357"/>
                  </a:lnTo>
                  <a:lnTo>
                    <a:pt x="32591" y="1583"/>
                  </a:lnTo>
                  <a:lnTo>
                    <a:pt x="32726" y="775"/>
                  </a:lnTo>
                  <a:lnTo>
                    <a:pt x="32827" y="1"/>
                  </a:lnTo>
                  <a:lnTo>
                    <a:pt x="32625" y="1"/>
                  </a:lnTo>
                  <a:lnTo>
                    <a:pt x="32457" y="809"/>
                  </a:lnTo>
                  <a:lnTo>
                    <a:pt x="32322" y="1650"/>
                  </a:lnTo>
                  <a:lnTo>
                    <a:pt x="32086" y="3334"/>
                  </a:lnTo>
                  <a:lnTo>
                    <a:pt x="31783" y="5287"/>
                  </a:lnTo>
                  <a:lnTo>
                    <a:pt x="31514" y="7273"/>
                  </a:lnTo>
                  <a:lnTo>
                    <a:pt x="31043" y="10977"/>
                  </a:lnTo>
                  <a:lnTo>
                    <a:pt x="30639" y="14680"/>
                  </a:lnTo>
                  <a:lnTo>
                    <a:pt x="30504" y="14478"/>
                  </a:lnTo>
                  <a:lnTo>
                    <a:pt x="30403" y="14242"/>
                  </a:lnTo>
                  <a:lnTo>
                    <a:pt x="30336" y="14175"/>
                  </a:lnTo>
                  <a:lnTo>
                    <a:pt x="30235" y="14175"/>
                  </a:lnTo>
                  <a:lnTo>
                    <a:pt x="30134" y="14209"/>
                  </a:lnTo>
                  <a:lnTo>
                    <a:pt x="30033" y="14276"/>
                  </a:lnTo>
                  <a:lnTo>
                    <a:pt x="29831" y="14444"/>
                  </a:lnTo>
                  <a:lnTo>
                    <a:pt x="29696" y="14613"/>
                  </a:lnTo>
                  <a:lnTo>
                    <a:pt x="29999" y="12424"/>
                  </a:lnTo>
                  <a:lnTo>
                    <a:pt x="30066" y="12391"/>
                  </a:lnTo>
                  <a:lnTo>
                    <a:pt x="30066" y="12323"/>
                  </a:lnTo>
                  <a:lnTo>
                    <a:pt x="30066" y="12256"/>
                  </a:lnTo>
                  <a:lnTo>
                    <a:pt x="30033" y="12222"/>
                  </a:lnTo>
                  <a:lnTo>
                    <a:pt x="30740" y="7206"/>
                  </a:lnTo>
                  <a:lnTo>
                    <a:pt x="31009" y="5421"/>
                  </a:lnTo>
                  <a:lnTo>
                    <a:pt x="31312" y="3603"/>
                  </a:lnTo>
                  <a:lnTo>
                    <a:pt x="31581" y="1819"/>
                  </a:lnTo>
                  <a:lnTo>
                    <a:pt x="31682" y="910"/>
                  </a:lnTo>
                  <a:lnTo>
                    <a:pt x="31783" y="1"/>
                  </a:lnTo>
                  <a:lnTo>
                    <a:pt x="31615" y="1"/>
                  </a:lnTo>
                  <a:lnTo>
                    <a:pt x="31413" y="876"/>
                  </a:lnTo>
                  <a:lnTo>
                    <a:pt x="31278" y="1785"/>
                  </a:lnTo>
                  <a:lnTo>
                    <a:pt x="31009" y="3570"/>
                  </a:lnTo>
                  <a:lnTo>
                    <a:pt x="30773" y="5354"/>
                  </a:lnTo>
                  <a:lnTo>
                    <a:pt x="30538" y="7138"/>
                  </a:lnTo>
                  <a:lnTo>
                    <a:pt x="29965" y="11145"/>
                  </a:lnTo>
                  <a:lnTo>
                    <a:pt x="29427" y="11111"/>
                  </a:lnTo>
                  <a:lnTo>
                    <a:pt x="30033" y="5421"/>
                  </a:lnTo>
                  <a:lnTo>
                    <a:pt x="30201" y="4075"/>
                  </a:lnTo>
                  <a:lnTo>
                    <a:pt x="30369" y="2728"/>
                  </a:lnTo>
                  <a:lnTo>
                    <a:pt x="30571" y="1347"/>
                  </a:lnTo>
                  <a:lnTo>
                    <a:pt x="30706" y="1"/>
                  </a:lnTo>
                  <a:lnTo>
                    <a:pt x="30470" y="1"/>
                  </a:lnTo>
                  <a:lnTo>
                    <a:pt x="30268" y="1280"/>
                  </a:lnTo>
                  <a:lnTo>
                    <a:pt x="30100" y="2593"/>
                  </a:lnTo>
                  <a:lnTo>
                    <a:pt x="29965" y="3873"/>
                  </a:lnTo>
                  <a:lnTo>
                    <a:pt x="29831" y="5152"/>
                  </a:lnTo>
                  <a:lnTo>
                    <a:pt x="29494" y="8115"/>
                  </a:lnTo>
                  <a:lnTo>
                    <a:pt x="29157" y="11111"/>
                  </a:lnTo>
                  <a:lnTo>
                    <a:pt x="27709" y="11010"/>
                  </a:lnTo>
                  <a:lnTo>
                    <a:pt x="26228" y="10909"/>
                  </a:lnTo>
                  <a:lnTo>
                    <a:pt x="25487" y="10808"/>
                  </a:lnTo>
                  <a:lnTo>
                    <a:pt x="24780" y="10741"/>
                  </a:lnTo>
                  <a:lnTo>
                    <a:pt x="24040" y="10606"/>
                  </a:lnTo>
                  <a:lnTo>
                    <a:pt x="23333" y="10438"/>
                  </a:lnTo>
                  <a:lnTo>
                    <a:pt x="21750" y="10101"/>
                  </a:lnTo>
                  <a:lnTo>
                    <a:pt x="20942" y="9933"/>
                  </a:lnTo>
                  <a:lnTo>
                    <a:pt x="20134" y="9798"/>
                  </a:lnTo>
                  <a:lnTo>
                    <a:pt x="19562" y="9731"/>
                  </a:lnTo>
                  <a:lnTo>
                    <a:pt x="19259" y="9697"/>
                  </a:lnTo>
                  <a:lnTo>
                    <a:pt x="18989" y="9596"/>
                  </a:lnTo>
                  <a:lnTo>
                    <a:pt x="18754" y="9529"/>
                  </a:lnTo>
                  <a:lnTo>
                    <a:pt x="18518" y="9495"/>
                  </a:lnTo>
                  <a:lnTo>
                    <a:pt x="18282" y="9495"/>
                  </a:lnTo>
                  <a:lnTo>
                    <a:pt x="18047" y="9562"/>
                  </a:lnTo>
                  <a:lnTo>
                    <a:pt x="18013" y="9596"/>
                  </a:lnTo>
                  <a:lnTo>
                    <a:pt x="17979" y="9663"/>
                  </a:lnTo>
                  <a:lnTo>
                    <a:pt x="18013" y="9697"/>
                  </a:lnTo>
                  <a:lnTo>
                    <a:pt x="18417" y="9697"/>
                  </a:lnTo>
                  <a:lnTo>
                    <a:pt x="18754" y="9731"/>
                  </a:lnTo>
                  <a:lnTo>
                    <a:pt x="18922" y="9832"/>
                  </a:lnTo>
                  <a:lnTo>
                    <a:pt x="19023" y="9865"/>
                  </a:lnTo>
                  <a:lnTo>
                    <a:pt x="19124" y="9899"/>
                  </a:lnTo>
                  <a:lnTo>
                    <a:pt x="19966" y="10034"/>
                  </a:lnTo>
                  <a:lnTo>
                    <a:pt x="20841" y="10135"/>
                  </a:lnTo>
                  <a:lnTo>
                    <a:pt x="21616" y="10303"/>
                  </a:lnTo>
                  <a:lnTo>
                    <a:pt x="22424" y="10471"/>
                  </a:lnTo>
                  <a:lnTo>
                    <a:pt x="23972" y="10842"/>
                  </a:lnTo>
                  <a:lnTo>
                    <a:pt x="24612" y="10977"/>
                  </a:lnTo>
                  <a:lnTo>
                    <a:pt x="25252" y="11078"/>
                  </a:lnTo>
                  <a:lnTo>
                    <a:pt x="26531" y="11212"/>
                  </a:lnTo>
                  <a:lnTo>
                    <a:pt x="27844" y="11280"/>
                  </a:lnTo>
                  <a:lnTo>
                    <a:pt x="29124" y="11347"/>
                  </a:lnTo>
                  <a:lnTo>
                    <a:pt x="29124" y="11482"/>
                  </a:lnTo>
                  <a:lnTo>
                    <a:pt x="29124" y="11549"/>
                  </a:lnTo>
                  <a:lnTo>
                    <a:pt x="29157" y="11583"/>
                  </a:lnTo>
                  <a:lnTo>
                    <a:pt x="29225" y="11616"/>
                  </a:lnTo>
                  <a:lnTo>
                    <a:pt x="29326" y="11583"/>
                  </a:lnTo>
                  <a:lnTo>
                    <a:pt x="29359" y="11549"/>
                  </a:lnTo>
                  <a:lnTo>
                    <a:pt x="29359" y="11482"/>
                  </a:lnTo>
                  <a:lnTo>
                    <a:pt x="29393" y="11381"/>
                  </a:lnTo>
                  <a:lnTo>
                    <a:pt x="29932" y="11414"/>
                  </a:lnTo>
                  <a:lnTo>
                    <a:pt x="29797" y="12189"/>
                  </a:lnTo>
                  <a:lnTo>
                    <a:pt x="27945" y="11818"/>
                  </a:lnTo>
                  <a:lnTo>
                    <a:pt x="26093" y="11515"/>
                  </a:lnTo>
                  <a:lnTo>
                    <a:pt x="24242" y="11246"/>
                  </a:lnTo>
                  <a:lnTo>
                    <a:pt x="22356" y="10977"/>
                  </a:lnTo>
                  <a:lnTo>
                    <a:pt x="21414" y="10876"/>
                  </a:lnTo>
                  <a:lnTo>
                    <a:pt x="20471" y="10775"/>
                  </a:lnTo>
                  <a:lnTo>
                    <a:pt x="18585" y="10606"/>
                  </a:lnTo>
                  <a:lnTo>
                    <a:pt x="17643" y="10505"/>
                  </a:lnTo>
                  <a:lnTo>
                    <a:pt x="16734" y="10337"/>
                  </a:lnTo>
                  <a:lnTo>
                    <a:pt x="15825" y="10168"/>
                  </a:lnTo>
                  <a:lnTo>
                    <a:pt x="14916" y="9933"/>
                  </a:lnTo>
                  <a:lnTo>
                    <a:pt x="16330" y="9764"/>
                  </a:lnTo>
                  <a:lnTo>
                    <a:pt x="17744" y="9562"/>
                  </a:lnTo>
                  <a:lnTo>
                    <a:pt x="17777" y="9596"/>
                  </a:lnTo>
                  <a:lnTo>
                    <a:pt x="17845" y="9630"/>
                  </a:lnTo>
                  <a:lnTo>
                    <a:pt x="17912" y="9596"/>
                  </a:lnTo>
                  <a:lnTo>
                    <a:pt x="17946" y="9529"/>
                  </a:lnTo>
                  <a:lnTo>
                    <a:pt x="17979" y="9529"/>
                  </a:lnTo>
                  <a:lnTo>
                    <a:pt x="18013" y="9495"/>
                  </a:lnTo>
                  <a:lnTo>
                    <a:pt x="18047" y="9461"/>
                  </a:lnTo>
                  <a:lnTo>
                    <a:pt x="18282" y="9428"/>
                  </a:lnTo>
                  <a:lnTo>
                    <a:pt x="18552" y="9394"/>
                  </a:lnTo>
                  <a:lnTo>
                    <a:pt x="19023" y="9327"/>
                  </a:lnTo>
                  <a:lnTo>
                    <a:pt x="20505" y="9158"/>
                  </a:lnTo>
                  <a:lnTo>
                    <a:pt x="22289" y="8956"/>
                  </a:lnTo>
                  <a:lnTo>
                    <a:pt x="22323" y="8956"/>
                  </a:lnTo>
                  <a:lnTo>
                    <a:pt x="22356" y="8923"/>
                  </a:lnTo>
                  <a:lnTo>
                    <a:pt x="23030" y="8855"/>
                  </a:lnTo>
                  <a:lnTo>
                    <a:pt x="23097" y="8822"/>
                  </a:lnTo>
                  <a:lnTo>
                    <a:pt x="23097" y="8754"/>
                  </a:lnTo>
                  <a:lnTo>
                    <a:pt x="23097" y="8721"/>
                  </a:lnTo>
                  <a:lnTo>
                    <a:pt x="23063" y="8653"/>
                  </a:lnTo>
                  <a:lnTo>
                    <a:pt x="22962" y="8216"/>
                  </a:lnTo>
                  <a:lnTo>
                    <a:pt x="22895" y="7744"/>
                  </a:lnTo>
                  <a:lnTo>
                    <a:pt x="22828" y="6835"/>
                  </a:lnTo>
                  <a:lnTo>
                    <a:pt x="22794" y="5893"/>
                  </a:lnTo>
                  <a:lnTo>
                    <a:pt x="22760" y="5421"/>
                  </a:lnTo>
                  <a:lnTo>
                    <a:pt x="22659" y="4984"/>
                  </a:lnTo>
                  <a:lnTo>
                    <a:pt x="22659" y="4950"/>
                  </a:lnTo>
                  <a:lnTo>
                    <a:pt x="22626" y="4950"/>
                  </a:lnTo>
                  <a:lnTo>
                    <a:pt x="22592" y="4984"/>
                  </a:lnTo>
                  <a:lnTo>
                    <a:pt x="22592" y="5017"/>
                  </a:lnTo>
                  <a:lnTo>
                    <a:pt x="22558" y="5017"/>
                  </a:lnTo>
                  <a:lnTo>
                    <a:pt x="19764" y="5152"/>
                  </a:lnTo>
                  <a:lnTo>
                    <a:pt x="19191" y="5152"/>
                  </a:lnTo>
                  <a:lnTo>
                    <a:pt x="18653" y="5186"/>
                  </a:lnTo>
                  <a:lnTo>
                    <a:pt x="18080" y="5287"/>
                  </a:lnTo>
                  <a:lnTo>
                    <a:pt x="17811" y="5354"/>
                  </a:lnTo>
                  <a:lnTo>
                    <a:pt x="17542" y="5455"/>
                  </a:lnTo>
                  <a:lnTo>
                    <a:pt x="17542" y="5421"/>
                  </a:lnTo>
                  <a:lnTo>
                    <a:pt x="17508" y="5388"/>
                  </a:lnTo>
                  <a:lnTo>
                    <a:pt x="17474" y="5388"/>
                  </a:lnTo>
                  <a:lnTo>
                    <a:pt x="17441" y="5354"/>
                  </a:lnTo>
                  <a:lnTo>
                    <a:pt x="17373" y="5354"/>
                  </a:lnTo>
                  <a:lnTo>
                    <a:pt x="14040" y="5556"/>
                  </a:lnTo>
                  <a:lnTo>
                    <a:pt x="12391" y="5691"/>
                  </a:lnTo>
                  <a:lnTo>
                    <a:pt x="10741" y="5859"/>
                  </a:lnTo>
                  <a:lnTo>
                    <a:pt x="9865" y="5926"/>
                  </a:lnTo>
                  <a:lnTo>
                    <a:pt x="10000" y="5657"/>
                  </a:lnTo>
                  <a:lnTo>
                    <a:pt x="10067" y="5320"/>
                  </a:lnTo>
                  <a:lnTo>
                    <a:pt x="10168" y="4714"/>
                  </a:lnTo>
                  <a:lnTo>
                    <a:pt x="10303" y="3940"/>
                  </a:lnTo>
                  <a:lnTo>
                    <a:pt x="10404" y="3166"/>
                  </a:lnTo>
                  <a:lnTo>
                    <a:pt x="10505" y="2391"/>
                  </a:lnTo>
                  <a:lnTo>
                    <a:pt x="10640" y="1583"/>
                  </a:lnTo>
                  <a:lnTo>
                    <a:pt x="10774" y="809"/>
                  </a:lnTo>
                  <a:lnTo>
                    <a:pt x="1090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 name="Google Shape;705;p5">
              <a:extLst>
                <a:ext uri="{FF2B5EF4-FFF2-40B4-BE49-F238E27FC236}">
                  <a16:creationId xmlns:a16="http://schemas.microsoft.com/office/drawing/2014/main" id="{42093F07-D106-426D-99E2-AA7CB2A6FAAE}"/>
                </a:ext>
              </a:extLst>
            </p:cNvPr>
            <p:cNvSpPr/>
            <p:nvPr/>
          </p:nvSpPr>
          <p:spPr>
            <a:xfrm>
              <a:off x="6092495" y="162713"/>
              <a:ext cx="117432" cy="18484"/>
            </a:xfrm>
            <a:custGeom>
              <a:avLst/>
              <a:gdLst/>
              <a:ahLst/>
              <a:cxnLst/>
              <a:rect l="l" t="t" r="r" b="b"/>
              <a:pathLst>
                <a:path w="2357" h="371" extrusionOk="0">
                  <a:moveTo>
                    <a:pt x="1448" y="1"/>
                  </a:moveTo>
                  <a:lnTo>
                    <a:pt x="741" y="34"/>
                  </a:lnTo>
                  <a:lnTo>
                    <a:pt x="370" y="68"/>
                  </a:lnTo>
                  <a:lnTo>
                    <a:pt x="34" y="135"/>
                  </a:lnTo>
                  <a:lnTo>
                    <a:pt x="0" y="169"/>
                  </a:lnTo>
                  <a:lnTo>
                    <a:pt x="34" y="169"/>
                  </a:lnTo>
                  <a:lnTo>
                    <a:pt x="303" y="203"/>
                  </a:lnTo>
                  <a:lnTo>
                    <a:pt x="606" y="203"/>
                  </a:lnTo>
                  <a:lnTo>
                    <a:pt x="1178" y="169"/>
                  </a:lnTo>
                  <a:lnTo>
                    <a:pt x="1448" y="169"/>
                  </a:lnTo>
                  <a:lnTo>
                    <a:pt x="1717" y="203"/>
                  </a:lnTo>
                  <a:lnTo>
                    <a:pt x="1986" y="236"/>
                  </a:lnTo>
                  <a:lnTo>
                    <a:pt x="2256" y="371"/>
                  </a:lnTo>
                  <a:lnTo>
                    <a:pt x="2323" y="371"/>
                  </a:lnTo>
                  <a:lnTo>
                    <a:pt x="2357" y="337"/>
                  </a:lnTo>
                  <a:lnTo>
                    <a:pt x="2357" y="304"/>
                  </a:lnTo>
                  <a:lnTo>
                    <a:pt x="2357" y="236"/>
                  </a:lnTo>
                  <a:lnTo>
                    <a:pt x="2256" y="169"/>
                  </a:lnTo>
                  <a:lnTo>
                    <a:pt x="2155" y="102"/>
                  </a:lnTo>
                  <a:lnTo>
                    <a:pt x="1919" y="34"/>
                  </a:lnTo>
                  <a:lnTo>
                    <a:pt x="168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 name="Google Shape;706;p5">
              <a:extLst>
                <a:ext uri="{FF2B5EF4-FFF2-40B4-BE49-F238E27FC236}">
                  <a16:creationId xmlns:a16="http://schemas.microsoft.com/office/drawing/2014/main" id="{93E1C067-0FF2-49D1-A018-653DAA641F0B}"/>
                </a:ext>
              </a:extLst>
            </p:cNvPr>
            <p:cNvSpPr/>
            <p:nvPr/>
          </p:nvSpPr>
          <p:spPr>
            <a:xfrm>
              <a:off x="5788876" y="362352"/>
              <a:ext cx="213041" cy="72143"/>
            </a:xfrm>
            <a:custGeom>
              <a:avLst/>
              <a:gdLst/>
              <a:ahLst/>
              <a:cxnLst/>
              <a:rect l="l" t="t" r="r" b="b"/>
              <a:pathLst>
                <a:path w="4276" h="1448" extrusionOk="0">
                  <a:moveTo>
                    <a:pt x="4108" y="0"/>
                  </a:moveTo>
                  <a:lnTo>
                    <a:pt x="3872" y="67"/>
                  </a:lnTo>
                  <a:lnTo>
                    <a:pt x="3502" y="168"/>
                  </a:lnTo>
                  <a:lnTo>
                    <a:pt x="3131" y="303"/>
                  </a:lnTo>
                  <a:lnTo>
                    <a:pt x="2424" y="539"/>
                  </a:lnTo>
                  <a:lnTo>
                    <a:pt x="1212" y="943"/>
                  </a:lnTo>
                  <a:lnTo>
                    <a:pt x="606" y="1145"/>
                  </a:lnTo>
                  <a:lnTo>
                    <a:pt x="34" y="1380"/>
                  </a:lnTo>
                  <a:lnTo>
                    <a:pt x="0" y="1414"/>
                  </a:lnTo>
                  <a:lnTo>
                    <a:pt x="0" y="1448"/>
                  </a:lnTo>
                  <a:lnTo>
                    <a:pt x="34" y="1448"/>
                  </a:lnTo>
                  <a:lnTo>
                    <a:pt x="606" y="1347"/>
                  </a:lnTo>
                  <a:lnTo>
                    <a:pt x="1145" y="1178"/>
                  </a:lnTo>
                  <a:lnTo>
                    <a:pt x="2222" y="842"/>
                  </a:lnTo>
                  <a:lnTo>
                    <a:pt x="3266" y="539"/>
                  </a:lnTo>
                  <a:lnTo>
                    <a:pt x="3805" y="337"/>
                  </a:lnTo>
                  <a:lnTo>
                    <a:pt x="4040" y="236"/>
                  </a:lnTo>
                  <a:lnTo>
                    <a:pt x="4242" y="101"/>
                  </a:lnTo>
                  <a:lnTo>
                    <a:pt x="4276" y="67"/>
                  </a:lnTo>
                  <a:lnTo>
                    <a:pt x="4242" y="34"/>
                  </a:lnTo>
                  <a:lnTo>
                    <a:pt x="417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 name="Google Shape;707;p5">
              <a:extLst>
                <a:ext uri="{FF2B5EF4-FFF2-40B4-BE49-F238E27FC236}">
                  <a16:creationId xmlns:a16="http://schemas.microsoft.com/office/drawing/2014/main" id="{D3DAE67A-60B9-48F0-9658-1EEB3B275475}"/>
                </a:ext>
              </a:extLst>
            </p:cNvPr>
            <p:cNvSpPr/>
            <p:nvPr/>
          </p:nvSpPr>
          <p:spPr>
            <a:xfrm>
              <a:off x="5788876" y="432801"/>
              <a:ext cx="145980" cy="50371"/>
            </a:xfrm>
            <a:custGeom>
              <a:avLst/>
              <a:gdLst/>
              <a:ahLst/>
              <a:cxnLst/>
              <a:rect l="l" t="t" r="r" b="b"/>
              <a:pathLst>
                <a:path w="2930" h="1011" extrusionOk="0">
                  <a:moveTo>
                    <a:pt x="2862" y="0"/>
                  </a:moveTo>
                  <a:lnTo>
                    <a:pt x="2492" y="67"/>
                  </a:lnTo>
                  <a:lnTo>
                    <a:pt x="2121" y="168"/>
                  </a:lnTo>
                  <a:lnTo>
                    <a:pt x="1414" y="404"/>
                  </a:lnTo>
                  <a:lnTo>
                    <a:pt x="707" y="640"/>
                  </a:lnTo>
                  <a:lnTo>
                    <a:pt x="337" y="774"/>
                  </a:lnTo>
                  <a:lnTo>
                    <a:pt x="34" y="976"/>
                  </a:lnTo>
                  <a:lnTo>
                    <a:pt x="0" y="1010"/>
                  </a:lnTo>
                  <a:lnTo>
                    <a:pt x="34" y="1010"/>
                  </a:lnTo>
                  <a:lnTo>
                    <a:pt x="404" y="943"/>
                  </a:lnTo>
                  <a:lnTo>
                    <a:pt x="774" y="842"/>
                  </a:lnTo>
                  <a:lnTo>
                    <a:pt x="1448" y="572"/>
                  </a:lnTo>
                  <a:lnTo>
                    <a:pt x="2189" y="370"/>
                  </a:lnTo>
                  <a:lnTo>
                    <a:pt x="2559" y="269"/>
                  </a:lnTo>
                  <a:lnTo>
                    <a:pt x="2896" y="135"/>
                  </a:lnTo>
                  <a:lnTo>
                    <a:pt x="2896" y="101"/>
                  </a:lnTo>
                  <a:lnTo>
                    <a:pt x="2929" y="67"/>
                  </a:lnTo>
                  <a:lnTo>
                    <a:pt x="2896" y="34"/>
                  </a:lnTo>
                  <a:lnTo>
                    <a:pt x="286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 name="Google Shape;708;p5">
              <a:extLst>
                <a:ext uri="{FF2B5EF4-FFF2-40B4-BE49-F238E27FC236}">
                  <a16:creationId xmlns:a16="http://schemas.microsoft.com/office/drawing/2014/main" id="{D9F6516A-CF7B-4D2F-80FE-A4D39CF3C25C}"/>
                </a:ext>
              </a:extLst>
            </p:cNvPr>
            <p:cNvSpPr/>
            <p:nvPr/>
          </p:nvSpPr>
          <p:spPr>
            <a:xfrm>
              <a:off x="5778812" y="337191"/>
              <a:ext cx="186237" cy="43645"/>
            </a:xfrm>
            <a:custGeom>
              <a:avLst/>
              <a:gdLst/>
              <a:ahLst/>
              <a:cxnLst/>
              <a:rect l="l" t="t" r="r" b="b"/>
              <a:pathLst>
                <a:path w="3738" h="876" extrusionOk="0">
                  <a:moveTo>
                    <a:pt x="3266" y="0"/>
                  </a:moveTo>
                  <a:lnTo>
                    <a:pt x="3098" y="34"/>
                  </a:lnTo>
                  <a:lnTo>
                    <a:pt x="2795" y="168"/>
                  </a:lnTo>
                  <a:lnTo>
                    <a:pt x="2492" y="269"/>
                  </a:lnTo>
                  <a:lnTo>
                    <a:pt x="1886" y="471"/>
                  </a:lnTo>
                  <a:lnTo>
                    <a:pt x="1280" y="572"/>
                  </a:lnTo>
                  <a:lnTo>
                    <a:pt x="34" y="741"/>
                  </a:lnTo>
                  <a:lnTo>
                    <a:pt x="0" y="774"/>
                  </a:lnTo>
                  <a:lnTo>
                    <a:pt x="34" y="808"/>
                  </a:lnTo>
                  <a:lnTo>
                    <a:pt x="269" y="842"/>
                  </a:lnTo>
                  <a:lnTo>
                    <a:pt x="505" y="875"/>
                  </a:lnTo>
                  <a:lnTo>
                    <a:pt x="976" y="875"/>
                  </a:lnTo>
                  <a:lnTo>
                    <a:pt x="1414" y="774"/>
                  </a:lnTo>
                  <a:lnTo>
                    <a:pt x="1886" y="640"/>
                  </a:lnTo>
                  <a:lnTo>
                    <a:pt x="2761" y="337"/>
                  </a:lnTo>
                  <a:lnTo>
                    <a:pt x="3232" y="236"/>
                  </a:lnTo>
                  <a:lnTo>
                    <a:pt x="3704" y="202"/>
                  </a:lnTo>
                  <a:lnTo>
                    <a:pt x="3737" y="168"/>
                  </a:lnTo>
                  <a:lnTo>
                    <a:pt x="3737" y="135"/>
                  </a:lnTo>
                  <a:lnTo>
                    <a:pt x="3704" y="101"/>
                  </a:lnTo>
                  <a:lnTo>
                    <a:pt x="3569" y="34"/>
                  </a:lnTo>
                  <a:lnTo>
                    <a:pt x="34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 name="Google Shape;709;p5">
              <a:extLst>
                <a:ext uri="{FF2B5EF4-FFF2-40B4-BE49-F238E27FC236}">
                  <a16:creationId xmlns:a16="http://schemas.microsoft.com/office/drawing/2014/main" id="{3BE8F845-A9E8-41DC-BC55-67B814D30D75}"/>
                </a:ext>
              </a:extLst>
            </p:cNvPr>
            <p:cNvSpPr/>
            <p:nvPr/>
          </p:nvSpPr>
          <p:spPr>
            <a:xfrm>
              <a:off x="4567677" y="-7"/>
              <a:ext cx="53758" cy="290266"/>
            </a:xfrm>
            <a:custGeom>
              <a:avLst/>
              <a:gdLst/>
              <a:ahLst/>
              <a:cxnLst/>
              <a:rect l="l" t="t" r="r" b="b"/>
              <a:pathLst>
                <a:path w="1079" h="5826" extrusionOk="0">
                  <a:moveTo>
                    <a:pt x="842" y="1"/>
                  </a:moveTo>
                  <a:lnTo>
                    <a:pt x="405" y="2896"/>
                  </a:lnTo>
                  <a:lnTo>
                    <a:pt x="135" y="4479"/>
                  </a:lnTo>
                  <a:lnTo>
                    <a:pt x="34" y="5152"/>
                  </a:lnTo>
                  <a:lnTo>
                    <a:pt x="1" y="5489"/>
                  </a:lnTo>
                  <a:lnTo>
                    <a:pt x="34" y="5792"/>
                  </a:lnTo>
                  <a:lnTo>
                    <a:pt x="68" y="5825"/>
                  </a:lnTo>
                  <a:lnTo>
                    <a:pt x="203" y="5522"/>
                  </a:lnTo>
                  <a:lnTo>
                    <a:pt x="270" y="5186"/>
                  </a:lnTo>
                  <a:lnTo>
                    <a:pt x="371" y="4546"/>
                  </a:lnTo>
                  <a:lnTo>
                    <a:pt x="640" y="2964"/>
                  </a:lnTo>
                  <a:lnTo>
                    <a:pt x="107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33" name="Google Shape;710;p5">
            <a:extLst>
              <a:ext uri="{FF2B5EF4-FFF2-40B4-BE49-F238E27FC236}">
                <a16:creationId xmlns:a16="http://schemas.microsoft.com/office/drawing/2014/main" id="{14F4C7C3-0517-474B-80FA-D4511DCA8D89}"/>
              </a:ext>
            </a:extLst>
          </p:cNvPr>
          <p:cNvGrpSpPr/>
          <p:nvPr userDrawn="1"/>
        </p:nvGrpSpPr>
        <p:grpSpPr>
          <a:xfrm>
            <a:off x="8506368" y="1564091"/>
            <a:ext cx="637429" cy="1130622"/>
            <a:chOff x="6233393" y="2021291"/>
            <a:chExt cx="637429" cy="1130622"/>
          </a:xfrm>
        </p:grpSpPr>
        <p:sp>
          <p:nvSpPr>
            <p:cNvPr id="34" name="Google Shape;711;p5">
              <a:extLst>
                <a:ext uri="{FF2B5EF4-FFF2-40B4-BE49-F238E27FC236}">
                  <a16:creationId xmlns:a16="http://schemas.microsoft.com/office/drawing/2014/main" id="{B753C914-1220-461B-A6E0-1FA73828C128}"/>
                </a:ext>
              </a:extLst>
            </p:cNvPr>
            <p:cNvSpPr/>
            <p:nvPr/>
          </p:nvSpPr>
          <p:spPr>
            <a:xfrm>
              <a:off x="6280325" y="2131997"/>
              <a:ext cx="590496" cy="900841"/>
            </a:xfrm>
            <a:custGeom>
              <a:avLst/>
              <a:gdLst/>
              <a:ahLst/>
              <a:cxnLst/>
              <a:rect l="l" t="t" r="r" b="b"/>
              <a:pathLst>
                <a:path w="11852" h="18081" extrusionOk="0">
                  <a:moveTo>
                    <a:pt x="8721" y="1"/>
                  </a:moveTo>
                  <a:lnTo>
                    <a:pt x="6431" y="506"/>
                  </a:lnTo>
                  <a:lnTo>
                    <a:pt x="4142" y="1045"/>
                  </a:lnTo>
                  <a:lnTo>
                    <a:pt x="1886" y="1651"/>
                  </a:lnTo>
                  <a:lnTo>
                    <a:pt x="977" y="1886"/>
                  </a:lnTo>
                  <a:lnTo>
                    <a:pt x="742" y="1954"/>
                  </a:lnTo>
                  <a:lnTo>
                    <a:pt x="540" y="2055"/>
                  </a:lnTo>
                  <a:lnTo>
                    <a:pt x="338" y="2156"/>
                  </a:lnTo>
                  <a:lnTo>
                    <a:pt x="169" y="2290"/>
                  </a:lnTo>
                  <a:lnTo>
                    <a:pt x="169" y="2324"/>
                  </a:lnTo>
                  <a:lnTo>
                    <a:pt x="136" y="2257"/>
                  </a:lnTo>
                  <a:lnTo>
                    <a:pt x="68" y="2223"/>
                  </a:lnTo>
                  <a:lnTo>
                    <a:pt x="1" y="2223"/>
                  </a:lnTo>
                  <a:lnTo>
                    <a:pt x="1" y="2290"/>
                  </a:lnTo>
                  <a:lnTo>
                    <a:pt x="35" y="2762"/>
                  </a:lnTo>
                  <a:lnTo>
                    <a:pt x="136" y="3233"/>
                  </a:lnTo>
                  <a:lnTo>
                    <a:pt x="371" y="4176"/>
                  </a:lnTo>
                  <a:lnTo>
                    <a:pt x="641" y="5118"/>
                  </a:lnTo>
                  <a:lnTo>
                    <a:pt x="876" y="6061"/>
                  </a:lnTo>
                  <a:lnTo>
                    <a:pt x="1785" y="10068"/>
                  </a:lnTo>
                  <a:lnTo>
                    <a:pt x="2223" y="12054"/>
                  </a:lnTo>
                  <a:lnTo>
                    <a:pt x="2728" y="14040"/>
                  </a:lnTo>
                  <a:lnTo>
                    <a:pt x="3267" y="16027"/>
                  </a:lnTo>
                  <a:lnTo>
                    <a:pt x="3536" y="17037"/>
                  </a:lnTo>
                  <a:lnTo>
                    <a:pt x="3873" y="17980"/>
                  </a:lnTo>
                  <a:lnTo>
                    <a:pt x="3940" y="18081"/>
                  </a:lnTo>
                  <a:lnTo>
                    <a:pt x="4007" y="18081"/>
                  </a:lnTo>
                  <a:lnTo>
                    <a:pt x="4075" y="18047"/>
                  </a:lnTo>
                  <a:lnTo>
                    <a:pt x="4142" y="17980"/>
                  </a:lnTo>
                  <a:lnTo>
                    <a:pt x="4681" y="17879"/>
                  </a:lnTo>
                  <a:lnTo>
                    <a:pt x="5253" y="17710"/>
                  </a:lnTo>
                  <a:lnTo>
                    <a:pt x="6330" y="17374"/>
                  </a:lnTo>
                  <a:lnTo>
                    <a:pt x="7576" y="17003"/>
                  </a:lnTo>
                  <a:lnTo>
                    <a:pt x="8856" y="16667"/>
                  </a:lnTo>
                  <a:lnTo>
                    <a:pt x="10337" y="16296"/>
                  </a:lnTo>
                  <a:lnTo>
                    <a:pt x="11111" y="16128"/>
                  </a:lnTo>
                  <a:lnTo>
                    <a:pt x="11852" y="15892"/>
                  </a:lnTo>
                  <a:lnTo>
                    <a:pt x="11852" y="15656"/>
                  </a:lnTo>
                  <a:lnTo>
                    <a:pt x="11044" y="15892"/>
                  </a:lnTo>
                  <a:lnTo>
                    <a:pt x="10202" y="16094"/>
                  </a:lnTo>
                  <a:lnTo>
                    <a:pt x="8519" y="16532"/>
                  </a:lnTo>
                  <a:lnTo>
                    <a:pt x="6263" y="17172"/>
                  </a:lnTo>
                  <a:lnTo>
                    <a:pt x="5152" y="17475"/>
                  </a:lnTo>
                  <a:lnTo>
                    <a:pt x="4613" y="17643"/>
                  </a:lnTo>
                  <a:lnTo>
                    <a:pt x="4108" y="17879"/>
                  </a:lnTo>
                  <a:lnTo>
                    <a:pt x="3536" y="15926"/>
                  </a:lnTo>
                  <a:lnTo>
                    <a:pt x="2997" y="13939"/>
                  </a:lnTo>
                  <a:lnTo>
                    <a:pt x="2526" y="11987"/>
                  </a:lnTo>
                  <a:lnTo>
                    <a:pt x="2055" y="9967"/>
                  </a:lnTo>
                  <a:lnTo>
                    <a:pt x="1146" y="5960"/>
                  </a:lnTo>
                  <a:lnTo>
                    <a:pt x="742" y="4108"/>
                  </a:lnTo>
                  <a:lnTo>
                    <a:pt x="506" y="3199"/>
                  </a:lnTo>
                  <a:lnTo>
                    <a:pt x="338" y="2762"/>
                  </a:lnTo>
                  <a:lnTo>
                    <a:pt x="182" y="2358"/>
                  </a:lnTo>
                  <a:lnTo>
                    <a:pt x="405" y="2358"/>
                  </a:lnTo>
                  <a:lnTo>
                    <a:pt x="641" y="2324"/>
                  </a:lnTo>
                  <a:lnTo>
                    <a:pt x="1078" y="2223"/>
                  </a:lnTo>
                  <a:lnTo>
                    <a:pt x="1954" y="1920"/>
                  </a:lnTo>
                  <a:lnTo>
                    <a:pt x="4209" y="1314"/>
                  </a:lnTo>
                  <a:lnTo>
                    <a:pt x="6465" y="775"/>
                  </a:lnTo>
                  <a:lnTo>
                    <a:pt x="8755" y="304"/>
                  </a:lnTo>
                  <a:lnTo>
                    <a:pt x="8889" y="977"/>
                  </a:lnTo>
                  <a:lnTo>
                    <a:pt x="9024" y="1651"/>
                  </a:lnTo>
                  <a:lnTo>
                    <a:pt x="9394" y="3031"/>
                  </a:lnTo>
                  <a:lnTo>
                    <a:pt x="10303" y="6330"/>
                  </a:lnTo>
                  <a:lnTo>
                    <a:pt x="11280" y="9664"/>
                  </a:lnTo>
                  <a:lnTo>
                    <a:pt x="11549" y="10674"/>
                  </a:lnTo>
                  <a:lnTo>
                    <a:pt x="11852" y="11717"/>
                  </a:lnTo>
                  <a:lnTo>
                    <a:pt x="11852" y="10640"/>
                  </a:lnTo>
                  <a:lnTo>
                    <a:pt x="11583" y="9832"/>
                  </a:lnTo>
                  <a:lnTo>
                    <a:pt x="10640" y="6532"/>
                  </a:lnTo>
                  <a:lnTo>
                    <a:pt x="9798" y="3469"/>
                  </a:lnTo>
                  <a:lnTo>
                    <a:pt x="9394" y="1785"/>
                  </a:lnTo>
                  <a:lnTo>
                    <a:pt x="9159" y="944"/>
                  </a:lnTo>
                  <a:lnTo>
                    <a:pt x="8923" y="136"/>
                  </a:lnTo>
                  <a:lnTo>
                    <a:pt x="8889" y="102"/>
                  </a:lnTo>
                  <a:lnTo>
                    <a:pt x="8822" y="35"/>
                  </a:lnTo>
                  <a:lnTo>
                    <a:pt x="878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 name="Google Shape;712;p5">
              <a:extLst>
                <a:ext uri="{FF2B5EF4-FFF2-40B4-BE49-F238E27FC236}">
                  <a16:creationId xmlns:a16="http://schemas.microsoft.com/office/drawing/2014/main" id="{8EB3C125-1BEB-403A-91DC-8E30E3F9B95F}"/>
                </a:ext>
              </a:extLst>
            </p:cNvPr>
            <p:cNvSpPr/>
            <p:nvPr/>
          </p:nvSpPr>
          <p:spPr>
            <a:xfrm>
              <a:off x="6542043" y="3044546"/>
              <a:ext cx="65467" cy="46983"/>
            </a:xfrm>
            <a:custGeom>
              <a:avLst/>
              <a:gdLst/>
              <a:ahLst/>
              <a:cxnLst/>
              <a:rect l="l" t="t" r="r" b="b"/>
              <a:pathLst>
                <a:path w="1314" h="943" extrusionOk="0">
                  <a:moveTo>
                    <a:pt x="943" y="0"/>
                  </a:moveTo>
                  <a:lnTo>
                    <a:pt x="471" y="169"/>
                  </a:lnTo>
                  <a:lnTo>
                    <a:pt x="236" y="236"/>
                  </a:lnTo>
                  <a:lnTo>
                    <a:pt x="168" y="270"/>
                  </a:lnTo>
                  <a:lnTo>
                    <a:pt x="101" y="270"/>
                  </a:lnTo>
                  <a:lnTo>
                    <a:pt x="101" y="236"/>
                  </a:lnTo>
                  <a:lnTo>
                    <a:pt x="34" y="236"/>
                  </a:lnTo>
                  <a:lnTo>
                    <a:pt x="34" y="270"/>
                  </a:lnTo>
                  <a:lnTo>
                    <a:pt x="0" y="270"/>
                  </a:lnTo>
                  <a:lnTo>
                    <a:pt x="34" y="337"/>
                  </a:lnTo>
                  <a:lnTo>
                    <a:pt x="67" y="404"/>
                  </a:lnTo>
                  <a:lnTo>
                    <a:pt x="101" y="404"/>
                  </a:lnTo>
                  <a:lnTo>
                    <a:pt x="168" y="438"/>
                  </a:lnTo>
                  <a:lnTo>
                    <a:pt x="269" y="438"/>
                  </a:lnTo>
                  <a:lnTo>
                    <a:pt x="572" y="404"/>
                  </a:lnTo>
                  <a:lnTo>
                    <a:pt x="875" y="303"/>
                  </a:lnTo>
                  <a:lnTo>
                    <a:pt x="909" y="472"/>
                  </a:lnTo>
                  <a:lnTo>
                    <a:pt x="976" y="606"/>
                  </a:lnTo>
                  <a:lnTo>
                    <a:pt x="875" y="606"/>
                  </a:lnTo>
                  <a:lnTo>
                    <a:pt x="808" y="674"/>
                  </a:lnTo>
                  <a:lnTo>
                    <a:pt x="640" y="741"/>
                  </a:lnTo>
                  <a:lnTo>
                    <a:pt x="572" y="775"/>
                  </a:lnTo>
                  <a:lnTo>
                    <a:pt x="539" y="775"/>
                  </a:lnTo>
                  <a:lnTo>
                    <a:pt x="572" y="741"/>
                  </a:lnTo>
                  <a:lnTo>
                    <a:pt x="707" y="674"/>
                  </a:lnTo>
                  <a:lnTo>
                    <a:pt x="842" y="573"/>
                  </a:lnTo>
                  <a:lnTo>
                    <a:pt x="842" y="539"/>
                  </a:lnTo>
                  <a:lnTo>
                    <a:pt x="842" y="505"/>
                  </a:lnTo>
                  <a:lnTo>
                    <a:pt x="808" y="472"/>
                  </a:lnTo>
                  <a:lnTo>
                    <a:pt x="741" y="438"/>
                  </a:lnTo>
                  <a:lnTo>
                    <a:pt x="572" y="539"/>
                  </a:lnTo>
                  <a:lnTo>
                    <a:pt x="370" y="640"/>
                  </a:lnTo>
                  <a:lnTo>
                    <a:pt x="269" y="741"/>
                  </a:lnTo>
                  <a:lnTo>
                    <a:pt x="236" y="775"/>
                  </a:lnTo>
                  <a:lnTo>
                    <a:pt x="269" y="842"/>
                  </a:lnTo>
                  <a:lnTo>
                    <a:pt x="303" y="876"/>
                  </a:lnTo>
                  <a:lnTo>
                    <a:pt x="337" y="876"/>
                  </a:lnTo>
                  <a:lnTo>
                    <a:pt x="438" y="808"/>
                  </a:lnTo>
                  <a:lnTo>
                    <a:pt x="438" y="876"/>
                  </a:lnTo>
                  <a:lnTo>
                    <a:pt x="471" y="909"/>
                  </a:lnTo>
                  <a:lnTo>
                    <a:pt x="539" y="943"/>
                  </a:lnTo>
                  <a:lnTo>
                    <a:pt x="707" y="909"/>
                  </a:lnTo>
                  <a:lnTo>
                    <a:pt x="875" y="808"/>
                  </a:lnTo>
                  <a:lnTo>
                    <a:pt x="976" y="741"/>
                  </a:lnTo>
                  <a:lnTo>
                    <a:pt x="1044" y="674"/>
                  </a:lnTo>
                  <a:lnTo>
                    <a:pt x="1111" y="741"/>
                  </a:lnTo>
                  <a:lnTo>
                    <a:pt x="1212" y="741"/>
                  </a:lnTo>
                  <a:lnTo>
                    <a:pt x="1279" y="707"/>
                  </a:lnTo>
                  <a:lnTo>
                    <a:pt x="1313" y="640"/>
                  </a:lnTo>
                  <a:lnTo>
                    <a:pt x="1279" y="573"/>
                  </a:lnTo>
                  <a:lnTo>
                    <a:pt x="1246" y="505"/>
                  </a:lnTo>
                  <a:lnTo>
                    <a:pt x="1145" y="303"/>
                  </a:lnTo>
                  <a:lnTo>
                    <a:pt x="1111" y="135"/>
                  </a:lnTo>
                  <a:lnTo>
                    <a:pt x="1111" y="68"/>
                  </a:lnTo>
                  <a:lnTo>
                    <a:pt x="107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 name="Google Shape;713;p5">
              <a:extLst>
                <a:ext uri="{FF2B5EF4-FFF2-40B4-BE49-F238E27FC236}">
                  <a16:creationId xmlns:a16="http://schemas.microsoft.com/office/drawing/2014/main" id="{BC9D70FB-7C17-459A-919E-0809DFC4842C}"/>
                </a:ext>
              </a:extLst>
            </p:cNvPr>
            <p:cNvSpPr/>
            <p:nvPr/>
          </p:nvSpPr>
          <p:spPr>
            <a:xfrm>
              <a:off x="6292083" y="2138723"/>
              <a:ext cx="35274" cy="35274"/>
            </a:xfrm>
            <a:custGeom>
              <a:avLst/>
              <a:gdLst/>
              <a:ahLst/>
              <a:cxnLst/>
              <a:rect l="l" t="t" r="r" b="b"/>
              <a:pathLst>
                <a:path w="708" h="708" extrusionOk="0">
                  <a:moveTo>
                    <a:pt x="438" y="203"/>
                  </a:moveTo>
                  <a:lnTo>
                    <a:pt x="506" y="236"/>
                  </a:lnTo>
                  <a:lnTo>
                    <a:pt x="539" y="304"/>
                  </a:lnTo>
                  <a:lnTo>
                    <a:pt x="539" y="405"/>
                  </a:lnTo>
                  <a:lnTo>
                    <a:pt x="506" y="472"/>
                  </a:lnTo>
                  <a:lnTo>
                    <a:pt x="438" y="539"/>
                  </a:lnTo>
                  <a:lnTo>
                    <a:pt x="270" y="539"/>
                  </a:lnTo>
                  <a:lnTo>
                    <a:pt x="203" y="506"/>
                  </a:lnTo>
                  <a:lnTo>
                    <a:pt x="169" y="405"/>
                  </a:lnTo>
                  <a:lnTo>
                    <a:pt x="236" y="304"/>
                  </a:lnTo>
                  <a:lnTo>
                    <a:pt x="270" y="270"/>
                  </a:lnTo>
                  <a:lnTo>
                    <a:pt x="337" y="236"/>
                  </a:lnTo>
                  <a:lnTo>
                    <a:pt x="371" y="203"/>
                  </a:lnTo>
                  <a:close/>
                  <a:moveTo>
                    <a:pt x="337" y="1"/>
                  </a:moveTo>
                  <a:lnTo>
                    <a:pt x="270" y="34"/>
                  </a:lnTo>
                  <a:lnTo>
                    <a:pt x="203" y="68"/>
                  </a:lnTo>
                  <a:lnTo>
                    <a:pt x="135" y="135"/>
                  </a:lnTo>
                  <a:lnTo>
                    <a:pt x="102" y="203"/>
                  </a:lnTo>
                  <a:lnTo>
                    <a:pt x="102" y="236"/>
                  </a:lnTo>
                  <a:lnTo>
                    <a:pt x="34" y="337"/>
                  </a:lnTo>
                  <a:lnTo>
                    <a:pt x="1" y="438"/>
                  </a:lnTo>
                  <a:lnTo>
                    <a:pt x="34" y="539"/>
                  </a:lnTo>
                  <a:lnTo>
                    <a:pt x="68" y="607"/>
                  </a:lnTo>
                  <a:lnTo>
                    <a:pt x="135" y="674"/>
                  </a:lnTo>
                  <a:lnTo>
                    <a:pt x="203" y="708"/>
                  </a:lnTo>
                  <a:lnTo>
                    <a:pt x="371" y="708"/>
                  </a:lnTo>
                  <a:lnTo>
                    <a:pt x="506" y="674"/>
                  </a:lnTo>
                  <a:lnTo>
                    <a:pt x="607" y="640"/>
                  </a:lnTo>
                  <a:lnTo>
                    <a:pt x="640" y="573"/>
                  </a:lnTo>
                  <a:lnTo>
                    <a:pt x="708" y="438"/>
                  </a:lnTo>
                  <a:lnTo>
                    <a:pt x="708" y="270"/>
                  </a:lnTo>
                  <a:lnTo>
                    <a:pt x="674" y="169"/>
                  </a:lnTo>
                  <a:lnTo>
                    <a:pt x="640" y="102"/>
                  </a:lnTo>
                  <a:lnTo>
                    <a:pt x="573" y="68"/>
                  </a:lnTo>
                  <a:lnTo>
                    <a:pt x="506" y="34"/>
                  </a:lnTo>
                  <a:lnTo>
                    <a:pt x="33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 name="Google Shape;714;p5">
              <a:extLst>
                <a:ext uri="{FF2B5EF4-FFF2-40B4-BE49-F238E27FC236}">
                  <a16:creationId xmlns:a16="http://schemas.microsoft.com/office/drawing/2014/main" id="{74B66897-D8C2-4AE5-988E-A6190F9B6EC4}"/>
                </a:ext>
              </a:extLst>
            </p:cNvPr>
            <p:cNvSpPr/>
            <p:nvPr/>
          </p:nvSpPr>
          <p:spPr>
            <a:xfrm>
              <a:off x="6538655" y="3066318"/>
              <a:ext cx="16840" cy="30242"/>
            </a:xfrm>
            <a:custGeom>
              <a:avLst/>
              <a:gdLst/>
              <a:ahLst/>
              <a:cxnLst/>
              <a:rect l="l" t="t" r="r" b="b"/>
              <a:pathLst>
                <a:path w="338" h="607" extrusionOk="0">
                  <a:moveTo>
                    <a:pt x="34" y="1"/>
                  </a:moveTo>
                  <a:lnTo>
                    <a:pt x="1" y="35"/>
                  </a:lnTo>
                  <a:lnTo>
                    <a:pt x="1" y="270"/>
                  </a:lnTo>
                  <a:lnTo>
                    <a:pt x="1" y="472"/>
                  </a:lnTo>
                  <a:lnTo>
                    <a:pt x="34" y="540"/>
                  </a:lnTo>
                  <a:lnTo>
                    <a:pt x="102" y="607"/>
                  </a:lnTo>
                  <a:lnTo>
                    <a:pt x="304" y="607"/>
                  </a:lnTo>
                  <a:lnTo>
                    <a:pt x="337" y="540"/>
                  </a:lnTo>
                  <a:lnTo>
                    <a:pt x="337" y="472"/>
                  </a:lnTo>
                  <a:lnTo>
                    <a:pt x="270" y="405"/>
                  </a:lnTo>
                  <a:lnTo>
                    <a:pt x="236" y="405"/>
                  </a:lnTo>
                  <a:lnTo>
                    <a:pt x="203" y="169"/>
                  </a:lnTo>
                  <a:lnTo>
                    <a:pt x="135" y="102"/>
                  </a:lnTo>
                  <a:lnTo>
                    <a:pt x="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 name="Google Shape;715;p5">
              <a:extLst>
                <a:ext uri="{FF2B5EF4-FFF2-40B4-BE49-F238E27FC236}">
                  <a16:creationId xmlns:a16="http://schemas.microsoft.com/office/drawing/2014/main" id="{76E59796-0B3D-4A11-9119-474CF05F2C23}"/>
                </a:ext>
              </a:extLst>
            </p:cNvPr>
            <p:cNvSpPr/>
            <p:nvPr/>
          </p:nvSpPr>
          <p:spPr>
            <a:xfrm>
              <a:off x="6421223" y="2091740"/>
              <a:ext cx="105773" cy="40306"/>
            </a:xfrm>
            <a:custGeom>
              <a:avLst/>
              <a:gdLst/>
              <a:ahLst/>
              <a:cxnLst/>
              <a:rect l="l" t="t" r="r" b="b"/>
              <a:pathLst>
                <a:path w="2123" h="809" extrusionOk="0">
                  <a:moveTo>
                    <a:pt x="1920" y="1"/>
                  </a:moveTo>
                  <a:lnTo>
                    <a:pt x="1853" y="34"/>
                  </a:lnTo>
                  <a:lnTo>
                    <a:pt x="1617" y="102"/>
                  </a:lnTo>
                  <a:lnTo>
                    <a:pt x="1381" y="169"/>
                  </a:lnTo>
                  <a:lnTo>
                    <a:pt x="944" y="270"/>
                  </a:lnTo>
                  <a:lnTo>
                    <a:pt x="472" y="371"/>
                  </a:lnTo>
                  <a:lnTo>
                    <a:pt x="270" y="472"/>
                  </a:lnTo>
                  <a:lnTo>
                    <a:pt x="35" y="573"/>
                  </a:lnTo>
                  <a:lnTo>
                    <a:pt x="1" y="674"/>
                  </a:lnTo>
                  <a:lnTo>
                    <a:pt x="1" y="741"/>
                  </a:lnTo>
                  <a:lnTo>
                    <a:pt x="68" y="809"/>
                  </a:lnTo>
                  <a:lnTo>
                    <a:pt x="136" y="809"/>
                  </a:lnTo>
                  <a:lnTo>
                    <a:pt x="1112" y="640"/>
                  </a:lnTo>
                  <a:lnTo>
                    <a:pt x="1583" y="506"/>
                  </a:lnTo>
                  <a:lnTo>
                    <a:pt x="2021" y="337"/>
                  </a:lnTo>
                  <a:lnTo>
                    <a:pt x="2088" y="304"/>
                  </a:lnTo>
                  <a:lnTo>
                    <a:pt x="2122" y="236"/>
                  </a:lnTo>
                  <a:lnTo>
                    <a:pt x="2122" y="169"/>
                  </a:lnTo>
                  <a:lnTo>
                    <a:pt x="2088" y="102"/>
                  </a:lnTo>
                  <a:lnTo>
                    <a:pt x="2055" y="68"/>
                  </a:lnTo>
                  <a:lnTo>
                    <a:pt x="1987" y="34"/>
                  </a:lnTo>
                  <a:lnTo>
                    <a:pt x="192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 name="Google Shape;716;p5">
              <a:extLst>
                <a:ext uri="{FF2B5EF4-FFF2-40B4-BE49-F238E27FC236}">
                  <a16:creationId xmlns:a16="http://schemas.microsoft.com/office/drawing/2014/main" id="{CD053CED-2E47-47F7-863C-BF0C60D193C2}"/>
                </a:ext>
              </a:extLst>
            </p:cNvPr>
            <p:cNvSpPr/>
            <p:nvPr/>
          </p:nvSpPr>
          <p:spPr>
            <a:xfrm>
              <a:off x="6654393" y="2992531"/>
              <a:ext cx="152706" cy="80563"/>
            </a:xfrm>
            <a:custGeom>
              <a:avLst/>
              <a:gdLst/>
              <a:ahLst/>
              <a:cxnLst/>
              <a:rect l="l" t="t" r="r" b="b"/>
              <a:pathLst>
                <a:path w="3065" h="1617" extrusionOk="0">
                  <a:moveTo>
                    <a:pt x="2896" y="1"/>
                  </a:moveTo>
                  <a:lnTo>
                    <a:pt x="1482" y="371"/>
                  </a:lnTo>
                  <a:lnTo>
                    <a:pt x="68" y="809"/>
                  </a:lnTo>
                  <a:lnTo>
                    <a:pt x="1" y="842"/>
                  </a:lnTo>
                  <a:lnTo>
                    <a:pt x="1" y="910"/>
                  </a:lnTo>
                  <a:lnTo>
                    <a:pt x="35" y="977"/>
                  </a:lnTo>
                  <a:lnTo>
                    <a:pt x="102" y="977"/>
                  </a:lnTo>
                  <a:lnTo>
                    <a:pt x="775" y="842"/>
                  </a:lnTo>
                  <a:lnTo>
                    <a:pt x="1449" y="674"/>
                  </a:lnTo>
                  <a:lnTo>
                    <a:pt x="2762" y="304"/>
                  </a:lnTo>
                  <a:lnTo>
                    <a:pt x="2762" y="405"/>
                  </a:lnTo>
                  <a:lnTo>
                    <a:pt x="2762" y="506"/>
                  </a:lnTo>
                  <a:lnTo>
                    <a:pt x="2728" y="607"/>
                  </a:lnTo>
                  <a:lnTo>
                    <a:pt x="2694" y="708"/>
                  </a:lnTo>
                  <a:lnTo>
                    <a:pt x="2526" y="842"/>
                  </a:lnTo>
                  <a:lnTo>
                    <a:pt x="2290" y="977"/>
                  </a:lnTo>
                  <a:lnTo>
                    <a:pt x="2021" y="1078"/>
                  </a:lnTo>
                  <a:lnTo>
                    <a:pt x="1785" y="1145"/>
                  </a:lnTo>
                  <a:lnTo>
                    <a:pt x="1348" y="1246"/>
                  </a:lnTo>
                  <a:lnTo>
                    <a:pt x="573" y="1381"/>
                  </a:lnTo>
                  <a:lnTo>
                    <a:pt x="439" y="1347"/>
                  </a:lnTo>
                  <a:lnTo>
                    <a:pt x="338" y="1280"/>
                  </a:lnTo>
                  <a:lnTo>
                    <a:pt x="237" y="1213"/>
                  </a:lnTo>
                  <a:lnTo>
                    <a:pt x="136" y="1145"/>
                  </a:lnTo>
                  <a:lnTo>
                    <a:pt x="102" y="1179"/>
                  </a:lnTo>
                  <a:lnTo>
                    <a:pt x="136" y="1280"/>
                  </a:lnTo>
                  <a:lnTo>
                    <a:pt x="169" y="1381"/>
                  </a:lnTo>
                  <a:lnTo>
                    <a:pt x="304" y="1583"/>
                  </a:lnTo>
                  <a:lnTo>
                    <a:pt x="371" y="1617"/>
                  </a:lnTo>
                  <a:lnTo>
                    <a:pt x="439" y="1617"/>
                  </a:lnTo>
                  <a:lnTo>
                    <a:pt x="1550" y="1448"/>
                  </a:lnTo>
                  <a:lnTo>
                    <a:pt x="2088" y="1314"/>
                  </a:lnTo>
                  <a:lnTo>
                    <a:pt x="2358" y="1213"/>
                  </a:lnTo>
                  <a:lnTo>
                    <a:pt x="2627" y="1112"/>
                  </a:lnTo>
                  <a:lnTo>
                    <a:pt x="2728" y="1044"/>
                  </a:lnTo>
                  <a:lnTo>
                    <a:pt x="2795" y="943"/>
                  </a:lnTo>
                  <a:lnTo>
                    <a:pt x="2930" y="741"/>
                  </a:lnTo>
                  <a:lnTo>
                    <a:pt x="2997" y="472"/>
                  </a:lnTo>
                  <a:lnTo>
                    <a:pt x="2997" y="337"/>
                  </a:lnTo>
                  <a:lnTo>
                    <a:pt x="2964" y="236"/>
                  </a:lnTo>
                  <a:lnTo>
                    <a:pt x="3031" y="203"/>
                  </a:lnTo>
                  <a:lnTo>
                    <a:pt x="3065" y="169"/>
                  </a:lnTo>
                  <a:lnTo>
                    <a:pt x="3065" y="68"/>
                  </a:lnTo>
                  <a:lnTo>
                    <a:pt x="299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 name="Google Shape;717;p5">
              <a:extLst>
                <a:ext uri="{FF2B5EF4-FFF2-40B4-BE49-F238E27FC236}">
                  <a16:creationId xmlns:a16="http://schemas.microsoft.com/office/drawing/2014/main" id="{2EEE4A9C-D226-44F2-AC93-BBF5A664A687}"/>
                </a:ext>
              </a:extLst>
            </p:cNvPr>
            <p:cNvSpPr/>
            <p:nvPr/>
          </p:nvSpPr>
          <p:spPr>
            <a:xfrm>
              <a:off x="6233393" y="2021291"/>
              <a:ext cx="637429" cy="1130622"/>
            </a:xfrm>
            <a:custGeom>
              <a:avLst/>
              <a:gdLst/>
              <a:ahLst/>
              <a:cxnLst/>
              <a:rect l="l" t="t" r="r" b="b"/>
              <a:pathLst>
                <a:path w="12794" h="22693" extrusionOk="0">
                  <a:moveTo>
                    <a:pt x="10774" y="3334"/>
                  </a:moveTo>
                  <a:lnTo>
                    <a:pt x="10841" y="3368"/>
                  </a:lnTo>
                  <a:lnTo>
                    <a:pt x="11178" y="4209"/>
                  </a:lnTo>
                  <a:lnTo>
                    <a:pt x="11245" y="4378"/>
                  </a:lnTo>
                  <a:lnTo>
                    <a:pt x="11346" y="4580"/>
                  </a:lnTo>
                  <a:lnTo>
                    <a:pt x="11346" y="4681"/>
                  </a:lnTo>
                  <a:lnTo>
                    <a:pt x="11346" y="4748"/>
                  </a:lnTo>
                  <a:lnTo>
                    <a:pt x="11313" y="4815"/>
                  </a:lnTo>
                  <a:lnTo>
                    <a:pt x="11212" y="4849"/>
                  </a:lnTo>
                  <a:lnTo>
                    <a:pt x="11111" y="4546"/>
                  </a:lnTo>
                  <a:lnTo>
                    <a:pt x="10774" y="3334"/>
                  </a:lnTo>
                  <a:close/>
                  <a:moveTo>
                    <a:pt x="6868" y="1"/>
                  </a:moveTo>
                  <a:lnTo>
                    <a:pt x="6363" y="34"/>
                  </a:lnTo>
                  <a:lnTo>
                    <a:pt x="5892" y="102"/>
                  </a:lnTo>
                  <a:lnTo>
                    <a:pt x="5387" y="169"/>
                  </a:lnTo>
                  <a:lnTo>
                    <a:pt x="4882" y="270"/>
                  </a:lnTo>
                  <a:lnTo>
                    <a:pt x="3939" y="506"/>
                  </a:lnTo>
                  <a:lnTo>
                    <a:pt x="2963" y="809"/>
                  </a:lnTo>
                  <a:lnTo>
                    <a:pt x="2492" y="977"/>
                  </a:lnTo>
                  <a:lnTo>
                    <a:pt x="2020" y="1145"/>
                  </a:lnTo>
                  <a:lnTo>
                    <a:pt x="1583" y="1381"/>
                  </a:lnTo>
                  <a:lnTo>
                    <a:pt x="1145" y="1617"/>
                  </a:lnTo>
                  <a:lnTo>
                    <a:pt x="876" y="1819"/>
                  </a:lnTo>
                  <a:lnTo>
                    <a:pt x="640" y="2021"/>
                  </a:lnTo>
                  <a:lnTo>
                    <a:pt x="438" y="2257"/>
                  </a:lnTo>
                  <a:lnTo>
                    <a:pt x="236" y="2560"/>
                  </a:lnTo>
                  <a:lnTo>
                    <a:pt x="101" y="2829"/>
                  </a:lnTo>
                  <a:lnTo>
                    <a:pt x="0" y="3132"/>
                  </a:lnTo>
                  <a:lnTo>
                    <a:pt x="0" y="3469"/>
                  </a:lnTo>
                  <a:lnTo>
                    <a:pt x="34" y="3772"/>
                  </a:lnTo>
                  <a:lnTo>
                    <a:pt x="34" y="3805"/>
                  </a:lnTo>
                  <a:lnTo>
                    <a:pt x="34" y="3839"/>
                  </a:lnTo>
                  <a:lnTo>
                    <a:pt x="101" y="4378"/>
                  </a:lnTo>
                  <a:lnTo>
                    <a:pt x="236" y="4883"/>
                  </a:lnTo>
                  <a:lnTo>
                    <a:pt x="505" y="5893"/>
                  </a:lnTo>
                  <a:lnTo>
                    <a:pt x="808" y="6903"/>
                  </a:lnTo>
                  <a:lnTo>
                    <a:pt x="1111" y="7946"/>
                  </a:lnTo>
                  <a:lnTo>
                    <a:pt x="1583" y="10101"/>
                  </a:lnTo>
                  <a:lnTo>
                    <a:pt x="2020" y="12256"/>
                  </a:lnTo>
                  <a:lnTo>
                    <a:pt x="2559" y="14478"/>
                  </a:lnTo>
                  <a:lnTo>
                    <a:pt x="3131" y="16700"/>
                  </a:lnTo>
                  <a:lnTo>
                    <a:pt x="3704" y="18889"/>
                  </a:lnTo>
                  <a:lnTo>
                    <a:pt x="4377" y="21077"/>
                  </a:lnTo>
                  <a:lnTo>
                    <a:pt x="4411" y="21144"/>
                  </a:lnTo>
                  <a:lnTo>
                    <a:pt x="4411" y="21346"/>
                  </a:lnTo>
                  <a:lnTo>
                    <a:pt x="4478" y="21481"/>
                  </a:lnTo>
                  <a:lnTo>
                    <a:pt x="4613" y="21649"/>
                  </a:lnTo>
                  <a:lnTo>
                    <a:pt x="4747" y="21818"/>
                  </a:lnTo>
                  <a:lnTo>
                    <a:pt x="5084" y="22087"/>
                  </a:lnTo>
                  <a:lnTo>
                    <a:pt x="5421" y="22255"/>
                  </a:lnTo>
                  <a:lnTo>
                    <a:pt x="5724" y="22424"/>
                  </a:lnTo>
                  <a:lnTo>
                    <a:pt x="6027" y="22525"/>
                  </a:lnTo>
                  <a:lnTo>
                    <a:pt x="6363" y="22626"/>
                  </a:lnTo>
                  <a:lnTo>
                    <a:pt x="6734" y="22659"/>
                  </a:lnTo>
                  <a:lnTo>
                    <a:pt x="7070" y="22693"/>
                  </a:lnTo>
                  <a:lnTo>
                    <a:pt x="7407" y="22693"/>
                  </a:lnTo>
                  <a:lnTo>
                    <a:pt x="8114" y="22659"/>
                  </a:lnTo>
                  <a:lnTo>
                    <a:pt x="8720" y="22592"/>
                  </a:lnTo>
                  <a:lnTo>
                    <a:pt x="9293" y="22491"/>
                  </a:lnTo>
                  <a:lnTo>
                    <a:pt x="9899" y="22390"/>
                  </a:lnTo>
                  <a:lnTo>
                    <a:pt x="10471" y="22255"/>
                  </a:lnTo>
                  <a:lnTo>
                    <a:pt x="11649" y="21919"/>
                  </a:lnTo>
                  <a:lnTo>
                    <a:pt x="12794" y="21515"/>
                  </a:lnTo>
                  <a:lnTo>
                    <a:pt x="12794" y="21212"/>
                  </a:lnTo>
                  <a:lnTo>
                    <a:pt x="11313" y="21717"/>
                  </a:lnTo>
                  <a:lnTo>
                    <a:pt x="10538" y="21919"/>
                  </a:lnTo>
                  <a:lnTo>
                    <a:pt x="9798" y="22121"/>
                  </a:lnTo>
                  <a:lnTo>
                    <a:pt x="9124" y="22255"/>
                  </a:lnTo>
                  <a:lnTo>
                    <a:pt x="8485" y="22390"/>
                  </a:lnTo>
                  <a:lnTo>
                    <a:pt x="7811" y="22424"/>
                  </a:lnTo>
                  <a:lnTo>
                    <a:pt x="7138" y="22457"/>
                  </a:lnTo>
                  <a:lnTo>
                    <a:pt x="6801" y="22424"/>
                  </a:lnTo>
                  <a:lnTo>
                    <a:pt x="6498" y="22390"/>
                  </a:lnTo>
                  <a:lnTo>
                    <a:pt x="6195" y="22289"/>
                  </a:lnTo>
                  <a:lnTo>
                    <a:pt x="5858" y="22188"/>
                  </a:lnTo>
                  <a:lnTo>
                    <a:pt x="5522" y="22053"/>
                  </a:lnTo>
                  <a:lnTo>
                    <a:pt x="5320" y="21919"/>
                  </a:lnTo>
                  <a:lnTo>
                    <a:pt x="5084" y="21784"/>
                  </a:lnTo>
                  <a:lnTo>
                    <a:pt x="4916" y="21616"/>
                  </a:lnTo>
                  <a:lnTo>
                    <a:pt x="4747" y="21447"/>
                  </a:lnTo>
                  <a:lnTo>
                    <a:pt x="4646" y="21279"/>
                  </a:lnTo>
                  <a:lnTo>
                    <a:pt x="4613" y="21077"/>
                  </a:lnTo>
                  <a:lnTo>
                    <a:pt x="4613" y="21043"/>
                  </a:lnTo>
                  <a:lnTo>
                    <a:pt x="4007" y="18889"/>
                  </a:lnTo>
                  <a:lnTo>
                    <a:pt x="3434" y="16734"/>
                  </a:lnTo>
                  <a:lnTo>
                    <a:pt x="2862" y="14579"/>
                  </a:lnTo>
                  <a:lnTo>
                    <a:pt x="2323" y="12424"/>
                  </a:lnTo>
                  <a:lnTo>
                    <a:pt x="1852" y="10269"/>
                  </a:lnTo>
                  <a:lnTo>
                    <a:pt x="1414" y="8115"/>
                  </a:lnTo>
                  <a:lnTo>
                    <a:pt x="1280" y="7576"/>
                  </a:lnTo>
                  <a:lnTo>
                    <a:pt x="1145" y="7037"/>
                  </a:lnTo>
                  <a:lnTo>
                    <a:pt x="808" y="5960"/>
                  </a:lnTo>
                  <a:lnTo>
                    <a:pt x="472" y="4883"/>
                  </a:lnTo>
                  <a:lnTo>
                    <a:pt x="303" y="4344"/>
                  </a:lnTo>
                  <a:lnTo>
                    <a:pt x="169" y="3805"/>
                  </a:lnTo>
                  <a:lnTo>
                    <a:pt x="135" y="3772"/>
                  </a:lnTo>
                  <a:lnTo>
                    <a:pt x="202" y="3368"/>
                  </a:lnTo>
                  <a:lnTo>
                    <a:pt x="303" y="2997"/>
                  </a:lnTo>
                  <a:lnTo>
                    <a:pt x="472" y="2694"/>
                  </a:lnTo>
                  <a:lnTo>
                    <a:pt x="674" y="2391"/>
                  </a:lnTo>
                  <a:lnTo>
                    <a:pt x="909" y="2122"/>
                  </a:lnTo>
                  <a:lnTo>
                    <a:pt x="1179" y="1920"/>
                  </a:lnTo>
                  <a:lnTo>
                    <a:pt x="1482" y="1684"/>
                  </a:lnTo>
                  <a:lnTo>
                    <a:pt x="1818" y="1516"/>
                  </a:lnTo>
                  <a:lnTo>
                    <a:pt x="2155" y="1347"/>
                  </a:lnTo>
                  <a:lnTo>
                    <a:pt x="2525" y="1213"/>
                  </a:lnTo>
                  <a:lnTo>
                    <a:pt x="3266" y="943"/>
                  </a:lnTo>
                  <a:lnTo>
                    <a:pt x="4007" y="741"/>
                  </a:lnTo>
                  <a:lnTo>
                    <a:pt x="4714" y="573"/>
                  </a:lnTo>
                  <a:lnTo>
                    <a:pt x="5555" y="405"/>
                  </a:lnTo>
                  <a:lnTo>
                    <a:pt x="5959" y="337"/>
                  </a:lnTo>
                  <a:lnTo>
                    <a:pt x="6397" y="304"/>
                  </a:lnTo>
                  <a:lnTo>
                    <a:pt x="6801" y="270"/>
                  </a:lnTo>
                  <a:lnTo>
                    <a:pt x="7239" y="304"/>
                  </a:lnTo>
                  <a:lnTo>
                    <a:pt x="7643" y="304"/>
                  </a:lnTo>
                  <a:lnTo>
                    <a:pt x="8080" y="371"/>
                  </a:lnTo>
                  <a:lnTo>
                    <a:pt x="8518" y="472"/>
                  </a:lnTo>
                  <a:lnTo>
                    <a:pt x="8922" y="607"/>
                  </a:lnTo>
                  <a:lnTo>
                    <a:pt x="9326" y="809"/>
                  </a:lnTo>
                  <a:lnTo>
                    <a:pt x="9495" y="943"/>
                  </a:lnTo>
                  <a:lnTo>
                    <a:pt x="9697" y="1078"/>
                  </a:lnTo>
                  <a:lnTo>
                    <a:pt x="9831" y="1246"/>
                  </a:lnTo>
                  <a:lnTo>
                    <a:pt x="9966" y="1448"/>
                  </a:lnTo>
                  <a:lnTo>
                    <a:pt x="10101" y="1650"/>
                  </a:lnTo>
                  <a:lnTo>
                    <a:pt x="10202" y="1852"/>
                  </a:lnTo>
                  <a:lnTo>
                    <a:pt x="10168" y="1886"/>
                  </a:lnTo>
                  <a:lnTo>
                    <a:pt x="10168" y="2088"/>
                  </a:lnTo>
                  <a:lnTo>
                    <a:pt x="10202" y="2223"/>
                  </a:lnTo>
                  <a:lnTo>
                    <a:pt x="10303" y="2593"/>
                  </a:lnTo>
                  <a:lnTo>
                    <a:pt x="10707" y="4108"/>
                  </a:lnTo>
                  <a:lnTo>
                    <a:pt x="11616" y="7138"/>
                  </a:lnTo>
                  <a:lnTo>
                    <a:pt x="12491" y="10168"/>
                  </a:lnTo>
                  <a:lnTo>
                    <a:pt x="12794" y="11347"/>
                  </a:lnTo>
                  <a:lnTo>
                    <a:pt x="12794" y="10337"/>
                  </a:lnTo>
                  <a:lnTo>
                    <a:pt x="12727" y="10101"/>
                  </a:lnTo>
                  <a:lnTo>
                    <a:pt x="11919" y="7340"/>
                  </a:lnTo>
                  <a:lnTo>
                    <a:pt x="11582" y="6196"/>
                  </a:lnTo>
                  <a:lnTo>
                    <a:pt x="11279" y="5085"/>
                  </a:lnTo>
                  <a:lnTo>
                    <a:pt x="11346" y="5085"/>
                  </a:lnTo>
                  <a:lnTo>
                    <a:pt x="11414" y="5051"/>
                  </a:lnTo>
                  <a:lnTo>
                    <a:pt x="11447" y="5017"/>
                  </a:lnTo>
                  <a:lnTo>
                    <a:pt x="11515" y="4916"/>
                  </a:lnTo>
                  <a:lnTo>
                    <a:pt x="11582" y="4849"/>
                  </a:lnTo>
                  <a:lnTo>
                    <a:pt x="11616" y="4815"/>
                  </a:lnTo>
                  <a:lnTo>
                    <a:pt x="11616" y="4748"/>
                  </a:lnTo>
                  <a:lnTo>
                    <a:pt x="11346" y="3974"/>
                  </a:lnTo>
                  <a:lnTo>
                    <a:pt x="11043" y="3233"/>
                  </a:lnTo>
                  <a:lnTo>
                    <a:pt x="10976" y="3166"/>
                  </a:lnTo>
                  <a:lnTo>
                    <a:pt x="10707" y="3166"/>
                  </a:lnTo>
                  <a:lnTo>
                    <a:pt x="10471" y="2560"/>
                  </a:lnTo>
                  <a:lnTo>
                    <a:pt x="10639" y="2560"/>
                  </a:lnTo>
                  <a:lnTo>
                    <a:pt x="10673" y="2492"/>
                  </a:lnTo>
                  <a:lnTo>
                    <a:pt x="10673" y="2425"/>
                  </a:lnTo>
                  <a:lnTo>
                    <a:pt x="10538" y="2054"/>
                  </a:lnTo>
                  <a:lnTo>
                    <a:pt x="10404" y="1718"/>
                  </a:lnTo>
                  <a:lnTo>
                    <a:pt x="10235" y="1415"/>
                  </a:lnTo>
                  <a:lnTo>
                    <a:pt x="10033" y="1112"/>
                  </a:lnTo>
                  <a:lnTo>
                    <a:pt x="9798" y="876"/>
                  </a:lnTo>
                  <a:lnTo>
                    <a:pt x="9528" y="640"/>
                  </a:lnTo>
                  <a:lnTo>
                    <a:pt x="9225" y="472"/>
                  </a:lnTo>
                  <a:lnTo>
                    <a:pt x="8855" y="304"/>
                  </a:lnTo>
                  <a:lnTo>
                    <a:pt x="8384" y="169"/>
                  </a:lnTo>
                  <a:lnTo>
                    <a:pt x="7878" y="68"/>
                  </a:lnTo>
                  <a:lnTo>
                    <a:pt x="7373" y="34"/>
                  </a:lnTo>
                  <a:lnTo>
                    <a:pt x="68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 name="Google Shape;718;p5">
              <a:extLst>
                <a:ext uri="{FF2B5EF4-FFF2-40B4-BE49-F238E27FC236}">
                  <a16:creationId xmlns:a16="http://schemas.microsoft.com/office/drawing/2014/main" id="{433A9CA8-A8ED-4DD4-9B0E-48C9DCE2BD84}"/>
                </a:ext>
              </a:extLst>
            </p:cNvPr>
            <p:cNvSpPr/>
            <p:nvPr/>
          </p:nvSpPr>
          <p:spPr>
            <a:xfrm>
              <a:off x="6609104" y="2068274"/>
              <a:ext cx="21872" cy="20178"/>
            </a:xfrm>
            <a:custGeom>
              <a:avLst/>
              <a:gdLst/>
              <a:ahLst/>
              <a:cxnLst/>
              <a:rect l="l" t="t" r="r" b="b"/>
              <a:pathLst>
                <a:path w="439" h="405" extrusionOk="0">
                  <a:moveTo>
                    <a:pt x="135" y="0"/>
                  </a:moveTo>
                  <a:lnTo>
                    <a:pt x="34" y="101"/>
                  </a:lnTo>
                  <a:lnTo>
                    <a:pt x="34" y="169"/>
                  </a:lnTo>
                  <a:lnTo>
                    <a:pt x="1" y="236"/>
                  </a:lnTo>
                  <a:lnTo>
                    <a:pt x="34" y="337"/>
                  </a:lnTo>
                  <a:lnTo>
                    <a:pt x="68" y="371"/>
                  </a:lnTo>
                  <a:lnTo>
                    <a:pt x="135" y="404"/>
                  </a:lnTo>
                  <a:lnTo>
                    <a:pt x="203" y="404"/>
                  </a:lnTo>
                  <a:lnTo>
                    <a:pt x="270" y="371"/>
                  </a:lnTo>
                  <a:lnTo>
                    <a:pt x="371" y="337"/>
                  </a:lnTo>
                  <a:lnTo>
                    <a:pt x="405" y="270"/>
                  </a:lnTo>
                  <a:lnTo>
                    <a:pt x="438" y="169"/>
                  </a:lnTo>
                  <a:lnTo>
                    <a:pt x="405" y="101"/>
                  </a:lnTo>
                  <a:lnTo>
                    <a:pt x="337" y="34"/>
                  </a:lnTo>
                  <a:lnTo>
                    <a:pt x="23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53" name="Google Shape;730;p5">
            <a:extLst>
              <a:ext uri="{FF2B5EF4-FFF2-40B4-BE49-F238E27FC236}">
                <a16:creationId xmlns:a16="http://schemas.microsoft.com/office/drawing/2014/main" id="{498851B8-0246-42CC-8611-612A32DC2E6D}"/>
              </a:ext>
            </a:extLst>
          </p:cNvPr>
          <p:cNvGrpSpPr/>
          <p:nvPr userDrawn="1"/>
        </p:nvGrpSpPr>
        <p:grpSpPr>
          <a:xfrm>
            <a:off x="7847220" y="3073038"/>
            <a:ext cx="598866" cy="595528"/>
            <a:chOff x="5944870" y="3341438"/>
            <a:chExt cx="598866" cy="595528"/>
          </a:xfrm>
        </p:grpSpPr>
        <p:sp>
          <p:nvSpPr>
            <p:cNvPr id="54" name="Google Shape;731;p5">
              <a:extLst>
                <a:ext uri="{FF2B5EF4-FFF2-40B4-BE49-F238E27FC236}">
                  <a16:creationId xmlns:a16="http://schemas.microsoft.com/office/drawing/2014/main" id="{50B0F330-D476-4614-8E72-CFE09833D5A5}"/>
                </a:ext>
              </a:extLst>
            </p:cNvPr>
            <p:cNvSpPr/>
            <p:nvPr/>
          </p:nvSpPr>
          <p:spPr>
            <a:xfrm>
              <a:off x="5944870" y="3341438"/>
              <a:ext cx="593834" cy="583770"/>
            </a:xfrm>
            <a:custGeom>
              <a:avLst/>
              <a:gdLst/>
              <a:ahLst/>
              <a:cxnLst/>
              <a:rect l="l" t="t" r="r" b="b"/>
              <a:pathLst>
                <a:path w="11919" h="11717" extrusionOk="0">
                  <a:moveTo>
                    <a:pt x="270" y="6532"/>
                  </a:moveTo>
                  <a:lnTo>
                    <a:pt x="303" y="6734"/>
                  </a:lnTo>
                  <a:lnTo>
                    <a:pt x="371" y="6936"/>
                  </a:lnTo>
                  <a:lnTo>
                    <a:pt x="573" y="7273"/>
                  </a:lnTo>
                  <a:lnTo>
                    <a:pt x="808" y="7609"/>
                  </a:lnTo>
                  <a:lnTo>
                    <a:pt x="977" y="7744"/>
                  </a:lnTo>
                  <a:lnTo>
                    <a:pt x="1111" y="7845"/>
                  </a:lnTo>
                  <a:lnTo>
                    <a:pt x="1078" y="8148"/>
                  </a:lnTo>
                  <a:lnTo>
                    <a:pt x="1078" y="8451"/>
                  </a:lnTo>
                  <a:lnTo>
                    <a:pt x="1111" y="8721"/>
                  </a:lnTo>
                  <a:lnTo>
                    <a:pt x="1145" y="9024"/>
                  </a:lnTo>
                  <a:lnTo>
                    <a:pt x="1212" y="9158"/>
                  </a:lnTo>
                  <a:lnTo>
                    <a:pt x="943" y="8956"/>
                  </a:lnTo>
                  <a:lnTo>
                    <a:pt x="707" y="8687"/>
                  </a:lnTo>
                  <a:lnTo>
                    <a:pt x="505" y="8418"/>
                  </a:lnTo>
                  <a:lnTo>
                    <a:pt x="371" y="8115"/>
                  </a:lnTo>
                  <a:lnTo>
                    <a:pt x="270" y="7811"/>
                  </a:lnTo>
                  <a:lnTo>
                    <a:pt x="236" y="7508"/>
                  </a:lnTo>
                  <a:lnTo>
                    <a:pt x="202" y="7205"/>
                  </a:lnTo>
                  <a:lnTo>
                    <a:pt x="236" y="6869"/>
                  </a:lnTo>
                  <a:lnTo>
                    <a:pt x="270" y="6532"/>
                  </a:lnTo>
                  <a:close/>
                  <a:moveTo>
                    <a:pt x="2593" y="1"/>
                  </a:moveTo>
                  <a:lnTo>
                    <a:pt x="2559" y="34"/>
                  </a:lnTo>
                  <a:lnTo>
                    <a:pt x="2222" y="607"/>
                  </a:lnTo>
                  <a:lnTo>
                    <a:pt x="1953" y="1179"/>
                  </a:lnTo>
                  <a:lnTo>
                    <a:pt x="1650" y="1785"/>
                  </a:lnTo>
                  <a:lnTo>
                    <a:pt x="1414" y="2391"/>
                  </a:lnTo>
                  <a:lnTo>
                    <a:pt x="943" y="3637"/>
                  </a:lnTo>
                  <a:lnTo>
                    <a:pt x="539" y="4849"/>
                  </a:lnTo>
                  <a:lnTo>
                    <a:pt x="236" y="5825"/>
                  </a:lnTo>
                  <a:lnTo>
                    <a:pt x="101" y="6364"/>
                  </a:lnTo>
                  <a:lnTo>
                    <a:pt x="0" y="6869"/>
                  </a:lnTo>
                  <a:lnTo>
                    <a:pt x="0" y="7374"/>
                  </a:lnTo>
                  <a:lnTo>
                    <a:pt x="0" y="7643"/>
                  </a:lnTo>
                  <a:lnTo>
                    <a:pt x="68" y="7879"/>
                  </a:lnTo>
                  <a:lnTo>
                    <a:pt x="135" y="8148"/>
                  </a:lnTo>
                  <a:lnTo>
                    <a:pt x="236" y="8384"/>
                  </a:lnTo>
                  <a:lnTo>
                    <a:pt x="371" y="8586"/>
                  </a:lnTo>
                  <a:lnTo>
                    <a:pt x="539" y="8822"/>
                  </a:lnTo>
                  <a:lnTo>
                    <a:pt x="909" y="9192"/>
                  </a:lnTo>
                  <a:lnTo>
                    <a:pt x="1347" y="9562"/>
                  </a:lnTo>
                  <a:lnTo>
                    <a:pt x="1818" y="9865"/>
                  </a:lnTo>
                  <a:lnTo>
                    <a:pt x="2323" y="10135"/>
                  </a:lnTo>
                  <a:lnTo>
                    <a:pt x="2828" y="10370"/>
                  </a:lnTo>
                  <a:lnTo>
                    <a:pt x="3367" y="10572"/>
                  </a:lnTo>
                  <a:lnTo>
                    <a:pt x="4411" y="10909"/>
                  </a:lnTo>
                  <a:lnTo>
                    <a:pt x="5050" y="11077"/>
                  </a:lnTo>
                  <a:lnTo>
                    <a:pt x="5690" y="11212"/>
                  </a:lnTo>
                  <a:lnTo>
                    <a:pt x="6970" y="11414"/>
                  </a:lnTo>
                  <a:lnTo>
                    <a:pt x="8249" y="11582"/>
                  </a:lnTo>
                  <a:lnTo>
                    <a:pt x="9528" y="11717"/>
                  </a:lnTo>
                  <a:lnTo>
                    <a:pt x="9596" y="11717"/>
                  </a:lnTo>
                  <a:lnTo>
                    <a:pt x="9629" y="11650"/>
                  </a:lnTo>
                  <a:lnTo>
                    <a:pt x="9596" y="11549"/>
                  </a:lnTo>
                  <a:lnTo>
                    <a:pt x="9528" y="11515"/>
                  </a:lnTo>
                  <a:lnTo>
                    <a:pt x="7576" y="11313"/>
                  </a:lnTo>
                  <a:lnTo>
                    <a:pt x="6566" y="11178"/>
                  </a:lnTo>
                  <a:lnTo>
                    <a:pt x="5555" y="11010"/>
                  </a:lnTo>
                  <a:lnTo>
                    <a:pt x="4579" y="10774"/>
                  </a:lnTo>
                  <a:lnTo>
                    <a:pt x="4074" y="10640"/>
                  </a:lnTo>
                  <a:lnTo>
                    <a:pt x="3603" y="10471"/>
                  </a:lnTo>
                  <a:lnTo>
                    <a:pt x="3131" y="10303"/>
                  </a:lnTo>
                  <a:lnTo>
                    <a:pt x="2660" y="10067"/>
                  </a:lnTo>
                  <a:lnTo>
                    <a:pt x="2222" y="9865"/>
                  </a:lnTo>
                  <a:lnTo>
                    <a:pt x="1818" y="9596"/>
                  </a:lnTo>
                  <a:lnTo>
                    <a:pt x="1549" y="9226"/>
                  </a:lnTo>
                  <a:lnTo>
                    <a:pt x="1448" y="9057"/>
                  </a:lnTo>
                  <a:lnTo>
                    <a:pt x="1347" y="8822"/>
                  </a:lnTo>
                  <a:lnTo>
                    <a:pt x="1313" y="8620"/>
                  </a:lnTo>
                  <a:lnTo>
                    <a:pt x="1313" y="8384"/>
                  </a:lnTo>
                  <a:lnTo>
                    <a:pt x="1280" y="8148"/>
                  </a:lnTo>
                  <a:lnTo>
                    <a:pt x="1246" y="7912"/>
                  </a:lnTo>
                  <a:lnTo>
                    <a:pt x="1313" y="7879"/>
                  </a:lnTo>
                  <a:lnTo>
                    <a:pt x="1347" y="7811"/>
                  </a:lnTo>
                  <a:lnTo>
                    <a:pt x="1313" y="7744"/>
                  </a:lnTo>
                  <a:lnTo>
                    <a:pt x="1280" y="7710"/>
                  </a:lnTo>
                  <a:lnTo>
                    <a:pt x="1044" y="7542"/>
                  </a:lnTo>
                  <a:lnTo>
                    <a:pt x="876" y="7340"/>
                  </a:lnTo>
                  <a:lnTo>
                    <a:pt x="707" y="7104"/>
                  </a:lnTo>
                  <a:lnTo>
                    <a:pt x="539" y="6869"/>
                  </a:lnTo>
                  <a:lnTo>
                    <a:pt x="472" y="6633"/>
                  </a:lnTo>
                  <a:lnTo>
                    <a:pt x="404" y="6431"/>
                  </a:lnTo>
                  <a:lnTo>
                    <a:pt x="404" y="5960"/>
                  </a:lnTo>
                  <a:lnTo>
                    <a:pt x="640" y="5185"/>
                  </a:lnTo>
                  <a:lnTo>
                    <a:pt x="909" y="4445"/>
                  </a:lnTo>
                  <a:lnTo>
                    <a:pt x="1313" y="3367"/>
                  </a:lnTo>
                  <a:lnTo>
                    <a:pt x="1751" y="2290"/>
                  </a:lnTo>
                  <a:lnTo>
                    <a:pt x="2189" y="1246"/>
                  </a:lnTo>
                  <a:lnTo>
                    <a:pt x="2593" y="169"/>
                  </a:lnTo>
                  <a:lnTo>
                    <a:pt x="2727" y="304"/>
                  </a:lnTo>
                  <a:lnTo>
                    <a:pt x="2896" y="405"/>
                  </a:lnTo>
                  <a:lnTo>
                    <a:pt x="3098" y="506"/>
                  </a:lnTo>
                  <a:lnTo>
                    <a:pt x="3266" y="573"/>
                  </a:lnTo>
                  <a:lnTo>
                    <a:pt x="3670" y="640"/>
                  </a:lnTo>
                  <a:lnTo>
                    <a:pt x="4074" y="708"/>
                  </a:lnTo>
                  <a:lnTo>
                    <a:pt x="4714" y="842"/>
                  </a:lnTo>
                  <a:lnTo>
                    <a:pt x="5353" y="1011"/>
                  </a:lnTo>
                  <a:lnTo>
                    <a:pt x="6599" y="1415"/>
                  </a:lnTo>
                  <a:lnTo>
                    <a:pt x="7879" y="1785"/>
                  </a:lnTo>
                  <a:lnTo>
                    <a:pt x="9192" y="2088"/>
                  </a:lnTo>
                  <a:lnTo>
                    <a:pt x="10505" y="2324"/>
                  </a:lnTo>
                  <a:lnTo>
                    <a:pt x="11818" y="2492"/>
                  </a:lnTo>
                  <a:lnTo>
                    <a:pt x="11885" y="2492"/>
                  </a:lnTo>
                  <a:lnTo>
                    <a:pt x="11919" y="2425"/>
                  </a:lnTo>
                  <a:lnTo>
                    <a:pt x="11885" y="2324"/>
                  </a:lnTo>
                  <a:lnTo>
                    <a:pt x="11818" y="2290"/>
                  </a:lnTo>
                  <a:lnTo>
                    <a:pt x="10572" y="2122"/>
                  </a:lnTo>
                  <a:lnTo>
                    <a:pt x="9326" y="1920"/>
                  </a:lnTo>
                  <a:lnTo>
                    <a:pt x="8114" y="1650"/>
                  </a:lnTo>
                  <a:lnTo>
                    <a:pt x="6902" y="1314"/>
                  </a:lnTo>
                  <a:lnTo>
                    <a:pt x="5825" y="977"/>
                  </a:lnTo>
                  <a:lnTo>
                    <a:pt x="4781" y="674"/>
                  </a:lnTo>
                  <a:lnTo>
                    <a:pt x="4242" y="539"/>
                  </a:lnTo>
                  <a:lnTo>
                    <a:pt x="3670" y="438"/>
                  </a:lnTo>
                  <a:lnTo>
                    <a:pt x="3165" y="304"/>
                  </a:lnTo>
                  <a:lnTo>
                    <a:pt x="2896" y="236"/>
                  </a:lnTo>
                  <a:lnTo>
                    <a:pt x="2626" y="102"/>
                  </a:lnTo>
                  <a:lnTo>
                    <a:pt x="2626" y="68"/>
                  </a:lnTo>
                  <a:lnTo>
                    <a:pt x="2626" y="34"/>
                  </a:lnTo>
                  <a:lnTo>
                    <a:pt x="262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5" name="Google Shape;732;p5">
              <a:extLst>
                <a:ext uri="{FF2B5EF4-FFF2-40B4-BE49-F238E27FC236}">
                  <a16:creationId xmlns:a16="http://schemas.microsoft.com/office/drawing/2014/main" id="{D8689A2B-58F0-4768-AC7C-AA812AA8E93A}"/>
                </a:ext>
              </a:extLst>
            </p:cNvPr>
            <p:cNvSpPr/>
            <p:nvPr/>
          </p:nvSpPr>
          <p:spPr>
            <a:xfrm>
              <a:off x="6424611" y="3458870"/>
              <a:ext cx="119126" cy="478097"/>
            </a:xfrm>
            <a:custGeom>
              <a:avLst/>
              <a:gdLst/>
              <a:ahLst/>
              <a:cxnLst/>
              <a:rect l="l" t="t" r="r" b="b"/>
              <a:pathLst>
                <a:path w="2391" h="9596" extrusionOk="0">
                  <a:moveTo>
                    <a:pt x="2323" y="0"/>
                  </a:moveTo>
                  <a:lnTo>
                    <a:pt x="2323" y="34"/>
                  </a:lnTo>
                  <a:lnTo>
                    <a:pt x="2155" y="606"/>
                  </a:lnTo>
                  <a:lnTo>
                    <a:pt x="1987" y="1179"/>
                  </a:lnTo>
                  <a:lnTo>
                    <a:pt x="1751" y="2323"/>
                  </a:lnTo>
                  <a:lnTo>
                    <a:pt x="1515" y="3502"/>
                  </a:lnTo>
                  <a:lnTo>
                    <a:pt x="1246" y="4646"/>
                  </a:lnTo>
                  <a:lnTo>
                    <a:pt x="640" y="7071"/>
                  </a:lnTo>
                  <a:lnTo>
                    <a:pt x="0" y="9495"/>
                  </a:lnTo>
                  <a:lnTo>
                    <a:pt x="0" y="9562"/>
                  </a:lnTo>
                  <a:lnTo>
                    <a:pt x="68" y="9596"/>
                  </a:lnTo>
                  <a:lnTo>
                    <a:pt x="135" y="9596"/>
                  </a:lnTo>
                  <a:lnTo>
                    <a:pt x="169" y="9528"/>
                  </a:lnTo>
                  <a:lnTo>
                    <a:pt x="842" y="7138"/>
                  </a:lnTo>
                  <a:lnTo>
                    <a:pt x="1414" y="4680"/>
                  </a:lnTo>
                  <a:lnTo>
                    <a:pt x="1987" y="2391"/>
                  </a:lnTo>
                  <a:lnTo>
                    <a:pt x="2256" y="1212"/>
                  </a:lnTo>
                  <a:lnTo>
                    <a:pt x="2323" y="640"/>
                  </a:lnTo>
                  <a:lnTo>
                    <a:pt x="2391" y="34"/>
                  </a:lnTo>
                  <a:lnTo>
                    <a:pt x="239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56" name="Google Shape;733;p5">
            <a:extLst>
              <a:ext uri="{FF2B5EF4-FFF2-40B4-BE49-F238E27FC236}">
                <a16:creationId xmlns:a16="http://schemas.microsoft.com/office/drawing/2014/main" id="{9F99DE4F-DE7A-4AA3-BDB6-484034090746}"/>
              </a:ext>
            </a:extLst>
          </p:cNvPr>
          <p:cNvGrpSpPr/>
          <p:nvPr userDrawn="1"/>
        </p:nvGrpSpPr>
        <p:grpSpPr>
          <a:xfrm>
            <a:off x="2204197" y="105666"/>
            <a:ext cx="546902" cy="236607"/>
            <a:chOff x="2204197" y="105666"/>
            <a:chExt cx="546902" cy="236607"/>
          </a:xfrm>
        </p:grpSpPr>
        <p:sp>
          <p:nvSpPr>
            <p:cNvPr id="57" name="Google Shape;734;p5">
              <a:extLst>
                <a:ext uri="{FF2B5EF4-FFF2-40B4-BE49-F238E27FC236}">
                  <a16:creationId xmlns:a16="http://schemas.microsoft.com/office/drawing/2014/main" id="{0F3F5CF1-2A55-4AD9-ADFD-A56BC6C223D0}"/>
                </a:ext>
              </a:extLst>
            </p:cNvPr>
            <p:cNvSpPr/>
            <p:nvPr/>
          </p:nvSpPr>
          <p:spPr>
            <a:xfrm>
              <a:off x="2242760" y="211340"/>
              <a:ext cx="33630" cy="20178"/>
            </a:xfrm>
            <a:custGeom>
              <a:avLst/>
              <a:gdLst/>
              <a:ahLst/>
              <a:cxnLst/>
              <a:rect l="l" t="t" r="r" b="b"/>
              <a:pathLst>
                <a:path w="675" h="405" extrusionOk="0">
                  <a:moveTo>
                    <a:pt x="68" y="1"/>
                  </a:moveTo>
                  <a:lnTo>
                    <a:pt x="35" y="35"/>
                  </a:lnTo>
                  <a:lnTo>
                    <a:pt x="1" y="68"/>
                  </a:lnTo>
                  <a:lnTo>
                    <a:pt x="1" y="102"/>
                  </a:lnTo>
                  <a:lnTo>
                    <a:pt x="35" y="136"/>
                  </a:lnTo>
                  <a:lnTo>
                    <a:pt x="102" y="237"/>
                  </a:lnTo>
                  <a:lnTo>
                    <a:pt x="237" y="304"/>
                  </a:lnTo>
                  <a:lnTo>
                    <a:pt x="371" y="371"/>
                  </a:lnTo>
                  <a:lnTo>
                    <a:pt x="506" y="405"/>
                  </a:lnTo>
                  <a:lnTo>
                    <a:pt x="607" y="405"/>
                  </a:lnTo>
                  <a:lnTo>
                    <a:pt x="674" y="338"/>
                  </a:lnTo>
                  <a:lnTo>
                    <a:pt x="674" y="237"/>
                  </a:lnTo>
                  <a:lnTo>
                    <a:pt x="607" y="136"/>
                  </a:lnTo>
                  <a:lnTo>
                    <a:pt x="472" y="68"/>
                  </a:lnTo>
                  <a:lnTo>
                    <a:pt x="338" y="35"/>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8" name="Google Shape;735;p5">
              <a:extLst>
                <a:ext uri="{FF2B5EF4-FFF2-40B4-BE49-F238E27FC236}">
                  <a16:creationId xmlns:a16="http://schemas.microsoft.com/office/drawing/2014/main" id="{09423B39-4F04-423B-BD89-0E806F5DEDCD}"/>
                </a:ext>
              </a:extLst>
            </p:cNvPr>
            <p:cNvSpPr/>
            <p:nvPr/>
          </p:nvSpPr>
          <p:spPr>
            <a:xfrm>
              <a:off x="2249486" y="176115"/>
              <a:ext cx="35274" cy="18534"/>
            </a:xfrm>
            <a:custGeom>
              <a:avLst/>
              <a:gdLst/>
              <a:ahLst/>
              <a:cxnLst/>
              <a:rect l="l" t="t" r="r" b="b"/>
              <a:pathLst>
                <a:path w="708" h="372" extrusionOk="0">
                  <a:moveTo>
                    <a:pt x="169" y="1"/>
                  </a:moveTo>
                  <a:lnTo>
                    <a:pt x="34" y="35"/>
                  </a:lnTo>
                  <a:lnTo>
                    <a:pt x="1" y="68"/>
                  </a:lnTo>
                  <a:lnTo>
                    <a:pt x="1" y="102"/>
                  </a:lnTo>
                  <a:lnTo>
                    <a:pt x="34" y="203"/>
                  </a:lnTo>
                  <a:lnTo>
                    <a:pt x="135" y="270"/>
                  </a:lnTo>
                  <a:lnTo>
                    <a:pt x="236" y="304"/>
                  </a:lnTo>
                  <a:lnTo>
                    <a:pt x="506" y="371"/>
                  </a:lnTo>
                  <a:lnTo>
                    <a:pt x="640" y="371"/>
                  </a:lnTo>
                  <a:lnTo>
                    <a:pt x="674" y="338"/>
                  </a:lnTo>
                  <a:lnTo>
                    <a:pt x="708" y="270"/>
                  </a:lnTo>
                  <a:lnTo>
                    <a:pt x="708" y="203"/>
                  </a:lnTo>
                  <a:lnTo>
                    <a:pt x="674" y="169"/>
                  </a:lnTo>
                  <a:lnTo>
                    <a:pt x="640" y="102"/>
                  </a:lnTo>
                  <a:lnTo>
                    <a:pt x="573" y="68"/>
                  </a:lnTo>
                  <a:lnTo>
                    <a:pt x="30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59" name="Google Shape;736;p5">
              <a:extLst>
                <a:ext uri="{FF2B5EF4-FFF2-40B4-BE49-F238E27FC236}">
                  <a16:creationId xmlns:a16="http://schemas.microsoft.com/office/drawing/2014/main" id="{187122AB-6A3E-49DE-8FA6-2D4A20506DE6}"/>
                </a:ext>
              </a:extLst>
            </p:cNvPr>
            <p:cNvSpPr/>
            <p:nvPr/>
          </p:nvSpPr>
          <p:spPr>
            <a:xfrm>
              <a:off x="2204197" y="105666"/>
              <a:ext cx="546902" cy="236607"/>
            </a:xfrm>
            <a:custGeom>
              <a:avLst/>
              <a:gdLst/>
              <a:ahLst/>
              <a:cxnLst/>
              <a:rect l="l" t="t" r="r" b="b"/>
              <a:pathLst>
                <a:path w="10977" h="4749" extrusionOk="0">
                  <a:moveTo>
                    <a:pt x="438" y="843"/>
                  </a:moveTo>
                  <a:lnTo>
                    <a:pt x="674" y="910"/>
                  </a:lnTo>
                  <a:lnTo>
                    <a:pt x="876" y="977"/>
                  </a:lnTo>
                  <a:lnTo>
                    <a:pt x="1145" y="944"/>
                  </a:lnTo>
                  <a:lnTo>
                    <a:pt x="1415" y="944"/>
                  </a:lnTo>
                  <a:lnTo>
                    <a:pt x="1684" y="977"/>
                  </a:lnTo>
                  <a:lnTo>
                    <a:pt x="1920" y="1078"/>
                  </a:lnTo>
                  <a:lnTo>
                    <a:pt x="1852" y="1651"/>
                  </a:lnTo>
                  <a:lnTo>
                    <a:pt x="1718" y="2829"/>
                  </a:lnTo>
                  <a:lnTo>
                    <a:pt x="1482" y="2762"/>
                  </a:lnTo>
                  <a:lnTo>
                    <a:pt x="1280" y="2694"/>
                  </a:lnTo>
                  <a:lnTo>
                    <a:pt x="1044" y="2627"/>
                  </a:lnTo>
                  <a:lnTo>
                    <a:pt x="809" y="2560"/>
                  </a:lnTo>
                  <a:lnTo>
                    <a:pt x="573" y="2560"/>
                  </a:lnTo>
                  <a:lnTo>
                    <a:pt x="304" y="2526"/>
                  </a:lnTo>
                  <a:lnTo>
                    <a:pt x="236" y="2526"/>
                  </a:lnTo>
                  <a:lnTo>
                    <a:pt x="270" y="2257"/>
                  </a:lnTo>
                  <a:lnTo>
                    <a:pt x="304" y="1987"/>
                  </a:lnTo>
                  <a:lnTo>
                    <a:pt x="371" y="1449"/>
                  </a:lnTo>
                  <a:lnTo>
                    <a:pt x="438" y="1146"/>
                  </a:lnTo>
                  <a:lnTo>
                    <a:pt x="438" y="977"/>
                  </a:lnTo>
                  <a:lnTo>
                    <a:pt x="438" y="843"/>
                  </a:lnTo>
                  <a:close/>
                  <a:moveTo>
                    <a:pt x="3031" y="236"/>
                  </a:moveTo>
                  <a:lnTo>
                    <a:pt x="3367" y="337"/>
                  </a:lnTo>
                  <a:lnTo>
                    <a:pt x="3704" y="405"/>
                  </a:lnTo>
                  <a:lnTo>
                    <a:pt x="4377" y="438"/>
                  </a:lnTo>
                  <a:lnTo>
                    <a:pt x="6229" y="607"/>
                  </a:lnTo>
                  <a:lnTo>
                    <a:pt x="7980" y="775"/>
                  </a:lnTo>
                  <a:lnTo>
                    <a:pt x="9697" y="977"/>
                  </a:lnTo>
                  <a:lnTo>
                    <a:pt x="9764" y="977"/>
                  </a:lnTo>
                  <a:lnTo>
                    <a:pt x="9933" y="1045"/>
                  </a:lnTo>
                  <a:lnTo>
                    <a:pt x="10067" y="1146"/>
                  </a:lnTo>
                  <a:lnTo>
                    <a:pt x="10303" y="1381"/>
                  </a:lnTo>
                  <a:lnTo>
                    <a:pt x="10471" y="1583"/>
                  </a:lnTo>
                  <a:lnTo>
                    <a:pt x="10572" y="1752"/>
                  </a:lnTo>
                  <a:lnTo>
                    <a:pt x="10640" y="1920"/>
                  </a:lnTo>
                  <a:lnTo>
                    <a:pt x="10707" y="2088"/>
                  </a:lnTo>
                  <a:lnTo>
                    <a:pt x="10741" y="2290"/>
                  </a:lnTo>
                  <a:lnTo>
                    <a:pt x="10741" y="2492"/>
                  </a:lnTo>
                  <a:lnTo>
                    <a:pt x="10673" y="2964"/>
                  </a:lnTo>
                  <a:lnTo>
                    <a:pt x="10640" y="3199"/>
                  </a:lnTo>
                  <a:lnTo>
                    <a:pt x="10572" y="3435"/>
                  </a:lnTo>
                  <a:lnTo>
                    <a:pt x="10471" y="3671"/>
                  </a:lnTo>
                  <a:lnTo>
                    <a:pt x="10337" y="3873"/>
                  </a:lnTo>
                  <a:lnTo>
                    <a:pt x="10202" y="4041"/>
                  </a:lnTo>
                  <a:lnTo>
                    <a:pt x="10067" y="4209"/>
                  </a:lnTo>
                  <a:lnTo>
                    <a:pt x="9865" y="4344"/>
                  </a:lnTo>
                  <a:lnTo>
                    <a:pt x="9663" y="4445"/>
                  </a:lnTo>
                  <a:lnTo>
                    <a:pt x="8687" y="4445"/>
                  </a:lnTo>
                  <a:lnTo>
                    <a:pt x="8249" y="4378"/>
                  </a:lnTo>
                  <a:lnTo>
                    <a:pt x="7778" y="4310"/>
                  </a:lnTo>
                  <a:lnTo>
                    <a:pt x="6902" y="4176"/>
                  </a:lnTo>
                  <a:lnTo>
                    <a:pt x="5993" y="4041"/>
                  </a:lnTo>
                  <a:lnTo>
                    <a:pt x="5118" y="3940"/>
                  </a:lnTo>
                  <a:lnTo>
                    <a:pt x="4243" y="3839"/>
                  </a:lnTo>
                  <a:lnTo>
                    <a:pt x="2896" y="3839"/>
                  </a:lnTo>
                  <a:lnTo>
                    <a:pt x="2492" y="3873"/>
                  </a:lnTo>
                  <a:lnTo>
                    <a:pt x="2458" y="3805"/>
                  </a:lnTo>
                  <a:lnTo>
                    <a:pt x="2391" y="3704"/>
                  </a:lnTo>
                  <a:lnTo>
                    <a:pt x="2256" y="3570"/>
                  </a:lnTo>
                  <a:lnTo>
                    <a:pt x="2088" y="3368"/>
                  </a:lnTo>
                  <a:lnTo>
                    <a:pt x="1987" y="3267"/>
                  </a:lnTo>
                  <a:lnTo>
                    <a:pt x="1920" y="3132"/>
                  </a:lnTo>
                  <a:lnTo>
                    <a:pt x="1886" y="3132"/>
                  </a:lnTo>
                  <a:lnTo>
                    <a:pt x="2021" y="1853"/>
                  </a:lnTo>
                  <a:lnTo>
                    <a:pt x="2054" y="1482"/>
                  </a:lnTo>
                  <a:lnTo>
                    <a:pt x="2122" y="1078"/>
                  </a:lnTo>
                  <a:lnTo>
                    <a:pt x="2122" y="1011"/>
                  </a:lnTo>
                  <a:lnTo>
                    <a:pt x="2122" y="910"/>
                  </a:lnTo>
                  <a:lnTo>
                    <a:pt x="2088" y="843"/>
                  </a:lnTo>
                  <a:lnTo>
                    <a:pt x="2256" y="775"/>
                  </a:lnTo>
                  <a:lnTo>
                    <a:pt x="2391" y="708"/>
                  </a:lnTo>
                  <a:lnTo>
                    <a:pt x="2660" y="506"/>
                  </a:lnTo>
                  <a:lnTo>
                    <a:pt x="3031" y="270"/>
                  </a:lnTo>
                  <a:lnTo>
                    <a:pt x="3031" y="236"/>
                  </a:lnTo>
                  <a:close/>
                  <a:moveTo>
                    <a:pt x="2930" y="1"/>
                  </a:moveTo>
                  <a:lnTo>
                    <a:pt x="2862" y="34"/>
                  </a:lnTo>
                  <a:lnTo>
                    <a:pt x="2324" y="405"/>
                  </a:lnTo>
                  <a:lnTo>
                    <a:pt x="2088" y="573"/>
                  </a:lnTo>
                  <a:lnTo>
                    <a:pt x="2021" y="641"/>
                  </a:lnTo>
                  <a:lnTo>
                    <a:pt x="1953" y="775"/>
                  </a:lnTo>
                  <a:lnTo>
                    <a:pt x="1987" y="809"/>
                  </a:lnTo>
                  <a:lnTo>
                    <a:pt x="1987" y="843"/>
                  </a:lnTo>
                  <a:lnTo>
                    <a:pt x="1785" y="742"/>
                  </a:lnTo>
                  <a:lnTo>
                    <a:pt x="1549" y="708"/>
                  </a:lnTo>
                  <a:lnTo>
                    <a:pt x="910" y="708"/>
                  </a:lnTo>
                  <a:lnTo>
                    <a:pt x="741" y="674"/>
                  </a:lnTo>
                  <a:lnTo>
                    <a:pt x="573" y="641"/>
                  </a:lnTo>
                  <a:lnTo>
                    <a:pt x="405" y="674"/>
                  </a:lnTo>
                  <a:lnTo>
                    <a:pt x="405" y="641"/>
                  </a:lnTo>
                  <a:lnTo>
                    <a:pt x="371" y="607"/>
                  </a:lnTo>
                  <a:lnTo>
                    <a:pt x="371" y="641"/>
                  </a:lnTo>
                  <a:lnTo>
                    <a:pt x="270" y="843"/>
                  </a:lnTo>
                  <a:lnTo>
                    <a:pt x="203" y="1078"/>
                  </a:lnTo>
                  <a:lnTo>
                    <a:pt x="102" y="1516"/>
                  </a:lnTo>
                  <a:lnTo>
                    <a:pt x="34" y="2021"/>
                  </a:lnTo>
                  <a:lnTo>
                    <a:pt x="1" y="2290"/>
                  </a:lnTo>
                  <a:lnTo>
                    <a:pt x="1" y="2560"/>
                  </a:lnTo>
                  <a:lnTo>
                    <a:pt x="68" y="2627"/>
                  </a:lnTo>
                  <a:lnTo>
                    <a:pt x="135" y="2661"/>
                  </a:lnTo>
                  <a:lnTo>
                    <a:pt x="203" y="2728"/>
                  </a:lnTo>
                  <a:lnTo>
                    <a:pt x="337" y="2762"/>
                  </a:lnTo>
                  <a:lnTo>
                    <a:pt x="607" y="2795"/>
                  </a:lnTo>
                  <a:lnTo>
                    <a:pt x="876" y="2829"/>
                  </a:lnTo>
                  <a:lnTo>
                    <a:pt x="1145" y="2930"/>
                  </a:lnTo>
                  <a:lnTo>
                    <a:pt x="1415" y="2997"/>
                  </a:lnTo>
                  <a:lnTo>
                    <a:pt x="1718" y="3065"/>
                  </a:lnTo>
                  <a:lnTo>
                    <a:pt x="1684" y="3267"/>
                  </a:lnTo>
                  <a:lnTo>
                    <a:pt x="1684" y="3334"/>
                  </a:lnTo>
                  <a:lnTo>
                    <a:pt x="1718" y="3334"/>
                  </a:lnTo>
                  <a:lnTo>
                    <a:pt x="1785" y="3368"/>
                  </a:lnTo>
                  <a:lnTo>
                    <a:pt x="1920" y="3536"/>
                  </a:lnTo>
                  <a:lnTo>
                    <a:pt x="2155" y="3839"/>
                  </a:lnTo>
                  <a:lnTo>
                    <a:pt x="2256" y="3974"/>
                  </a:lnTo>
                  <a:lnTo>
                    <a:pt x="2324" y="4007"/>
                  </a:lnTo>
                  <a:lnTo>
                    <a:pt x="2458" y="4007"/>
                  </a:lnTo>
                  <a:lnTo>
                    <a:pt x="2930" y="4075"/>
                  </a:lnTo>
                  <a:lnTo>
                    <a:pt x="3401" y="4142"/>
                  </a:lnTo>
                  <a:lnTo>
                    <a:pt x="4344" y="4176"/>
                  </a:lnTo>
                  <a:lnTo>
                    <a:pt x="5253" y="4209"/>
                  </a:lnTo>
                  <a:lnTo>
                    <a:pt x="5724" y="4243"/>
                  </a:lnTo>
                  <a:lnTo>
                    <a:pt x="6195" y="4277"/>
                  </a:lnTo>
                  <a:lnTo>
                    <a:pt x="7711" y="4546"/>
                  </a:lnTo>
                  <a:lnTo>
                    <a:pt x="8451" y="4647"/>
                  </a:lnTo>
                  <a:lnTo>
                    <a:pt x="9192" y="4681"/>
                  </a:lnTo>
                  <a:lnTo>
                    <a:pt x="9226" y="4748"/>
                  </a:lnTo>
                  <a:lnTo>
                    <a:pt x="9495" y="4748"/>
                  </a:lnTo>
                  <a:lnTo>
                    <a:pt x="9697" y="4714"/>
                  </a:lnTo>
                  <a:lnTo>
                    <a:pt x="9865" y="4647"/>
                  </a:lnTo>
                  <a:lnTo>
                    <a:pt x="10034" y="4580"/>
                  </a:lnTo>
                  <a:lnTo>
                    <a:pt x="10168" y="4445"/>
                  </a:lnTo>
                  <a:lnTo>
                    <a:pt x="10303" y="4344"/>
                  </a:lnTo>
                  <a:lnTo>
                    <a:pt x="10505" y="4007"/>
                  </a:lnTo>
                  <a:lnTo>
                    <a:pt x="10707" y="3671"/>
                  </a:lnTo>
                  <a:lnTo>
                    <a:pt x="10808" y="3267"/>
                  </a:lnTo>
                  <a:lnTo>
                    <a:pt x="10909" y="2896"/>
                  </a:lnTo>
                  <a:lnTo>
                    <a:pt x="10976" y="2560"/>
                  </a:lnTo>
                  <a:lnTo>
                    <a:pt x="10976" y="2290"/>
                  </a:lnTo>
                  <a:lnTo>
                    <a:pt x="10943" y="2021"/>
                  </a:lnTo>
                  <a:lnTo>
                    <a:pt x="10842" y="1752"/>
                  </a:lnTo>
                  <a:lnTo>
                    <a:pt x="10673" y="1482"/>
                  </a:lnTo>
                  <a:lnTo>
                    <a:pt x="10505" y="1213"/>
                  </a:lnTo>
                  <a:lnTo>
                    <a:pt x="10303" y="1045"/>
                  </a:lnTo>
                  <a:lnTo>
                    <a:pt x="10168" y="944"/>
                  </a:lnTo>
                  <a:lnTo>
                    <a:pt x="10067" y="910"/>
                  </a:lnTo>
                  <a:lnTo>
                    <a:pt x="9933" y="876"/>
                  </a:lnTo>
                  <a:lnTo>
                    <a:pt x="9798" y="876"/>
                  </a:lnTo>
                  <a:lnTo>
                    <a:pt x="9798" y="775"/>
                  </a:lnTo>
                  <a:lnTo>
                    <a:pt x="9697" y="742"/>
                  </a:lnTo>
                  <a:lnTo>
                    <a:pt x="6229" y="405"/>
                  </a:lnTo>
                  <a:lnTo>
                    <a:pt x="5455" y="304"/>
                  </a:lnTo>
                  <a:lnTo>
                    <a:pt x="4647" y="203"/>
                  </a:lnTo>
                  <a:lnTo>
                    <a:pt x="4243" y="169"/>
                  </a:lnTo>
                  <a:lnTo>
                    <a:pt x="3839" y="135"/>
                  </a:lnTo>
                  <a:lnTo>
                    <a:pt x="3468" y="169"/>
                  </a:lnTo>
                  <a:lnTo>
                    <a:pt x="3098" y="203"/>
                  </a:lnTo>
                  <a:lnTo>
                    <a:pt x="3098" y="102"/>
                  </a:lnTo>
                  <a:lnTo>
                    <a:pt x="3098" y="34"/>
                  </a:lnTo>
                  <a:lnTo>
                    <a:pt x="303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0" name="Google Shape;737;p5">
              <a:extLst>
                <a:ext uri="{FF2B5EF4-FFF2-40B4-BE49-F238E27FC236}">
                  <a16:creationId xmlns:a16="http://schemas.microsoft.com/office/drawing/2014/main" id="{057CDB77-60E0-4EA5-97BB-A4CA47C2628E}"/>
                </a:ext>
              </a:extLst>
            </p:cNvPr>
            <p:cNvSpPr/>
            <p:nvPr/>
          </p:nvSpPr>
          <p:spPr>
            <a:xfrm>
              <a:off x="2593361" y="174471"/>
              <a:ext cx="112449" cy="112400"/>
            </a:xfrm>
            <a:custGeom>
              <a:avLst/>
              <a:gdLst/>
              <a:ahLst/>
              <a:cxnLst/>
              <a:rect l="l" t="t" r="r" b="b"/>
              <a:pathLst>
                <a:path w="2257" h="2256" extrusionOk="0">
                  <a:moveTo>
                    <a:pt x="1213" y="169"/>
                  </a:moveTo>
                  <a:lnTo>
                    <a:pt x="1179" y="202"/>
                  </a:lnTo>
                  <a:lnTo>
                    <a:pt x="1179" y="270"/>
                  </a:lnTo>
                  <a:lnTo>
                    <a:pt x="1213" y="337"/>
                  </a:lnTo>
                  <a:lnTo>
                    <a:pt x="1516" y="337"/>
                  </a:lnTo>
                  <a:lnTo>
                    <a:pt x="1684" y="371"/>
                  </a:lnTo>
                  <a:lnTo>
                    <a:pt x="1819" y="505"/>
                  </a:lnTo>
                  <a:lnTo>
                    <a:pt x="1920" y="640"/>
                  </a:lnTo>
                  <a:lnTo>
                    <a:pt x="1987" y="842"/>
                  </a:lnTo>
                  <a:lnTo>
                    <a:pt x="2021" y="1044"/>
                  </a:lnTo>
                  <a:lnTo>
                    <a:pt x="2021" y="1212"/>
                  </a:lnTo>
                  <a:lnTo>
                    <a:pt x="1987" y="1414"/>
                  </a:lnTo>
                  <a:lnTo>
                    <a:pt x="1920" y="1616"/>
                  </a:lnTo>
                  <a:lnTo>
                    <a:pt x="1819" y="1785"/>
                  </a:lnTo>
                  <a:lnTo>
                    <a:pt x="1650" y="1886"/>
                  </a:lnTo>
                  <a:lnTo>
                    <a:pt x="1482" y="1987"/>
                  </a:lnTo>
                  <a:lnTo>
                    <a:pt x="1314" y="2020"/>
                  </a:lnTo>
                  <a:lnTo>
                    <a:pt x="1112" y="2020"/>
                  </a:lnTo>
                  <a:lnTo>
                    <a:pt x="943" y="1987"/>
                  </a:lnTo>
                  <a:lnTo>
                    <a:pt x="741" y="1886"/>
                  </a:lnTo>
                  <a:lnTo>
                    <a:pt x="573" y="1751"/>
                  </a:lnTo>
                  <a:lnTo>
                    <a:pt x="438" y="1616"/>
                  </a:lnTo>
                  <a:lnTo>
                    <a:pt x="337" y="1448"/>
                  </a:lnTo>
                  <a:lnTo>
                    <a:pt x="270" y="1280"/>
                  </a:lnTo>
                  <a:lnTo>
                    <a:pt x="236" y="1111"/>
                  </a:lnTo>
                  <a:lnTo>
                    <a:pt x="270" y="909"/>
                  </a:lnTo>
                  <a:lnTo>
                    <a:pt x="337" y="741"/>
                  </a:lnTo>
                  <a:lnTo>
                    <a:pt x="472" y="539"/>
                  </a:lnTo>
                  <a:lnTo>
                    <a:pt x="640" y="371"/>
                  </a:lnTo>
                  <a:lnTo>
                    <a:pt x="809" y="270"/>
                  </a:lnTo>
                  <a:lnTo>
                    <a:pt x="1011" y="202"/>
                  </a:lnTo>
                  <a:lnTo>
                    <a:pt x="1213" y="169"/>
                  </a:lnTo>
                  <a:close/>
                  <a:moveTo>
                    <a:pt x="1179" y="0"/>
                  </a:moveTo>
                  <a:lnTo>
                    <a:pt x="1011" y="34"/>
                  </a:lnTo>
                  <a:lnTo>
                    <a:pt x="842" y="101"/>
                  </a:lnTo>
                  <a:lnTo>
                    <a:pt x="674" y="169"/>
                  </a:lnTo>
                  <a:lnTo>
                    <a:pt x="506" y="270"/>
                  </a:lnTo>
                  <a:lnTo>
                    <a:pt x="371" y="404"/>
                  </a:lnTo>
                  <a:lnTo>
                    <a:pt x="270" y="539"/>
                  </a:lnTo>
                  <a:lnTo>
                    <a:pt x="135" y="741"/>
                  </a:lnTo>
                  <a:lnTo>
                    <a:pt x="34" y="943"/>
                  </a:lnTo>
                  <a:lnTo>
                    <a:pt x="1" y="1179"/>
                  </a:lnTo>
                  <a:lnTo>
                    <a:pt x="1" y="1313"/>
                  </a:lnTo>
                  <a:lnTo>
                    <a:pt x="68" y="1414"/>
                  </a:lnTo>
                  <a:lnTo>
                    <a:pt x="203" y="1650"/>
                  </a:lnTo>
                  <a:lnTo>
                    <a:pt x="371" y="1886"/>
                  </a:lnTo>
                  <a:lnTo>
                    <a:pt x="607" y="2088"/>
                  </a:lnTo>
                  <a:lnTo>
                    <a:pt x="876" y="2222"/>
                  </a:lnTo>
                  <a:lnTo>
                    <a:pt x="1112" y="2256"/>
                  </a:lnTo>
                  <a:lnTo>
                    <a:pt x="1347" y="2256"/>
                  </a:lnTo>
                  <a:lnTo>
                    <a:pt x="1549" y="2222"/>
                  </a:lnTo>
                  <a:lnTo>
                    <a:pt x="1785" y="2121"/>
                  </a:lnTo>
                  <a:lnTo>
                    <a:pt x="1953" y="1953"/>
                  </a:lnTo>
                  <a:lnTo>
                    <a:pt x="2088" y="1785"/>
                  </a:lnTo>
                  <a:lnTo>
                    <a:pt x="2189" y="1583"/>
                  </a:lnTo>
                  <a:lnTo>
                    <a:pt x="2256" y="1313"/>
                  </a:lnTo>
                  <a:lnTo>
                    <a:pt x="2256" y="1145"/>
                  </a:lnTo>
                  <a:lnTo>
                    <a:pt x="2223" y="943"/>
                  </a:lnTo>
                  <a:lnTo>
                    <a:pt x="2189" y="707"/>
                  </a:lnTo>
                  <a:lnTo>
                    <a:pt x="2088" y="505"/>
                  </a:lnTo>
                  <a:lnTo>
                    <a:pt x="1987" y="303"/>
                  </a:lnTo>
                  <a:lnTo>
                    <a:pt x="1852" y="169"/>
                  </a:lnTo>
                  <a:lnTo>
                    <a:pt x="1684" y="68"/>
                  </a:lnTo>
                  <a:lnTo>
                    <a:pt x="1516" y="68"/>
                  </a:lnTo>
                  <a:lnTo>
                    <a:pt x="1347" y="34"/>
                  </a:lnTo>
                  <a:lnTo>
                    <a:pt x="117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61" name="Google Shape;738;p5">
            <a:extLst>
              <a:ext uri="{FF2B5EF4-FFF2-40B4-BE49-F238E27FC236}">
                <a16:creationId xmlns:a16="http://schemas.microsoft.com/office/drawing/2014/main" id="{29BBB479-C58A-4259-91FD-BC5BC63EC014}"/>
              </a:ext>
            </a:extLst>
          </p:cNvPr>
          <p:cNvGrpSpPr/>
          <p:nvPr userDrawn="1"/>
        </p:nvGrpSpPr>
        <p:grpSpPr>
          <a:xfrm>
            <a:off x="50" y="-7"/>
            <a:ext cx="2049897" cy="773345"/>
            <a:chOff x="50" y="-7"/>
            <a:chExt cx="2049897" cy="773345"/>
          </a:xfrm>
        </p:grpSpPr>
        <p:sp>
          <p:nvSpPr>
            <p:cNvPr id="62" name="Google Shape;739;p5">
              <a:extLst>
                <a:ext uri="{FF2B5EF4-FFF2-40B4-BE49-F238E27FC236}">
                  <a16:creationId xmlns:a16="http://schemas.microsoft.com/office/drawing/2014/main" id="{8620F194-9A13-45C4-97D2-0D45DFD7A0EB}"/>
                </a:ext>
              </a:extLst>
            </p:cNvPr>
            <p:cNvSpPr/>
            <p:nvPr/>
          </p:nvSpPr>
          <p:spPr>
            <a:xfrm>
              <a:off x="1065205" y="176115"/>
              <a:ext cx="40306" cy="35274"/>
            </a:xfrm>
            <a:custGeom>
              <a:avLst/>
              <a:gdLst/>
              <a:ahLst/>
              <a:cxnLst/>
              <a:rect l="l" t="t" r="r" b="b"/>
              <a:pathLst>
                <a:path w="809" h="708" extrusionOk="0">
                  <a:moveTo>
                    <a:pt x="641" y="1"/>
                  </a:moveTo>
                  <a:lnTo>
                    <a:pt x="573" y="35"/>
                  </a:lnTo>
                  <a:lnTo>
                    <a:pt x="573" y="102"/>
                  </a:lnTo>
                  <a:lnTo>
                    <a:pt x="607" y="237"/>
                  </a:lnTo>
                  <a:lnTo>
                    <a:pt x="573" y="371"/>
                  </a:lnTo>
                  <a:lnTo>
                    <a:pt x="540" y="439"/>
                  </a:lnTo>
                  <a:lnTo>
                    <a:pt x="472" y="472"/>
                  </a:lnTo>
                  <a:lnTo>
                    <a:pt x="338" y="506"/>
                  </a:lnTo>
                  <a:lnTo>
                    <a:pt x="270" y="506"/>
                  </a:lnTo>
                  <a:lnTo>
                    <a:pt x="237" y="472"/>
                  </a:lnTo>
                  <a:lnTo>
                    <a:pt x="203" y="405"/>
                  </a:lnTo>
                  <a:lnTo>
                    <a:pt x="169" y="371"/>
                  </a:lnTo>
                  <a:lnTo>
                    <a:pt x="169" y="304"/>
                  </a:lnTo>
                  <a:lnTo>
                    <a:pt x="203" y="270"/>
                  </a:lnTo>
                  <a:lnTo>
                    <a:pt x="237" y="169"/>
                  </a:lnTo>
                  <a:lnTo>
                    <a:pt x="237" y="102"/>
                  </a:lnTo>
                  <a:lnTo>
                    <a:pt x="102" y="102"/>
                  </a:lnTo>
                  <a:lnTo>
                    <a:pt x="35" y="169"/>
                  </a:lnTo>
                  <a:lnTo>
                    <a:pt x="1" y="270"/>
                  </a:lnTo>
                  <a:lnTo>
                    <a:pt x="1" y="371"/>
                  </a:lnTo>
                  <a:lnTo>
                    <a:pt x="1" y="472"/>
                  </a:lnTo>
                  <a:lnTo>
                    <a:pt x="68" y="573"/>
                  </a:lnTo>
                  <a:lnTo>
                    <a:pt x="169" y="641"/>
                  </a:lnTo>
                  <a:lnTo>
                    <a:pt x="270" y="674"/>
                  </a:lnTo>
                  <a:lnTo>
                    <a:pt x="405" y="708"/>
                  </a:lnTo>
                  <a:lnTo>
                    <a:pt x="506" y="674"/>
                  </a:lnTo>
                  <a:lnTo>
                    <a:pt x="641" y="607"/>
                  </a:lnTo>
                  <a:lnTo>
                    <a:pt x="708" y="506"/>
                  </a:lnTo>
                  <a:lnTo>
                    <a:pt x="775" y="405"/>
                  </a:lnTo>
                  <a:lnTo>
                    <a:pt x="809" y="270"/>
                  </a:lnTo>
                  <a:lnTo>
                    <a:pt x="809" y="136"/>
                  </a:lnTo>
                  <a:lnTo>
                    <a:pt x="742" y="35"/>
                  </a:lnTo>
                  <a:lnTo>
                    <a:pt x="6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3" name="Google Shape;740;p5">
              <a:extLst>
                <a:ext uri="{FF2B5EF4-FFF2-40B4-BE49-F238E27FC236}">
                  <a16:creationId xmlns:a16="http://schemas.microsoft.com/office/drawing/2014/main" id="{80248835-31AB-4FA3-9056-7A53791C9225}"/>
                </a:ext>
              </a:extLst>
            </p:cNvPr>
            <p:cNvSpPr/>
            <p:nvPr/>
          </p:nvSpPr>
          <p:spPr>
            <a:xfrm>
              <a:off x="1021610" y="129182"/>
              <a:ext cx="125852" cy="119126"/>
            </a:xfrm>
            <a:custGeom>
              <a:avLst/>
              <a:gdLst/>
              <a:ahLst/>
              <a:cxnLst/>
              <a:rect l="l" t="t" r="r" b="b"/>
              <a:pathLst>
                <a:path w="2526" h="2391" extrusionOk="0">
                  <a:moveTo>
                    <a:pt x="2256" y="236"/>
                  </a:moveTo>
                  <a:lnTo>
                    <a:pt x="2256" y="674"/>
                  </a:lnTo>
                  <a:lnTo>
                    <a:pt x="2290" y="1078"/>
                  </a:lnTo>
                  <a:lnTo>
                    <a:pt x="2290" y="1616"/>
                  </a:lnTo>
                  <a:lnTo>
                    <a:pt x="2324" y="2121"/>
                  </a:lnTo>
                  <a:lnTo>
                    <a:pt x="2088" y="2088"/>
                  </a:lnTo>
                  <a:lnTo>
                    <a:pt x="1886" y="2088"/>
                  </a:lnTo>
                  <a:lnTo>
                    <a:pt x="1448" y="2121"/>
                  </a:lnTo>
                  <a:lnTo>
                    <a:pt x="910" y="2121"/>
                  </a:lnTo>
                  <a:lnTo>
                    <a:pt x="640" y="2155"/>
                  </a:lnTo>
                  <a:lnTo>
                    <a:pt x="371" y="2222"/>
                  </a:lnTo>
                  <a:lnTo>
                    <a:pt x="304" y="1684"/>
                  </a:lnTo>
                  <a:lnTo>
                    <a:pt x="236" y="1145"/>
                  </a:lnTo>
                  <a:lnTo>
                    <a:pt x="203" y="707"/>
                  </a:lnTo>
                  <a:lnTo>
                    <a:pt x="169" y="270"/>
                  </a:lnTo>
                  <a:lnTo>
                    <a:pt x="1213" y="270"/>
                  </a:lnTo>
                  <a:lnTo>
                    <a:pt x="2256" y="236"/>
                  </a:lnTo>
                  <a:close/>
                  <a:moveTo>
                    <a:pt x="2256" y="0"/>
                  </a:moveTo>
                  <a:lnTo>
                    <a:pt x="1179" y="34"/>
                  </a:lnTo>
                  <a:lnTo>
                    <a:pt x="674" y="34"/>
                  </a:lnTo>
                  <a:lnTo>
                    <a:pt x="135" y="101"/>
                  </a:lnTo>
                  <a:lnTo>
                    <a:pt x="68" y="135"/>
                  </a:lnTo>
                  <a:lnTo>
                    <a:pt x="68" y="202"/>
                  </a:lnTo>
                  <a:lnTo>
                    <a:pt x="1" y="438"/>
                  </a:lnTo>
                  <a:lnTo>
                    <a:pt x="1" y="674"/>
                  </a:lnTo>
                  <a:lnTo>
                    <a:pt x="34" y="1145"/>
                  </a:lnTo>
                  <a:lnTo>
                    <a:pt x="102" y="1751"/>
                  </a:lnTo>
                  <a:lnTo>
                    <a:pt x="135" y="2020"/>
                  </a:lnTo>
                  <a:lnTo>
                    <a:pt x="203" y="2323"/>
                  </a:lnTo>
                  <a:lnTo>
                    <a:pt x="236" y="2357"/>
                  </a:lnTo>
                  <a:lnTo>
                    <a:pt x="371" y="2357"/>
                  </a:lnTo>
                  <a:lnTo>
                    <a:pt x="607" y="2391"/>
                  </a:lnTo>
                  <a:lnTo>
                    <a:pt x="842" y="2391"/>
                  </a:lnTo>
                  <a:lnTo>
                    <a:pt x="1314" y="2357"/>
                  </a:lnTo>
                  <a:lnTo>
                    <a:pt x="2088" y="2357"/>
                  </a:lnTo>
                  <a:lnTo>
                    <a:pt x="2357" y="2290"/>
                  </a:lnTo>
                  <a:lnTo>
                    <a:pt x="2391" y="2323"/>
                  </a:lnTo>
                  <a:lnTo>
                    <a:pt x="2458" y="2323"/>
                  </a:lnTo>
                  <a:lnTo>
                    <a:pt x="2492" y="2256"/>
                  </a:lnTo>
                  <a:lnTo>
                    <a:pt x="2526" y="2020"/>
                  </a:lnTo>
                  <a:lnTo>
                    <a:pt x="2526" y="1751"/>
                  </a:lnTo>
                  <a:lnTo>
                    <a:pt x="2492" y="1246"/>
                  </a:lnTo>
                  <a:lnTo>
                    <a:pt x="2458" y="640"/>
                  </a:lnTo>
                  <a:lnTo>
                    <a:pt x="2425" y="371"/>
                  </a:lnTo>
                  <a:lnTo>
                    <a:pt x="2357" y="68"/>
                  </a:lnTo>
                  <a:lnTo>
                    <a:pt x="2324"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4" name="Google Shape;741;p5">
              <a:extLst>
                <a:ext uri="{FF2B5EF4-FFF2-40B4-BE49-F238E27FC236}">
                  <a16:creationId xmlns:a16="http://schemas.microsoft.com/office/drawing/2014/main" id="{AF91FA37-FAA6-42F9-B2FF-6ABFA32AE710}"/>
                </a:ext>
              </a:extLst>
            </p:cNvPr>
            <p:cNvSpPr/>
            <p:nvPr/>
          </p:nvSpPr>
          <p:spPr>
            <a:xfrm>
              <a:off x="1345357" y="164407"/>
              <a:ext cx="36968" cy="38612"/>
            </a:xfrm>
            <a:custGeom>
              <a:avLst/>
              <a:gdLst/>
              <a:ahLst/>
              <a:cxnLst/>
              <a:rect l="l" t="t" r="r" b="b"/>
              <a:pathLst>
                <a:path w="742" h="775" extrusionOk="0">
                  <a:moveTo>
                    <a:pt x="304" y="169"/>
                  </a:moveTo>
                  <a:lnTo>
                    <a:pt x="337" y="202"/>
                  </a:lnTo>
                  <a:lnTo>
                    <a:pt x="371" y="236"/>
                  </a:lnTo>
                  <a:lnTo>
                    <a:pt x="506" y="236"/>
                  </a:lnTo>
                  <a:lnTo>
                    <a:pt x="539" y="404"/>
                  </a:lnTo>
                  <a:lnTo>
                    <a:pt x="506" y="472"/>
                  </a:lnTo>
                  <a:lnTo>
                    <a:pt x="472" y="539"/>
                  </a:lnTo>
                  <a:lnTo>
                    <a:pt x="438" y="573"/>
                  </a:lnTo>
                  <a:lnTo>
                    <a:pt x="371" y="606"/>
                  </a:lnTo>
                  <a:lnTo>
                    <a:pt x="304" y="573"/>
                  </a:lnTo>
                  <a:lnTo>
                    <a:pt x="236" y="539"/>
                  </a:lnTo>
                  <a:lnTo>
                    <a:pt x="203" y="472"/>
                  </a:lnTo>
                  <a:lnTo>
                    <a:pt x="169" y="404"/>
                  </a:lnTo>
                  <a:lnTo>
                    <a:pt x="203" y="270"/>
                  </a:lnTo>
                  <a:lnTo>
                    <a:pt x="304" y="169"/>
                  </a:lnTo>
                  <a:close/>
                  <a:moveTo>
                    <a:pt x="304" y="0"/>
                  </a:moveTo>
                  <a:lnTo>
                    <a:pt x="169" y="68"/>
                  </a:lnTo>
                  <a:lnTo>
                    <a:pt x="68" y="169"/>
                  </a:lnTo>
                  <a:lnTo>
                    <a:pt x="0" y="303"/>
                  </a:lnTo>
                  <a:lnTo>
                    <a:pt x="0" y="438"/>
                  </a:lnTo>
                  <a:lnTo>
                    <a:pt x="34" y="573"/>
                  </a:lnTo>
                  <a:lnTo>
                    <a:pt x="101" y="707"/>
                  </a:lnTo>
                  <a:lnTo>
                    <a:pt x="236" y="775"/>
                  </a:lnTo>
                  <a:lnTo>
                    <a:pt x="506" y="775"/>
                  </a:lnTo>
                  <a:lnTo>
                    <a:pt x="607" y="707"/>
                  </a:lnTo>
                  <a:lnTo>
                    <a:pt x="708" y="573"/>
                  </a:lnTo>
                  <a:lnTo>
                    <a:pt x="741" y="404"/>
                  </a:lnTo>
                  <a:lnTo>
                    <a:pt x="708" y="236"/>
                  </a:lnTo>
                  <a:lnTo>
                    <a:pt x="674" y="101"/>
                  </a:lnTo>
                  <a:lnTo>
                    <a:pt x="607" y="68"/>
                  </a:lnTo>
                  <a:lnTo>
                    <a:pt x="573" y="34"/>
                  </a:lnTo>
                  <a:lnTo>
                    <a:pt x="438"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5" name="Google Shape;742;p5">
              <a:extLst>
                <a:ext uri="{FF2B5EF4-FFF2-40B4-BE49-F238E27FC236}">
                  <a16:creationId xmlns:a16="http://schemas.microsoft.com/office/drawing/2014/main" id="{DECA281C-C3BD-4C32-BC12-091F803FCCE0}"/>
                </a:ext>
              </a:extLst>
            </p:cNvPr>
            <p:cNvSpPr/>
            <p:nvPr/>
          </p:nvSpPr>
          <p:spPr>
            <a:xfrm>
              <a:off x="1081995" y="-7"/>
              <a:ext cx="16840" cy="114143"/>
            </a:xfrm>
            <a:custGeom>
              <a:avLst/>
              <a:gdLst/>
              <a:ahLst/>
              <a:cxnLst/>
              <a:rect l="l" t="t" r="r" b="b"/>
              <a:pathLst>
                <a:path w="338" h="2291" extrusionOk="0">
                  <a:moveTo>
                    <a:pt x="34" y="1"/>
                  </a:moveTo>
                  <a:lnTo>
                    <a:pt x="1" y="270"/>
                  </a:lnTo>
                  <a:lnTo>
                    <a:pt x="1" y="506"/>
                  </a:lnTo>
                  <a:lnTo>
                    <a:pt x="34" y="1044"/>
                  </a:lnTo>
                  <a:lnTo>
                    <a:pt x="68" y="1650"/>
                  </a:lnTo>
                  <a:lnTo>
                    <a:pt x="102" y="1953"/>
                  </a:lnTo>
                  <a:lnTo>
                    <a:pt x="169" y="2223"/>
                  </a:lnTo>
                  <a:lnTo>
                    <a:pt x="203" y="2290"/>
                  </a:lnTo>
                  <a:lnTo>
                    <a:pt x="270" y="2290"/>
                  </a:lnTo>
                  <a:lnTo>
                    <a:pt x="304" y="2256"/>
                  </a:lnTo>
                  <a:lnTo>
                    <a:pt x="304" y="2223"/>
                  </a:lnTo>
                  <a:lnTo>
                    <a:pt x="337" y="1920"/>
                  </a:lnTo>
                  <a:lnTo>
                    <a:pt x="304" y="1617"/>
                  </a:lnTo>
                  <a:lnTo>
                    <a:pt x="236" y="1011"/>
                  </a:lnTo>
                  <a:lnTo>
                    <a:pt x="203" y="506"/>
                  </a:lnTo>
                  <a:lnTo>
                    <a:pt x="203" y="236"/>
                  </a:lnTo>
                  <a:lnTo>
                    <a:pt x="1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6" name="Google Shape;743;p5">
              <a:extLst>
                <a:ext uri="{FF2B5EF4-FFF2-40B4-BE49-F238E27FC236}">
                  <a16:creationId xmlns:a16="http://schemas.microsoft.com/office/drawing/2014/main" id="{D6A72FBF-E053-418D-AF63-43360F35980C}"/>
                </a:ext>
              </a:extLst>
            </p:cNvPr>
            <p:cNvSpPr/>
            <p:nvPr/>
          </p:nvSpPr>
          <p:spPr>
            <a:xfrm>
              <a:off x="1360453" y="-7"/>
              <a:ext cx="124158" cy="110755"/>
            </a:xfrm>
            <a:custGeom>
              <a:avLst/>
              <a:gdLst/>
              <a:ahLst/>
              <a:cxnLst/>
              <a:rect l="l" t="t" r="r" b="b"/>
              <a:pathLst>
                <a:path w="2492" h="2223" extrusionOk="0">
                  <a:moveTo>
                    <a:pt x="1" y="1"/>
                  </a:moveTo>
                  <a:lnTo>
                    <a:pt x="1" y="539"/>
                  </a:lnTo>
                  <a:lnTo>
                    <a:pt x="34" y="1078"/>
                  </a:lnTo>
                  <a:lnTo>
                    <a:pt x="102" y="1617"/>
                  </a:lnTo>
                  <a:lnTo>
                    <a:pt x="203" y="2155"/>
                  </a:lnTo>
                  <a:lnTo>
                    <a:pt x="236" y="2223"/>
                  </a:lnTo>
                  <a:lnTo>
                    <a:pt x="304" y="2223"/>
                  </a:lnTo>
                  <a:lnTo>
                    <a:pt x="371" y="2189"/>
                  </a:lnTo>
                  <a:lnTo>
                    <a:pt x="405" y="2122"/>
                  </a:lnTo>
                  <a:lnTo>
                    <a:pt x="405" y="2054"/>
                  </a:lnTo>
                  <a:lnTo>
                    <a:pt x="876" y="2122"/>
                  </a:lnTo>
                  <a:lnTo>
                    <a:pt x="1347" y="2155"/>
                  </a:lnTo>
                  <a:lnTo>
                    <a:pt x="1852" y="2122"/>
                  </a:lnTo>
                  <a:lnTo>
                    <a:pt x="2088" y="2088"/>
                  </a:lnTo>
                  <a:lnTo>
                    <a:pt x="2290" y="2054"/>
                  </a:lnTo>
                  <a:lnTo>
                    <a:pt x="2357" y="1987"/>
                  </a:lnTo>
                  <a:lnTo>
                    <a:pt x="2357" y="1920"/>
                  </a:lnTo>
                  <a:lnTo>
                    <a:pt x="2425" y="1920"/>
                  </a:lnTo>
                  <a:lnTo>
                    <a:pt x="2458" y="1886"/>
                  </a:lnTo>
                  <a:lnTo>
                    <a:pt x="2458" y="1852"/>
                  </a:lnTo>
                  <a:lnTo>
                    <a:pt x="2492" y="943"/>
                  </a:lnTo>
                  <a:lnTo>
                    <a:pt x="2425" y="1"/>
                  </a:lnTo>
                  <a:lnTo>
                    <a:pt x="2256" y="1"/>
                  </a:lnTo>
                  <a:lnTo>
                    <a:pt x="2223" y="472"/>
                  </a:lnTo>
                  <a:lnTo>
                    <a:pt x="2223" y="943"/>
                  </a:lnTo>
                  <a:lnTo>
                    <a:pt x="2256" y="1415"/>
                  </a:lnTo>
                  <a:lnTo>
                    <a:pt x="2290" y="1852"/>
                  </a:lnTo>
                  <a:lnTo>
                    <a:pt x="2324" y="1886"/>
                  </a:lnTo>
                  <a:lnTo>
                    <a:pt x="2290" y="1886"/>
                  </a:lnTo>
                  <a:lnTo>
                    <a:pt x="2054" y="1852"/>
                  </a:lnTo>
                  <a:lnTo>
                    <a:pt x="1819" y="1886"/>
                  </a:lnTo>
                  <a:lnTo>
                    <a:pt x="371" y="1886"/>
                  </a:lnTo>
                  <a:lnTo>
                    <a:pt x="270" y="943"/>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7" name="Google Shape;744;p5">
              <a:extLst>
                <a:ext uri="{FF2B5EF4-FFF2-40B4-BE49-F238E27FC236}">
                  <a16:creationId xmlns:a16="http://schemas.microsoft.com/office/drawing/2014/main" id="{5ADBC72D-BFA9-4837-A453-405C856C0420}"/>
                </a:ext>
              </a:extLst>
            </p:cNvPr>
            <p:cNvSpPr/>
            <p:nvPr/>
          </p:nvSpPr>
          <p:spPr>
            <a:xfrm>
              <a:off x="105723" y="-7"/>
              <a:ext cx="124207" cy="23566"/>
            </a:xfrm>
            <a:custGeom>
              <a:avLst/>
              <a:gdLst/>
              <a:ahLst/>
              <a:cxnLst/>
              <a:rect l="l" t="t" r="r" b="b"/>
              <a:pathLst>
                <a:path w="2493" h="473" extrusionOk="0">
                  <a:moveTo>
                    <a:pt x="1" y="1"/>
                  </a:moveTo>
                  <a:lnTo>
                    <a:pt x="34" y="337"/>
                  </a:lnTo>
                  <a:lnTo>
                    <a:pt x="68" y="405"/>
                  </a:lnTo>
                  <a:lnTo>
                    <a:pt x="169" y="405"/>
                  </a:lnTo>
                  <a:lnTo>
                    <a:pt x="203" y="371"/>
                  </a:lnTo>
                  <a:lnTo>
                    <a:pt x="439" y="438"/>
                  </a:lnTo>
                  <a:lnTo>
                    <a:pt x="674" y="472"/>
                  </a:lnTo>
                  <a:lnTo>
                    <a:pt x="1213" y="472"/>
                  </a:lnTo>
                  <a:lnTo>
                    <a:pt x="1752" y="405"/>
                  </a:lnTo>
                  <a:lnTo>
                    <a:pt x="2257" y="304"/>
                  </a:lnTo>
                  <a:lnTo>
                    <a:pt x="2257" y="337"/>
                  </a:lnTo>
                  <a:lnTo>
                    <a:pt x="2324" y="405"/>
                  </a:lnTo>
                  <a:lnTo>
                    <a:pt x="2391" y="438"/>
                  </a:lnTo>
                  <a:lnTo>
                    <a:pt x="2459" y="405"/>
                  </a:lnTo>
                  <a:lnTo>
                    <a:pt x="2492" y="371"/>
                  </a:lnTo>
                  <a:lnTo>
                    <a:pt x="2492" y="304"/>
                  </a:lnTo>
                  <a:lnTo>
                    <a:pt x="2425" y="1"/>
                  </a:lnTo>
                  <a:lnTo>
                    <a:pt x="2223" y="1"/>
                  </a:lnTo>
                  <a:lnTo>
                    <a:pt x="2257" y="135"/>
                  </a:lnTo>
                  <a:lnTo>
                    <a:pt x="1179" y="236"/>
                  </a:lnTo>
                  <a:lnTo>
                    <a:pt x="708" y="270"/>
                  </a:lnTo>
                  <a:lnTo>
                    <a:pt x="439" y="270"/>
                  </a:lnTo>
                  <a:lnTo>
                    <a:pt x="203" y="30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8" name="Google Shape;745;p5">
              <a:extLst>
                <a:ext uri="{FF2B5EF4-FFF2-40B4-BE49-F238E27FC236}">
                  <a16:creationId xmlns:a16="http://schemas.microsoft.com/office/drawing/2014/main" id="{1DC0C8AE-59C9-4D92-9855-4D620028B36C}"/>
                </a:ext>
              </a:extLst>
            </p:cNvPr>
            <p:cNvSpPr/>
            <p:nvPr/>
          </p:nvSpPr>
          <p:spPr>
            <a:xfrm>
              <a:off x="1311826" y="119118"/>
              <a:ext cx="115787" cy="119126"/>
            </a:xfrm>
            <a:custGeom>
              <a:avLst/>
              <a:gdLst/>
              <a:ahLst/>
              <a:cxnLst/>
              <a:rect l="l" t="t" r="r" b="b"/>
              <a:pathLst>
                <a:path w="2324" h="2391" extrusionOk="0">
                  <a:moveTo>
                    <a:pt x="1515" y="0"/>
                  </a:moveTo>
                  <a:lnTo>
                    <a:pt x="909" y="34"/>
                  </a:lnTo>
                  <a:lnTo>
                    <a:pt x="202" y="34"/>
                  </a:lnTo>
                  <a:lnTo>
                    <a:pt x="0" y="101"/>
                  </a:lnTo>
                  <a:lnTo>
                    <a:pt x="0" y="135"/>
                  </a:lnTo>
                  <a:lnTo>
                    <a:pt x="67" y="202"/>
                  </a:lnTo>
                  <a:lnTo>
                    <a:pt x="168" y="236"/>
                  </a:lnTo>
                  <a:lnTo>
                    <a:pt x="370" y="270"/>
                  </a:lnTo>
                  <a:lnTo>
                    <a:pt x="1414" y="270"/>
                  </a:lnTo>
                  <a:lnTo>
                    <a:pt x="2020" y="202"/>
                  </a:lnTo>
                  <a:lnTo>
                    <a:pt x="2020" y="202"/>
                  </a:lnTo>
                  <a:lnTo>
                    <a:pt x="1987" y="438"/>
                  </a:lnTo>
                  <a:lnTo>
                    <a:pt x="2020" y="640"/>
                  </a:lnTo>
                  <a:lnTo>
                    <a:pt x="2054" y="1078"/>
                  </a:lnTo>
                  <a:lnTo>
                    <a:pt x="2054" y="1583"/>
                  </a:lnTo>
                  <a:lnTo>
                    <a:pt x="2088" y="1852"/>
                  </a:lnTo>
                  <a:lnTo>
                    <a:pt x="2121" y="2121"/>
                  </a:lnTo>
                  <a:lnTo>
                    <a:pt x="977" y="2155"/>
                  </a:lnTo>
                  <a:lnTo>
                    <a:pt x="539" y="2121"/>
                  </a:lnTo>
                  <a:lnTo>
                    <a:pt x="370" y="2155"/>
                  </a:lnTo>
                  <a:lnTo>
                    <a:pt x="269" y="2222"/>
                  </a:lnTo>
                  <a:lnTo>
                    <a:pt x="202" y="2256"/>
                  </a:lnTo>
                  <a:lnTo>
                    <a:pt x="202" y="2290"/>
                  </a:lnTo>
                  <a:lnTo>
                    <a:pt x="269" y="2323"/>
                  </a:lnTo>
                  <a:lnTo>
                    <a:pt x="370" y="2357"/>
                  </a:lnTo>
                  <a:lnTo>
                    <a:pt x="572" y="2391"/>
                  </a:lnTo>
                  <a:lnTo>
                    <a:pt x="1583" y="2391"/>
                  </a:lnTo>
                  <a:lnTo>
                    <a:pt x="2222" y="2357"/>
                  </a:lnTo>
                  <a:lnTo>
                    <a:pt x="2290" y="2323"/>
                  </a:lnTo>
                  <a:lnTo>
                    <a:pt x="2323" y="2290"/>
                  </a:lnTo>
                  <a:lnTo>
                    <a:pt x="2323" y="2222"/>
                  </a:lnTo>
                  <a:lnTo>
                    <a:pt x="2290" y="2155"/>
                  </a:lnTo>
                  <a:lnTo>
                    <a:pt x="2323" y="1886"/>
                  </a:lnTo>
                  <a:lnTo>
                    <a:pt x="2290" y="1616"/>
                  </a:lnTo>
                  <a:lnTo>
                    <a:pt x="2256" y="1044"/>
                  </a:lnTo>
                  <a:lnTo>
                    <a:pt x="2256" y="606"/>
                  </a:lnTo>
                  <a:lnTo>
                    <a:pt x="2222" y="404"/>
                  </a:lnTo>
                  <a:lnTo>
                    <a:pt x="2189" y="202"/>
                  </a:lnTo>
                  <a:lnTo>
                    <a:pt x="2222" y="135"/>
                  </a:lnTo>
                  <a:lnTo>
                    <a:pt x="2222" y="67"/>
                  </a:lnTo>
                  <a:lnTo>
                    <a:pt x="2189" y="34"/>
                  </a:lnTo>
                  <a:lnTo>
                    <a:pt x="212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 name="Google Shape;746;p5">
              <a:extLst>
                <a:ext uri="{FF2B5EF4-FFF2-40B4-BE49-F238E27FC236}">
                  <a16:creationId xmlns:a16="http://schemas.microsoft.com/office/drawing/2014/main" id="{CC2137EB-0764-41FC-A930-D62559F7DCFA}"/>
                </a:ext>
              </a:extLst>
            </p:cNvPr>
            <p:cNvSpPr/>
            <p:nvPr/>
          </p:nvSpPr>
          <p:spPr>
            <a:xfrm>
              <a:off x="1276602" y="52007"/>
              <a:ext cx="30242" cy="33580"/>
            </a:xfrm>
            <a:custGeom>
              <a:avLst/>
              <a:gdLst/>
              <a:ahLst/>
              <a:cxnLst/>
              <a:rect l="l" t="t" r="r" b="b"/>
              <a:pathLst>
                <a:path w="607" h="674" extrusionOk="0">
                  <a:moveTo>
                    <a:pt x="202" y="0"/>
                  </a:moveTo>
                  <a:lnTo>
                    <a:pt x="101" y="34"/>
                  </a:lnTo>
                  <a:lnTo>
                    <a:pt x="34" y="101"/>
                  </a:lnTo>
                  <a:lnTo>
                    <a:pt x="0" y="202"/>
                  </a:lnTo>
                  <a:lnTo>
                    <a:pt x="0" y="270"/>
                  </a:lnTo>
                  <a:lnTo>
                    <a:pt x="34" y="337"/>
                  </a:lnTo>
                  <a:lnTo>
                    <a:pt x="101" y="371"/>
                  </a:lnTo>
                  <a:lnTo>
                    <a:pt x="202" y="404"/>
                  </a:lnTo>
                  <a:lnTo>
                    <a:pt x="438" y="404"/>
                  </a:lnTo>
                  <a:lnTo>
                    <a:pt x="438" y="472"/>
                  </a:lnTo>
                  <a:lnTo>
                    <a:pt x="404" y="573"/>
                  </a:lnTo>
                  <a:lnTo>
                    <a:pt x="438" y="640"/>
                  </a:lnTo>
                  <a:lnTo>
                    <a:pt x="471" y="674"/>
                  </a:lnTo>
                  <a:lnTo>
                    <a:pt x="505" y="674"/>
                  </a:lnTo>
                  <a:lnTo>
                    <a:pt x="572" y="573"/>
                  </a:lnTo>
                  <a:lnTo>
                    <a:pt x="606" y="472"/>
                  </a:lnTo>
                  <a:lnTo>
                    <a:pt x="606" y="270"/>
                  </a:lnTo>
                  <a:lnTo>
                    <a:pt x="606" y="202"/>
                  </a:lnTo>
                  <a:lnTo>
                    <a:pt x="539" y="169"/>
                  </a:lnTo>
                  <a:lnTo>
                    <a:pt x="505" y="202"/>
                  </a:lnTo>
                  <a:lnTo>
                    <a:pt x="337" y="270"/>
                  </a:lnTo>
                  <a:lnTo>
                    <a:pt x="168" y="270"/>
                  </a:lnTo>
                  <a:lnTo>
                    <a:pt x="135" y="236"/>
                  </a:lnTo>
                  <a:lnTo>
                    <a:pt x="168" y="169"/>
                  </a:lnTo>
                  <a:lnTo>
                    <a:pt x="202" y="135"/>
                  </a:lnTo>
                  <a:lnTo>
                    <a:pt x="505" y="135"/>
                  </a:lnTo>
                  <a:lnTo>
                    <a:pt x="505" y="169"/>
                  </a:lnTo>
                  <a:lnTo>
                    <a:pt x="572" y="169"/>
                  </a:lnTo>
                  <a:lnTo>
                    <a:pt x="606" y="135"/>
                  </a:lnTo>
                  <a:lnTo>
                    <a:pt x="539" y="68"/>
                  </a:lnTo>
                  <a:lnTo>
                    <a:pt x="471" y="34"/>
                  </a:lnTo>
                  <a:lnTo>
                    <a:pt x="30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 name="Google Shape;747;p5">
              <a:extLst>
                <a:ext uri="{FF2B5EF4-FFF2-40B4-BE49-F238E27FC236}">
                  <a16:creationId xmlns:a16="http://schemas.microsoft.com/office/drawing/2014/main" id="{D7924E96-EF30-4595-AD7C-9CDEE38A3690}"/>
                </a:ext>
              </a:extLst>
            </p:cNvPr>
            <p:cNvSpPr/>
            <p:nvPr/>
          </p:nvSpPr>
          <p:spPr>
            <a:xfrm>
              <a:off x="1090365" y="-7"/>
              <a:ext cx="115837" cy="112449"/>
            </a:xfrm>
            <a:custGeom>
              <a:avLst/>
              <a:gdLst/>
              <a:ahLst/>
              <a:cxnLst/>
              <a:rect l="l" t="t" r="r" b="b"/>
              <a:pathLst>
                <a:path w="2325" h="2257" extrusionOk="0">
                  <a:moveTo>
                    <a:pt x="1" y="1"/>
                  </a:moveTo>
                  <a:lnTo>
                    <a:pt x="169" y="102"/>
                  </a:lnTo>
                  <a:lnTo>
                    <a:pt x="371" y="135"/>
                  </a:lnTo>
                  <a:lnTo>
                    <a:pt x="775" y="135"/>
                  </a:lnTo>
                  <a:lnTo>
                    <a:pt x="1415" y="102"/>
                  </a:lnTo>
                  <a:lnTo>
                    <a:pt x="2021" y="68"/>
                  </a:lnTo>
                  <a:lnTo>
                    <a:pt x="2021" y="68"/>
                  </a:lnTo>
                  <a:lnTo>
                    <a:pt x="1987" y="270"/>
                  </a:lnTo>
                  <a:lnTo>
                    <a:pt x="2021" y="506"/>
                  </a:lnTo>
                  <a:lnTo>
                    <a:pt x="2055" y="910"/>
                  </a:lnTo>
                  <a:lnTo>
                    <a:pt x="2055" y="1448"/>
                  </a:lnTo>
                  <a:lnTo>
                    <a:pt x="2088" y="1718"/>
                  </a:lnTo>
                  <a:lnTo>
                    <a:pt x="2122" y="1987"/>
                  </a:lnTo>
                  <a:lnTo>
                    <a:pt x="573" y="1987"/>
                  </a:lnTo>
                  <a:lnTo>
                    <a:pt x="371" y="2021"/>
                  </a:lnTo>
                  <a:lnTo>
                    <a:pt x="270" y="2054"/>
                  </a:lnTo>
                  <a:lnTo>
                    <a:pt x="203" y="2122"/>
                  </a:lnTo>
                  <a:lnTo>
                    <a:pt x="270" y="2189"/>
                  </a:lnTo>
                  <a:lnTo>
                    <a:pt x="371" y="2223"/>
                  </a:lnTo>
                  <a:lnTo>
                    <a:pt x="573" y="2256"/>
                  </a:lnTo>
                  <a:lnTo>
                    <a:pt x="977" y="2223"/>
                  </a:lnTo>
                  <a:lnTo>
                    <a:pt x="2223" y="2223"/>
                  </a:lnTo>
                  <a:lnTo>
                    <a:pt x="2290" y="2189"/>
                  </a:lnTo>
                  <a:lnTo>
                    <a:pt x="2324" y="2122"/>
                  </a:lnTo>
                  <a:lnTo>
                    <a:pt x="2324" y="2088"/>
                  </a:lnTo>
                  <a:lnTo>
                    <a:pt x="2290" y="2021"/>
                  </a:lnTo>
                  <a:lnTo>
                    <a:pt x="2324" y="1751"/>
                  </a:lnTo>
                  <a:lnTo>
                    <a:pt x="2290" y="1448"/>
                  </a:lnTo>
                  <a:lnTo>
                    <a:pt x="2257" y="910"/>
                  </a:lnTo>
                  <a:lnTo>
                    <a:pt x="2257" y="472"/>
                  </a:lnTo>
                  <a:lnTo>
                    <a:pt x="2223" y="236"/>
                  </a:lnTo>
                  <a:lnTo>
                    <a:pt x="2189" y="34"/>
                  </a:lnTo>
                  <a:lnTo>
                    <a:pt x="22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 name="Google Shape;748;p5">
              <a:extLst>
                <a:ext uri="{FF2B5EF4-FFF2-40B4-BE49-F238E27FC236}">
                  <a16:creationId xmlns:a16="http://schemas.microsoft.com/office/drawing/2014/main" id="{38E3CA11-CB07-424B-9C35-F0B727FEC0D1}"/>
                </a:ext>
              </a:extLst>
            </p:cNvPr>
            <p:cNvSpPr/>
            <p:nvPr/>
          </p:nvSpPr>
          <p:spPr>
            <a:xfrm>
              <a:off x="1219555" y="-7"/>
              <a:ext cx="16840" cy="104079"/>
            </a:xfrm>
            <a:custGeom>
              <a:avLst/>
              <a:gdLst/>
              <a:ahLst/>
              <a:cxnLst/>
              <a:rect l="l" t="t" r="r" b="b"/>
              <a:pathLst>
                <a:path w="338" h="2089" extrusionOk="0">
                  <a:moveTo>
                    <a:pt x="34" y="1"/>
                  </a:moveTo>
                  <a:lnTo>
                    <a:pt x="0" y="405"/>
                  </a:lnTo>
                  <a:lnTo>
                    <a:pt x="0" y="809"/>
                  </a:lnTo>
                  <a:lnTo>
                    <a:pt x="34" y="1448"/>
                  </a:lnTo>
                  <a:lnTo>
                    <a:pt x="101" y="1751"/>
                  </a:lnTo>
                  <a:lnTo>
                    <a:pt x="169" y="2021"/>
                  </a:lnTo>
                  <a:lnTo>
                    <a:pt x="202" y="2088"/>
                  </a:lnTo>
                  <a:lnTo>
                    <a:pt x="270" y="2088"/>
                  </a:lnTo>
                  <a:lnTo>
                    <a:pt x="303" y="2054"/>
                  </a:lnTo>
                  <a:lnTo>
                    <a:pt x="337" y="1987"/>
                  </a:lnTo>
                  <a:lnTo>
                    <a:pt x="337" y="1718"/>
                  </a:lnTo>
                  <a:lnTo>
                    <a:pt x="303" y="1415"/>
                  </a:lnTo>
                  <a:lnTo>
                    <a:pt x="236" y="809"/>
                  </a:lnTo>
                  <a:lnTo>
                    <a:pt x="236" y="405"/>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 name="Google Shape;749;p5">
              <a:extLst>
                <a:ext uri="{FF2B5EF4-FFF2-40B4-BE49-F238E27FC236}">
                  <a16:creationId xmlns:a16="http://schemas.microsoft.com/office/drawing/2014/main" id="{A85BB91E-1748-481E-821C-7631DE7FD701}"/>
                </a:ext>
              </a:extLst>
            </p:cNvPr>
            <p:cNvSpPr/>
            <p:nvPr/>
          </p:nvSpPr>
          <p:spPr>
            <a:xfrm>
              <a:off x="1501351" y="-7"/>
              <a:ext cx="124207" cy="94015"/>
            </a:xfrm>
            <a:custGeom>
              <a:avLst/>
              <a:gdLst/>
              <a:ahLst/>
              <a:cxnLst/>
              <a:rect l="l" t="t" r="r" b="b"/>
              <a:pathLst>
                <a:path w="2493" h="1887" extrusionOk="0">
                  <a:moveTo>
                    <a:pt x="1" y="1"/>
                  </a:moveTo>
                  <a:lnTo>
                    <a:pt x="1" y="304"/>
                  </a:lnTo>
                  <a:lnTo>
                    <a:pt x="1" y="640"/>
                  </a:lnTo>
                  <a:lnTo>
                    <a:pt x="68" y="1213"/>
                  </a:lnTo>
                  <a:lnTo>
                    <a:pt x="102" y="1516"/>
                  </a:lnTo>
                  <a:lnTo>
                    <a:pt x="203" y="1785"/>
                  </a:lnTo>
                  <a:lnTo>
                    <a:pt x="203" y="1819"/>
                  </a:lnTo>
                  <a:lnTo>
                    <a:pt x="236" y="1852"/>
                  </a:lnTo>
                  <a:lnTo>
                    <a:pt x="304" y="1819"/>
                  </a:lnTo>
                  <a:lnTo>
                    <a:pt x="337" y="1852"/>
                  </a:lnTo>
                  <a:lnTo>
                    <a:pt x="573" y="1886"/>
                  </a:lnTo>
                  <a:lnTo>
                    <a:pt x="809" y="1852"/>
                  </a:lnTo>
                  <a:lnTo>
                    <a:pt x="1280" y="1852"/>
                  </a:lnTo>
                  <a:lnTo>
                    <a:pt x="1819" y="1819"/>
                  </a:lnTo>
                  <a:lnTo>
                    <a:pt x="2054" y="1819"/>
                  </a:lnTo>
                  <a:lnTo>
                    <a:pt x="2324" y="1785"/>
                  </a:lnTo>
                  <a:lnTo>
                    <a:pt x="2357" y="1819"/>
                  </a:lnTo>
                  <a:lnTo>
                    <a:pt x="2391" y="1819"/>
                  </a:lnTo>
                  <a:lnTo>
                    <a:pt x="2458" y="1785"/>
                  </a:lnTo>
                  <a:lnTo>
                    <a:pt x="2458" y="1751"/>
                  </a:lnTo>
                  <a:lnTo>
                    <a:pt x="2492" y="1516"/>
                  </a:lnTo>
                  <a:lnTo>
                    <a:pt x="2492" y="1246"/>
                  </a:lnTo>
                  <a:lnTo>
                    <a:pt x="2458" y="741"/>
                  </a:lnTo>
                  <a:lnTo>
                    <a:pt x="2425" y="1"/>
                  </a:lnTo>
                  <a:lnTo>
                    <a:pt x="2223" y="1"/>
                  </a:lnTo>
                  <a:lnTo>
                    <a:pt x="2256" y="573"/>
                  </a:lnTo>
                  <a:lnTo>
                    <a:pt x="2256" y="1078"/>
                  </a:lnTo>
                  <a:lnTo>
                    <a:pt x="2290" y="1617"/>
                  </a:lnTo>
                  <a:lnTo>
                    <a:pt x="2088" y="1583"/>
                  </a:lnTo>
                  <a:lnTo>
                    <a:pt x="1852" y="1583"/>
                  </a:lnTo>
                  <a:lnTo>
                    <a:pt x="1415" y="1617"/>
                  </a:lnTo>
                  <a:lnTo>
                    <a:pt x="876" y="1617"/>
                  </a:lnTo>
                  <a:lnTo>
                    <a:pt x="607" y="1650"/>
                  </a:lnTo>
                  <a:lnTo>
                    <a:pt x="337" y="1718"/>
                  </a:lnTo>
                  <a:lnTo>
                    <a:pt x="304" y="1179"/>
                  </a:lnTo>
                  <a:lnTo>
                    <a:pt x="236" y="640"/>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 name="Google Shape;750;p5">
              <a:extLst>
                <a:ext uri="{FF2B5EF4-FFF2-40B4-BE49-F238E27FC236}">
                  <a16:creationId xmlns:a16="http://schemas.microsoft.com/office/drawing/2014/main" id="{24690F63-0AA8-420F-9F35-8AF90DDE06C1}"/>
                </a:ext>
              </a:extLst>
            </p:cNvPr>
            <p:cNvSpPr/>
            <p:nvPr/>
          </p:nvSpPr>
          <p:spPr>
            <a:xfrm>
              <a:off x="800199" y="3380"/>
              <a:ext cx="125852" cy="117432"/>
            </a:xfrm>
            <a:custGeom>
              <a:avLst/>
              <a:gdLst/>
              <a:ahLst/>
              <a:cxnLst/>
              <a:rect l="l" t="t" r="r" b="b"/>
              <a:pathLst>
                <a:path w="2526" h="2357" extrusionOk="0">
                  <a:moveTo>
                    <a:pt x="2256" y="202"/>
                  </a:moveTo>
                  <a:lnTo>
                    <a:pt x="2256" y="640"/>
                  </a:lnTo>
                  <a:lnTo>
                    <a:pt x="2290" y="1077"/>
                  </a:lnTo>
                  <a:lnTo>
                    <a:pt x="2290" y="1582"/>
                  </a:lnTo>
                  <a:lnTo>
                    <a:pt x="2323" y="2121"/>
                  </a:lnTo>
                  <a:lnTo>
                    <a:pt x="2088" y="2087"/>
                  </a:lnTo>
                  <a:lnTo>
                    <a:pt x="1886" y="2087"/>
                  </a:lnTo>
                  <a:lnTo>
                    <a:pt x="1448" y="2121"/>
                  </a:lnTo>
                  <a:lnTo>
                    <a:pt x="909" y="2121"/>
                  </a:lnTo>
                  <a:lnTo>
                    <a:pt x="640" y="2155"/>
                  </a:lnTo>
                  <a:lnTo>
                    <a:pt x="371" y="2222"/>
                  </a:lnTo>
                  <a:lnTo>
                    <a:pt x="337" y="1683"/>
                  </a:lnTo>
                  <a:lnTo>
                    <a:pt x="236" y="1145"/>
                  </a:lnTo>
                  <a:lnTo>
                    <a:pt x="202" y="707"/>
                  </a:lnTo>
                  <a:lnTo>
                    <a:pt x="169" y="269"/>
                  </a:lnTo>
                  <a:lnTo>
                    <a:pt x="1212" y="269"/>
                  </a:lnTo>
                  <a:lnTo>
                    <a:pt x="2256" y="202"/>
                  </a:lnTo>
                  <a:close/>
                  <a:moveTo>
                    <a:pt x="1179" y="0"/>
                  </a:moveTo>
                  <a:lnTo>
                    <a:pt x="674" y="34"/>
                  </a:lnTo>
                  <a:lnTo>
                    <a:pt x="135" y="67"/>
                  </a:lnTo>
                  <a:lnTo>
                    <a:pt x="68" y="101"/>
                  </a:lnTo>
                  <a:lnTo>
                    <a:pt x="68" y="168"/>
                  </a:lnTo>
                  <a:lnTo>
                    <a:pt x="34" y="438"/>
                  </a:lnTo>
                  <a:lnTo>
                    <a:pt x="0" y="673"/>
                  </a:lnTo>
                  <a:lnTo>
                    <a:pt x="34" y="1145"/>
                  </a:lnTo>
                  <a:lnTo>
                    <a:pt x="101" y="1717"/>
                  </a:lnTo>
                  <a:lnTo>
                    <a:pt x="135" y="2020"/>
                  </a:lnTo>
                  <a:lnTo>
                    <a:pt x="202" y="2289"/>
                  </a:lnTo>
                  <a:lnTo>
                    <a:pt x="236" y="2323"/>
                  </a:lnTo>
                  <a:lnTo>
                    <a:pt x="270" y="2357"/>
                  </a:lnTo>
                  <a:lnTo>
                    <a:pt x="337" y="2323"/>
                  </a:lnTo>
                  <a:lnTo>
                    <a:pt x="371" y="2357"/>
                  </a:lnTo>
                  <a:lnTo>
                    <a:pt x="1313" y="2357"/>
                  </a:lnTo>
                  <a:lnTo>
                    <a:pt x="1818" y="2323"/>
                  </a:lnTo>
                  <a:lnTo>
                    <a:pt x="2088" y="2323"/>
                  </a:lnTo>
                  <a:lnTo>
                    <a:pt x="2357" y="2289"/>
                  </a:lnTo>
                  <a:lnTo>
                    <a:pt x="2391" y="2323"/>
                  </a:lnTo>
                  <a:lnTo>
                    <a:pt x="2424" y="2323"/>
                  </a:lnTo>
                  <a:lnTo>
                    <a:pt x="2458" y="2289"/>
                  </a:lnTo>
                  <a:lnTo>
                    <a:pt x="2492" y="2256"/>
                  </a:lnTo>
                  <a:lnTo>
                    <a:pt x="2525" y="2020"/>
                  </a:lnTo>
                  <a:lnTo>
                    <a:pt x="2525" y="1751"/>
                  </a:lnTo>
                  <a:lnTo>
                    <a:pt x="2492" y="1246"/>
                  </a:lnTo>
                  <a:lnTo>
                    <a:pt x="2458" y="640"/>
                  </a:lnTo>
                  <a:lnTo>
                    <a:pt x="2424" y="337"/>
                  </a:lnTo>
                  <a:lnTo>
                    <a:pt x="2357" y="67"/>
                  </a:lnTo>
                  <a:lnTo>
                    <a:pt x="2323"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 name="Google Shape;751;p5">
              <a:extLst>
                <a:ext uri="{FF2B5EF4-FFF2-40B4-BE49-F238E27FC236}">
                  <a16:creationId xmlns:a16="http://schemas.microsoft.com/office/drawing/2014/main" id="{4893AA0C-423C-4BD3-BF48-A2C116830450}"/>
                </a:ext>
              </a:extLst>
            </p:cNvPr>
            <p:cNvSpPr/>
            <p:nvPr/>
          </p:nvSpPr>
          <p:spPr>
            <a:xfrm>
              <a:off x="993112" y="63765"/>
              <a:ext cx="21822" cy="35274"/>
            </a:xfrm>
            <a:custGeom>
              <a:avLst/>
              <a:gdLst/>
              <a:ahLst/>
              <a:cxnLst/>
              <a:rect l="l" t="t" r="r" b="b"/>
              <a:pathLst>
                <a:path w="438" h="708" extrusionOk="0">
                  <a:moveTo>
                    <a:pt x="303" y="0"/>
                  </a:moveTo>
                  <a:lnTo>
                    <a:pt x="169" y="34"/>
                  </a:lnTo>
                  <a:lnTo>
                    <a:pt x="34" y="101"/>
                  </a:lnTo>
                  <a:lnTo>
                    <a:pt x="0" y="135"/>
                  </a:lnTo>
                  <a:lnTo>
                    <a:pt x="0" y="168"/>
                  </a:lnTo>
                  <a:lnTo>
                    <a:pt x="0" y="202"/>
                  </a:lnTo>
                  <a:lnTo>
                    <a:pt x="270" y="202"/>
                  </a:lnTo>
                  <a:lnTo>
                    <a:pt x="236" y="404"/>
                  </a:lnTo>
                  <a:lnTo>
                    <a:pt x="169" y="572"/>
                  </a:lnTo>
                  <a:lnTo>
                    <a:pt x="135" y="640"/>
                  </a:lnTo>
                  <a:lnTo>
                    <a:pt x="202" y="707"/>
                  </a:lnTo>
                  <a:lnTo>
                    <a:pt x="270" y="707"/>
                  </a:lnTo>
                  <a:lnTo>
                    <a:pt x="337" y="673"/>
                  </a:lnTo>
                  <a:lnTo>
                    <a:pt x="404" y="539"/>
                  </a:lnTo>
                  <a:lnTo>
                    <a:pt x="438" y="370"/>
                  </a:lnTo>
                  <a:lnTo>
                    <a:pt x="438" y="236"/>
                  </a:lnTo>
                  <a:lnTo>
                    <a:pt x="438" y="67"/>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 name="Google Shape;752;p5">
              <a:extLst>
                <a:ext uri="{FF2B5EF4-FFF2-40B4-BE49-F238E27FC236}">
                  <a16:creationId xmlns:a16="http://schemas.microsoft.com/office/drawing/2014/main" id="{96172FB7-1F2D-4A5D-BC20-C8B0F730A500}"/>
                </a:ext>
              </a:extLst>
            </p:cNvPr>
            <p:cNvSpPr/>
            <p:nvPr/>
          </p:nvSpPr>
          <p:spPr>
            <a:xfrm>
              <a:off x="853858" y="70442"/>
              <a:ext cx="28598" cy="35274"/>
            </a:xfrm>
            <a:custGeom>
              <a:avLst/>
              <a:gdLst/>
              <a:ahLst/>
              <a:cxnLst/>
              <a:rect l="l" t="t" r="r" b="b"/>
              <a:pathLst>
                <a:path w="574" h="708" extrusionOk="0">
                  <a:moveTo>
                    <a:pt x="337" y="1"/>
                  </a:moveTo>
                  <a:lnTo>
                    <a:pt x="270" y="34"/>
                  </a:lnTo>
                  <a:lnTo>
                    <a:pt x="169" y="68"/>
                  </a:lnTo>
                  <a:lnTo>
                    <a:pt x="68" y="203"/>
                  </a:lnTo>
                  <a:lnTo>
                    <a:pt x="34" y="270"/>
                  </a:lnTo>
                  <a:lnTo>
                    <a:pt x="1" y="371"/>
                  </a:lnTo>
                  <a:lnTo>
                    <a:pt x="1" y="438"/>
                  </a:lnTo>
                  <a:lnTo>
                    <a:pt x="34" y="539"/>
                  </a:lnTo>
                  <a:lnTo>
                    <a:pt x="135" y="640"/>
                  </a:lnTo>
                  <a:lnTo>
                    <a:pt x="270" y="708"/>
                  </a:lnTo>
                  <a:lnTo>
                    <a:pt x="371" y="708"/>
                  </a:lnTo>
                  <a:lnTo>
                    <a:pt x="438" y="640"/>
                  </a:lnTo>
                  <a:lnTo>
                    <a:pt x="573" y="506"/>
                  </a:lnTo>
                  <a:lnTo>
                    <a:pt x="573" y="472"/>
                  </a:lnTo>
                  <a:lnTo>
                    <a:pt x="573" y="405"/>
                  </a:lnTo>
                  <a:lnTo>
                    <a:pt x="539" y="371"/>
                  </a:lnTo>
                  <a:lnTo>
                    <a:pt x="135" y="371"/>
                  </a:lnTo>
                  <a:lnTo>
                    <a:pt x="169" y="270"/>
                  </a:lnTo>
                  <a:lnTo>
                    <a:pt x="236" y="203"/>
                  </a:lnTo>
                  <a:lnTo>
                    <a:pt x="304" y="135"/>
                  </a:lnTo>
                  <a:lnTo>
                    <a:pt x="37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 name="Google Shape;753;p5">
              <a:extLst>
                <a:ext uri="{FF2B5EF4-FFF2-40B4-BE49-F238E27FC236}">
                  <a16:creationId xmlns:a16="http://schemas.microsoft.com/office/drawing/2014/main" id="{EAD9F0D4-4571-48F4-8EFB-21A734514D50}"/>
                </a:ext>
              </a:extLst>
            </p:cNvPr>
            <p:cNvSpPr/>
            <p:nvPr/>
          </p:nvSpPr>
          <p:spPr>
            <a:xfrm>
              <a:off x="560304" y="-7"/>
              <a:ext cx="20178" cy="50"/>
            </a:xfrm>
            <a:custGeom>
              <a:avLst/>
              <a:gdLst/>
              <a:ahLst/>
              <a:cxnLst/>
              <a:rect l="l" t="t" r="r" b="b"/>
              <a:pathLst>
                <a:path w="405" h="1" extrusionOk="0">
                  <a:moveTo>
                    <a:pt x="405" y="1"/>
                  </a:moveTo>
                  <a:lnTo>
                    <a:pt x="1" y="1"/>
                  </a:lnTo>
                  <a:lnTo>
                    <a:pt x="1" y="1"/>
                  </a:lnTo>
                  <a:lnTo>
                    <a:pt x="405" y="1"/>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 name="Google Shape;754;p5">
              <a:extLst>
                <a:ext uri="{FF2B5EF4-FFF2-40B4-BE49-F238E27FC236}">
                  <a16:creationId xmlns:a16="http://schemas.microsoft.com/office/drawing/2014/main" id="{C430A937-049C-4A4E-A842-0527B56DA0F0}"/>
                </a:ext>
              </a:extLst>
            </p:cNvPr>
            <p:cNvSpPr/>
            <p:nvPr/>
          </p:nvSpPr>
          <p:spPr>
            <a:xfrm>
              <a:off x="382537" y="25153"/>
              <a:ext cx="15146" cy="117481"/>
            </a:xfrm>
            <a:custGeom>
              <a:avLst/>
              <a:gdLst/>
              <a:ahLst/>
              <a:cxnLst/>
              <a:rect l="l" t="t" r="r" b="b"/>
              <a:pathLst>
                <a:path w="304" h="2358" extrusionOk="0">
                  <a:moveTo>
                    <a:pt x="67" y="1"/>
                  </a:moveTo>
                  <a:lnTo>
                    <a:pt x="34" y="34"/>
                  </a:lnTo>
                  <a:lnTo>
                    <a:pt x="34" y="68"/>
                  </a:lnTo>
                  <a:lnTo>
                    <a:pt x="0" y="304"/>
                  </a:lnTo>
                  <a:lnTo>
                    <a:pt x="0" y="573"/>
                  </a:lnTo>
                  <a:lnTo>
                    <a:pt x="0" y="1078"/>
                  </a:lnTo>
                  <a:lnTo>
                    <a:pt x="34" y="1718"/>
                  </a:lnTo>
                  <a:lnTo>
                    <a:pt x="101" y="2021"/>
                  </a:lnTo>
                  <a:lnTo>
                    <a:pt x="168" y="2290"/>
                  </a:lnTo>
                  <a:lnTo>
                    <a:pt x="202" y="2358"/>
                  </a:lnTo>
                  <a:lnTo>
                    <a:pt x="236" y="2358"/>
                  </a:lnTo>
                  <a:lnTo>
                    <a:pt x="303" y="2324"/>
                  </a:lnTo>
                  <a:lnTo>
                    <a:pt x="303" y="2290"/>
                  </a:lnTo>
                  <a:lnTo>
                    <a:pt x="303" y="1987"/>
                  </a:lnTo>
                  <a:lnTo>
                    <a:pt x="303" y="1684"/>
                  </a:lnTo>
                  <a:lnTo>
                    <a:pt x="236" y="1078"/>
                  </a:lnTo>
                  <a:lnTo>
                    <a:pt x="202" y="573"/>
                  </a:lnTo>
                  <a:lnTo>
                    <a:pt x="168" y="304"/>
                  </a:lnTo>
                  <a:lnTo>
                    <a:pt x="135" y="34"/>
                  </a:lnTo>
                  <a:lnTo>
                    <a:pt x="101" y="34"/>
                  </a:lnTo>
                  <a:lnTo>
                    <a:pt x="6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 name="Google Shape;755;p5">
              <a:extLst>
                <a:ext uri="{FF2B5EF4-FFF2-40B4-BE49-F238E27FC236}">
                  <a16:creationId xmlns:a16="http://schemas.microsoft.com/office/drawing/2014/main" id="{5B5364C8-C6A9-44EC-BFB9-ED32B1C497B7}"/>
                </a:ext>
              </a:extLst>
            </p:cNvPr>
            <p:cNvSpPr/>
            <p:nvPr/>
          </p:nvSpPr>
          <p:spPr>
            <a:xfrm>
              <a:off x="1137348" y="58733"/>
              <a:ext cx="25210" cy="38612"/>
            </a:xfrm>
            <a:custGeom>
              <a:avLst/>
              <a:gdLst/>
              <a:ahLst/>
              <a:cxnLst/>
              <a:rect l="l" t="t" r="r" b="b"/>
              <a:pathLst>
                <a:path w="506" h="775" extrusionOk="0">
                  <a:moveTo>
                    <a:pt x="270" y="168"/>
                  </a:moveTo>
                  <a:lnTo>
                    <a:pt x="304" y="202"/>
                  </a:lnTo>
                  <a:lnTo>
                    <a:pt x="337" y="269"/>
                  </a:lnTo>
                  <a:lnTo>
                    <a:pt x="304" y="370"/>
                  </a:lnTo>
                  <a:lnTo>
                    <a:pt x="236" y="303"/>
                  </a:lnTo>
                  <a:lnTo>
                    <a:pt x="203" y="236"/>
                  </a:lnTo>
                  <a:lnTo>
                    <a:pt x="203" y="202"/>
                  </a:lnTo>
                  <a:lnTo>
                    <a:pt x="236" y="168"/>
                  </a:lnTo>
                  <a:close/>
                  <a:moveTo>
                    <a:pt x="203" y="0"/>
                  </a:moveTo>
                  <a:lnTo>
                    <a:pt x="102" y="67"/>
                  </a:lnTo>
                  <a:lnTo>
                    <a:pt x="34" y="135"/>
                  </a:lnTo>
                  <a:lnTo>
                    <a:pt x="1" y="236"/>
                  </a:lnTo>
                  <a:lnTo>
                    <a:pt x="34" y="337"/>
                  </a:lnTo>
                  <a:lnTo>
                    <a:pt x="102" y="404"/>
                  </a:lnTo>
                  <a:lnTo>
                    <a:pt x="169" y="471"/>
                  </a:lnTo>
                  <a:lnTo>
                    <a:pt x="68" y="539"/>
                  </a:lnTo>
                  <a:lnTo>
                    <a:pt x="34" y="606"/>
                  </a:lnTo>
                  <a:lnTo>
                    <a:pt x="68" y="673"/>
                  </a:lnTo>
                  <a:lnTo>
                    <a:pt x="135" y="741"/>
                  </a:lnTo>
                  <a:lnTo>
                    <a:pt x="203" y="774"/>
                  </a:lnTo>
                  <a:lnTo>
                    <a:pt x="304" y="774"/>
                  </a:lnTo>
                  <a:lnTo>
                    <a:pt x="371" y="741"/>
                  </a:lnTo>
                  <a:lnTo>
                    <a:pt x="438" y="707"/>
                  </a:lnTo>
                  <a:lnTo>
                    <a:pt x="506" y="640"/>
                  </a:lnTo>
                  <a:lnTo>
                    <a:pt x="506" y="572"/>
                  </a:lnTo>
                  <a:lnTo>
                    <a:pt x="438" y="471"/>
                  </a:lnTo>
                  <a:lnTo>
                    <a:pt x="472" y="471"/>
                  </a:lnTo>
                  <a:lnTo>
                    <a:pt x="472" y="438"/>
                  </a:lnTo>
                  <a:lnTo>
                    <a:pt x="472" y="404"/>
                  </a:lnTo>
                  <a:lnTo>
                    <a:pt x="438" y="337"/>
                  </a:lnTo>
                  <a:lnTo>
                    <a:pt x="472" y="269"/>
                  </a:lnTo>
                  <a:lnTo>
                    <a:pt x="472" y="168"/>
                  </a:lnTo>
                  <a:lnTo>
                    <a:pt x="472" y="101"/>
                  </a:lnTo>
                  <a:lnTo>
                    <a:pt x="371" y="34"/>
                  </a:lnTo>
                  <a:lnTo>
                    <a:pt x="30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 name="Google Shape;756;p5">
              <a:extLst>
                <a:ext uri="{FF2B5EF4-FFF2-40B4-BE49-F238E27FC236}">
                  <a16:creationId xmlns:a16="http://schemas.microsoft.com/office/drawing/2014/main" id="{4B0BA38C-4B76-4E9B-B0C4-74E7D9512FAD}"/>
                </a:ext>
              </a:extLst>
            </p:cNvPr>
            <p:cNvSpPr/>
            <p:nvPr/>
          </p:nvSpPr>
          <p:spPr>
            <a:xfrm>
              <a:off x="409342" y="-7"/>
              <a:ext cx="112449" cy="8470"/>
            </a:xfrm>
            <a:custGeom>
              <a:avLst/>
              <a:gdLst/>
              <a:ahLst/>
              <a:cxnLst/>
              <a:rect l="l" t="t" r="r" b="b"/>
              <a:pathLst>
                <a:path w="2257" h="170" extrusionOk="0">
                  <a:moveTo>
                    <a:pt x="304" y="1"/>
                  </a:moveTo>
                  <a:lnTo>
                    <a:pt x="1" y="68"/>
                  </a:lnTo>
                  <a:lnTo>
                    <a:pt x="1" y="102"/>
                  </a:lnTo>
                  <a:lnTo>
                    <a:pt x="236" y="135"/>
                  </a:lnTo>
                  <a:lnTo>
                    <a:pt x="472" y="169"/>
                  </a:lnTo>
                  <a:lnTo>
                    <a:pt x="977" y="135"/>
                  </a:lnTo>
                  <a:lnTo>
                    <a:pt x="1549" y="135"/>
                  </a:lnTo>
                  <a:lnTo>
                    <a:pt x="2021" y="102"/>
                  </a:lnTo>
                  <a:lnTo>
                    <a:pt x="2054" y="135"/>
                  </a:lnTo>
                  <a:lnTo>
                    <a:pt x="2122" y="169"/>
                  </a:lnTo>
                  <a:lnTo>
                    <a:pt x="2189" y="135"/>
                  </a:lnTo>
                  <a:lnTo>
                    <a:pt x="2223" y="68"/>
                  </a:lnTo>
                  <a:lnTo>
                    <a:pt x="2256" y="34"/>
                  </a:lnTo>
                  <a:lnTo>
                    <a:pt x="22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 name="Google Shape;757;p5">
              <a:extLst>
                <a:ext uri="{FF2B5EF4-FFF2-40B4-BE49-F238E27FC236}">
                  <a16:creationId xmlns:a16="http://schemas.microsoft.com/office/drawing/2014/main" id="{7F8FA64C-E630-44B2-A157-B5DDBE1722A3}"/>
                </a:ext>
              </a:extLst>
            </p:cNvPr>
            <p:cNvSpPr/>
            <p:nvPr/>
          </p:nvSpPr>
          <p:spPr>
            <a:xfrm>
              <a:off x="660945" y="5025"/>
              <a:ext cx="124207" cy="134272"/>
            </a:xfrm>
            <a:custGeom>
              <a:avLst/>
              <a:gdLst/>
              <a:ahLst/>
              <a:cxnLst/>
              <a:rect l="l" t="t" r="r" b="b"/>
              <a:pathLst>
                <a:path w="2493" h="2695" extrusionOk="0">
                  <a:moveTo>
                    <a:pt x="2290" y="203"/>
                  </a:moveTo>
                  <a:lnTo>
                    <a:pt x="2223" y="741"/>
                  </a:lnTo>
                  <a:lnTo>
                    <a:pt x="2223" y="1280"/>
                  </a:lnTo>
                  <a:lnTo>
                    <a:pt x="2223" y="1819"/>
                  </a:lnTo>
                  <a:lnTo>
                    <a:pt x="2290" y="2324"/>
                  </a:lnTo>
                  <a:lnTo>
                    <a:pt x="2290" y="2357"/>
                  </a:lnTo>
                  <a:lnTo>
                    <a:pt x="2055" y="2324"/>
                  </a:lnTo>
                  <a:lnTo>
                    <a:pt x="1819" y="2357"/>
                  </a:lnTo>
                  <a:lnTo>
                    <a:pt x="371" y="2357"/>
                  </a:lnTo>
                  <a:lnTo>
                    <a:pt x="270" y="1314"/>
                  </a:lnTo>
                  <a:lnTo>
                    <a:pt x="203" y="236"/>
                  </a:lnTo>
                  <a:lnTo>
                    <a:pt x="203" y="236"/>
                  </a:lnTo>
                  <a:lnTo>
                    <a:pt x="708" y="270"/>
                  </a:lnTo>
                  <a:lnTo>
                    <a:pt x="1247" y="270"/>
                  </a:lnTo>
                  <a:lnTo>
                    <a:pt x="2290" y="203"/>
                  </a:lnTo>
                  <a:close/>
                  <a:moveTo>
                    <a:pt x="2324" y="1"/>
                  </a:moveTo>
                  <a:lnTo>
                    <a:pt x="1785" y="34"/>
                  </a:lnTo>
                  <a:lnTo>
                    <a:pt x="1213" y="34"/>
                  </a:lnTo>
                  <a:lnTo>
                    <a:pt x="674" y="68"/>
                  </a:lnTo>
                  <a:lnTo>
                    <a:pt x="169" y="102"/>
                  </a:lnTo>
                  <a:lnTo>
                    <a:pt x="102" y="102"/>
                  </a:lnTo>
                  <a:lnTo>
                    <a:pt x="68" y="169"/>
                  </a:lnTo>
                  <a:lnTo>
                    <a:pt x="35" y="169"/>
                  </a:lnTo>
                  <a:lnTo>
                    <a:pt x="35" y="236"/>
                  </a:lnTo>
                  <a:lnTo>
                    <a:pt x="1" y="809"/>
                  </a:lnTo>
                  <a:lnTo>
                    <a:pt x="1" y="1415"/>
                  </a:lnTo>
                  <a:lnTo>
                    <a:pt x="68" y="2021"/>
                  </a:lnTo>
                  <a:lnTo>
                    <a:pt x="169" y="2627"/>
                  </a:lnTo>
                  <a:lnTo>
                    <a:pt x="237" y="2694"/>
                  </a:lnTo>
                  <a:lnTo>
                    <a:pt x="304" y="2694"/>
                  </a:lnTo>
                  <a:lnTo>
                    <a:pt x="371" y="2661"/>
                  </a:lnTo>
                  <a:lnTo>
                    <a:pt x="405" y="2593"/>
                  </a:lnTo>
                  <a:lnTo>
                    <a:pt x="405" y="2492"/>
                  </a:lnTo>
                  <a:lnTo>
                    <a:pt x="843" y="2593"/>
                  </a:lnTo>
                  <a:lnTo>
                    <a:pt x="1348" y="2627"/>
                  </a:lnTo>
                  <a:lnTo>
                    <a:pt x="1853" y="2593"/>
                  </a:lnTo>
                  <a:lnTo>
                    <a:pt x="2055" y="2560"/>
                  </a:lnTo>
                  <a:lnTo>
                    <a:pt x="2290" y="2492"/>
                  </a:lnTo>
                  <a:lnTo>
                    <a:pt x="2324" y="2458"/>
                  </a:lnTo>
                  <a:lnTo>
                    <a:pt x="2324" y="2391"/>
                  </a:lnTo>
                  <a:lnTo>
                    <a:pt x="2425" y="2391"/>
                  </a:lnTo>
                  <a:lnTo>
                    <a:pt x="2459" y="2357"/>
                  </a:lnTo>
                  <a:lnTo>
                    <a:pt x="2459" y="2324"/>
                  </a:lnTo>
                  <a:lnTo>
                    <a:pt x="2492" y="1785"/>
                  </a:lnTo>
                  <a:lnTo>
                    <a:pt x="2459" y="1246"/>
                  </a:lnTo>
                  <a:lnTo>
                    <a:pt x="2425" y="708"/>
                  </a:lnTo>
                  <a:lnTo>
                    <a:pt x="2391" y="169"/>
                  </a:lnTo>
                  <a:lnTo>
                    <a:pt x="2425" y="135"/>
                  </a:lnTo>
                  <a:lnTo>
                    <a:pt x="2391" y="68"/>
                  </a:lnTo>
                  <a:lnTo>
                    <a:pt x="235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 name="Google Shape;758;p5">
              <a:extLst>
                <a:ext uri="{FF2B5EF4-FFF2-40B4-BE49-F238E27FC236}">
                  <a16:creationId xmlns:a16="http://schemas.microsoft.com/office/drawing/2014/main" id="{D90EC11A-24CE-45A3-B522-4094E15077AC}"/>
                </a:ext>
              </a:extLst>
            </p:cNvPr>
            <p:cNvSpPr/>
            <p:nvPr/>
          </p:nvSpPr>
          <p:spPr>
            <a:xfrm>
              <a:off x="432858" y="75474"/>
              <a:ext cx="35274" cy="52065"/>
            </a:xfrm>
            <a:custGeom>
              <a:avLst/>
              <a:gdLst/>
              <a:ahLst/>
              <a:cxnLst/>
              <a:rect l="l" t="t" r="r" b="b"/>
              <a:pathLst>
                <a:path w="708" h="1045" extrusionOk="0">
                  <a:moveTo>
                    <a:pt x="269" y="1"/>
                  </a:moveTo>
                  <a:lnTo>
                    <a:pt x="202" y="68"/>
                  </a:lnTo>
                  <a:lnTo>
                    <a:pt x="101" y="102"/>
                  </a:lnTo>
                  <a:lnTo>
                    <a:pt x="0" y="203"/>
                  </a:lnTo>
                  <a:lnTo>
                    <a:pt x="0" y="236"/>
                  </a:lnTo>
                  <a:lnTo>
                    <a:pt x="0" y="304"/>
                  </a:lnTo>
                  <a:lnTo>
                    <a:pt x="34" y="337"/>
                  </a:lnTo>
                  <a:lnTo>
                    <a:pt x="101" y="304"/>
                  </a:lnTo>
                  <a:lnTo>
                    <a:pt x="202" y="236"/>
                  </a:lnTo>
                  <a:lnTo>
                    <a:pt x="303" y="169"/>
                  </a:lnTo>
                  <a:lnTo>
                    <a:pt x="337" y="169"/>
                  </a:lnTo>
                  <a:lnTo>
                    <a:pt x="404" y="203"/>
                  </a:lnTo>
                  <a:lnTo>
                    <a:pt x="404" y="236"/>
                  </a:lnTo>
                  <a:lnTo>
                    <a:pt x="438" y="270"/>
                  </a:lnTo>
                  <a:lnTo>
                    <a:pt x="370" y="371"/>
                  </a:lnTo>
                  <a:lnTo>
                    <a:pt x="236" y="506"/>
                  </a:lnTo>
                  <a:lnTo>
                    <a:pt x="168" y="640"/>
                  </a:lnTo>
                  <a:lnTo>
                    <a:pt x="168" y="708"/>
                  </a:lnTo>
                  <a:lnTo>
                    <a:pt x="168" y="741"/>
                  </a:lnTo>
                  <a:lnTo>
                    <a:pt x="236" y="775"/>
                  </a:lnTo>
                  <a:lnTo>
                    <a:pt x="269" y="775"/>
                  </a:lnTo>
                  <a:lnTo>
                    <a:pt x="337" y="741"/>
                  </a:lnTo>
                  <a:lnTo>
                    <a:pt x="471" y="741"/>
                  </a:lnTo>
                  <a:lnTo>
                    <a:pt x="438" y="842"/>
                  </a:lnTo>
                  <a:lnTo>
                    <a:pt x="404" y="876"/>
                  </a:lnTo>
                  <a:lnTo>
                    <a:pt x="202" y="876"/>
                  </a:lnTo>
                  <a:lnTo>
                    <a:pt x="168" y="910"/>
                  </a:lnTo>
                  <a:lnTo>
                    <a:pt x="168" y="977"/>
                  </a:lnTo>
                  <a:lnTo>
                    <a:pt x="236" y="1011"/>
                  </a:lnTo>
                  <a:lnTo>
                    <a:pt x="337" y="1044"/>
                  </a:lnTo>
                  <a:lnTo>
                    <a:pt x="505" y="1011"/>
                  </a:lnTo>
                  <a:lnTo>
                    <a:pt x="606" y="977"/>
                  </a:lnTo>
                  <a:lnTo>
                    <a:pt x="673" y="943"/>
                  </a:lnTo>
                  <a:lnTo>
                    <a:pt x="707" y="876"/>
                  </a:lnTo>
                  <a:lnTo>
                    <a:pt x="707" y="775"/>
                  </a:lnTo>
                  <a:lnTo>
                    <a:pt x="673" y="674"/>
                  </a:lnTo>
                  <a:lnTo>
                    <a:pt x="606" y="607"/>
                  </a:lnTo>
                  <a:lnTo>
                    <a:pt x="539" y="573"/>
                  </a:lnTo>
                  <a:lnTo>
                    <a:pt x="438" y="539"/>
                  </a:lnTo>
                  <a:lnTo>
                    <a:pt x="505" y="472"/>
                  </a:lnTo>
                  <a:lnTo>
                    <a:pt x="572" y="371"/>
                  </a:lnTo>
                  <a:lnTo>
                    <a:pt x="606" y="236"/>
                  </a:lnTo>
                  <a:lnTo>
                    <a:pt x="572" y="102"/>
                  </a:lnTo>
                  <a:lnTo>
                    <a:pt x="505" y="68"/>
                  </a:lnTo>
                  <a:lnTo>
                    <a:pt x="438" y="34"/>
                  </a:lnTo>
                  <a:lnTo>
                    <a:pt x="37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 name="Google Shape;759;p5">
              <a:extLst>
                <a:ext uri="{FF2B5EF4-FFF2-40B4-BE49-F238E27FC236}">
                  <a16:creationId xmlns:a16="http://schemas.microsoft.com/office/drawing/2014/main" id="{AA26AA3C-EA79-49DD-B3B4-B9B2E8BFB7B4}"/>
                </a:ext>
              </a:extLst>
            </p:cNvPr>
            <p:cNvSpPr/>
            <p:nvPr/>
          </p:nvSpPr>
          <p:spPr>
            <a:xfrm>
              <a:off x="390907" y="20121"/>
              <a:ext cx="115787" cy="120820"/>
            </a:xfrm>
            <a:custGeom>
              <a:avLst/>
              <a:gdLst/>
              <a:ahLst/>
              <a:cxnLst/>
              <a:rect l="l" t="t" r="r" b="b"/>
              <a:pathLst>
                <a:path w="2324" h="2425" extrusionOk="0">
                  <a:moveTo>
                    <a:pt x="2121" y="1"/>
                  </a:moveTo>
                  <a:lnTo>
                    <a:pt x="1515" y="34"/>
                  </a:lnTo>
                  <a:lnTo>
                    <a:pt x="909" y="68"/>
                  </a:lnTo>
                  <a:lnTo>
                    <a:pt x="438" y="34"/>
                  </a:lnTo>
                  <a:lnTo>
                    <a:pt x="202" y="68"/>
                  </a:lnTo>
                  <a:lnTo>
                    <a:pt x="0" y="135"/>
                  </a:lnTo>
                  <a:lnTo>
                    <a:pt x="68" y="203"/>
                  </a:lnTo>
                  <a:lnTo>
                    <a:pt x="169" y="236"/>
                  </a:lnTo>
                  <a:lnTo>
                    <a:pt x="337" y="304"/>
                  </a:lnTo>
                  <a:lnTo>
                    <a:pt x="775" y="304"/>
                  </a:lnTo>
                  <a:lnTo>
                    <a:pt x="1381" y="270"/>
                  </a:lnTo>
                  <a:lnTo>
                    <a:pt x="2020" y="236"/>
                  </a:lnTo>
                  <a:lnTo>
                    <a:pt x="1987" y="438"/>
                  </a:lnTo>
                  <a:lnTo>
                    <a:pt x="1987" y="674"/>
                  </a:lnTo>
                  <a:lnTo>
                    <a:pt x="2020" y="1078"/>
                  </a:lnTo>
                  <a:lnTo>
                    <a:pt x="2054" y="1617"/>
                  </a:lnTo>
                  <a:lnTo>
                    <a:pt x="2054" y="1886"/>
                  </a:lnTo>
                  <a:lnTo>
                    <a:pt x="2088" y="2155"/>
                  </a:lnTo>
                  <a:lnTo>
                    <a:pt x="539" y="2155"/>
                  </a:lnTo>
                  <a:lnTo>
                    <a:pt x="371" y="2189"/>
                  </a:lnTo>
                  <a:lnTo>
                    <a:pt x="270" y="2223"/>
                  </a:lnTo>
                  <a:lnTo>
                    <a:pt x="169" y="2290"/>
                  </a:lnTo>
                  <a:lnTo>
                    <a:pt x="202" y="2290"/>
                  </a:lnTo>
                  <a:lnTo>
                    <a:pt x="270" y="2358"/>
                  </a:lnTo>
                  <a:lnTo>
                    <a:pt x="371" y="2391"/>
                  </a:lnTo>
                  <a:lnTo>
                    <a:pt x="573" y="2425"/>
                  </a:lnTo>
                  <a:lnTo>
                    <a:pt x="977" y="2391"/>
                  </a:lnTo>
                  <a:lnTo>
                    <a:pt x="2222" y="2391"/>
                  </a:lnTo>
                  <a:lnTo>
                    <a:pt x="2290" y="2358"/>
                  </a:lnTo>
                  <a:lnTo>
                    <a:pt x="2323" y="2290"/>
                  </a:lnTo>
                  <a:lnTo>
                    <a:pt x="2323" y="2223"/>
                  </a:lnTo>
                  <a:lnTo>
                    <a:pt x="2290" y="2189"/>
                  </a:lnTo>
                  <a:lnTo>
                    <a:pt x="2290" y="1920"/>
                  </a:lnTo>
                  <a:lnTo>
                    <a:pt x="2290" y="1617"/>
                  </a:lnTo>
                  <a:lnTo>
                    <a:pt x="2256" y="1078"/>
                  </a:lnTo>
                  <a:lnTo>
                    <a:pt x="2256" y="640"/>
                  </a:lnTo>
                  <a:lnTo>
                    <a:pt x="2222" y="405"/>
                  </a:lnTo>
                  <a:lnTo>
                    <a:pt x="2189" y="203"/>
                  </a:lnTo>
                  <a:lnTo>
                    <a:pt x="2222" y="169"/>
                  </a:lnTo>
                  <a:lnTo>
                    <a:pt x="2222" y="102"/>
                  </a:lnTo>
                  <a:lnTo>
                    <a:pt x="2189" y="34"/>
                  </a:lnTo>
                  <a:lnTo>
                    <a:pt x="212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 name="Google Shape;760;p5">
              <a:extLst>
                <a:ext uri="{FF2B5EF4-FFF2-40B4-BE49-F238E27FC236}">
                  <a16:creationId xmlns:a16="http://schemas.microsoft.com/office/drawing/2014/main" id="{331CA235-C11B-41E9-BB04-7CC3768A20B9}"/>
                </a:ext>
              </a:extLst>
            </p:cNvPr>
            <p:cNvSpPr/>
            <p:nvPr/>
          </p:nvSpPr>
          <p:spPr>
            <a:xfrm>
              <a:off x="540176" y="-7"/>
              <a:ext cx="8470" cy="1744"/>
            </a:xfrm>
            <a:custGeom>
              <a:avLst/>
              <a:gdLst/>
              <a:ahLst/>
              <a:cxnLst/>
              <a:rect l="l" t="t" r="r" b="b"/>
              <a:pathLst>
                <a:path w="170" h="35" extrusionOk="0">
                  <a:moveTo>
                    <a:pt x="1" y="1"/>
                  </a:moveTo>
                  <a:lnTo>
                    <a:pt x="35" y="34"/>
                  </a:lnTo>
                  <a:lnTo>
                    <a:pt x="136"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 name="Google Shape;761;p5">
              <a:extLst>
                <a:ext uri="{FF2B5EF4-FFF2-40B4-BE49-F238E27FC236}">
                  <a16:creationId xmlns:a16="http://schemas.microsoft.com/office/drawing/2014/main" id="{C2B6F3CA-D425-4923-B18B-13180336E67C}"/>
                </a:ext>
              </a:extLst>
            </p:cNvPr>
            <p:cNvSpPr/>
            <p:nvPr/>
          </p:nvSpPr>
          <p:spPr>
            <a:xfrm>
              <a:off x="882406" y="130826"/>
              <a:ext cx="124158" cy="134272"/>
            </a:xfrm>
            <a:custGeom>
              <a:avLst/>
              <a:gdLst/>
              <a:ahLst/>
              <a:cxnLst/>
              <a:rect l="l" t="t" r="r" b="b"/>
              <a:pathLst>
                <a:path w="2492" h="2695" extrusionOk="0">
                  <a:moveTo>
                    <a:pt x="2290" y="237"/>
                  </a:moveTo>
                  <a:lnTo>
                    <a:pt x="2222" y="742"/>
                  </a:lnTo>
                  <a:lnTo>
                    <a:pt x="2189" y="1280"/>
                  </a:lnTo>
                  <a:lnTo>
                    <a:pt x="2222" y="1819"/>
                  </a:lnTo>
                  <a:lnTo>
                    <a:pt x="2290" y="2324"/>
                  </a:lnTo>
                  <a:lnTo>
                    <a:pt x="2290" y="2358"/>
                  </a:lnTo>
                  <a:lnTo>
                    <a:pt x="1818" y="2358"/>
                  </a:lnTo>
                  <a:lnTo>
                    <a:pt x="1347" y="2391"/>
                  </a:lnTo>
                  <a:lnTo>
                    <a:pt x="370" y="2391"/>
                  </a:lnTo>
                  <a:lnTo>
                    <a:pt x="269" y="1314"/>
                  </a:lnTo>
                  <a:lnTo>
                    <a:pt x="202" y="270"/>
                  </a:lnTo>
                  <a:lnTo>
                    <a:pt x="202" y="270"/>
                  </a:lnTo>
                  <a:lnTo>
                    <a:pt x="707" y="304"/>
                  </a:lnTo>
                  <a:lnTo>
                    <a:pt x="1246" y="304"/>
                  </a:lnTo>
                  <a:lnTo>
                    <a:pt x="2290" y="237"/>
                  </a:lnTo>
                  <a:close/>
                  <a:moveTo>
                    <a:pt x="2323" y="1"/>
                  </a:moveTo>
                  <a:lnTo>
                    <a:pt x="1785" y="35"/>
                  </a:lnTo>
                  <a:lnTo>
                    <a:pt x="1212" y="68"/>
                  </a:lnTo>
                  <a:lnTo>
                    <a:pt x="673" y="68"/>
                  </a:lnTo>
                  <a:lnTo>
                    <a:pt x="135" y="102"/>
                  </a:lnTo>
                  <a:lnTo>
                    <a:pt x="101" y="136"/>
                  </a:lnTo>
                  <a:lnTo>
                    <a:pt x="67" y="169"/>
                  </a:lnTo>
                  <a:lnTo>
                    <a:pt x="34" y="203"/>
                  </a:lnTo>
                  <a:lnTo>
                    <a:pt x="34" y="237"/>
                  </a:lnTo>
                  <a:lnTo>
                    <a:pt x="0" y="843"/>
                  </a:lnTo>
                  <a:lnTo>
                    <a:pt x="0" y="1449"/>
                  </a:lnTo>
                  <a:lnTo>
                    <a:pt x="67" y="2055"/>
                  </a:lnTo>
                  <a:lnTo>
                    <a:pt x="168" y="2627"/>
                  </a:lnTo>
                  <a:lnTo>
                    <a:pt x="236" y="2694"/>
                  </a:lnTo>
                  <a:lnTo>
                    <a:pt x="303" y="2694"/>
                  </a:lnTo>
                  <a:lnTo>
                    <a:pt x="370" y="2661"/>
                  </a:lnTo>
                  <a:lnTo>
                    <a:pt x="404" y="2593"/>
                  </a:lnTo>
                  <a:lnTo>
                    <a:pt x="404" y="2526"/>
                  </a:lnTo>
                  <a:lnTo>
                    <a:pt x="842" y="2593"/>
                  </a:lnTo>
                  <a:lnTo>
                    <a:pt x="1347" y="2627"/>
                  </a:lnTo>
                  <a:lnTo>
                    <a:pt x="1852" y="2627"/>
                  </a:lnTo>
                  <a:lnTo>
                    <a:pt x="2054" y="2560"/>
                  </a:lnTo>
                  <a:lnTo>
                    <a:pt x="2290" y="2526"/>
                  </a:lnTo>
                  <a:lnTo>
                    <a:pt x="2323" y="2459"/>
                  </a:lnTo>
                  <a:lnTo>
                    <a:pt x="2323" y="2391"/>
                  </a:lnTo>
                  <a:lnTo>
                    <a:pt x="2357" y="2425"/>
                  </a:lnTo>
                  <a:lnTo>
                    <a:pt x="2424" y="2425"/>
                  </a:lnTo>
                  <a:lnTo>
                    <a:pt x="2458" y="2391"/>
                  </a:lnTo>
                  <a:lnTo>
                    <a:pt x="2458" y="2324"/>
                  </a:lnTo>
                  <a:lnTo>
                    <a:pt x="2492" y="1819"/>
                  </a:lnTo>
                  <a:lnTo>
                    <a:pt x="2458" y="1280"/>
                  </a:lnTo>
                  <a:lnTo>
                    <a:pt x="2424" y="708"/>
                  </a:lnTo>
                  <a:lnTo>
                    <a:pt x="2391" y="203"/>
                  </a:lnTo>
                  <a:lnTo>
                    <a:pt x="2391" y="136"/>
                  </a:lnTo>
                  <a:lnTo>
                    <a:pt x="2391" y="68"/>
                  </a:lnTo>
                  <a:lnTo>
                    <a:pt x="2357" y="35"/>
                  </a:lnTo>
                  <a:lnTo>
                    <a:pt x="23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 name="Google Shape;762;p5">
              <a:extLst>
                <a:ext uri="{FF2B5EF4-FFF2-40B4-BE49-F238E27FC236}">
                  <a16:creationId xmlns:a16="http://schemas.microsoft.com/office/drawing/2014/main" id="{35F81E49-80F5-42C8-9449-7254AAD3E376}"/>
                </a:ext>
              </a:extLst>
            </p:cNvPr>
            <p:cNvSpPr/>
            <p:nvPr/>
          </p:nvSpPr>
          <p:spPr>
            <a:xfrm>
              <a:off x="885744" y="276757"/>
              <a:ext cx="13452" cy="115837"/>
            </a:xfrm>
            <a:custGeom>
              <a:avLst/>
              <a:gdLst/>
              <a:ahLst/>
              <a:cxnLst/>
              <a:rect l="l" t="t" r="r" b="b"/>
              <a:pathLst>
                <a:path w="270" h="2325" extrusionOk="0">
                  <a:moveTo>
                    <a:pt x="68" y="1"/>
                  </a:moveTo>
                  <a:lnTo>
                    <a:pt x="34" y="35"/>
                  </a:lnTo>
                  <a:lnTo>
                    <a:pt x="0" y="304"/>
                  </a:lnTo>
                  <a:lnTo>
                    <a:pt x="0" y="540"/>
                  </a:lnTo>
                  <a:lnTo>
                    <a:pt x="34" y="1078"/>
                  </a:lnTo>
                  <a:lnTo>
                    <a:pt x="0" y="1684"/>
                  </a:lnTo>
                  <a:lnTo>
                    <a:pt x="0" y="1987"/>
                  </a:lnTo>
                  <a:lnTo>
                    <a:pt x="34" y="2257"/>
                  </a:lnTo>
                  <a:lnTo>
                    <a:pt x="68" y="2324"/>
                  </a:lnTo>
                  <a:lnTo>
                    <a:pt x="169" y="2324"/>
                  </a:lnTo>
                  <a:lnTo>
                    <a:pt x="169" y="2290"/>
                  </a:lnTo>
                  <a:lnTo>
                    <a:pt x="236" y="1987"/>
                  </a:lnTo>
                  <a:lnTo>
                    <a:pt x="270" y="1684"/>
                  </a:lnTo>
                  <a:lnTo>
                    <a:pt x="236" y="1078"/>
                  </a:lnTo>
                  <a:lnTo>
                    <a:pt x="236" y="540"/>
                  </a:lnTo>
                  <a:lnTo>
                    <a:pt x="202" y="270"/>
                  </a:lnTo>
                  <a:lnTo>
                    <a:pt x="135" y="35"/>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 name="Google Shape;763;p5">
              <a:extLst>
                <a:ext uri="{FF2B5EF4-FFF2-40B4-BE49-F238E27FC236}">
                  <a16:creationId xmlns:a16="http://schemas.microsoft.com/office/drawing/2014/main" id="{4283BB9E-4C8B-4545-A47C-1D8BDB32DBCB}"/>
                </a:ext>
              </a:extLst>
            </p:cNvPr>
            <p:cNvSpPr/>
            <p:nvPr/>
          </p:nvSpPr>
          <p:spPr>
            <a:xfrm>
              <a:off x="934371" y="181147"/>
              <a:ext cx="30242" cy="35274"/>
            </a:xfrm>
            <a:custGeom>
              <a:avLst/>
              <a:gdLst/>
              <a:ahLst/>
              <a:cxnLst/>
              <a:rect l="l" t="t" r="r" b="b"/>
              <a:pathLst>
                <a:path w="607" h="708" extrusionOk="0">
                  <a:moveTo>
                    <a:pt x="573" y="1"/>
                  </a:moveTo>
                  <a:lnTo>
                    <a:pt x="439" y="102"/>
                  </a:lnTo>
                  <a:lnTo>
                    <a:pt x="304" y="203"/>
                  </a:lnTo>
                  <a:lnTo>
                    <a:pt x="237" y="169"/>
                  </a:lnTo>
                  <a:lnTo>
                    <a:pt x="169" y="102"/>
                  </a:lnTo>
                  <a:lnTo>
                    <a:pt x="68" y="35"/>
                  </a:lnTo>
                  <a:lnTo>
                    <a:pt x="1" y="35"/>
                  </a:lnTo>
                  <a:lnTo>
                    <a:pt x="1" y="68"/>
                  </a:lnTo>
                  <a:lnTo>
                    <a:pt x="34" y="169"/>
                  </a:lnTo>
                  <a:lnTo>
                    <a:pt x="135" y="304"/>
                  </a:lnTo>
                  <a:lnTo>
                    <a:pt x="169" y="338"/>
                  </a:lnTo>
                  <a:lnTo>
                    <a:pt x="34" y="573"/>
                  </a:lnTo>
                  <a:lnTo>
                    <a:pt x="34" y="641"/>
                  </a:lnTo>
                  <a:lnTo>
                    <a:pt x="68" y="708"/>
                  </a:lnTo>
                  <a:lnTo>
                    <a:pt x="169" y="708"/>
                  </a:lnTo>
                  <a:lnTo>
                    <a:pt x="203" y="674"/>
                  </a:lnTo>
                  <a:lnTo>
                    <a:pt x="371" y="371"/>
                  </a:lnTo>
                  <a:lnTo>
                    <a:pt x="439" y="371"/>
                  </a:lnTo>
                  <a:lnTo>
                    <a:pt x="472" y="338"/>
                  </a:lnTo>
                  <a:lnTo>
                    <a:pt x="439" y="270"/>
                  </a:lnTo>
                  <a:lnTo>
                    <a:pt x="6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7" name="Google Shape;764;p5">
              <a:extLst>
                <a:ext uri="{FF2B5EF4-FFF2-40B4-BE49-F238E27FC236}">
                  <a16:creationId xmlns:a16="http://schemas.microsoft.com/office/drawing/2014/main" id="{468E0EF0-EBA6-4C82-9E81-98737E1389D6}"/>
                </a:ext>
              </a:extLst>
            </p:cNvPr>
            <p:cNvSpPr/>
            <p:nvPr/>
          </p:nvSpPr>
          <p:spPr>
            <a:xfrm>
              <a:off x="941097" y="-7"/>
              <a:ext cx="127546" cy="117481"/>
            </a:xfrm>
            <a:custGeom>
              <a:avLst/>
              <a:gdLst/>
              <a:ahLst/>
              <a:cxnLst/>
              <a:rect l="l" t="t" r="r" b="b"/>
              <a:pathLst>
                <a:path w="2560" h="2358" extrusionOk="0">
                  <a:moveTo>
                    <a:pt x="169" y="102"/>
                  </a:moveTo>
                  <a:lnTo>
                    <a:pt x="371" y="169"/>
                  </a:lnTo>
                  <a:lnTo>
                    <a:pt x="573" y="203"/>
                  </a:lnTo>
                  <a:lnTo>
                    <a:pt x="1011" y="203"/>
                  </a:lnTo>
                  <a:lnTo>
                    <a:pt x="1650" y="236"/>
                  </a:lnTo>
                  <a:lnTo>
                    <a:pt x="2324" y="236"/>
                  </a:lnTo>
                  <a:lnTo>
                    <a:pt x="2324" y="607"/>
                  </a:lnTo>
                  <a:lnTo>
                    <a:pt x="2324" y="1011"/>
                  </a:lnTo>
                  <a:lnTo>
                    <a:pt x="2324" y="1516"/>
                  </a:lnTo>
                  <a:lnTo>
                    <a:pt x="2357" y="1751"/>
                  </a:lnTo>
                  <a:lnTo>
                    <a:pt x="2391" y="2021"/>
                  </a:lnTo>
                  <a:lnTo>
                    <a:pt x="1347" y="2021"/>
                  </a:lnTo>
                  <a:lnTo>
                    <a:pt x="809" y="2054"/>
                  </a:lnTo>
                  <a:lnTo>
                    <a:pt x="539" y="2088"/>
                  </a:lnTo>
                  <a:lnTo>
                    <a:pt x="304" y="2155"/>
                  </a:lnTo>
                  <a:lnTo>
                    <a:pt x="270" y="1650"/>
                  </a:lnTo>
                  <a:lnTo>
                    <a:pt x="236" y="1145"/>
                  </a:lnTo>
                  <a:lnTo>
                    <a:pt x="270" y="607"/>
                  </a:lnTo>
                  <a:lnTo>
                    <a:pt x="236" y="337"/>
                  </a:lnTo>
                  <a:lnTo>
                    <a:pt x="203" y="236"/>
                  </a:lnTo>
                  <a:lnTo>
                    <a:pt x="169" y="102"/>
                  </a:lnTo>
                  <a:close/>
                  <a:moveTo>
                    <a:pt x="371" y="1"/>
                  </a:moveTo>
                  <a:lnTo>
                    <a:pt x="270" y="34"/>
                  </a:lnTo>
                  <a:lnTo>
                    <a:pt x="169" y="102"/>
                  </a:lnTo>
                  <a:lnTo>
                    <a:pt x="135" y="102"/>
                  </a:lnTo>
                  <a:lnTo>
                    <a:pt x="68" y="270"/>
                  </a:lnTo>
                  <a:lnTo>
                    <a:pt x="34" y="405"/>
                  </a:lnTo>
                  <a:lnTo>
                    <a:pt x="0" y="775"/>
                  </a:lnTo>
                  <a:lnTo>
                    <a:pt x="34" y="1516"/>
                  </a:lnTo>
                  <a:lnTo>
                    <a:pt x="34" y="1718"/>
                  </a:lnTo>
                  <a:lnTo>
                    <a:pt x="34" y="1987"/>
                  </a:lnTo>
                  <a:lnTo>
                    <a:pt x="68" y="2088"/>
                  </a:lnTo>
                  <a:lnTo>
                    <a:pt x="102" y="2223"/>
                  </a:lnTo>
                  <a:lnTo>
                    <a:pt x="169" y="2290"/>
                  </a:lnTo>
                  <a:lnTo>
                    <a:pt x="270" y="2357"/>
                  </a:lnTo>
                  <a:lnTo>
                    <a:pt x="304" y="2324"/>
                  </a:lnTo>
                  <a:lnTo>
                    <a:pt x="337" y="2290"/>
                  </a:lnTo>
                  <a:lnTo>
                    <a:pt x="573" y="2324"/>
                  </a:lnTo>
                  <a:lnTo>
                    <a:pt x="1347" y="2324"/>
                  </a:lnTo>
                  <a:lnTo>
                    <a:pt x="2391" y="2223"/>
                  </a:lnTo>
                  <a:lnTo>
                    <a:pt x="2526" y="2223"/>
                  </a:lnTo>
                  <a:lnTo>
                    <a:pt x="2526" y="2189"/>
                  </a:lnTo>
                  <a:lnTo>
                    <a:pt x="2559" y="1953"/>
                  </a:lnTo>
                  <a:lnTo>
                    <a:pt x="2559" y="1684"/>
                  </a:lnTo>
                  <a:lnTo>
                    <a:pt x="2526" y="1179"/>
                  </a:lnTo>
                  <a:lnTo>
                    <a:pt x="2526" y="573"/>
                  </a:lnTo>
                  <a:lnTo>
                    <a:pt x="2492" y="304"/>
                  </a:lnTo>
                  <a:lnTo>
                    <a:pt x="2458" y="1"/>
                  </a:lnTo>
                  <a:lnTo>
                    <a:pt x="2357" y="1"/>
                  </a:lnTo>
                  <a:lnTo>
                    <a:pt x="2324" y="34"/>
                  </a:lnTo>
                  <a:lnTo>
                    <a:pt x="181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8" name="Google Shape;765;p5">
              <a:extLst>
                <a:ext uri="{FF2B5EF4-FFF2-40B4-BE49-F238E27FC236}">
                  <a16:creationId xmlns:a16="http://schemas.microsoft.com/office/drawing/2014/main" id="{A40B742E-1495-4B36-B1D3-AA3F27BBEF4A}"/>
                </a:ext>
              </a:extLst>
            </p:cNvPr>
            <p:cNvSpPr/>
            <p:nvPr/>
          </p:nvSpPr>
          <p:spPr>
            <a:xfrm>
              <a:off x="1412468" y="48669"/>
              <a:ext cx="30242" cy="35274"/>
            </a:xfrm>
            <a:custGeom>
              <a:avLst/>
              <a:gdLst/>
              <a:ahLst/>
              <a:cxnLst/>
              <a:rect l="l" t="t" r="r" b="b"/>
              <a:pathLst>
                <a:path w="607" h="708" extrusionOk="0">
                  <a:moveTo>
                    <a:pt x="371" y="370"/>
                  </a:moveTo>
                  <a:lnTo>
                    <a:pt x="371" y="438"/>
                  </a:lnTo>
                  <a:lnTo>
                    <a:pt x="337" y="471"/>
                  </a:lnTo>
                  <a:lnTo>
                    <a:pt x="270" y="505"/>
                  </a:lnTo>
                  <a:lnTo>
                    <a:pt x="169" y="505"/>
                  </a:lnTo>
                  <a:lnTo>
                    <a:pt x="202" y="438"/>
                  </a:lnTo>
                  <a:lnTo>
                    <a:pt x="236" y="404"/>
                  </a:lnTo>
                  <a:lnTo>
                    <a:pt x="337" y="370"/>
                  </a:lnTo>
                  <a:close/>
                  <a:moveTo>
                    <a:pt x="371" y="0"/>
                  </a:moveTo>
                  <a:lnTo>
                    <a:pt x="236" y="34"/>
                  </a:lnTo>
                  <a:lnTo>
                    <a:pt x="202" y="67"/>
                  </a:lnTo>
                  <a:lnTo>
                    <a:pt x="169" y="135"/>
                  </a:lnTo>
                  <a:lnTo>
                    <a:pt x="169" y="168"/>
                  </a:lnTo>
                  <a:lnTo>
                    <a:pt x="169" y="236"/>
                  </a:lnTo>
                  <a:lnTo>
                    <a:pt x="202" y="236"/>
                  </a:lnTo>
                  <a:lnTo>
                    <a:pt x="135" y="269"/>
                  </a:lnTo>
                  <a:lnTo>
                    <a:pt x="34" y="337"/>
                  </a:lnTo>
                  <a:lnTo>
                    <a:pt x="0" y="471"/>
                  </a:lnTo>
                  <a:lnTo>
                    <a:pt x="0" y="572"/>
                  </a:lnTo>
                  <a:lnTo>
                    <a:pt x="34" y="673"/>
                  </a:lnTo>
                  <a:lnTo>
                    <a:pt x="135" y="707"/>
                  </a:lnTo>
                  <a:lnTo>
                    <a:pt x="371" y="707"/>
                  </a:lnTo>
                  <a:lnTo>
                    <a:pt x="472" y="640"/>
                  </a:lnTo>
                  <a:lnTo>
                    <a:pt x="573" y="505"/>
                  </a:lnTo>
                  <a:lnTo>
                    <a:pt x="606" y="370"/>
                  </a:lnTo>
                  <a:lnTo>
                    <a:pt x="606" y="236"/>
                  </a:lnTo>
                  <a:lnTo>
                    <a:pt x="573" y="101"/>
                  </a:lnTo>
                  <a:lnTo>
                    <a:pt x="539" y="34"/>
                  </a:lnTo>
                  <a:lnTo>
                    <a:pt x="47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9" name="Google Shape;766;p5">
              <a:extLst>
                <a:ext uri="{FF2B5EF4-FFF2-40B4-BE49-F238E27FC236}">
                  <a16:creationId xmlns:a16="http://schemas.microsoft.com/office/drawing/2014/main" id="{895E3F36-9644-4487-848C-E232D2B9BEDF}"/>
                </a:ext>
              </a:extLst>
            </p:cNvPr>
            <p:cNvSpPr/>
            <p:nvPr/>
          </p:nvSpPr>
          <p:spPr>
            <a:xfrm>
              <a:off x="654269" y="189567"/>
              <a:ext cx="28548" cy="41951"/>
            </a:xfrm>
            <a:custGeom>
              <a:avLst/>
              <a:gdLst/>
              <a:ahLst/>
              <a:cxnLst/>
              <a:rect l="l" t="t" r="r" b="b"/>
              <a:pathLst>
                <a:path w="573" h="842" extrusionOk="0">
                  <a:moveTo>
                    <a:pt x="371" y="202"/>
                  </a:moveTo>
                  <a:lnTo>
                    <a:pt x="337" y="337"/>
                  </a:lnTo>
                  <a:lnTo>
                    <a:pt x="270" y="371"/>
                  </a:lnTo>
                  <a:lnTo>
                    <a:pt x="202" y="404"/>
                  </a:lnTo>
                  <a:lnTo>
                    <a:pt x="169" y="472"/>
                  </a:lnTo>
                  <a:lnTo>
                    <a:pt x="169" y="438"/>
                  </a:lnTo>
                  <a:lnTo>
                    <a:pt x="169" y="371"/>
                  </a:lnTo>
                  <a:lnTo>
                    <a:pt x="202" y="303"/>
                  </a:lnTo>
                  <a:lnTo>
                    <a:pt x="236" y="236"/>
                  </a:lnTo>
                  <a:lnTo>
                    <a:pt x="303" y="202"/>
                  </a:lnTo>
                  <a:close/>
                  <a:moveTo>
                    <a:pt x="371" y="0"/>
                  </a:moveTo>
                  <a:lnTo>
                    <a:pt x="236" y="68"/>
                  </a:lnTo>
                  <a:lnTo>
                    <a:pt x="101" y="135"/>
                  </a:lnTo>
                  <a:lnTo>
                    <a:pt x="68" y="169"/>
                  </a:lnTo>
                  <a:lnTo>
                    <a:pt x="34" y="169"/>
                  </a:lnTo>
                  <a:lnTo>
                    <a:pt x="34" y="236"/>
                  </a:lnTo>
                  <a:lnTo>
                    <a:pt x="0" y="371"/>
                  </a:lnTo>
                  <a:lnTo>
                    <a:pt x="0" y="505"/>
                  </a:lnTo>
                  <a:lnTo>
                    <a:pt x="68" y="775"/>
                  </a:lnTo>
                  <a:lnTo>
                    <a:pt x="68" y="808"/>
                  </a:lnTo>
                  <a:lnTo>
                    <a:pt x="135" y="808"/>
                  </a:lnTo>
                  <a:lnTo>
                    <a:pt x="169" y="775"/>
                  </a:lnTo>
                  <a:lnTo>
                    <a:pt x="169" y="741"/>
                  </a:lnTo>
                  <a:lnTo>
                    <a:pt x="169" y="606"/>
                  </a:lnTo>
                  <a:lnTo>
                    <a:pt x="236" y="674"/>
                  </a:lnTo>
                  <a:lnTo>
                    <a:pt x="303" y="775"/>
                  </a:lnTo>
                  <a:lnTo>
                    <a:pt x="371" y="808"/>
                  </a:lnTo>
                  <a:lnTo>
                    <a:pt x="472" y="842"/>
                  </a:lnTo>
                  <a:lnTo>
                    <a:pt x="539" y="842"/>
                  </a:lnTo>
                  <a:lnTo>
                    <a:pt x="573" y="775"/>
                  </a:lnTo>
                  <a:lnTo>
                    <a:pt x="573" y="741"/>
                  </a:lnTo>
                  <a:lnTo>
                    <a:pt x="505" y="674"/>
                  </a:lnTo>
                  <a:lnTo>
                    <a:pt x="404" y="640"/>
                  </a:lnTo>
                  <a:lnTo>
                    <a:pt x="337" y="539"/>
                  </a:lnTo>
                  <a:lnTo>
                    <a:pt x="472" y="438"/>
                  </a:lnTo>
                  <a:lnTo>
                    <a:pt x="539" y="270"/>
                  </a:lnTo>
                  <a:lnTo>
                    <a:pt x="573" y="169"/>
                  </a:lnTo>
                  <a:lnTo>
                    <a:pt x="539" y="101"/>
                  </a:lnTo>
                  <a:lnTo>
                    <a:pt x="472"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0" name="Google Shape;767;p5">
              <a:extLst>
                <a:ext uri="{FF2B5EF4-FFF2-40B4-BE49-F238E27FC236}">
                  <a16:creationId xmlns:a16="http://schemas.microsoft.com/office/drawing/2014/main" id="{B0237584-EF06-43DE-9E47-618B20C7D598}"/>
                </a:ext>
              </a:extLst>
            </p:cNvPr>
            <p:cNvSpPr/>
            <p:nvPr/>
          </p:nvSpPr>
          <p:spPr>
            <a:xfrm>
              <a:off x="610625" y="147617"/>
              <a:ext cx="117481" cy="119126"/>
            </a:xfrm>
            <a:custGeom>
              <a:avLst/>
              <a:gdLst/>
              <a:ahLst/>
              <a:cxnLst/>
              <a:rect l="l" t="t" r="r" b="b"/>
              <a:pathLst>
                <a:path w="2358" h="2391" extrusionOk="0">
                  <a:moveTo>
                    <a:pt x="1550" y="1"/>
                  </a:moveTo>
                  <a:lnTo>
                    <a:pt x="944" y="34"/>
                  </a:lnTo>
                  <a:lnTo>
                    <a:pt x="237" y="34"/>
                  </a:lnTo>
                  <a:lnTo>
                    <a:pt x="35" y="102"/>
                  </a:lnTo>
                  <a:lnTo>
                    <a:pt x="1" y="135"/>
                  </a:lnTo>
                  <a:lnTo>
                    <a:pt x="102" y="203"/>
                  </a:lnTo>
                  <a:lnTo>
                    <a:pt x="203" y="236"/>
                  </a:lnTo>
                  <a:lnTo>
                    <a:pt x="371" y="270"/>
                  </a:lnTo>
                  <a:lnTo>
                    <a:pt x="1415" y="270"/>
                  </a:lnTo>
                  <a:lnTo>
                    <a:pt x="2055" y="203"/>
                  </a:lnTo>
                  <a:lnTo>
                    <a:pt x="2021" y="438"/>
                  </a:lnTo>
                  <a:lnTo>
                    <a:pt x="2021" y="640"/>
                  </a:lnTo>
                  <a:lnTo>
                    <a:pt x="2055" y="1078"/>
                  </a:lnTo>
                  <a:lnTo>
                    <a:pt x="2088" y="1583"/>
                  </a:lnTo>
                  <a:lnTo>
                    <a:pt x="2088" y="1852"/>
                  </a:lnTo>
                  <a:lnTo>
                    <a:pt x="2122" y="2122"/>
                  </a:lnTo>
                  <a:lnTo>
                    <a:pt x="977" y="2155"/>
                  </a:lnTo>
                  <a:lnTo>
                    <a:pt x="573" y="2122"/>
                  </a:lnTo>
                  <a:lnTo>
                    <a:pt x="371" y="2155"/>
                  </a:lnTo>
                  <a:lnTo>
                    <a:pt x="304" y="2223"/>
                  </a:lnTo>
                  <a:lnTo>
                    <a:pt x="203" y="2256"/>
                  </a:lnTo>
                  <a:lnTo>
                    <a:pt x="203" y="2290"/>
                  </a:lnTo>
                  <a:lnTo>
                    <a:pt x="304" y="2324"/>
                  </a:lnTo>
                  <a:lnTo>
                    <a:pt x="405" y="2357"/>
                  </a:lnTo>
                  <a:lnTo>
                    <a:pt x="573" y="2391"/>
                  </a:lnTo>
                  <a:lnTo>
                    <a:pt x="1617" y="2391"/>
                  </a:lnTo>
                  <a:lnTo>
                    <a:pt x="2257" y="2357"/>
                  </a:lnTo>
                  <a:lnTo>
                    <a:pt x="2324" y="2324"/>
                  </a:lnTo>
                  <a:lnTo>
                    <a:pt x="2358" y="2290"/>
                  </a:lnTo>
                  <a:lnTo>
                    <a:pt x="2358" y="2223"/>
                  </a:lnTo>
                  <a:lnTo>
                    <a:pt x="2324" y="2155"/>
                  </a:lnTo>
                  <a:lnTo>
                    <a:pt x="2324" y="1886"/>
                  </a:lnTo>
                  <a:lnTo>
                    <a:pt x="2324" y="1617"/>
                  </a:lnTo>
                  <a:lnTo>
                    <a:pt x="2290" y="1044"/>
                  </a:lnTo>
                  <a:lnTo>
                    <a:pt x="2290" y="607"/>
                  </a:lnTo>
                  <a:lnTo>
                    <a:pt x="2257" y="405"/>
                  </a:lnTo>
                  <a:lnTo>
                    <a:pt x="2223" y="169"/>
                  </a:lnTo>
                  <a:lnTo>
                    <a:pt x="2257" y="135"/>
                  </a:lnTo>
                  <a:lnTo>
                    <a:pt x="2257" y="68"/>
                  </a:lnTo>
                  <a:lnTo>
                    <a:pt x="2223" y="34"/>
                  </a:lnTo>
                  <a:lnTo>
                    <a:pt x="21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1" name="Google Shape;768;p5">
              <a:extLst>
                <a:ext uri="{FF2B5EF4-FFF2-40B4-BE49-F238E27FC236}">
                  <a16:creationId xmlns:a16="http://schemas.microsoft.com/office/drawing/2014/main" id="{EB801336-8C00-4380-9A39-93BA48A23EB4}"/>
                </a:ext>
              </a:extLst>
            </p:cNvPr>
            <p:cNvSpPr/>
            <p:nvPr/>
          </p:nvSpPr>
          <p:spPr>
            <a:xfrm>
              <a:off x="786797" y="186179"/>
              <a:ext cx="41951" cy="36968"/>
            </a:xfrm>
            <a:custGeom>
              <a:avLst/>
              <a:gdLst/>
              <a:ahLst/>
              <a:cxnLst/>
              <a:rect l="l" t="t" r="r" b="b"/>
              <a:pathLst>
                <a:path w="842" h="742" extrusionOk="0">
                  <a:moveTo>
                    <a:pt x="34" y="1"/>
                  </a:moveTo>
                  <a:lnTo>
                    <a:pt x="0" y="35"/>
                  </a:lnTo>
                  <a:lnTo>
                    <a:pt x="0" y="68"/>
                  </a:lnTo>
                  <a:lnTo>
                    <a:pt x="0" y="102"/>
                  </a:lnTo>
                  <a:lnTo>
                    <a:pt x="34" y="102"/>
                  </a:lnTo>
                  <a:lnTo>
                    <a:pt x="135" y="169"/>
                  </a:lnTo>
                  <a:lnTo>
                    <a:pt x="236" y="203"/>
                  </a:lnTo>
                  <a:lnTo>
                    <a:pt x="168" y="405"/>
                  </a:lnTo>
                  <a:lnTo>
                    <a:pt x="135" y="607"/>
                  </a:lnTo>
                  <a:lnTo>
                    <a:pt x="168" y="674"/>
                  </a:lnTo>
                  <a:lnTo>
                    <a:pt x="236" y="708"/>
                  </a:lnTo>
                  <a:lnTo>
                    <a:pt x="269" y="742"/>
                  </a:lnTo>
                  <a:lnTo>
                    <a:pt x="303" y="674"/>
                  </a:lnTo>
                  <a:lnTo>
                    <a:pt x="337" y="506"/>
                  </a:lnTo>
                  <a:lnTo>
                    <a:pt x="370" y="304"/>
                  </a:lnTo>
                  <a:lnTo>
                    <a:pt x="606" y="304"/>
                  </a:lnTo>
                  <a:lnTo>
                    <a:pt x="741" y="270"/>
                  </a:lnTo>
                  <a:lnTo>
                    <a:pt x="808" y="203"/>
                  </a:lnTo>
                  <a:lnTo>
                    <a:pt x="842" y="169"/>
                  </a:lnTo>
                  <a:lnTo>
                    <a:pt x="842" y="136"/>
                  </a:lnTo>
                  <a:lnTo>
                    <a:pt x="842" y="68"/>
                  </a:lnTo>
                  <a:lnTo>
                    <a:pt x="808" y="35"/>
                  </a:lnTo>
                  <a:lnTo>
                    <a:pt x="74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2" name="Google Shape;769;p5">
              <a:extLst>
                <a:ext uri="{FF2B5EF4-FFF2-40B4-BE49-F238E27FC236}">
                  <a16:creationId xmlns:a16="http://schemas.microsoft.com/office/drawing/2014/main" id="{343DF793-FFAF-440B-81AF-567AE1C49C10}"/>
                </a:ext>
              </a:extLst>
            </p:cNvPr>
            <p:cNvSpPr/>
            <p:nvPr/>
          </p:nvSpPr>
          <p:spPr>
            <a:xfrm>
              <a:off x="709622" y="72136"/>
              <a:ext cx="35274" cy="48677"/>
            </a:xfrm>
            <a:custGeom>
              <a:avLst/>
              <a:gdLst/>
              <a:ahLst/>
              <a:cxnLst/>
              <a:rect l="l" t="t" r="r" b="b"/>
              <a:pathLst>
                <a:path w="708" h="977" extrusionOk="0">
                  <a:moveTo>
                    <a:pt x="505" y="0"/>
                  </a:moveTo>
                  <a:lnTo>
                    <a:pt x="371" y="34"/>
                  </a:lnTo>
                  <a:lnTo>
                    <a:pt x="68" y="135"/>
                  </a:lnTo>
                  <a:lnTo>
                    <a:pt x="34" y="202"/>
                  </a:lnTo>
                  <a:lnTo>
                    <a:pt x="34" y="236"/>
                  </a:lnTo>
                  <a:lnTo>
                    <a:pt x="135" y="539"/>
                  </a:lnTo>
                  <a:lnTo>
                    <a:pt x="202" y="606"/>
                  </a:lnTo>
                  <a:lnTo>
                    <a:pt x="270" y="573"/>
                  </a:lnTo>
                  <a:lnTo>
                    <a:pt x="404" y="539"/>
                  </a:lnTo>
                  <a:lnTo>
                    <a:pt x="505" y="539"/>
                  </a:lnTo>
                  <a:lnTo>
                    <a:pt x="573" y="606"/>
                  </a:lnTo>
                  <a:lnTo>
                    <a:pt x="539" y="640"/>
                  </a:lnTo>
                  <a:lnTo>
                    <a:pt x="438" y="674"/>
                  </a:lnTo>
                  <a:lnTo>
                    <a:pt x="236" y="707"/>
                  </a:lnTo>
                  <a:lnTo>
                    <a:pt x="101" y="741"/>
                  </a:lnTo>
                  <a:lnTo>
                    <a:pt x="34" y="808"/>
                  </a:lnTo>
                  <a:lnTo>
                    <a:pt x="0" y="876"/>
                  </a:lnTo>
                  <a:lnTo>
                    <a:pt x="0" y="909"/>
                  </a:lnTo>
                  <a:lnTo>
                    <a:pt x="34" y="943"/>
                  </a:lnTo>
                  <a:lnTo>
                    <a:pt x="68" y="977"/>
                  </a:lnTo>
                  <a:lnTo>
                    <a:pt x="101" y="943"/>
                  </a:lnTo>
                  <a:lnTo>
                    <a:pt x="169" y="909"/>
                  </a:lnTo>
                  <a:lnTo>
                    <a:pt x="270" y="876"/>
                  </a:lnTo>
                  <a:lnTo>
                    <a:pt x="438" y="876"/>
                  </a:lnTo>
                  <a:lnTo>
                    <a:pt x="573" y="808"/>
                  </a:lnTo>
                  <a:lnTo>
                    <a:pt x="640" y="775"/>
                  </a:lnTo>
                  <a:lnTo>
                    <a:pt x="707" y="707"/>
                  </a:lnTo>
                  <a:lnTo>
                    <a:pt x="707" y="640"/>
                  </a:lnTo>
                  <a:lnTo>
                    <a:pt x="707" y="539"/>
                  </a:lnTo>
                  <a:lnTo>
                    <a:pt x="674" y="472"/>
                  </a:lnTo>
                  <a:lnTo>
                    <a:pt x="606" y="404"/>
                  </a:lnTo>
                  <a:lnTo>
                    <a:pt x="539" y="371"/>
                  </a:lnTo>
                  <a:lnTo>
                    <a:pt x="438" y="371"/>
                  </a:lnTo>
                  <a:lnTo>
                    <a:pt x="270" y="404"/>
                  </a:lnTo>
                  <a:lnTo>
                    <a:pt x="236" y="270"/>
                  </a:lnTo>
                  <a:lnTo>
                    <a:pt x="472" y="169"/>
                  </a:lnTo>
                  <a:lnTo>
                    <a:pt x="674" y="101"/>
                  </a:lnTo>
                  <a:lnTo>
                    <a:pt x="674" y="34"/>
                  </a:lnTo>
                  <a:lnTo>
                    <a:pt x="67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3" name="Google Shape;770;p5">
              <a:extLst>
                <a:ext uri="{FF2B5EF4-FFF2-40B4-BE49-F238E27FC236}">
                  <a16:creationId xmlns:a16="http://schemas.microsoft.com/office/drawing/2014/main" id="{F92910E9-41C6-43FB-970D-BF853B1C30DC}"/>
                </a:ext>
              </a:extLst>
            </p:cNvPr>
            <p:cNvSpPr/>
            <p:nvPr/>
          </p:nvSpPr>
          <p:spPr>
            <a:xfrm>
              <a:off x="741508" y="140891"/>
              <a:ext cx="127496" cy="120820"/>
            </a:xfrm>
            <a:custGeom>
              <a:avLst/>
              <a:gdLst/>
              <a:ahLst/>
              <a:cxnLst/>
              <a:rect l="l" t="t" r="r" b="b"/>
              <a:pathLst>
                <a:path w="2559" h="2425" extrusionOk="0">
                  <a:moveTo>
                    <a:pt x="1986" y="1"/>
                  </a:moveTo>
                  <a:lnTo>
                    <a:pt x="1616" y="68"/>
                  </a:lnTo>
                  <a:lnTo>
                    <a:pt x="909" y="68"/>
                  </a:lnTo>
                  <a:lnTo>
                    <a:pt x="539" y="102"/>
                  </a:lnTo>
                  <a:lnTo>
                    <a:pt x="202" y="136"/>
                  </a:lnTo>
                  <a:lnTo>
                    <a:pt x="168" y="68"/>
                  </a:lnTo>
                  <a:lnTo>
                    <a:pt x="168" y="35"/>
                  </a:lnTo>
                  <a:lnTo>
                    <a:pt x="101" y="35"/>
                  </a:lnTo>
                  <a:lnTo>
                    <a:pt x="67" y="68"/>
                  </a:lnTo>
                  <a:lnTo>
                    <a:pt x="34" y="304"/>
                  </a:lnTo>
                  <a:lnTo>
                    <a:pt x="0" y="573"/>
                  </a:lnTo>
                  <a:lnTo>
                    <a:pt x="0" y="1112"/>
                  </a:lnTo>
                  <a:lnTo>
                    <a:pt x="34" y="1718"/>
                  </a:lnTo>
                  <a:lnTo>
                    <a:pt x="67" y="2021"/>
                  </a:lnTo>
                  <a:lnTo>
                    <a:pt x="168" y="2324"/>
                  </a:lnTo>
                  <a:lnTo>
                    <a:pt x="202" y="2358"/>
                  </a:lnTo>
                  <a:lnTo>
                    <a:pt x="303" y="2358"/>
                  </a:lnTo>
                  <a:lnTo>
                    <a:pt x="337" y="2290"/>
                  </a:lnTo>
                  <a:lnTo>
                    <a:pt x="303" y="1987"/>
                  </a:lnTo>
                  <a:lnTo>
                    <a:pt x="303" y="1684"/>
                  </a:lnTo>
                  <a:lnTo>
                    <a:pt x="236" y="1078"/>
                  </a:lnTo>
                  <a:lnTo>
                    <a:pt x="236" y="674"/>
                  </a:lnTo>
                  <a:lnTo>
                    <a:pt x="202" y="237"/>
                  </a:lnTo>
                  <a:lnTo>
                    <a:pt x="438" y="270"/>
                  </a:lnTo>
                  <a:lnTo>
                    <a:pt x="1145" y="270"/>
                  </a:lnTo>
                  <a:lnTo>
                    <a:pt x="2222" y="203"/>
                  </a:lnTo>
                  <a:lnTo>
                    <a:pt x="2256" y="237"/>
                  </a:lnTo>
                  <a:lnTo>
                    <a:pt x="2289" y="270"/>
                  </a:lnTo>
                  <a:lnTo>
                    <a:pt x="2323" y="270"/>
                  </a:lnTo>
                  <a:lnTo>
                    <a:pt x="2289" y="573"/>
                  </a:lnTo>
                  <a:lnTo>
                    <a:pt x="2323" y="910"/>
                  </a:lnTo>
                  <a:lnTo>
                    <a:pt x="2357" y="2088"/>
                  </a:lnTo>
                  <a:lnTo>
                    <a:pt x="2121" y="2055"/>
                  </a:lnTo>
                  <a:lnTo>
                    <a:pt x="1885" y="2088"/>
                  </a:lnTo>
                  <a:lnTo>
                    <a:pt x="1414" y="2122"/>
                  </a:lnTo>
                  <a:lnTo>
                    <a:pt x="673" y="2122"/>
                  </a:lnTo>
                  <a:lnTo>
                    <a:pt x="539" y="2156"/>
                  </a:lnTo>
                  <a:lnTo>
                    <a:pt x="404" y="2189"/>
                  </a:lnTo>
                  <a:lnTo>
                    <a:pt x="337" y="2290"/>
                  </a:lnTo>
                  <a:lnTo>
                    <a:pt x="404" y="2358"/>
                  </a:lnTo>
                  <a:lnTo>
                    <a:pt x="505" y="2391"/>
                  </a:lnTo>
                  <a:lnTo>
                    <a:pt x="774" y="2425"/>
                  </a:lnTo>
                  <a:lnTo>
                    <a:pt x="1279" y="2358"/>
                  </a:lnTo>
                  <a:lnTo>
                    <a:pt x="2087" y="2358"/>
                  </a:lnTo>
                  <a:lnTo>
                    <a:pt x="2357" y="2290"/>
                  </a:lnTo>
                  <a:lnTo>
                    <a:pt x="2424" y="2324"/>
                  </a:lnTo>
                  <a:lnTo>
                    <a:pt x="2525" y="2324"/>
                  </a:lnTo>
                  <a:lnTo>
                    <a:pt x="2559" y="2257"/>
                  </a:lnTo>
                  <a:lnTo>
                    <a:pt x="2491" y="1078"/>
                  </a:lnTo>
                  <a:lnTo>
                    <a:pt x="2525" y="573"/>
                  </a:lnTo>
                  <a:lnTo>
                    <a:pt x="2491" y="304"/>
                  </a:lnTo>
                  <a:lnTo>
                    <a:pt x="2424" y="68"/>
                  </a:lnTo>
                  <a:lnTo>
                    <a:pt x="2390" y="68"/>
                  </a:lnTo>
                  <a:lnTo>
                    <a:pt x="2390" y="102"/>
                  </a:lnTo>
                  <a:lnTo>
                    <a:pt x="2357" y="102"/>
                  </a:lnTo>
                  <a:lnTo>
                    <a:pt x="2289" y="35"/>
                  </a:lnTo>
                  <a:lnTo>
                    <a:pt x="2222" y="35"/>
                  </a:lnTo>
                  <a:lnTo>
                    <a:pt x="198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4" name="Google Shape;771;p5">
              <a:extLst>
                <a:ext uri="{FF2B5EF4-FFF2-40B4-BE49-F238E27FC236}">
                  <a16:creationId xmlns:a16="http://schemas.microsoft.com/office/drawing/2014/main" id="{D6C2B1E0-C480-4CE6-816A-C5A70D2C5B77}"/>
                </a:ext>
              </a:extLst>
            </p:cNvPr>
            <p:cNvSpPr/>
            <p:nvPr/>
          </p:nvSpPr>
          <p:spPr>
            <a:xfrm>
              <a:off x="211397" y="296885"/>
              <a:ext cx="130884" cy="120869"/>
            </a:xfrm>
            <a:custGeom>
              <a:avLst/>
              <a:gdLst/>
              <a:ahLst/>
              <a:cxnLst/>
              <a:rect l="l" t="t" r="r" b="b"/>
              <a:pathLst>
                <a:path w="2627" h="2426" extrusionOk="0">
                  <a:moveTo>
                    <a:pt x="1819" y="1"/>
                  </a:moveTo>
                  <a:lnTo>
                    <a:pt x="1314" y="68"/>
                  </a:lnTo>
                  <a:lnTo>
                    <a:pt x="742" y="102"/>
                  </a:lnTo>
                  <a:lnTo>
                    <a:pt x="169" y="203"/>
                  </a:lnTo>
                  <a:lnTo>
                    <a:pt x="136" y="136"/>
                  </a:lnTo>
                  <a:lnTo>
                    <a:pt x="102" y="102"/>
                  </a:lnTo>
                  <a:lnTo>
                    <a:pt x="68" y="102"/>
                  </a:lnTo>
                  <a:lnTo>
                    <a:pt x="35" y="136"/>
                  </a:lnTo>
                  <a:lnTo>
                    <a:pt x="1" y="439"/>
                  </a:lnTo>
                  <a:lnTo>
                    <a:pt x="35" y="742"/>
                  </a:lnTo>
                  <a:lnTo>
                    <a:pt x="68" y="1348"/>
                  </a:lnTo>
                  <a:lnTo>
                    <a:pt x="68" y="1853"/>
                  </a:lnTo>
                  <a:lnTo>
                    <a:pt x="68" y="2122"/>
                  </a:lnTo>
                  <a:lnTo>
                    <a:pt x="136" y="2391"/>
                  </a:lnTo>
                  <a:lnTo>
                    <a:pt x="169" y="2425"/>
                  </a:lnTo>
                  <a:lnTo>
                    <a:pt x="237" y="2391"/>
                  </a:lnTo>
                  <a:lnTo>
                    <a:pt x="1314" y="2391"/>
                  </a:lnTo>
                  <a:lnTo>
                    <a:pt x="1853" y="2358"/>
                  </a:lnTo>
                  <a:lnTo>
                    <a:pt x="2088" y="2324"/>
                  </a:lnTo>
                  <a:lnTo>
                    <a:pt x="2358" y="2290"/>
                  </a:lnTo>
                  <a:lnTo>
                    <a:pt x="2358" y="2324"/>
                  </a:lnTo>
                  <a:lnTo>
                    <a:pt x="2425" y="2324"/>
                  </a:lnTo>
                  <a:lnTo>
                    <a:pt x="2526" y="2257"/>
                  </a:lnTo>
                  <a:lnTo>
                    <a:pt x="2560" y="2189"/>
                  </a:lnTo>
                  <a:lnTo>
                    <a:pt x="2593" y="2088"/>
                  </a:lnTo>
                  <a:lnTo>
                    <a:pt x="2627" y="1954"/>
                  </a:lnTo>
                  <a:lnTo>
                    <a:pt x="2593" y="1684"/>
                  </a:lnTo>
                  <a:lnTo>
                    <a:pt x="2560" y="1482"/>
                  </a:lnTo>
                  <a:lnTo>
                    <a:pt x="2560" y="742"/>
                  </a:lnTo>
                  <a:lnTo>
                    <a:pt x="2492" y="405"/>
                  </a:lnTo>
                  <a:lnTo>
                    <a:pt x="2425" y="237"/>
                  </a:lnTo>
                  <a:lnTo>
                    <a:pt x="2358" y="102"/>
                  </a:lnTo>
                  <a:lnTo>
                    <a:pt x="2324" y="102"/>
                  </a:lnTo>
                  <a:lnTo>
                    <a:pt x="2290" y="203"/>
                  </a:lnTo>
                  <a:lnTo>
                    <a:pt x="2257" y="338"/>
                  </a:lnTo>
                  <a:lnTo>
                    <a:pt x="2257" y="607"/>
                  </a:lnTo>
                  <a:lnTo>
                    <a:pt x="2324" y="1146"/>
                  </a:lnTo>
                  <a:lnTo>
                    <a:pt x="2358" y="1651"/>
                  </a:lnTo>
                  <a:lnTo>
                    <a:pt x="2358" y="2156"/>
                  </a:lnTo>
                  <a:lnTo>
                    <a:pt x="2088" y="2122"/>
                  </a:lnTo>
                  <a:lnTo>
                    <a:pt x="1853" y="2088"/>
                  </a:lnTo>
                  <a:lnTo>
                    <a:pt x="1314" y="2088"/>
                  </a:lnTo>
                  <a:lnTo>
                    <a:pt x="270" y="2189"/>
                  </a:lnTo>
                  <a:lnTo>
                    <a:pt x="270" y="1920"/>
                  </a:lnTo>
                  <a:lnTo>
                    <a:pt x="270" y="1684"/>
                  </a:lnTo>
                  <a:lnTo>
                    <a:pt x="237" y="1146"/>
                  </a:lnTo>
                  <a:lnTo>
                    <a:pt x="237" y="775"/>
                  </a:lnTo>
                  <a:lnTo>
                    <a:pt x="203" y="405"/>
                  </a:lnTo>
                  <a:lnTo>
                    <a:pt x="843" y="338"/>
                  </a:lnTo>
                  <a:lnTo>
                    <a:pt x="1482" y="270"/>
                  </a:lnTo>
                  <a:lnTo>
                    <a:pt x="1920" y="237"/>
                  </a:lnTo>
                  <a:lnTo>
                    <a:pt x="2122" y="203"/>
                  </a:lnTo>
                  <a:lnTo>
                    <a:pt x="2324" y="102"/>
                  </a:lnTo>
                  <a:lnTo>
                    <a:pt x="2324" y="68"/>
                  </a:lnTo>
                  <a:lnTo>
                    <a:pt x="2189" y="35"/>
                  </a:lnTo>
                  <a:lnTo>
                    <a:pt x="208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5" name="Google Shape;772;p5">
              <a:extLst>
                <a:ext uri="{FF2B5EF4-FFF2-40B4-BE49-F238E27FC236}">
                  <a16:creationId xmlns:a16="http://schemas.microsoft.com/office/drawing/2014/main" id="{67E84936-156C-4812-B139-66CF0AE26809}"/>
                </a:ext>
              </a:extLst>
            </p:cNvPr>
            <p:cNvSpPr/>
            <p:nvPr/>
          </p:nvSpPr>
          <p:spPr>
            <a:xfrm>
              <a:off x="1734520" y="504894"/>
              <a:ext cx="122514" cy="147674"/>
            </a:xfrm>
            <a:custGeom>
              <a:avLst/>
              <a:gdLst/>
              <a:ahLst/>
              <a:cxnLst/>
              <a:rect l="l" t="t" r="r" b="b"/>
              <a:pathLst>
                <a:path w="2459" h="2964" extrusionOk="0">
                  <a:moveTo>
                    <a:pt x="270" y="1516"/>
                  </a:moveTo>
                  <a:lnTo>
                    <a:pt x="472" y="1583"/>
                  </a:lnTo>
                  <a:lnTo>
                    <a:pt x="708" y="1617"/>
                  </a:lnTo>
                  <a:lnTo>
                    <a:pt x="1953" y="1617"/>
                  </a:lnTo>
                  <a:lnTo>
                    <a:pt x="2223" y="1583"/>
                  </a:lnTo>
                  <a:lnTo>
                    <a:pt x="2223" y="2088"/>
                  </a:lnTo>
                  <a:lnTo>
                    <a:pt x="2223" y="2324"/>
                  </a:lnTo>
                  <a:lnTo>
                    <a:pt x="2256" y="2593"/>
                  </a:lnTo>
                  <a:lnTo>
                    <a:pt x="1785" y="2593"/>
                  </a:lnTo>
                  <a:lnTo>
                    <a:pt x="1347" y="2661"/>
                  </a:lnTo>
                  <a:lnTo>
                    <a:pt x="842" y="2694"/>
                  </a:lnTo>
                  <a:lnTo>
                    <a:pt x="573" y="2728"/>
                  </a:lnTo>
                  <a:lnTo>
                    <a:pt x="337" y="2795"/>
                  </a:lnTo>
                  <a:lnTo>
                    <a:pt x="311" y="2821"/>
                  </a:lnTo>
                  <a:lnTo>
                    <a:pt x="337" y="2560"/>
                  </a:lnTo>
                  <a:lnTo>
                    <a:pt x="303" y="2189"/>
                  </a:lnTo>
                  <a:lnTo>
                    <a:pt x="270" y="1516"/>
                  </a:lnTo>
                  <a:close/>
                  <a:moveTo>
                    <a:pt x="2155" y="1"/>
                  </a:moveTo>
                  <a:lnTo>
                    <a:pt x="1886" y="34"/>
                  </a:lnTo>
                  <a:lnTo>
                    <a:pt x="1583" y="34"/>
                  </a:lnTo>
                  <a:lnTo>
                    <a:pt x="1044" y="102"/>
                  </a:lnTo>
                  <a:lnTo>
                    <a:pt x="607" y="169"/>
                  </a:lnTo>
                  <a:lnTo>
                    <a:pt x="135" y="236"/>
                  </a:lnTo>
                  <a:lnTo>
                    <a:pt x="101" y="169"/>
                  </a:lnTo>
                  <a:lnTo>
                    <a:pt x="68" y="203"/>
                  </a:lnTo>
                  <a:lnTo>
                    <a:pt x="0" y="506"/>
                  </a:lnTo>
                  <a:lnTo>
                    <a:pt x="0" y="809"/>
                  </a:lnTo>
                  <a:lnTo>
                    <a:pt x="34" y="1449"/>
                  </a:lnTo>
                  <a:lnTo>
                    <a:pt x="34" y="2189"/>
                  </a:lnTo>
                  <a:lnTo>
                    <a:pt x="68" y="2560"/>
                  </a:lnTo>
                  <a:lnTo>
                    <a:pt x="135" y="2896"/>
                  </a:lnTo>
                  <a:lnTo>
                    <a:pt x="169" y="2964"/>
                  </a:lnTo>
                  <a:lnTo>
                    <a:pt x="236" y="2964"/>
                  </a:lnTo>
                  <a:lnTo>
                    <a:pt x="270" y="2930"/>
                  </a:lnTo>
                  <a:lnTo>
                    <a:pt x="303" y="2896"/>
                  </a:lnTo>
                  <a:lnTo>
                    <a:pt x="310" y="2835"/>
                  </a:lnTo>
                  <a:lnTo>
                    <a:pt x="337" y="2863"/>
                  </a:lnTo>
                  <a:lnTo>
                    <a:pt x="842" y="2863"/>
                  </a:lnTo>
                  <a:lnTo>
                    <a:pt x="1347" y="2829"/>
                  </a:lnTo>
                  <a:lnTo>
                    <a:pt x="1819" y="2795"/>
                  </a:lnTo>
                  <a:lnTo>
                    <a:pt x="2290" y="2728"/>
                  </a:lnTo>
                  <a:lnTo>
                    <a:pt x="2324" y="2795"/>
                  </a:lnTo>
                  <a:lnTo>
                    <a:pt x="2357" y="2829"/>
                  </a:lnTo>
                  <a:lnTo>
                    <a:pt x="2391" y="2795"/>
                  </a:lnTo>
                  <a:lnTo>
                    <a:pt x="2391" y="2728"/>
                  </a:lnTo>
                  <a:lnTo>
                    <a:pt x="2425" y="2661"/>
                  </a:lnTo>
                  <a:lnTo>
                    <a:pt x="2425" y="2627"/>
                  </a:lnTo>
                  <a:lnTo>
                    <a:pt x="2458" y="2358"/>
                  </a:lnTo>
                  <a:lnTo>
                    <a:pt x="2458" y="2088"/>
                  </a:lnTo>
                  <a:lnTo>
                    <a:pt x="2425" y="1583"/>
                  </a:lnTo>
                  <a:lnTo>
                    <a:pt x="2391" y="843"/>
                  </a:lnTo>
                  <a:lnTo>
                    <a:pt x="2357" y="506"/>
                  </a:lnTo>
                  <a:lnTo>
                    <a:pt x="2290" y="135"/>
                  </a:lnTo>
                  <a:lnTo>
                    <a:pt x="2256" y="135"/>
                  </a:lnTo>
                  <a:lnTo>
                    <a:pt x="2223" y="438"/>
                  </a:lnTo>
                  <a:lnTo>
                    <a:pt x="2189" y="775"/>
                  </a:lnTo>
                  <a:lnTo>
                    <a:pt x="2223" y="1381"/>
                  </a:lnTo>
                  <a:lnTo>
                    <a:pt x="2223" y="1415"/>
                  </a:lnTo>
                  <a:lnTo>
                    <a:pt x="1953" y="1381"/>
                  </a:lnTo>
                  <a:lnTo>
                    <a:pt x="472" y="1381"/>
                  </a:lnTo>
                  <a:lnTo>
                    <a:pt x="236" y="1449"/>
                  </a:lnTo>
                  <a:lnTo>
                    <a:pt x="236" y="910"/>
                  </a:lnTo>
                  <a:lnTo>
                    <a:pt x="202" y="641"/>
                  </a:lnTo>
                  <a:lnTo>
                    <a:pt x="169" y="371"/>
                  </a:lnTo>
                  <a:lnTo>
                    <a:pt x="674" y="371"/>
                  </a:lnTo>
                  <a:lnTo>
                    <a:pt x="1213" y="304"/>
                  </a:lnTo>
                  <a:lnTo>
                    <a:pt x="1684" y="236"/>
                  </a:lnTo>
                  <a:lnTo>
                    <a:pt x="2189" y="169"/>
                  </a:lnTo>
                  <a:lnTo>
                    <a:pt x="2223" y="135"/>
                  </a:lnTo>
                  <a:lnTo>
                    <a:pt x="2223" y="68"/>
                  </a:lnTo>
                  <a:lnTo>
                    <a:pt x="2189" y="34"/>
                  </a:lnTo>
                  <a:lnTo>
                    <a:pt x="215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6" name="Google Shape;773;p5">
              <a:extLst>
                <a:ext uri="{FF2B5EF4-FFF2-40B4-BE49-F238E27FC236}">
                  <a16:creationId xmlns:a16="http://schemas.microsoft.com/office/drawing/2014/main" id="{91BEE121-3891-458B-9B82-0B8A3805535D}"/>
                </a:ext>
              </a:extLst>
            </p:cNvPr>
            <p:cNvSpPr/>
            <p:nvPr/>
          </p:nvSpPr>
          <p:spPr>
            <a:xfrm>
              <a:off x="1873725" y="566973"/>
              <a:ext cx="127546" cy="80563"/>
            </a:xfrm>
            <a:custGeom>
              <a:avLst/>
              <a:gdLst/>
              <a:ahLst/>
              <a:cxnLst/>
              <a:rect l="l" t="t" r="r" b="b"/>
              <a:pathLst>
                <a:path w="2560" h="1617" extrusionOk="0">
                  <a:moveTo>
                    <a:pt x="1314" y="1"/>
                  </a:moveTo>
                  <a:lnTo>
                    <a:pt x="674" y="34"/>
                  </a:lnTo>
                  <a:lnTo>
                    <a:pt x="371" y="68"/>
                  </a:lnTo>
                  <a:lnTo>
                    <a:pt x="68" y="135"/>
                  </a:lnTo>
                  <a:lnTo>
                    <a:pt x="35" y="169"/>
                  </a:lnTo>
                  <a:lnTo>
                    <a:pt x="1" y="203"/>
                  </a:lnTo>
                  <a:lnTo>
                    <a:pt x="35" y="236"/>
                  </a:lnTo>
                  <a:lnTo>
                    <a:pt x="102" y="270"/>
                  </a:lnTo>
                  <a:lnTo>
                    <a:pt x="708" y="270"/>
                  </a:lnTo>
                  <a:lnTo>
                    <a:pt x="1314" y="236"/>
                  </a:lnTo>
                  <a:lnTo>
                    <a:pt x="2290" y="236"/>
                  </a:lnTo>
                  <a:lnTo>
                    <a:pt x="2358" y="506"/>
                  </a:lnTo>
                  <a:lnTo>
                    <a:pt x="2391" y="775"/>
                  </a:lnTo>
                  <a:lnTo>
                    <a:pt x="2358" y="1347"/>
                  </a:lnTo>
                  <a:lnTo>
                    <a:pt x="1247" y="1381"/>
                  </a:lnTo>
                  <a:lnTo>
                    <a:pt x="742" y="1415"/>
                  </a:lnTo>
                  <a:lnTo>
                    <a:pt x="472" y="1415"/>
                  </a:lnTo>
                  <a:lnTo>
                    <a:pt x="237" y="1482"/>
                  </a:lnTo>
                  <a:lnTo>
                    <a:pt x="203" y="1516"/>
                  </a:lnTo>
                  <a:lnTo>
                    <a:pt x="237" y="1549"/>
                  </a:lnTo>
                  <a:lnTo>
                    <a:pt x="472" y="1617"/>
                  </a:lnTo>
                  <a:lnTo>
                    <a:pt x="742" y="1617"/>
                  </a:lnTo>
                  <a:lnTo>
                    <a:pt x="1280" y="1583"/>
                  </a:lnTo>
                  <a:lnTo>
                    <a:pt x="2459" y="1549"/>
                  </a:lnTo>
                  <a:lnTo>
                    <a:pt x="2526" y="1516"/>
                  </a:lnTo>
                  <a:lnTo>
                    <a:pt x="2560" y="1448"/>
                  </a:lnTo>
                  <a:lnTo>
                    <a:pt x="2560" y="1145"/>
                  </a:lnTo>
                  <a:lnTo>
                    <a:pt x="2492" y="842"/>
                  </a:lnTo>
                  <a:lnTo>
                    <a:pt x="2358" y="236"/>
                  </a:lnTo>
                  <a:lnTo>
                    <a:pt x="2391" y="203"/>
                  </a:lnTo>
                  <a:lnTo>
                    <a:pt x="2425" y="203"/>
                  </a:lnTo>
                  <a:lnTo>
                    <a:pt x="2459" y="135"/>
                  </a:lnTo>
                  <a:lnTo>
                    <a:pt x="2425" y="102"/>
                  </a:lnTo>
                  <a:lnTo>
                    <a:pt x="2391" y="102"/>
                  </a:lnTo>
                  <a:lnTo>
                    <a:pt x="2324" y="68"/>
                  </a:lnTo>
                  <a:lnTo>
                    <a:pt x="2324" y="1"/>
                  </a:lnTo>
                  <a:lnTo>
                    <a:pt x="2257" y="1"/>
                  </a:lnTo>
                  <a:lnTo>
                    <a:pt x="2257" y="34"/>
                  </a:lnTo>
                  <a:lnTo>
                    <a:pt x="2021" y="34"/>
                  </a:lnTo>
                  <a:lnTo>
                    <a:pt x="178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7" name="Google Shape;774;p5">
              <a:extLst>
                <a:ext uri="{FF2B5EF4-FFF2-40B4-BE49-F238E27FC236}">
                  <a16:creationId xmlns:a16="http://schemas.microsoft.com/office/drawing/2014/main" id="{51670517-DD77-4694-A353-ECA40F2714A4}"/>
                </a:ext>
              </a:extLst>
            </p:cNvPr>
            <p:cNvSpPr/>
            <p:nvPr/>
          </p:nvSpPr>
          <p:spPr>
            <a:xfrm>
              <a:off x="1924045" y="590439"/>
              <a:ext cx="26904" cy="36968"/>
            </a:xfrm>
            <a:custGeom>
              <a:avLst/>
              <a:gdLst/>
              <a:ahLst/>
              <a:cxnLst/>
              <a:rect l="l" t="t" r="r" b="b"/>
              <a:pathLst>
                <a:path w="540" h="742" extrusionOk="0">
                  <a:moveTo>
                    <a:pt x="136" y="1"/>
                  </a:moveTo>
                  <a:lnTo>
                    <a:pt x="68" y="35"/>
                  </a:lnTo>
                  <a:lnTo>
                    <a:pt x="68" y="102"/>
                  </a:lnTo>
                  <a:lnTo>
                    <a:pt x="102" y="203"/>
                  </a:lnTo>
                  <a:lnTo>
                    <a:pt x="169" y="237"/>
                  </a:lnTo>
                  <a:lnTo>
                    <a:pt x="270" y="304"/>
                  </a:lnTo>
                  <a:lnTo>
                    <a:pt x="203" y="338"/>
                  </a:lnTo>
                  <a:lnTo>
                    <a:pt x="35" y="540"/>
                  </a:lnTo>
                  <a:lnTo>
                    <a:pt x="1" y="573"/>
                  </a:lnTo>
                  <a:lnTo>
                    <a:pt x="1" y="641"/>
                  </a:lnTo>
                  <a:lnTo>
                    <a:pt x="35" y="708"/>
                  </a:lnTo>
                  <a:lnTo>
                    <a:pt x="102" y="742"/>
                  </a:lnTo>
                  <a:lnTo>
                    <a:pt x="136" y="708"/>
                  </a:lnTo>
                  <a:lnTo>
                    <a:pt x="203" y="708"/>
                  </a:lnTo>
                  <a:lnTo>
                    <a:pt x="371" y="472"/>
                  </a:lnTo>
                  <a:lnTo>
                    <a:pt x="439" y="371"/>
                  </a:lnTo>
                  <a:lnTo>
                    <a:pt x="506" y="338"/>
                  </a:lnTo>
                  <a:lnTo>
                    <a:pt x="540" y="304"/>
                  </a:lnTo>
                  <a:lnTo>
                    <a:pt x="540" y="237"/>
                  </a:lnTo>
                  <a:lnTo>
                    <a:pt x="506" y="203"/>
                  </a:lnTo>
                  <a:lnTo>
                    <a:pt x="371" y="102"/>
                  </a:lnTo>
                  <a:lnTo>
                    <a:pt x="304" y="68"/>
                  </a:lnTo>
                  <a:lnTo>
                    <a:pt x="237" y="35"/>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8" name="Google Shape;775;p5">
              <a:extLst>
                <a:ext uri="{FF2B5EF4-FFF2-40B4-BE49-F238E27FC236}">
                  <a16:creationId xmlns:a16="http://schemas.microsoft.com/office/drawing/2014/main" id="{A841C15C-E85C-426B-A421-29F92D2B92BF}"/>
                </a:ext>
              </a:extLst>
            </p:cNvPr>
            <p:cNvSpPr/>
            <p:nvPr/>
          </p:nvSpPr>
          <p:spPr>
            <a:xfrm>
              <a:off x="1776471" y="528410"/>
              <a:ext cx="43645" cy="28548"/>
            </a:xfrm>
            <a:custGeom>
              <a:avLst/>
              <a:gdLst/>
              <a:ahLst/>
              <a:cxnLst/>
              <a:rect l="l" t="t" r="r" b="b"/>
              <a:pathLst>
                <a:path w="876" h="573" extrusionOk="0">
                  <a:moveTo>
                    <a:pt x="404" y="0"/>
                  </a:moveTo>
                  <a:lnTo>
                    <a:pt x="270" y="101"/>
                  </a:lnTo>
                  <a:lnTo>
                    <a:pt x="169" y="202"/>
                  </a:lnTo>
                  <a:lnTo>
                    <a:pt x="68" y="303"/>
                  </a:lnTo>
                  <a:lnTo>
                    <a:pt x="34" y="371"/>
                  </a:lnTo>
                  <a:lnTo>
                    <a:pt x="0" y="438"/>
                  </a:lnTo>
                  <a:lnTo>
                    <a:pt x="0" y="505"/>
                  </a:lnTo>
                  <a:lnTo>
                    <a:pt x="68" y="505"/>
                  </a:lnTo>
                  <a:lnTo>
                    <a:pt x="202" y="472"/>
                  </a:lnTo>
                  <a:lnTo>
                    <a:pt x="303" y="371"/>
                  </a:lnTo>
                  <a:lnTo>
                    <a:pt x="438" y="236"/>
                  </a:lnTo>
                  <a:lnTo>
                    <a:pt x="573" y="404"/>
                  </a:lnTo>
                  <a:lnTo>
                    <a:pt x="741" y="539"/>
                  </a:lnTo>
                  <a:lnTo>
                    <a:pt x="775" y="573"/>
                  </a:lnTo>
                  <a:lnTo>
                    <a:pt x="842" y="573"/>
                  </a:lnTo>
                  <a:lnTo>
                    <a:pt x="842" y="539"/>
                  </a:lnTo>
                  <a:lnTo>
                    <a:pt x="876" y="505"/>
                  </a:lnTo>
                  <a:lnTo>
                    <a:pt x="842" y="472"/>
                  </a:lnTo>
                  <a:lnTo>
                    <a:pt x="707" y="303"/>
                  </a:lnTo>
                  <a:lnTo>
                    <a:pt x="505" y="135"/>
                  </a:lnTo>
                  <a:lnTo>
                    <a:pt x="505" y="101"/>
                  </a:lnTo>
                  <a:lnTo>
                    <a:pt x="505" y="34"/>
                  </a:lnTo>
                  <a:lnTo>
                    <a:pt x="47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99" name="Google Shape;776;p5">
              <a:extLst>
                <a:ext uri="{FF2B5EF4-FFF2-40B4-BE49-F238E27FC236}">
                  <a16:creationId xmlns:a16="http://schemas.microsoft.com/office/drawing/2014/main" id="{77FDE513-FC58-48C2-8202-09CDE752EB8F}"/>
                </a:ext>
              </a:extLst>
            </p:cNvPr>
            <p:cNvSpPr/>
            <p:nvPr/>
          </p:nvSpPr>
          <p:spPr>
            <a:xfrm>
              <a:off x="1689232" y="358964"/>
              <a:ext cx="303668" cy="140948"/>
            </a:xfrm>
            <a:custGeom>
              <a:avLst/>
              <a:gdLst/>
              <a:ahLst/>
              <a:cxnLst/>
              <a:rect l="l" t="t" r="r" b="b"/>
              <a:pathLst>
                <a:path w="6095" h="2829" extrusionOk="0">
                  <a:moveTo>
                    <a:pt x="5522" y="1"/>
                  </a:moveTo>
                  <a:lnTo>
                    <a:pt x="3704" y="68"/>
                  </a:lnTo>
                  <a:lnTo>
                    <a:pt x="1886" y="169"/>
                  </a:lnTo>
                  <a:lnTo>
                    <a:pt x="977" y="236"/>
                  </a:lnTo>
                  <a:lnTo>
                    <a:pt x="505" y="304"/>
                  </a:lnTo>
                  <a:lnTo>
                    <a:pt x="68" y="405"/>
                  </a:lnTo>
                  <a:lnTo>
                    <a:pt x="34" y="438"/>
                  </a:lnTo>
                  <a:lnTo>
                    <a:pt x="68" y="472"/>
                  </a:lnTo>
                  <a:lnTo>
                    <a:pt x="101" y="472"/>
                  </a:lnTo>
                  <a:lnTo>
                    <a:pt x="34" y="708"/>
                  </a:lnTo>
                  <a:lnTo>
                    <a:pt x="0" y="977"/>
                  </a:lnTo>
                  <a:lnTo>
                    <a:pt x="34" y="1482"/>
                  </a:lnTo>
                  <a:lnTo>
                    <a:pt x="101" y="2088"/>
                  </a:lnTo>
                  <a:lnTo>
                    <a:pt x="202" y="2728"/>
                  </a:lnTo>
                  <a:lnTo>
                    <a:pt x="236" y="2761"/>
                  </a:lnTo>
                  <a:lnTo>
                    <a:pt x="270" y="2795"/>
                  </a:lnTo>
                  <a:lnTo>
                    <a:pt x="371" y="2761"/>
                  </a:lnTo>
                  <a:lnTo>
                    <a:pt x="1044" y="2829"/>
                  </a:lnTo>
                  <a:lnTo>
                    <a:pt x="1718" y="2829"/>
                  </a:lnTo>
                  <a:lnTo>
                    <a:pt x="2425" y="2795"/>
                  </a:lnTo>
                  <a:lnTo>
                    <a:pt x="3098" y="2728"/>
                  </a:lnTo>
                  <a:lnTo>
                    <a:pt x="4445" y="2593"/>
                  </a:lnTo>
                  <a:lnTo>
                    <a:pt x="5152" y="2559"/>
                  </a:lnTo>
                  <a:lnTo>
                    <a:pt x="5825" y="2559"/>
                  </a:lnTo>
                  <a:lnTo>
                    <a:pt x="5892" y="2593"/>
                  </a:lnTo>
                  <a:lnTo>
                    <a:pt x="5960" y="2593"/>
                  </a:lnTo>
                  <a:lnTo>
                    <a:pt x="6027" y="2559"/>
                  </a:lnTo>
                  <a:lnTo>
                    <a:pt x="6061" y="2492"/>
                  </a:lnTo>
                  <a:lnTo>
                    <a:pt x="6094" y="1280"/>
                  </a:lnTo>
                  <a:lnTo>
                    <a:pt x="6061" y="674"/>
                  </a:lnTo>
                  <a:lnTo>
                    <a:pt x="6061" y="371"/>
                  </a:lnTo>
                  <a:lnTo>
                    <a:pt x="6027" y="68"/>
                  </a:lnTo>
                  <a:lnTo>
                    <a:pt x="5993" y="34"/>
                  </a:lnTo>
                  <a:lnTo>
                    <a:pt x="5926" y="34"/>
                  </a:lnTo>
                  <a:lnTo>
                    <a:pt x="5892" y="68"/>
                  </a:lnTo>
                  <a:lnTo>
                    <a:pt x="5825" y="607"/>
                  </a:lnTo>
                  <a:lnTo>
                    <a:pt x="5791" y="1179"/>
                  </a:lnTo>
                  <a:lnTo>
                    <a:pt x="5825" y="2290"/>
                  </a:lnTo>
                  <a:lnTo>
                    <a:pt x="5152" y="2324"/>
                  </a:lnTo>
                  <a:lnTo>
                    <a:pt x="4478" y="2357"/>
                  </a:lnTo>
                  <a:lnTo>
                    <a:pt x="3132" y="2458"/>
                  </a:lnTo>
                  <a:lnTo>
                    <a:pt x="1785" y="2593"/>
                  </a:lnTo>
                  <a:lnTo>
                    <a:pt x="1111" y="2627"/>
                  </a:lnTo>
                  <a:lnTo>
                    <a:pt x="438" y="2627"/>
                  </a:lnTo>
                  <a:lnTo>
                    <a:pt x="303" y="2054"/>
                  </a:lnTo>
                  <a:lnTo>
                    <a:pt x="236" y="1448"/>
                  </a:lnTo>
                  <a:lnTo>
                    <a:pt x="236" y="977"/>
                  </a:lnTo>
                  <a:lnTo>
                    <a:pt x="236" y="708"/>
                  </a:lnTo>
                  <a:lnTo>
                    <a:pt x="169" y="472"/>
                  </a:lnTo>
                  <a:lnTo>
                    <a:pt x="472" y="506"/>
                  </a:lnTo>
                  <a:lnTo>
                    <a:pt x="775" y="506"/>
                  </a:lnTo>
                  <a:lnTo>
                    <a:pt x="1414" y="472"/>
                  </a:lnTo>
                  <a:lnTo>
                    <a:pt x="2054" y="405"/>
                  </a:lnTo>
                  <a:lnTo>
                    <a:pt x="2694" y="337"/>
                  </a:lnTo>
                  <a:lnTo>
                    <a:pt x="3973" y="270"/>
                  </a:lnTo>
                  <a:lnTo>
                    <a:pt x="4781" y="236"/>
                  </a:lnTo>
                  <a:lnTo>
                    <a:pt x="5219" y="203"/>
                  </a:lnTo>
                  <a:lnTo>
                    <a:pt x="5455" y="203"/>
                  </a:lnTo>
                  <a:lnTo>
                    <a:pt x="5556" y="236"/>
                  </a:lnTo>
                  <a:lnTo>
                    <a:pt x="5623" y="270"/>
                  </a:lnTo>
                  <a:lnTo>
                    <a:pt x="5690" y="304"/>
                  </a:lnTo>
                  <a:lnTo>
                    <a:pt x="5758" y="270"/>
                  </a:lnTo>
                  <a:lnTo>
                    <a:pt x="5791" y="236"/>
                  </a:lnTo>
                  <a:lnTo>
                    <a:pt x="5791" y="169"/>
                  </a:lnTo>
                  <a:lnTo>
                    <a:pt x="5758" y="102"/>
                  </a:lnTo>
                  <a:lnTo>
                    <a:pt x="5690" y="34"/>
                  </a:lnTo>
                  <a:lnTo>
                    <a:pt x="56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0" name="Google Shape;777;p5">
              <a:extLst>
                <a:ext uri="{FF2B5EF4-FFF2-40B4-BE49-F238E27FC236}">
                  <a16:creationId xmlns:a16="http://schemas.microsoft.com/office/drawing/2014/main" id="{51E16420-3785-4A92-A972-5ACBD3A701C0}"/>
                </a:ext>
              </a:extLst>
            </p:cNvPr>
            <p:cNvSpPr/>
            <p:nvPr/>
          </p:nvSpPr>
          <p:spPr>
            <a:xfrm>
              <a:off x="120820" y="568667"/>
              <a:ext cx="124207" cy="154350"/>
            </a:xfrm>
            <a:custGeom>
              <a:avLst/>
              <a:gdLst/>
              <a:ahLst/>
              <a:cxnLst/>
              <a:rect l="l" t="t" r="r" b="b"/>
              <a:pathLst>
                <a:path w="2493" h="3098" extrusionOk="0">
                  <a:moveTo>
                    <a:pt x="2290" y="202"/>
                  </a:moveTo>
                  <a:lnTo>
                    <a:pt x="2223" y="808"/>
                  </a:lnTo>
                  <a:lnTo>
                    <a:pt x="2223" y="1482"/>
                  </a:lnTo>
                  <a:lnTo>
                    <a:pt x="2223" y="2155"/>
                  </a:lnTo>
                  <a:lnTo>
                    <a:pt x="2290" y="2727"/>
                  </a:lnTo>
                  <a:lnTo>
                    <a:pt x="2324" y="2761"/>
                  </a:lnTo>
                  <a:lnTo>
                    <a:pt x="2290" y="2761"/>
                  </a:lnTo>
                  <a:lnTo>
                    <a:pt x="2055" y="2727"/>
                  </a:lnTo>
                  <a:lnTo>
                    <a:pt x="1819" y="2727"/>
                  </a:lnTo>
                  <a:lnTo>
                    <a:pt x="1348" y="2761"/>
                  </a:lnTo>
                  <a:lnTo>
                    <a:pt x="371" y="2761"/>
                  </a:lnTo>
                  <a:lnTo>
                    <a:pt x="270" y="1515"/>
                  </a:lnTo>
                  <a:lnTo>
                    <a:pt x="169" y="236"/>
                  </a:lnTo>
                  <a:lnTo>
                    <a:pt x="708" y="303"/>
                  </a:lnTo>
                  <a:lnTo>
                    <a:pt x="1213" y="270"/>
                  </a:lnTo>
                  <a:lnTo>
                    <a:pt x="2290" y="202"/>
                  </a:lnTo>
                  <a:close/>
                  <a:moveTo>
                    <a:pt x="2290" y="0"/>
                  </a:moveTo>
                  <a:lnTo>
                    <a:pt x="1752" y="34"/>
                  </a:lnTo>
                  <a:lnTo>
                    <a:pt x="1213" y="34"/>
                  </a:lnTo>
                  <a:lnTo>
                    <a:pt x="674" y="68"/>
                  </a:lnTo>
                  <a:lnTo>
                    <a:pt x="136" y="101"/>
                  </a:lnTo>
                  <a:lnTo>
                    <a:pt x="102" y="135"/>
                  </a:lnTo>
                  <a:lnTo>
                    <a:pt x="68" y="169"/>
                  </a:lnTo>
                  <a:lnTo>
                    <a:pt x="34" y="202"/>
                  </a:lnTo>
                  <a:lnTo>
                    <a:pt x="34" y="236"/>
                  </a:lnTo>
                  <a:lnTo>
                    <a:pt x="1" y="876"/>
                  </a:lnTo>
                  <a:lnTo>
                    <a:pt x="34" y="1616"/>
                  </a:lnTo>
                  <a:lnTo>
                    <a:pt x="102" y="2357"/>
                  </a:lnTo>
                  <a:lnTo>
                    <a:pt x="203" y="3030"/>
                  </a:lnTo>
                  <a:lnTo>
                    <a:pt x="237" y="3064"/>
                  </a:lnTo>
                  <a:lnTo>
                    <a:pt x="304" y="3098"/>
                  </a:lnTo>
                  <a:lnTo>
                    <a:pt x="371" y="3064"/>
                  </a:lnTo>
                  <a:lnTo>
                    <a:pt x="405" y="2997"/>
                  </a:lnTo>
                  <a:lnTo>
                    <a:pt x="405" y="2896"/>
                  </a:lnTo>
                  <a:lnTo>
                    <a:pt x="876" y="2997"/>
                  </a:lnTo>
                  <a:lnTo>
                    <a:pt x="1348" y="3030"/>
                  </a:lnTo>
                  <a:lnTo>
                    <a:pt x="1853" y="2997"/>
                  </a:lnTo>
                  <a:lnTo>
                    <a:pt x="2088" y="2963"/>
                  </a:lnTo>
                  <a:lnTo>
                    <a:pt x="2290" y="2896"/>
                  </a:lnTo>
                  <a:lnTo>
                    <a:pt x="2358" y="2862"/>
                  </a:lnTo>
                  <a:lnTo>
                    <a:pt x="2358" y="2795"/>
                  </a:lnTo>
                  <a:lnTo>
                    <a:pt x="2425" y="2795"/>
                  </a:lnTo>
                  <a:lnTo>
                    <a:pt x="2459" y="2761"/>
                  </a:lnTo>
                  <a:lnTo>
                    <a:pt x="2459" y="2727"/>
                  </a:lnTo>
                  <a:lnTo>
                    <a:pt x="2492" y="2121"/>
                  </a:lnTo>
                  <a:lnTo>
                    <a:pt x="2459" y="1448"/>
                  </a:lnTo>
                  <a:lnTo>
                    <a:pt x="2425" y="775"/>
                  </a:lnTo>
                  <a:lnTo>
                    <a:pt x="2358" y="169"/>
                  </a:lnTo>
                  <a:lnTo>
                    <a:pt x="2391" y="135"/>
                  </a:lnTo>
                  <a:lnTo>
                    <a:pt x="2391" y="68"/>
                  </a:lnTo>
                  <a:lnTo>
                    <a:pt x="2358"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1" name="Google Shape;778;p5">
              <a:extLst>
                <a:ext uri="{FF2B5EF4-FFF2-40B4-BE49-F238E27FC236}">
                  <a16:creationId xmlns:a16="http://schemas.microsoft.com/office/drawing/2014/main" id="{6B4FB25E-C2C5-4408-8CFE-2CB441CDCBEE}"/>
                </a:ext>
              </a:extLst>
            </p:cNvPr>
            <p:cNvSpPr/>
            <p:nvPr/>
          </p:nvSpPr>
          <p:spPr>
            <a:xfrm>
              <a:off x="1274908" y="519990"/>
              <a:ext cx="159382" cy="144336"/>
            </a:xfrm>
            <a:custGeom>
              <a:avLst/>
              <a:gdLst/>
              <a:ahLst/>
              <a:cxnLst/>
              <a:rect l="l" t="t" r="r" b="b"/>
              <a:pathLst>
                <a:path w="3199" h="2897" extrusionOk="0">
                  <a:moveTo>
                    <a:pt x="2963" y="1"/>
                  </a:moveTo>
                  <a:lnTo>
                    <a:pt x="2963" y="34"/>
                  </a:lnTo>
                  <a:lnTo>
                    <a:pt x="2930" y="34"/>
                  </a:lnTo>
                  <a:lnTo>
                    <a:pt x="2896" y="338"/>
                  </a:lnTo>
                  <a:lnTo>
                    <a:pt x="2930" y="674"/>
                  </a:lnTo>
                  <a:lnTo>
                    <a:pt x="2963" y="1280"/>
                  </a:lnTo>
                  <a:lnTo>
                    <a:pt x="2963" y="1954"/>
                  </a:lnTo>
                  <a:lnTo>
                    <a:pt x="2997" y="2290"/>
                  </a:lnTo>
                  <a:lnTo>
                    <a:pt x="3031" y="2627"/>
                  </a:lnTo>
                  <a:lnTo>
                    <a:pt x="2324" y="2627"/>
                  </a:lnTo>
                  <a:lnTo>
                    <a:pt x="1650" y="2661"/>
                  </a:lnTo>
                  <a:lnTo>
                    <a:pt x="977" y="2694"/>
                  </a:lnTo>
                  <a:lnTo>
                    <a:pt x="640" y="2728"/>
                  </a:lnTo>
                  <a:lnTo>
                    <a:pt x="270" y="2728"/>
                  </a:lnTo>
                  <a:lnTo>
                    <a:pt x="303" y="2391"/>
                  </a:lnTo>
                  <a:lnTo>
                    <a:pt x="303" y="2055"/>
                  </a:lnTo>
                  <a:lnTo>
                    <a:pt x="270" y="1348"/>
                  </a:lnTo>
                  <a:lnTo>
                    <a:pt x="236" y="742"/>
                  </a:lnTo>
                  <a:lnTo>
                    <a:pt x="202" y="439"/>
                  </a:lnTo>
                  <a:lnTo>
                    <a:pt x="101" y="169"/>
                  </a:lnTo>
                  <a:lnTo>
                    <a:pt x="68" y="169"/>
                  </a:lnTo>
                  <a:lnTo>
                    <a:pt x="0" y="472"/>
                  </a:lnTo>
                  <a:lnTo>
                    <a:pt x="0" y="775"/>
                  </a:lnTo>
                  <a:lnTo>
                    <a:pt x="34" y="1381"/>
                  </a:lnTo>
                  <a:lnTo>
                    <a:pt x="34" y="1718"/>
                  </a:lnTo>
                  <a:lnTo>
                    <a:pt x="101" y="2088"/>
                  </a:lnTo>
                  <a:lnTo>
                    <a:pt x="236" y="2795"/>
                  </a:lnTo>
                  <a:lnTo>
                    <a:pt x="236" y="2829"/>
                  </a:lnTo>
                  <a:lnTo>
                    <a:pt x="236" y="2863"/>
                  </a:lnTo>
                  <a:lnTo>
                    <a:pt x="539" y="2795"/>
                  </a:lnTo>
                  <a:lnTo>
                    <a:pt x="573" y="2863"/>
                  </a:lnTo>
                  <a:lnTo>
                    <a:pt x="640" y="2896"/>
                  </a:lnTo>
                  <a:lnTo>
                    <a:pt x="842" y="2896"/>
                  </a:lnTo>
                  <a:lnTo>
                    <a:pt x="1347" y="2863"/>
                  </a:lnTo>
                  <a:lnTo>
                    <a:pt x="2223" y="2829"/>
                  </a:lnTo>
                  <a:lnTo>
                    <a:pt x="3064" y="2795"/>
                  </a:lnTo>
                  <a:lnTo>
                    <a:pt x="3098" y="2795"/>
                  </a:lnTo>
                  <a:lnTo>
                    <a:pt x="3098" y="2762"/>
                  </a:lnTo>
                  <a:lnTo>
                    <a:pt x="3132" y="2762"/>
                  </a:lnTo>
                  <a:lnTo>
                    <a:pt x="3165" y="2694"/>
                  </a:lnTo>
                  <a:lnTo>
                    <a:pt x="3199" y="2391"/>
                  </a:lnTo>
                  <a:lnTo>
                    <a:pt x="3199" y="2088"/>
                  </a:lnTo>
                  <a:lnTo>
                    <a:pt x="3199" y="1482"/>
                  </a:lnTo>
                  <a:lnTo>
                    <a:pt x="3165" y="742"/>
                  </a:lnTo>
                  <a:lnTo>
                    <a:pt x="3132" y="371"/>
                  </a:lnTo>
                  <a:lnTo>
                    <a:pt x="3031" y="34"/>
                  </a:lnTo>
                  <a:lnTo>
                    <a:pt x="296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2" name="Google Shape;779;p5">
              <a:extLst>
                <a:ext uri="{FF2B5EF4-FFF2-40B4-BE49-F238E27FC236}">
                  <a16:creationId xmlns:a16="http://schemas.microsoft.com/office/drawing/2014/main" id="{637C5658-F85E-4EB7-B56F-2E34F86EB474}"/>
                </a:ext>
              </a:extLst>
            </p:cNvPr>
            <p:cNvSpPr/>
            <p:nvPr/>
          </p:nvSpPr>
          <p:spPr>
            <a:xfrm>
              <a:off x="402665" y="555214"/>
              <a:ext cx="171140" cy="149368"/>
            </a:xfrm>
            <a:custGeom>
              <a:avLst/>
              <a:gdLst/>
              <a:ahLst/>
              <a:cxnLst/>
              <a:rect l="l" t="t" r="r" b="b"/>
              <a:pathLst>
                <a:path w="3435" h="2998" extrusionOk="0">
                  <a:moveTo>
                    <a:pt x="1279" y="1"/>
                  </a:moveTo>
                  <a:lnTo>
                    <a:pt x="909" y="68"/>
                  </a:lnTo>
                  <a:lnTo>
                    <a:pt x="539" y="136"/>
                  </a:lnTo>
                  <a:lnTo>
                    <a:pt x="202" y="203"/>
                  </a:lnTo>
                  <a:lnTo>
                    <a:pt x="101" y="136"/>
                  </a:lnTo>
                  <a:lnTo>
                    <a:pt x="34" y="136"/>
                  </a:lnTo>
                  <a:lnTo>
                    <a:pt x="0" y="169"/>
                  </a:lnTo>
                  <a:lnTo>
                    <a:pt x="0" y="237"/>
                  </a:lnTo>
                  <a:lnTo>
                    <a:pt x="34" y="304"/>
                  </a:lnTo>
                  <a:lnTo>
                    <a:pt x="67" y="338"/>
                  </a:lnTo>
                  <a:lnTo>
                    <a:pt x="34" y="876"/>
                  </a:lnTo>
                  <a:lnTo>
                    <a:pt x="67" y="1684"/>
                  </a:lnTo>
                  <a:lnTo>
                    <a:pt x="135" y="2896"/>
                  </a:lnTo>
                  <a:lnTo>
                    <a:pt x="168" y="2997"/>
                  </a:lnTo>
                  <a:lnTo>
                    <a:pt x="269" y="2997"/>
                  </a:lnTo>
                  <a:lnTo>
                    <a:pt x="337" y="2964"/>
                  </a:lnTo>
                  <a:lnTo>
                    <a:pt x="337" y="2896"/>
                  </a:lnTo>
                  <a:lnTo>
                    <a:pt x="303" y="1920"/>
                  </a:lnTo>
                  <a:lnTo>
                    <a:pt x="269" y="944"/>
                  </a:lnTo>
                  <a:lnTo>
                    <a:pt x="269" y="674"/>
                  </a:lnTo>
                  <a:lnTo>
                    <a:pt x="269" y="371"/>
                  </a:lnTo>
                  <a:lnTo>
                    <a:pt x="943" y="304"/>
                  </a:lnTo>
                  <a:lnTo>
                    <a:pt x="1616" y="270"/>
                  </a:lnTo>
                  <a:lnTo>
                    <a:pt x="1986" y="270"/>
                  </a:lnTo>
                  <a:lnTo>
                    <a:pt x="2357" y="304"/>
                  </a:lnTo>
                  <a:lnTo>
                    <a:pt x="2727" y="338"/>
                  </a:lnTo>
                  <a:lnTo>
                    <a:pt x="3098" y="371"/>
                  </a:lnTo>
                  <a:lnTo>
                    <a:pt x="3131" y="371"/>
                  </a:lnTo>
                  <a:lnTo>
                    <a:pt x="3098" y="573"/>
                  </a:lnTo>
                  <a:lnTo>
                    <a:pt x="3098" y="809"/>
                  </a:lnTo>
                  <a:lnTo>
                    <a:pt x="3098" y="1247"/>
                  </a:lnTo>
                  <a:lnTo>
                    <a:pt x="3098" y="2055"/>
                  </a:lnTo>
                  <a:lnTo>
                    <a:pt x="3131" y="2425"/>
                  </a:lnTo>
                  <a:lnTo>
                    <a:pt x="3199" y="2795"/>
                  </a:lnTo>
                  <a:lnTo>
                    <a:pt x="2795" y="2728"/>
                  </a:lnTo>
                  <a:lnTo>
                    <a:pt x="2390" y="2728"/>
                  </a:lnTo>
                  <a:lnTo>
                    <a:pt x="1549" y="2694"/>
                  </a:lnTo>
                  <a:lnTo>
                    <a:pt x="774" y="2694"/>
                  </a:lnTo>
                  <a:lnTo>
                    <a:pt x="640" y="2762"/>
                  </a:lnTo>
                  <a:lnTo>
                    <a:pt x="505" y="2795"/>
                  </a:lnTo>
                  <a:lnTo>
                    <a:pt x="370" y="2896"/>
                  </a:lnTo>
                  <a:lnTo>
                    <a:pt x="539" y="2930"/>
                  </a:lnTo>
                  <a:lnTo>
                    <a:pt x="707" y="2964"/>
                  </a:lnTo>
                  <a:lnTo>
                    <a:pt x="1044" y="2964"/>
                  </a:lnTo>
                  <a:lnTo>
                    <a:pt x="1414" y="2930"/>
                  </a:lnTo>
                  <a:lnTo>
                    <a:pt x="1784" y="2930"/>
                  </a:lnTo>
                  <a:lnTo>
                    <a:pt x="2525" y="2997"/>
                  </a:lnTo>
                  <a:lnTo>
                    <a:pt x="2929" y="2997"/>
                  </a:lnTo>
                  <a:lnTo>
                    <a:pt x="3300" y="2930"/>
                  </a:lnTo>
                  <a:lnTo>
                    <a:pt x="3333" y="2930"/>
                  </a:lnTo>
                  <a:lnTo>
                    <a:pt x="3401" y="2896"/>
                  </a:lnTo>
                  <a:lnTo>
                    <a:pt x="3434" y="2829"/>
                  </a:lnTo>
                  <a:lnTo>
                    <a:pt x="3434" y="2795"/>
                  </a:lnTo>
                  <a:lnTo>
                    <a:pt x="3367" y="2425"/>
                  </a:lnTo>
                  <a:lnTo>
                    <a:pt x="3333" y="2021"/>
                  </a:lnTo>
                  <a:lnTo>
                    <a:pt x="3300" y="1247"/>
                  </a:lnTo>
                  <a:lnTo>
                    <a:pt x="3333" y="674"/>
                  </a:lnTo>
                  <a:lnTo>
                    <a:pt x="3300" y="405"/>
                  </a:lnTo>
                  <a:lnTo>
                    <a:pt x="3232" y="136"/>
                  </a:lnTo>
                  <a:lnTo>
                    <a:pt x="3232" y="102"/>
                  </a:lnTo>
                  <a:lnTo>
                    <a:pt x="3199" y="136"/>
                  </a:lnTo>
                  <a:lnTo>
                    <a:pt x="3165" y="270"/>
                  </a:lnTo>
                  <a:lnTo>
                    <a:pt x="3131" y="237"/>
                  </a:lnTo>
                  <a:lnTo>
                    <a:pt x="2795" y="102"/>
                  </a:lnTo>
                  <a:lnTo>
                    <a:pt x="2424" y="35"/>
                  </a:lnTo>
                  <a:lnTo>
                    <a:pt x="205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3" name="Google Shape;780;p5">
              <a:extLst>
                <a:ext uri="{FF2B5EF4-FFF2-40B4-BE49-F238E27FC236}">
                  <a16:creationId xmlns:a16="http://schemas.microsoft.com/office/drawing/2014/main" id="{DC947ADC-F5E0-400E-8E5E-C832EC349447}"/>
                </a:ext>
              </a:extLst>
            </p:cNvPr>
            <p:cNvSpPr/>
            <p:nvPr/>
          </p:nvSpPr>
          <p:spPr>
            <a:xfrm>
              <a:off x="1890515" y="21815"/>
              <a:ext cx="55403" cy="40306"/>
            </a:xfrm>
            <a:custGeom>
              <a:avLst/>
              <a:gdLst/>
              <a:ahLst/>
              <a:cxnLst/>
              <a:rect l="l" t="t" r="r" b="b"/>
              <a:pathLst>
                <a:path w="1112" h="809" extrusionOk="0">
                  <a:moveTo>
                    <a:pt x="371" y="0"/>
                  </a:moveTo>
                  <a:lnTo>
                    <a:pt x="304" y="34"/>
                  </a:lnTo>
                  <a:lnTo>
                    <a:pt x="203" y="101"/>
                  </a:lnTo>
                  <a:lnTo>
                    <a:pt x="102" y="202"/>
                  </a:lnTo>
                  <a:lnTo>
                    <a:pt x="1" y="404"/>
                  </a:lnTo>
                  <a:lnTo>
                    <a:pt x="1" y="472"/>
                  </a:lnTo>
                  <a:lnTo>
                    <a:pt x="34" y="505"/>
                  </a:lnTo>
                  <a:lnTo>
                    <a:pt x="371" y="775"/>
                  </a:lnTo>
                  <a:lnTo>
                    <a:pt x="472" y="808"/>
                  </a:lnTo>
                  <a:lnTo>
                    <a:pt x="539" y="775"/>
                  </a:lnTo>
                  <a:lnTo>
                    <a:pt x="573" y="707"/>
                  </a:lnTo>
                  <a:lnTo>
                    <a:pt x="506" y="606"/>
                  </a:lnTo>
                  <a:lnTo>
                    <a:pt x="337" y="472"/>
                  </a:lnTo>
                  <a:lnTo>
                    <a:pt x="674" y="438"/>
                  </a:lnTo>
                  <a:lnTo>
                    <a:pt x="1044" y="371"/>
                  </a:lnTo>
                  <a:lnTo>
                    <a:pt x="1112" y="337"/>
                  </a:lnTo>
                  <a:lnTo>
                    <a:pt x="1112" y="270"/>
                  </a:lnTo>
                  <a:lnTo>
                    <a:pt x="1112" y="202"/>
                  </a:lnTo>
                  <a:lnTo>
                    <a:pt x="1044" y="169"/>
                  </a:lnTo>
                  <a:lnTo>
                    <a:pt x="674" y="236"/>
                  </a:lnTo>
                  <a:lnTo>
                    <a:pt x="304" y="303"/>
                  </a:lnTo>
                  <a:lnTo>
                    <a:pt x="405" y="169"/>
                  </a:lnTo>
                  <a:lnTo>
                    <a:pt x="438" y="101"/>
                  </a:lnTo>
                  <a:lnTo>
                    <a:pt x="405"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4" name="Google Shape;781;p5">
              <a:extLst>
                <a:ext uri="{FF2B5EF4-FFF2-40B4-BE49-F238E27FC236}">
                  <a16:creationId xmlns:a16="http://schemas.microsoft.com/office/drawing/2014/main" id="{C741EE3F-41C5-41F3-B975-940DDBD5E43F}"/>
                </a:ext>
              </a:extLst>
            </p:cNvPr>
            <p:cNvSpPr/>
            <p:nvPr/>
          </p:nvSpPr>
          <p:spPr>
            <a:xfrm>
              <a:off x="390907" y="-7"/>
              <a:ext cx="10114" cy="11808"/>
            </a:xfrm>
            <a:custGeom>
              <a:avLst/>
              <a:gdLst/>
              <a:ahLst/>
              <a:cxnLst/>
              <a:rect l="l" t="t" r="r" b="b"/>
              <a:pathLst>
                <a:path w="203" h="237" extrusionOk="0">
                  <a:moveTo>
                    <a:pt x="0" y="1"/>
                  </a:moveTo>
                  <a:lnTo>
                    <a:pt x="0" y="135"/>
                  </a:lnTo>
                  <a:lnTo>
                    <a:pt x="34" y="203"/>
                  </a:lnTo>
                  <a:lnTo>
                    <a:pt x="101" y="236"/>
                  </a:lnTo>
                  <a:lnTo>
                    <a:pt x="169" y="203"/>
                  </a:lnTo>
                  <a:lnTo>
                    <a:pt x="202" y="135"/>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5" name="Google Shape;782;p5">
              <a:extLst>
                <a:ext uri="{FF2B5EF4-FFF2-40B4-BE49-F238E27FC236}">
                  <a16:creationId xmlns:a16="http://schemas.microsoft.com/office/drawing/2014/main" id="{06D44295-4D16-4CC2-9E28-A2E8594E8DEB}"/>
                </a:ext>
              </a:extLst>
            </p:cNvPr>
            <p:cNvSpPr/>
            <p:nvPr/>
          </p:nvSpPr>
          <p:spPr>
            <a:xfrm>
              <a:off x="853858" y="404252"/>
              <a:ext cx="124207" cy="134272"/>
            </a:xfrm>
            <a:custGeom>
              <a:avLst/>
              <a:gdLst/>
              <a:ahLst/>
              <a:cxnLst/>
              <a:rect l="l" t="t" r="r" b="b"/>
              <a:pathLst>
                <a:path w="2493" h="2695" extrusionOk="0">
                  <a:moveTo>
                    <a:pt x="2290" y="203"/>
                  </a:moveTo>
                  <a:lnTo>
                    <a:pt x="2223" y="708"/>
                  </a:lnTo>
                  <a:lnTo>
                    <a:pt x="2223" y="1246"/>
                  </a:lnTo>
                  <a:lnTo>
                    <a:pt x="2223" y="1785"/>
                  </a:lnTo>
                  <a:lnTo>
                    <a:pt x="2290" y="2324"/>
                  </a:lnTo>
                  <a:lnTo>
                    <a:pt x="2290" y="2357"/>
                  </a:lnTo>
                  <a:lnTo>
                    <a:pt x="2055" y="2324"/>
                  </a:lnTo>
                  <a:lnTo>
                    <a:pt x="1819" y="2324"/>
                  </a:lnTo>
                  <a:lnTo>
                    <a:pt x="1347" y="2357"/>
                  </a:lnTo>
                  <a:lnTo>
                    <a:pt x="371" y="2357"/>
                  </a:lnTo>
                  <a:lnTo>
                    <a:pt x="270" y="1280"/>
                  </a:lnTo>
                  <a:lnTo>
                    <a:pt x="203" y="236"/>
                  </a:lnTo>
                  <a:lnTo>
                    <a:pt x="203" y="236"/>
                  </a:lnTo>
                  <a:lnTo>
                    <a:pt x="708" y="270"/>
                  </a:lnTo>
                  <a:lnTo>
                    <a:pt x="1246" y="270"/>
                  </a:lnTo>
                  <a:lnTo>
                    <a:pt x="2290" y="203"/>
                  </a:lnTo>
                  <a:close/>
                  <a:moveTo>
                    <a:pt x="1785" y="1"/>
                  </a:moveTo>
                  <a:lnTo>
                    <a:pt x="1246" y="34"/>
                  </a:lnTo>
                  <a:lnTo>
                    <a:pt x="708" y="34"/>
                  </a:lnTo>
                  <a:lnTo>
                    <a:pt x="169" y="68"/>
                  </a:lnTo>
                  <a:lnTo>
                    <a:pt x="102" y="102"/>
                  </a:lnTo>
                  <a:lnTo>
                    <a:pt x="102" y="135"/>
                  </a:lnTo>
                  <a:lnTo>
                    <a:pt x="34" y="169"/>
                  </a:lnTo>
                  <a:lnTo>
                    <a:pt x="34" y="203"/>
                  </a:lnTo>
                  <a:lnTo>
                    <a:pt x="1" y="809"/>
                  </a:lnTo>
                  <a:lnTo>
                    <a:pt x="34" y="1415"/>
                  </a:lnTo>
                  <a:lnTo>
                    <a:pt x="102" y="2021"/>
                  </a:lnTo>
                  <a:lnTo>
                    <a:pt x="203" y="2627"/>
                  </a:lnTo>
                  <a:lnTo>
                    <a:pt x="236" y="2661"/>
                  </a:lnTo>
                  <a:lnTo>
                    <a:pt x="304" y="2694"/>
                  </a:lnTo>
                  <a:lnTo>
                    <a:pt x="371" y="2661"/>
                  </a:lnTo>
                  <a:lnTo>
                    <a:pt x="405" y="2560"/>
                  </a:lnTo>
                  <a:lnTo>
                    <a:pt x="405" y="2492"/>
                  </a:lnTo>
                  <a:lnTo>
                    <a:pt x="842" y="2593"/>
                  </a:lnTo>
                  <a:lnTo>
                    <a:pt x="1853" y="2593"/>
                  </a:lnTo>
                  <a:lnTo>
                    <a:pt x="2088" y="2560"/>
                  </a:lnTo>
                  <a:lnTo>
                    <a:pt x="2290" y="2492"/>
                  </a:lnTo>
                  <a:lnTo>
                    <a:pt x="2324" y="2458"/>
                  </a:lnTo>
                  <a:lnTo>
                    <a:pt x="2324" y="2391"/>
                  </a:lnTo>
                  <a:lnTo>
                    <a:pt x="2425" y="2391"/>
                  </a:lnTo>
                  <a:lnTo>
                    <a:pt x="2459" y="2357"/>
                  </a:lnTo>
                  <a:lnTo>
                    <a:pt x="2459" y="2290"/>
                  </a:lnTo>
                  <a:lnTo>
                    <a:pt x="2492" y="1785"/>
                  </a:lnTo>
                  <a:lnTo>
                    <a:pt x="2459" y="1246"/>
                  </a:lnTo>
                  <a:lnTo>
                    <a:pt x="2425" y="708"/>
                  </a:lnTo>
                  <a:lnTo>
                    <a:pt x="2391" y="169"/>
                  </a:lnTo>
                  <a:lnTo>
                    <a:pt x="2425" y="102"/>
                  </a:lnTo>
                  <a:lnTo>
                    <a:pt x="2425" y="68"/>
                  </a:lnTo>
                  <a:lnTo>
                    <a:pt x="239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6" name="Google Shape;783;p5">
              <a:extLst>
                <a:ext uri="{FF2B5EF4-FFF2-40B4-BE49-F238E27FC236}">
                  <a16:creationId xmlns:a16="http://schemas.microsoft.com/office/drawing/2014/main" id="{B30F1F75-B7F9-4335-BC39-0AF42BAB93ED}"/>
                </a:ext>
              </a:extLst>
            </p:cNvPr>
            <p:cNvSpPr/>
            <p:nvPr/>
          </p:nvSpPr>
          <p:spPr>
            <a:xfrm>
              <a:off x="1333599" y="248258"/>
              <a:ext cx="127546" cy="125852"/>
            </a:xfrm>
            <a:custGeom>
              <a:avLst/>
              <a:gdLst/>
              <a:ahLst/>
              <a:cxnLst/>
              <a:rect l="l" t="t" r="r" b="b"/>
              <a:pathLst>
                <a:path w="2560" h="2526" extrusionOk="0">
                  <a:moveTo>
                    <a:pt x="2324" y="1"/>
                  </a:moveTo>
                  <a:lnTo>
                    <a:pt x="2290" y="34"/>
                  </a:lnTo>
                  <a:lnTo>
                    <a:pt x="2290" y="68"/>
                  </a:lnTo>
                  <a:lnTo>
                    <a:pt x="2257" y="135"/>
                  </a:lnTo>
                  <a:lnTo>
                    <a:pt x="1920" y="102"/>
                  </a:lnTo>
                  <a:lnTo>
                    <a:pt x="1550" y="135"/>
                  </a:lnTo>
                  <a:lnTo>
                    <a:pt x="843" y="169"/>
                  </a:lnTo>
                  <a:lnTo>
                    <a:pt x="236" y="169"/>
                  </a:lnTo>
                  <a:lnTo>
                    <a:pt x="169" y="203"/>
                  </a:lnTo>
                  <a:lnTo>
                    <a:pt x="102" y="270"/>
                  </a:lnTo>
                  <a:lnTo>
                    <a:pt x="68" y="236"/>
                  </a:lnTo>
                  <a:lnTo>
                    <a:pt x="34" y="236"/>
                  </a:lnTo>
                  <a:lnTo>
                    <a:pt x="1" y="506"/>
                  </a:lnTo>
                  <a:lnTo>
                    <a:pt x="1" y="741"/>
                  </a:lnTo>
                  <a:lnTo>
                    <a:pt x="34" y="1246"/>
                  </a:lnTo>
                  <a:lnTo>
                    <a:pt x="68" y="2425"/>
                  </a:lnTo>
                  <a:lnTo>
                    <a:pt x="102" y="2492"/>
                  </a:lnTo>
                  <a:lnTo>
                    <a:pt x="169" y="2526"/>
                  </a:lnTo>
                  <a:lnTo>
                    <a:pt x="236" y="2492"/>
                  </a:lnTo>
                  <a:lnTo>
                    <a:pt x="270" y="2458"/>
                  </a:lnTo>
                  <a:lnTo>
                    <a:pt x="540" y="2492"/>
                  </a:lnTo>
                  <a:lnTo>
                    <a:pt x="843" y="2492"/>
                  </a:lnTo>
                  <a:lnTo>
                    <a:pt x="1381" y="2458"/>
                  </a:lnTo>
                  <a:lnTo>
                    <a:pt x="1886" y="2458"/>
                  </a:lnTo>
                  <a:lnTo>
                    <a:pt x="2122" y="2425"/>
                  </a:lnTo>
                  <a:lnTo>
                    <a:pt x="2223" y="2357"/>
                  </a:lnTo>
                  <a:lnTo>
                    <a:pt x="2324" y="2290"/>
                  </a:lnTo>
                  <a:lnTo>
                    <a:pt x="2223" y="2223"/>
                  </a:lnTo>
                  <a:lnTo>
                    <a:pt x="2088" y="2155"/>
                  </a:lnTo>
                  <a:lnTo>
                    <a:pt x="1785" y="2155"/>
                  </a:lnTo>
                  <a:lnTo>
                    <a:pt x="1213" y="2189"/>
                  </a:lnTo>
                  <a:lnTo>
                    <a:pt x="742" y="2189"/>
                  </a:lnTo>
                  <a:lnTo>
                    <a:pt x="506" y="2223"/>
                  </a:lnTo>
                  <a:lnTo>
                    <a:pt x="270" y="2256"/>
                  </a:lnTo>
                  <a:lnTo>
                    <a:pt x="236" y="1078"/>
                  </a:lnTo>
                  <a:lnTo>
                    <a:pt x="203" y="741"/>
                  </a:lnTo>
                  <a:lnTo>
                    <a:pt x="135" y="438"/>
                  </a:lnTo>
                  <a:lnTo>
                    <a:pt x="203" y="438"/>
                  </a:lnTo>
                  <a:lnTo>
                    <a:pt x="236" y="405"/>
                  </a:lnTo>
                  <a:lnTo>
                    <a:pt x="270" y="371"/>
                  </a:lnTo>
                  <a:lnTo>
                    <a:pt x="1348" y="337"/>
                  </a:lnTo>
                  <a:lnTo>
                    <a:pt x="1819" y="304"/>
                  </a:lnTo>
                  <a:lnTo>
                    <a:pt x="2055" y="270"/>
                  </a:lnTo>
                  <a:lnTo>
                    <a:pt x="2257" y="236"/>
                  </a:lnTo>
                  <a:lnTo>
                    <a:pt x="2290" y="674"/>
                  </a:lnTo>
                  <a:lnTo>
                    <a:pt x="2324" y="1078"/>
                  </a:lnTo>
                  <a:lnTo>
                    <a:pt x="2290" y="1684"/>
                  </a:lnTo>
                  <a:lnTo>
                    <a:pt x="2290" y="1987"/>
                  </a:lnTo>
                  <a:lnTo>
                    <a:pt x="2324" y="2290"/>
                  </a:lnTo>
                  <a:lnTo>
                    <a:pt x="2358" y="2324"/>
                  </a:lnTo>
                  <a:lnTo>
                    <a:pt x="2391" y="2357"/>
                  </a:lnTo>
                  <a:lnTo>
                    <a:pt x="2459" y="2357"/>
                  </a:lnTo>
                  <a:lnTo>
                    <a:pt x="2492" y="2290"/>
                  </a:lnTo>
                  <a:lnTo>
                    <a:pt x="2526" y="1987"/>
                  </a:lnTo>
                  <a:lnTo>
                    <a:pt x="2560" y="1684"/>
                  </a:lnTo>
                  <a:lnTo>
                    <a:pt x="2526" y="1078"/>
                  </a:lnTo>
                  <a:lnTo>
                    <a:pt x="2492" y="573"/>
                  </a:lnTo>
                  <a:lnTo>
                    <a:pt x="2459" y="304"/>
                  </a:lnTo>
                  <a:lnTo>
                    <a:pt x="2391" y="34"/>
                  </a:lnTo>
                  <a:lnTo>
                    <a:pt x="2358" y="34"/>
                  </a:lnTo>
                  <a:lnTo>
                    <a:pt x="23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7" name="Google Shape;784;p5">
              <a:extLst>
                <a:ext uri="{FF2B5EF4-FFF2-40B4-BE49-F238E27FC236}">
                  <a16:creationId xmlns:a16="http://schemas.microsoft.com/office/drawing/2014/main" id="{E2454E7C-8A6A-410F-9C84-BB0BBBE2CF40}"/>
                </a:ext>
              </a:extLst>
            </p:cNvPr>
            <p:cNvSpPr/>
            <p:nvPr/>
          </p:nvSpPr>
          <p:spPr>
            <a:xfrm>
              <a:off x="712960" y="414316"/>
              <a:ext cx="127546" cy="119175"/>
            </a:xfrm>
            <a:custGeom>
              <a:avLst/>
              <a:gdLst/>
              <a:ahLst/>
              <a:cxnLst/>
              <a:rect l="l" t="t" r="r" b="b"/>
              <a:pathLst>
                <a:path w="2560" h="2392" extrusionOk="0">
                  <a:moveTo>
                    <a:pt x="102" y="1"/>
                  </a:moveTo>
                  <a:lnTo>
                    <a:pt x="68" y="34"/>
                  </a:lnTo>
                  <a:lnTo>
                    <a:pt x="34" y="304"/>
                  </a:lnTo>
                  <a:lnTo>
                    <a:pt x="1" y="539"/>
                  </a:lnTo>
                  <a:lnTo>
                    <a:pt x="1" y="1078"/>
                  </a:lnTo>
                  <a:lnTo>
                    <a:pt x="34" y="1684"/>
                  </a:lnTo>
                  <a:lnTo>
                    <a:pt x="102" y="1987"/>
                  </a:lnTo>
                  <a:lnTo>
                    <a:pt x="169" y="2290"/>
                  </a:lnTo>
                  <a:lnTo>
                    <a:pt x="203" y="2324"/>
                  </a:lnTo>
                  <a:lnTo>
                    <a:pt x="236" y="2358"/>
                  </a:lnTo>
                  <a:lnTo>
                    <a:pt x="304" y="2324"/>
                  </a:lnTo>
                  <a:lnTo>
                    <a:pt x="337" y="2256"/>
                  </a:lnTo>
                  <a:lnTo>
                    <a:pt x="304" y="1953"/>
                  </a:lnTo>
                  <a:lnTo>
                    <a:pt x="304" y="1650"/>
                  </a:lnTo>
                  <a:lnTo>
                    <a:pt x="236" y="1078"/>
                  </a:lnTo>
                  <a:lnTo>
                    <a:pt x="236" y="640"/>
                  </a:lnTo>
                  <a:lnTo>
                    <a:pt x="203" y="203"/>
                  </a:lnTo>
                  <a:lnTo>
                    <a:pt x="203" y="203"/>
                  </a:lnTo>
                  <a:lnTo>
                    <a:pt x="438" y="236"/>
                  </a:lnTo>
                  <a:lnTo>
                    <a:pt x="1145" y="236"/>
                  </a:lnTo>
                  <a:lnTo>
                    <a:pt x="2223" y="169"/>
                  </a:lnTo>
                  <a:lnTo>
                    <a:pt x="2256" y="236"/>
                  </a:lnTo>
                  <a:lnTo>
                    <a:pt x="2324" y="236"/>
                  </a:lnTo>
                  <a:lnTo>
                    <a:pt x="2324" y="539"/>
                  </a:lnTo>
                  <a:lnTo>
                    <a:pt x="2324" y="876"/>
                  </a:lnTo>
                  <a:lnTo>
                    <a:pt x="2357" y="2054"/>
                  </a:lnTo>
                  <a:lnTo>
                    <a:pt x="1886" y="2054"/>
                  </a:lnTo>
                  <a:lnTo>
                    <a:pt x="1415" y="2088"/>
                  </a:lnTo>
                  <a:lnTo>
                    <a:pt x="674" y="2088"/>
                  </a:lnTo>
                  <a:lnTo>
                    <a:pt x="539" y="2122"/>
                  </a:lnTo>
                  <a:lnTo>
                    <a:pt x="438" y="2189"/>
                  </a:lnTo>
                  <a:lnTo>
                    <a:pt x="337" y="2256"/>
                  </a:lnTo>
                  <a:lnTo>
                    <a:pt x="405" y="2324"/>
                  </a:lnTo>
                  <a:lnTo>
                    <a:pt x="539" y="2358"/>
                  </a:lnTo>
                  <a:lnTo>
                    <a:pt x="775" y="2391"/>
                  </a:lnTo>
                  <a:lnTo>
                    <a:pt x="1280" y="2358"/>
                  </a:lnTo>
                  <a:lnTo>
                    <a:pt x="1819" y="2358"/>
                  </a:lnTo>
                  <a:lnTo>
                    <a:pt x="2122" y="2324"/>
                  </a:lnTo>
                  <a:lnTo>
                    <a:pt x="2357" y="2256"/>
                  </a:lnTo>
                  <a:lnTo>
                    <a:pt x="2425" y="2324"/>
                  </a:lnTo>
                  <a:lnTo>
                    <a:pt x="2492" y="2324"/>
                  </a:lnTo>
                  <a:lnTo>
                    <a:pt x="2559" y="2290"/>
                  </a:lnTo>
                  <a:lnTo>
                    <a:pt x="2559" y="2223"/>
                  </a:lnTo>
                  <a:lnTo>
                    <a:pt x="2526" y="1044"/>
                  </a:lnTo>
                  <a:lnTo>
                    <a:pt x="2526" y="539"/>
                  </a:lnTo>
                  <a:lnTo>
                    <a:pt x="2492" y="270"/>
                  </a:lnTo>
                  <a:lnTo>
                    <a:pt x="2425" y="34"/>
                  </a:lnTo>
                  <a:lnTo>
                    <a:pt x="2391" y="34"/>
                  </a:lnTo>
                  <a:lnTo>
                    <a:pt x="2391" y="68"/>
                  </a:lnTo>
                  <a:lnTo>
                    <a:pt x="2357" y="68"/>
                  </a:lnTo>
                  <a:lnTo>
                    <a:pt x="2290" y="34"/>
                  </a:lnTo>
                  <a:lnTo>
                    <a:pt x="2223" y="1"/>
                  </a:lnTo>
                  <a:lnTo>
                    <a:pt x="2021" y="1"/>
                  </a:lnTo>
                  <a:lnTo>
                    <a:pt x="1617" y="34"/>
                  </a:lnTo>
                  <a:lnTo>
                    <a:pt x="910" y="34"/>
                  </a:lnTo>
                  <a:lnTo>
                    <a:pt x="539" y="68"/>
                  </a:lnTo>
                  <a:lnTo>
                    <a:pt x="203" y="102"/>
                  </a:lnTo>
                  <a:lnTo>
                    <a:pt x="169"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8" name="Google Shape;785;p5">
              <a:extLst>
                <a:ext uri="{FF2B5EF4-FFF2-40B4-BE49-F238E27FC236}">
                  <a16:creationId xmlns:a16="http://schemas.microsoft.com/office/drawing/2014/main" id="{C922CC31-1000-4376-B0C0-B8A4BCA00AB9}"/>
                </a:ext>
              </a:extLst>
            </p:cNvPr>
            <p:cNvSpPr/>
            <p:nvPr/>
          </p:nvSpPr>
          <p:spPr>
            <a:xfrm>
              <a:off x="1162508" y="122456"/>
              <a:ext cx="127546" cy="120820"/>
            </a:xfrm>
            <a:custGeom>
              <a:avLst/>
              <a:gdLst/>
              <a:ahLst/>
              <a:cxnLst/>
              <a:rect l="l" t="t" r="r" b="b"/>
              <a:pathLst>
                <a:path w="2560" h="2425" extrusionOk="0">
                  <a:moveTo>
                    <a:pt x="2357" y="0"/>
                  </a:moveTo>
                  <a:lnTo>
                    <a:pt x="2357" y="34"/>
                  </a:lnTo>
                  <a:lnTo>
                    <a:pt x="2324" y="135"/>
                  </a:lnTo>
                  <a:lnTo>
                    <a:pt x="1751" y="68"/>
                  </a:lnTo>
                  <a:lnTo>
                    <a:pt x="1179" y="68"/>
                  </a:lnTo>
                  <a:lnTo>
                    <a:pt x="674" y="34"/>
                  </a:lnTo>
                  <a:lnTo>
                    <a:pt x="405" y="68"/>
                  </a:lnTo>
                  <a:lnTo>
                    <a:pt x="304" y="101"/>
                  </a:lnTo>
                  <a:lnTo>
                    <a:pt x="169" y="169"/>
                  </a:lnTo>
                  <a:lnTo>
                    <a:pt x="169" y="169"/>
                  </a:lnTo>
                  <a:lnTo>
                    <a:pt x="169" y="169"/>
                  </a:lnTo>
                  <a:lnTo>
                    <a:pt x="371" y="270"/>
                  </a:lnTo>
                  <a:lnTo>
                    <a:pt x="573" y="304"/>
                  </a:lnTo>
                  <a:lnTo>
                    <a:pt x="1011" y="270"/>
                  </a:lnTo>
                  <a:lnTo>
                    <a:pt x="1650" y="304"/>
                  </a:lnTo>
                  <a:lnTo>
                    <a:pt x="2324" y="337"/>
                  </a:lnTo>
                  <a:lnTo>
                    <a:pt x="2290" y="708"/>
                  </a:lnTo>
                  <a:lnTo>
                    <a:pt x="2324" y="1078"/>
                  </a:lnTo>
                  <a:lnTo>
                    <a:pt x="2324" y="1583"/>
                  </a:lnTo>
                  <a:lnTo>
                    <a:pt x="2357" y="1852"/>
                  </a:lnTo>
                  <a:lnTo>
                    <a:pt x="2391" y="2088"/>
                  </a:lnTo>
                  <a:lnTo>
                    <a:pt x="2357" y="2088"/>
                  </a:lnTo>
                  <a:lnTo>
                    <a:pt x="1347" y="2122"/>
                  </a:lnTo>
                  <a:lnTo>
                    <a:pt x="809" y="2155"/>
                  </a:lnTo>
                  <a:lnTo>
                    <a:pt x="539" y="2189"/>
                  </a:lnTo>
                  <a:lnTo>
                    <a:pt x="304" y="2223"/>
                  </a:lnTo>
                  <a:lnTo>
                    <a:pt x="270" y="1718"/>
                  </a:lnTo>
                  <a:lnTo>
                    <a:pt x="236" y="1213"/>
                  </a:lnTo>
                  <a:lnTo>
                    <a:pt x="270" y="708"/>
                  </a:lnTo>
                  <a:lnTo>
                    <a:pt x="236" y="438"/>
                  </a:lnTo>
                  <a:lnTo>
                    <a:pt x="203" y="304"/>
                  </a:lnTo>
                  <a:lnTo>
                    <a:pt x="169" y="169"/>
                  </a:lnTo>
                  <a:lnTo>
                    <a:pt x="135" y="203"/>
                  </a:lnTo>
                  <a:lnTo>
                    <a:pt x="68" y="337"/>
                  </a:lnTo>
                  <a:lnTo>
                    <a:pt x="34" y="506"/>
                  </a:lnTo>
                  <a:lnTo>
                    <a:pt x="1" y="876"/>
                  </a:lnTo>
                  <a:lnTo>
                    <a:pt x="34" y="1583"/>
                  </a:lnTo>
                  <a:lnTo>
                    <a:pt x="34" y="1819"/>
                  </a:lnTo>
                  <a:lnTo>
                    <a:pt x="34" y="2054"/>
                  </a:lnTo>
                  <a:lnTo>
                    <a:pt x="34" y="2189"/>
                  </a:lnTo>
                  <a:lnTo>
                    <a:pt x="102" y="2290"/>
                  </a:lnTo>
                  <a:lnTo>
                    <a:pt x="169" y="2391"/>
                  </a:lnTo>
                  <a:lnTo>
                    <a:pt x="270" y="2425"/>
                  </a:lnTo>
                  <a:lnTo>
                    <a:pt x="304" y="2425"/>
                  </a:lnTo>
                  <a:lnTo>
                    <a:pt x="337" y="2391"/>
                  </a:lnTo>
                  <a:lnTo>
                    <a:pt x="337" y="2357"/>
                  </a:lnTo>
                  <a:lnTo>
                    <a:pt x="573" y="2391"/>
                  </a:lnTo>
                  <a:lnTo>
                    <a:pt x="809" y="2425"/>
                  </a:lnTo>
                  <a:lnTo>
                    <a:pt x="1347" y="2391"/>
                  </a:lnTo>
                  <a:lnTo>
                    <a:pt x="2391" y="2324"/>
                  </a:lnTo>
                  <a:lnTo>
                    <a:pt x="2458" y="2290"/>
                  </a:lnTo>
                  <a:lnTo>
                    <a:pt x="2492" y="2324"/>
                  </a:lnTo>
                  <a:lnTo>
                    <a:pt x="2526" y="2324"/>
                  </a:lnTo>
                  <a:lnTo>
                    <a:pt x="2526" y="2290"/>
                  </a:lnTo>
                  <a:lnTo>
                    <a:pt x="2559" y="2021"/>
                  </a:lnTo>
                  <a:lnTo>
                    <a:pt x="2559" y="1751"/>
                  </a:lnTo>
                  <a:lnTo>
                    <a:pt x="2526" y="1246"/>
                  </a:lnTo>
                  <a:lnTo>
                    <a:pt x="2526" y="640"/>
                  </a:lnTo>
                  <a:lnTo>
                    <a:pt x="2492" y="337"/>
                  </a:lnTo>
                  <a:lnTo>
                    <a:pt x="2458" y="34"/>
                  </a:lnTo>
                  <a:lnTo>
                    <a:pt x="242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09" name="Google Shape;786;p5">
              <a:extLst>
                <a:ext uri="{FF2B5EF4-FFF2-40B4-BE49-F238E27FC236}">
                  <a16:creationId xmlns:a16="http://schemas.microsoft.com/office/drawing/2014/main" id="{E9630FB1-83D5-4C87-83B3-A525BFDE8845}"/>
                </a:ext>
              </a:extLst>
            </p:cNvPr>
            <p:cNvSpPr/>
            <p:nvPr/>
          </p:nvSpPr>
          <p:spPr>
            <a:xfrm>
              <a:off x="1387307" y="296885"/>
              <a:ext cx="35274" cy="42000"/>
            </a:xfrm>
            <a:custGeom>
              <a:avLst/>
              <a:gdLst/>
              <a:ahLst/>
              <a:cxnLst/>
              <a:rect l="l" t="t" r="r" b="b"/>
              <a:pathLst>
                <a:path w="708" h="843" extrusionOk="0">
                  <a:moveTo>
                    <a:pt x="202" y="1"/>
                  </a:moveTo>
                  <a:lnTo>
                    <a:pt x="101" y="35"/>
                  </a:lnTo>
                  <a:lnTo>
                    <a:pt x="68" y="136"/>
                  </a:lnTo>
                  <a:lnTo>
                    <a:pt x="0" y="338"/>
                  </a:lnTo>
                  <a:lnTo>
                    <a:pt x="0" y="573"/>
                  </a:lnTo>
                  <a:lnTo>
                    <a:pt x="0" y="742"/>
                  </a:lnTo>
                  <a:lnTo>
                    <a:pt x="34" y="809"/>
                  </a:lnTo>
                  <a:lnTo>
                    <a:pt x="68" y="843"/>
                  </a:lnTo>
                  <a:lnTo>
                    <a:pt x="101" y="843"/>
                  </a:lnTo>
                  <a:lnTo>
                    <a:pt x="404" y="809"/>
                  </a:lnTo>
                  <a:lnTo>
                    <a:pt x="573" y="775"/>
                  </a:lnTo>
                  <a:lnTo>
                    <a:pt x="707" y="708"/>
                  </a:lnTo>
                  <a:lnTo>
                    <a:pt x="707" y="674"/>
                  </a:lnTo>
                  <a:lnTo>
                    <a:pt x="707" y="641"/>
                  </a:lnTo>
                  <a:lnTo>
                    <a:pt x="674" y="573"/>
                  </a:lnTo>
                  <a:lnTo>
                    <a:pt x="438" y="573"/>
                  </a:lnTo>
                  <a:lnTo>
                    <a:pt x="202" y="607"/>
                  </a:lnTo>
                  <a:lnTo>
                    <a:pt x="236" y="304"/>
                  </a:lnTo>
                  <a:lnTo>
                    <a:pt x="270" y="169"/>
                  </a:lnTo>
                  <a:lnTo>
                    <a:pt x="270" y="68"/>
                  </a:lnTo>
                  <a:lnTo>
                    <a:pt x="23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0" name="Google Shape;787;p5">
              <a:extLst>
                <a:ext uri="{FF2B5EF4-FFF2-40B4-BE49-F238E27FC236}">
                  <a16:creationId xmlns:a16="http://schemas.microsoft.com/office/drawing/2014/main" id="{273D9812-D02C-4876-9229-165C3612B351}"/>
                </a:ext>
              </a:extLst>
            </p:cNvPr>
            <p:cNvSpPr/>
            <p:nvPr/>
          </p:nvSpPr>
          <p:spPr>
            <a:xfrm>
              <a:off x="895809" y="444509"/>
              <a:ext cx="36968" cy="45338"/>
            </a:xfrm>
            <a:custGeom>
              <a:avLst/>
              <a:gdLst/>
              <a:ahLst/>
              <a:cxnLst/>
              <a:rect l="l" t="t" r="r" b="b"/>
              <a:pathLst>
                <a:path w="742" h="910" extrusionOk="0">
                  <a:moveTo>
                    <a:pt x="573" y="169"/>
                  </a:moveTo>
                  <a:lnTo>
                    <a:pt x="539" y="236"/>
                  </a:lnTo>
                  <a:lnTo>
                    <a:pt x="505" y="304"/>
                  </a:lnTo>
                  <a:lnTo>
                    <a:pt x="472" y="304"/>
                  </a:lnTo>
                  <a:lnTo>
                    <a:pt x="371" y="337"/>
                  </a:lnTo>
                  <a:lnTo>
                    <a:pt x="270" y="371"/>
                  </a:lnTo>
                  <a:lnTo>
                    <a:pt x="202" y="169"/>
                  </a:lnTo>
                  <a:close/>
                  <a:moveTo>
                    <a:pt x="539" y="506"/>
                  </a:moveTo>
                  <a:lnTo>
                    <a:pt x="573" y="573"/>
                  </a:lnTo>
                  <a:lnTo>
                    <a:pt x="505" y="674"/>
                  </a:lnTo>
                  <a:lnTo>
                    <a:pt x="472" y="708"/>
                  </a:lnTo>
                  <a:lnTo>
                    <a:pt x="270" y="708"/>
                  </a:lnTo>
                  <a:lnTo>
                    <a:pt x="270" y="539"/>
                  </a:lnTo>
                  <a:lnTo>
                    <a:pt x="303" y="539"/>
                  </a:lnTo>
                  <a:lnTo>
                    <a:pt x="472" y="506"/>
                  </a:lnTo>
                  <a:close/>
                  <a:moveTo>
                    <a:pt x="472" y="1"/>
                  </a:moveTo>
                  <a:lnTo>
                    <a:pt x="270" y="68"/>
                  </a:lnTo>
                  <a:lnTo>
                    <a:pt x="101" y="135"/>
                  </a:lnTo>
                  <a:lnTo>
                    <a:pt x="68" y="169"/>
                  </a:lnTo>
                  <a:lnTo>
                    <a:pt x="68" y="203"/>
                  </a:lnTo>
                  <a:lnTo>
                    <a:pt x="101" y="506"/>
                  </a:lnTo>
                  <a:lnTo>
                    <a:pt x="101" y="674"/>
                  </a:lnTo>
                  <a:lnTo>
                    <a:pt x="34" y="674"/>
                  </a:lnTo>
                  <a:lnTo>
                    <a:pt x="0" y="741"/>
                  </a:lnTo>
                  <a:lnTo>
                    <a:pt x="0" y="809"/>
                  </a:lnTo>
                  <a:lnTo>
                    <a:pt x="68" y="876"/>
                  </a:lnTo>
                  <a:lnTo>
                    <a:pt x="270" y="910"/>
                  </a:lnTo>
                  <a:lnTo>
                    <a:pt x="472" y="910"/>
                  </a:lnTo>
                  <a:lnTo>
                    <a:pt x="573" y="876"/>
                  </a:lnTo>
                  <a:lnTo>
                    <a:pt x="640" y="809"/>
                  </a:lnTo>
                  <a:lnTo>
                    <a:pt x="707" y="741"/>
                  </a:lnTo>
                  <a:lnTo>
                    <a:pt x="741" y="640"/>
                  </a:lnTo>
                  <a:lnTo>
                    <a:pt x="741" y="506"/>
                  </a:lnTo>
                  <a:lnTo>
                    <a:pt x="707" y="438"/>
                  </a:lnTo>
                  <a:lnTo>
                    <a:pt x="674" y="371"/>
                  </a:lnTo>
                  <a:lnTo>
                    <a:pt x="707" y="304"/>
                  </a:lnTo>
                  <a:lnTo>
                    <a:pt x="707" y="169"/>
                  </a:lnTo>
                  <a:lnTo>
                    <a:pt x="707" y="68"/>
                  </a:lnTo>
                  <a:lnTo>
                    <a:pt x="640" y="34"/>
                  </a:lnTo>
                  <a:lnTo>
                    <a:pt x="53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1" name="Google Shape;788;p5">
              <a:extLst>
                <a:ext uri="{FF2B5EF4-FFF2-40B4-BE49-F238E27FC236}">
                  <a16:creationId xmlns:a16="http://schemas.microsoft.com/office/drawing/2014/main" id="{D52D6339-FD13-4EC4-B416-E43D5BC3877C}"/>
                </a:ext>
              </a:extLst>
            </p:cNvPr>
            <p:cNvSpPr/>
            <p:nvPr/>
          </p:nvSpPr>
          <p:spPr>
            <a:xfrm>
              <a:off x="583820" y="419349"/>
              <a:ext cx="115787" cy="119175"/>
            </a:xfrm>
            <a:custGeom>
              <a:avLst/>
              <a:gdLst/>
              <a:ahLst/>
              <a:cxnLst/>
              <a:rect l="l" t="t" r="r" b="b"/>
              <a:pathLst>
                <a:path w="2324" h="2392" extrusionOk="0">
                  <a:moveTo>
                    <a:pt x="1515" y="1"/>
                  </a:moveTo>
                  <a:lnTo>
                    <a:pt x="909" y="34"/>
                  </a:lnTo>
                  <a:lnTo>
                    <a:pt x="202" y="34"/>
                  </a:lnTo>
                  <a:lnTo>
                    <a:pt x="0" y="102"/>
                  </a:lnTo>
                  <a:lnTo>
                    <a:pt x="0" y="135"/>
                  </a:lnTo>
                  <a:lnTo>
                    <a:pt x="68" y="203"/>
                  </a:lnTo>
                  <a:lnTo>
                    <a:pt x="169" y="236"/>
                  </a:lnTo>
                  <a:lnTo>
                    <a:pt x="371" y="270"/>
                  </a:lnTo>
                  <a:lnTo>
                    <a:pt x="1414" y="270"/>
                  </a:lnTo>
                  <a:lnTo>
                    <a:pt x="2020" y="236"/>
                  </a:lnTo>
                  <a:lnTo>
                    <a:pt x="1987" y="438"/>
                  </a:lnTo>
                  <a:lnTo>
                    <a:pt x="2020" y="640"/>
                  </a:lnTo>
                  <a:lnTo>
                    <a:pt x="2054" y="1078"/>
                  </a:lnTo>
                  <a:lnTo>
                    <a:pt x="2054" y="1617"/>
                  </a:lnTo>
                  <a:lnTo>
                    <a:pt x="2054" y="1852"/>
                  </a:lnTo>
                  <a:lnTo>
                    <a:pt x="2088" y="2122"/>
                  </a:lnTo>
                  <a:lnTo>
                    <a:pt x="977" y="2155"/>
                  </a:lnTo>
                  <a:lnTo>
                    <a:pt x="539" y="2155"/>
                  </a:lnTo>
                  <a:lnTo>
                    <a:pt x="371" y="2189"/>
                  </a:lnTo>
                  <a:lnTo>
                    <a:pt x="270" y="2223"/>
                  </a:lnTo>
                  <a:lnTo>
                    <a:pt x="202" y="2290"/>
                  </a:lnTo>
                  <a:lnTo>
                    <a:pt x="270" y="2358"/>
                  </a:lnTo>
                  <a:lnTo>
                    <a:pt x="371" y="2391"/>
                  </a:lnTo>
                  <a:lnTo>
                    <a:pt x="1583" y="2391"/>
                  </a:lnTo>
                  <a:lnTo>
                    <a:pt x="2222" y="2358"/>
                  </a:lnTo>
                  <a:lnTo>
                    <a:pt x="2290" y="2324"/>
                  </a:lnTo>
                  <a:lnTo>
                    <a:pt x="2323" y="2290"/>
                  </a:lnTo>
                  <a:lnTo>
                    <a:pt x="2323" y="2223"/>
                  </a:lnTo>
                  <a:lnTo>
                    <a:pt x="2290" y="2155"/>
                  </a:lnTo>
                  <a:lnTo>
                    <a:pt x="2290" y="1886"/>
                  </a:lnTo>
                  <a:lnTo>
                    <a:pt x="2290" y="1617"/>
                  </a:lnTo>
                  <a:lnTo>
                    <a:pt x="2256" y="1078"/>
                  </a:lnTo>
                  <a:lnTo>
                    <a:pt x="2256" y="607"/>
                  </a:lnTo>
                  <a:lnTo>
                    <a:pt x="2222" y="405"/>
                  </a:lnTo>
                  <a:lnTo>
                    <a:pt x="2189" y="203"/>
                  </a:lnTo>
                  <a:lnTo>
                    <a:pt x="2222" y="135"/>
                  </a:lnTo>
                  <a:lnTo>
                    <a:pt x="2222" y="68"/>
                  </a:lnTo>
                  <a:lnTo>
                    <a:pt x="2189" y="34"/>
                  </a:lnTo>
                  <a:lnTo>
                    <a:pt x="212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2" name="Google Shape;789;p5">
              <a:extLst>
                <a:ext uri="{FF2B5EF4-FFF2-40B4-BE49-F238E27FC236}">
                  <a16:creationId xmlns:a16="http://schemas.microsoft.com/office/drawing/2014/main" id="{0D274F1D-8AD7-4014-B37D-5685DD0383B8}"/>
                </a:ext>
              </a:extLst>
            </p:cNvPr>
            <p:cNvSpPr/>
            <p:nvPr/>
          </p:nvSpPr>
          <p:spPr>
            <a:xfrm>
              <a:off x="761637" y="452929"/>
              <a:ext cx="36918" cy="31886"/>
            </a:xfrm>
            <a:custGeom>
              <a:avLst/>
              <a:gdLst/>
              <a:ahLst/>
              <a:cxnLst/>
              <a:rect l="l" t="t" r="r" b="b"/>
              <a:pathLst>
                <a:path w="741" h="640" extrusionOk="0">
                  <a:moveTo>
                    <a:pt x="67" y="0"/>
                  </a:moveTo>
                  <a:lnTo>
                    <a:pt x="0" y="67"/>
                  </a:lnTo>
                  <a:lnTo>
                    <a:pt x="0" y="135"/>
                  </a:lnTo>
                  <a:lnTo>
                    <a:pt x="34" y="168"/>
                  </a:lnTo>
                  <a:lnTo>
                    <a:pt x="67" y="202"/>
                  </a:lnTo>
                  <a:lnTo>
                    <a:pt x="101" y="303"/>
                  </a:lnTo>
                  <a:lnTo>
                    <a:pt x="135" y="438"/>
                  </a:lnTo>
                  <a:lnTo>
                    <a:pt x="202" y="539"/>
                  </a:lnTo>
                  <a:lnTo>
                    <a:pt x="303" y="640"/>
                  </a:lnTo>
                  <a:lnTo>
                    <a:pt x="438" y="640"/>
                  </a:lnTo>
                  <a:lnTo>
                    <a:pt x="471" y="606"/>
                  </a:lnTo>
                  <a:lnTo>
                    <a:pt x="606" y="337"/>
                  </a:lnTo>
                  <a:lnTo>
                    <a:pt x="707" y="236"/>
                  </a:lnTo>
                  <a:lnTo>
                    <a:pt x="741" y="168"/>
                  </a:lnTo>
                  <a:lnTo>
                    <a:pt x="741" y="101"/>
                  </a:lnTo>
                  <a:lnTo>
                    <a:pt x="741" y="67"/>
                  </a:lnTo>
                  <a:lnTo>
                    <a:pt x="707" y="34"/>
                  </a:lnTo>
                  <a:lnTo>
                    <a:pt x="606" y="67"/>
                  </a:lnTo>
                  <a:lnTo>
                    <a:pt x="505" y="135"/>
                  </a:lnTo>
                  <a:lnTo>
                    <a:pt x="404" y="269"/>
                  </a:lnTo>
                  <a:lnTo>
                    <a:pt x="337" y="370"/>
                  </a:lnTo>
                  <a:lnTo>
                    <a:pt x="269" y="236"/>
                  </a:lnTo>
                  <a:lnTo>
                    <a:pt x="236" y="67"/>
                  </a:lnTo>
                  <a:lnTo>
                    <a:pt x="20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3" name="Google Shape;790;p5">
              <a:extLst>
                <a:ext uri="{FF2B5EF4-FFF2-40B4-BE49-F238E27FC236}">
                  <a16:creationId xmlns:a16="http://schemas.microsoft.com/office/drawing/2014/main" id="{882D00F1-6820-490E-99AC-F12A38634865}"/>
                </a:ext>
              </a:extLst>
            </p:cNvPr>
            <p:cNvSpPr/>
            <p:nvPr/>
          </p:nvSpPr>
          <p:spPr>
            <a:xfrm>
              <a:off x="434502" y="422736"/>
              <a:ext cx="127546" cy="120820"/>
            </a:xfrm>
            <a:custGeom>
              <a:avLst/>
              <a:gdLst/>
              <a:ahLst/>
              <a:cxnLst/>
              <a:rect l="l" t="t" r="r" b="b"/>
              <a:pathLst>
                <a:path w="2560" h="2425" extrusionOk="0">
                  <a:moveTo>
                    <a:pt x="2391" y="0"/>
                  </a:moveTo>
                  <a:lnTo>
                    <a:pt x="2358" y="34"/>
                  </a:lnTo>
                  <a:lnTo>
                    <a:pt x="2324" y="135"/>
                  </a:lnTo>
                  <a:lnTo>
                    <a:pt x="1751" y="67"/>
                  </a:lnTo>
                  <a:lnTo>
                    <a:pt x="1179" y="67"/>
                  </a:lnTo>
                  <a:lnTo>
                    <a:pt x="640" y="34"/>
                  </a:lnTo>
                  <a:lnTo>
                    <a:pt x="405" y="67"/>
                  </a:lnTo>
                  <a:lnTo>
                    <a:pt x="270" y="101"/>
                  </a:lnTo>
                  <a:lnTo>
                    <a:pt x="169" y="168"/>
                  </a:lnTo>
                  <a:lnTo>
                    <a:pt x="169" y="202"/>
                  </a:lnTo>
                  <a:lnTo>
                    <a:pt x="371" y="269"/>
                  </a:lnTo>
                  <a:lnTo>
                    <a:pt x="573" y="303"/>
                  </a:lnTo>
                  <a:lnTo>
                    <a:pt x="1011" y="269"/>
                  </a:lnTo>
                  <a:lnTo>
                    <a:pt x="1650" y="303"/>
                  </a:lnTo>
                  <a:lnTo>
                    <a:pt x="2324" y="337"/>
                  </a:lnTo>
                  <a:lnTo>
                    <a:pt x="2290" y="707"/>
                  </a:lnTo>
                  <a:lnTo>
                    <a:pt x="2324" y="1077"/>
                  </a:lnTo>
                  <a:lnTo>
                    <a:pt x="2324" y="1582"/>
                  </a:lnTo>
                  <a:lnTo>
                    <a:pt x="2358" y="1852"/>
                  </a:lnTo>
                  <a:lnTo>
                    <a:pt x="2391" y="2087"/>
                  </a:lnTo>
                  <a:lnTo>
                    <a:pt x="2358" y="2087"/>
                  </a:lnTo>
                  <a:lnTo>
                    <a:pt x="1314" y="2121"/>
                  </a:lnTo>
                  <a:lnTo>
                    <a:pt x="809" y="2155"/>
                  </a:lnTo>
                  <a:lnTo>
                    <a:pt x="539" y="2189"/>
                  </a:lnTo>
                  <a:lnTo>
                    <a:pt x="304" y="2256"/>
                  </a:lnTo>
                  <a:lnTo>
                    <a:pt x="270" y="1751"/>
                  </a:lnTo>
                  <a:lnTo>
                    <a:pt x="236" y="1246"/>
                  </a:lnTo>
                  <a:lnTo>
                    <a:pt x="270" y="707"/>
                  </a:lnTo>
                  <a:lnTo>
                    <a:pt x="236" y="438"/>
                  </a:lnTo>
                  <a:lnTo>
                    <a:pt x="203" y="303"/>
                  </a:lnTo>
                  <a:lnTo>
                    <a:pt x="169" y="202"/>
                  </a:lnTo>
                  <a:lnTo>
                    <a:pt x="135" y="202"/>
                  </a:lnTo>
                  <a:lnTo>
                    <a:pt x="68" y="337"/>
                  </a:lnTo>
                  <a:lnTo>
                    <a:pt x="34" y="505"/>
                  </a:lnTo>
                  <a:lnTo>
                    <a:pt x="1" y="875"/>
                  </a:lnTo>
                  <a:lnTo>
                    <a:pt x="34" y="1582"/>
                  </a:lnTo>
                  <a:lnTo>
                    <a:pt x="34" y="1818"/>
                  </a:lnTo>
                  <a:lnTo>
                    <a:pt x="34" y="2054"/>
                  </a:lnTo>
                  <a:lnTo>
                    <a:pt x="34" y="2189"/>
                  </a:lnTo>
                  <a:lnTo>
                    <a:pt x="102" y="2290"/>
                  </a:lnTo>
                  <a:lnTo>
                    <a:pt x="169" y="2391"/>
                  </a:lnTo>
                  <a:lnTo>
                    <a:pt x="270" y="2424"/>
                  </a:lnTo>
                  <a:lnTo>
                    <a:pt x="304" y="2424"/>
                  </a:lnTo>
                  <a:lnTo>
                    <a:pt x="337" y="2391"/>
                  </a:lnTo>
                  <a:lnTo>
                    <a:pt x="337" y="2357"/>
                  </a:lnTo>
                  <a:lnTo>
                    <a:pt x="573" y="2391"/>
                  </a:lnTo>
                  <a:lnTo>
                    <a:pt x="809" y="2424"/>
                  </a:lnTo>
                  <a:lnTo>
                    <a:pt x="1347" y="2391"/>
                  </a:lnTo>
                  <a:lnTo>
                    <a:pt x="2391" y="2323"/>
                  </a:lnTo>
                  <a:lnTo>
                    <a:pt x="2459" y="2290"/>
                  </a:lnTo>
                  <a:lnTo>
                    <a:pt x="2492" y="2323"/>
                  </a:lnTo>
                  <a:lnTo>
                    <a:pt x="2526" y="2323"/>
                  </a:lnTo>
                  <a:lnTo>
                    <a:pt x="2526" y="2290"/>
                  </a:lnTo>
                  <a:lnTo>
                    <a:pt x="2560" y="2020"/>
                  </a:lnTo>
                  <a:lnTo>
                    <a:pt x="2560" y="1784"/>
                  </a:lnTo>
                  <a:lnTo>
                    <a:pt x="2526" y="1246"/>
                  </a:lnTo>
                  <a:lnTo>
                    <a:pt x="2526" y="640"/>
                  </a:lnTo>
                  <a:lnTo>
                    <a:pt x="2492" y="337"/>
                  </a:lnTo>
                  <a:lnTo>
                    <a:pt x="2459" y="34"/>
                  </a:lnTo>
                  <a:lnTo>
                    <a:pt x="242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4" name="Google Shape;791;p5">
              <a:extLst>
                <a:ext uri="{FF2B5EF4-FFF2-40B4-BE49-F238E27FC236}">
                  <a16:creationId xmlns:a16="http://schemas.microsoft.com/office/drawing/2014/main" id="{FECAA426-D97E-4705-BAF9-93EE7EF43C5A}"/>
                </a:ext>
              </a:extLst>
            </p:cNvPr>
            <p:cNvSpPr/>
            <p:nvPr/>
          </p:nvSpPr>
          <p:spPr>
            <a:xfrm>
              <a:off x="624077" y="461299"/>
              <a:ext cx="30242" cy="30242"/>
            </a:xfrm>
            <a:custGeom>
              <a:avLst/>
              <a:gdLst/>
              <a:ahLst/>
              <a:cxnLst/>
              <a:rect l="l" t="t" r="r" b="b"/>
              <a:pathLst>
                <a:path w="607" h="607" extrusionOk="0">
                  <a:moveTo>
                    <a:pt x="236" y="0"/>
                  </a:moveTo>
                  <a:lnTo>
                    <a:pt x="135" y="68"/>
                  </a:lnTo>
                  <a:lnTo>
                    <a:pt x="68" y="135"/>
                  </a:lnTo>
                  <a:lnTo>
                    <a:pt x="0" y="202"/>
                  </a:lnTo>
                  <a:lnTo>
                    <a:pt x="0" y="303"/>
                  </a:lnTo>
                  <a:lnTo>
                    <a:pt x="0" y="404"/>
                  </a:lnTo>
                  <a:lnTo>
                    <a:pt x="68" y="505"/>
                  </a:lnTo>
                  <a:lnTo>
                    <a:pt x="135" y="573"/>
                  </a:lnTo>
                  <a:lnTo>
                    <a:pt x="236" y="606"/>
                  </a:lnTo>
                  <a:lnTo>
                    <a:pt x="371" y="606"/>
                  </a:lnTo>
                  <a:lnTo>
                    <a:pt x="438" y="573"/>
                  </a:lnTo>
                  <a:lnTo>
                    <a:pt x="539" y="539"/>
                  </a:lnTo>
                  <a:lnTo>
                    <a:pt x="573" y="438"/>
                  </a:lnTo>
                  <a:lnTo>
                    <a:pt x="539" y="404"/>
                  </a:lnTo>
                  <a:lnTo>
                    <a:pt x="505" y="371"/>
                  </a:lnTo>
                  <a:lnTo>
                    <a:pt x="438" y="337"/>
                  </a:lnTo>
                  <a:lnTo>
                    <a:pt x="371" y="371"/>
                  </a:lnTo>
                  <a:lnTo>
                    <a:pt x="303" y="404"/>
                  </a:lnTo>
                  <a:lnTo>
                    <a:pt x="202" y="371"/>
                  </a:lnTo>
                  <a:lnTo>
                    <a:pt x="202" y="337"/>
                  </a:lnTo>
                  <a:lnTo>
                    <a:pt x="202" y="303"/>
                  </a:lnTo>
                  <a:lnTo>
                    <a:pt x="202" y="236"/>
                  </a:lnTo>
                  <a:lnTo>
                    <a:pt x="236" y="202"/>
                  </a:lnTo>
                  <a:lnTo>
                    <a:pt x="337" y="169"/>
                  </a:lnTo>
                  <a:lnTo>
                    <a:pt x="472" y="169"/>
                  </a:lnTo>
                  <a:lnTo>
                    <a:pt x="606" y="135"/>
                  </a:lnTo>
                  <a:lnTo>
                    <a:pt x="606" y="101"/>
                  </a:lnTo>
                  <a:lnTo>
                    <a:pt x="606" y="68"/>
                  </a:lnTo>
                  <a:lnTo>
                    <a:pt x="53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5" name="Google Shape;792;p5">
              <a:extLst>
                <a:ext uri="{FF2B5EF4-FFF2-40B4-BE49-F238E27FC236}">
                  <a16:creationId xmlns:a16="http://schemas.microsoft.com/office/drawing/2014/main" id="{440DDD03-CAB3-4C20-BC49-491F1D0A094F}"/>
                </a:ext>
              </a:extLst>
            </p:cNvPr>
            <p:cNvSpPr/>
            <p:nvPr/>
          </p:nvSpPr>
          <p:spPr>
            <a:xfrm>
              <a:off x="1476191" y="246564"/>
              <a:ext cx="110755" cy="122514"/>
            </a:xfrm>
            <a:custGeom>
              <a:avLst/>
              <a:gdLst/>
              <a:ahLst/>
              <a:cxnLst/>
              <a:rect l="l" t="t" r="r" b="b"/>
              <a:pathLst>
                <a:path w="2223" h="2459" extrusionOk="0">
                  <a:moveTo>
                    <a:pt x="1751" y="1"/>
                  </a:moveTo>
                  <a:lnTo>
                    <a:pt x="1280" y="68"/>
                  </a:lnTo>
                  <a:lnTo>
                    <a:pt x="674" y="68"/>
                  </a:lnTo>
                  <a:lnTo>
                    <a:pt x="68" y="102"/>
                  </a:lnTo>
                  <a:lnTo>
                    <a:pt x="1" y="136"/>
                  </a:lnTo>
                  <a:lnTo>
                    <a:pt x="1" y="203"/>
                  </a:lnTo>
                  <a:lnTo>
                    <a:pt x="1" y="237"/>
                  </a:lnTo>
                  <a:lnTo>
                    <a:pt x="34" y="304"/>
                  </a:lnTo>
                  <a:lnTo>
                    <a:pt x="1" y="506"/>
                  </a:lnTo>
                  <a:lnTo>
                    <a:pt x="1" y="742"/>
                  </a:lnTo>
                  <a:lnTo>
                    <a:pt x="34" y="1179"/>
                  </a:lnTo>
                  <a:lnTo>
                    <a:pt x="34" y="1718"/>
                  </a:lnTo>
                  <a:lnTo>
                    <a:pt x="34" y="2021"/>
                  </a:lnTo>
                  <a:lnTo>
                    <a:pt x="68" y="2290"/>
                  </a:lnTo>
                  <a:lnTo>
                    <a:pt x="68" y="2324"/>
                  </a:lnTo>
                  <a:lnTo>
                    <a:pt x="68" y="2391"/>
                  </a:lnTo>
                  <a:lnTo>
                    <a:pt x="102" y="2459"/>
                  </a:lnTo>
                  <a:lnTo>
                    <a:pt x="169" y="2459"/>
                  </a:lnTo>
                  <a:lnTo>
                    <a:pt x="809" y="2425"/>
                  </a:lnTo>
                  <a:lnTo>
                    <a:pt x="1415" y="2391"/>
                  </a:lnTo>
                  <a:lnTo>
                    <a:pt x="1819" y="2391"/>
                  </a:lnTo>
                  <a:lnTo>
                    <a:pt x="2021" y="2324"/>
                  </a:lnTo>
                  <a:lnTo>
                    <a:pt x="2122" y="2290"/>
                  </a:lnTo>
                  <a:lnTo>
                    <a:pt x="2189" y="2223"/>
                  </a:lnTo>
                  <a:lnTo>
                    <a:pt x="2088" y="2156"/>
                  </a:lnTo>
                  <a:lnTo>
                    <a:pt x="2021" y="2122"/>
                  </a:lnTo>
                  <a:lnTo>
                    <a:pt x="1819" y="2122"/>
                  </a:lnTo>
                  <a:lnTo>
                    <a:pt x="1415" y="2156"/>
                  </a:lnTo>
                  <a:lnTo>
                    <a:pt x="270" y="2223"/>
                  </a:lnTo>
                  <a:lnTo>
                    <a:pt x="270" y="1954"/>
                  </a:lnTo>
                  <a:lnTo>
                    <a:pt x="270" y="1684"/>
                  </a:lnTo>
                  <a:lnTo>
                    <a:pt x="236" y="1179"/>
                  </a:lnTo>
                  <a:lnTo>
                    <a:pt x="236" y="742"/>
                  </a:lnTo>
                  <a:lnTo>
                    <a:pt x="236" y="540"/>
                  </a:lnTo>
                  <a:lnTo>
                    <a:pt x="203" y="304"/>
                  </a:lnTo>
                  <a:lnTo>
                    <a:pt x="809" y="304"/>
                  </a:lnTo>
                  <a:lnTo>
                    <a:pt x="1448" y="270"/>
                  </a:lnTo>
                  <a:lnTo>
                    <a:pt x="1852" y="237"/>
                  </a:lnTo>
                  <a:lnTo>
                    <a:pt x="2054" y="169"/>
                  </a:lnTo>
                  <a:lnTo>
                    <a:pt x="2122" y="136"/>
                  </a:lnTo>
                  <a:lnTo>
                    <a:pt x="2223" y="68"/>
                  </a:lnTo>
                  <a:lnTo>
                    <a:pt x="2223" y="35"/>
                  </a:lnTo>
                  <a:lnTo>
                    <a:pt x="198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6" name="Google Shape;793;p5">
              <a:extLst>
                <a:ext uri="{FF2B5EF4-FFF2-40B4-BE49-F238E27FC236}">
                  <a16:creationId xmlns:a16="http://schemas.microsoft.com/office/drawing/2014/main" id="{A76F46F4-D9D1-411B-87C4-C1DAB1E24F5D}"/>
                </a:ext>
              </a:extLst>
            </p:cNvPr>
            <p:cNvSpPr/>
            <p:nvPr/>
          </p:nvSpPr>
          <p:spPr>
            <a:xfrm>
              <a:off x="1856984" y="93958"/>
              <a:ext cx="135916" cy="253347"/>
            </a:xfrm>
            <a:custGeom>
              <a:avLst/>
              <a:gdLst/>
              <a:ahLst/>
              <a:cxnLst/>
              <a:rect l="l" t="t" r="r" b="b"/>
              <a:pathLst>
                <a:path w="2728" h="5085" extrusionOk="0">
                  <a:moveTo>
                    <a:pt x="2391" y="202"/>
                  </a:moveTo>
                  <a:lnTo>
                    <a:pt x="2357" y="471"/>
                  </a:lnTo>
                  <a:lnTo>
                    <a:pt x="2323" y="741"/>
                  </a:lnTo>
                  <a:lnTo>
                    <a:pt x="2357" y="1313"/>
                  </a:lnTo>
                  <a:lnTo>
                    <a:pt x="2391" y="1886"/>
                  </a:lnTo>
                  <a:lnTo>
                    <a:pt x="2424" y="2424"/>
                  </a:lnTo>
                  <a:lnTo>
                    <a:pt x="2458" y="3636"/>
                  </a:lnTo>
                  <a:lnTo>
                    <a:pt x="2424" y="4848"/>
                  </a:lnTo>
                  <a:lnTo>
                    <a:pt x="1785" y="4848"/>
                  </a:lnTo>
                  <a:lnTo>
                    <a:pt x="1448" y="4815"/>
                  </a:lnTo>
                  <a:lnTo>
                    <a:pt x="1280" y="4848"/>
                  </a:lnTo>
                  <a:lnTo>
                    <a:pt x="1111" y="4882"/>
                  </a:lnTo>
                  <a:lnTo>
                    <a:pt x="1111" y="4242"/>
                  </a:lnTo>
                  <a:lnTo>
                    <a:pt x="1078" y="3636"/>
                  </a:lnTo>
                  <a:lnTo>
                    <a:pt x="943" y="2391"/>
                  </a:lnTo>
                  <a:lnTo>
                    <a:pt x="977" y="2323"/>
                  </a:lnTo>
                  <a:lnTo>
                    <a:pt x="977" y="2256"/>
                  </a:lnTo>
                  <a:lnTo>
                    <a:pt x="943" y="2222"/>
                  </a:lnTo>
                  <a:lnTo>
                    <a:pt x="842" y="2189"/>
                  </a:lnTo>
                  <a:lnTo>
                    <a:pt x="337" y="2323"/>
                  </a:lnTo>
                  <a:lnTo>
                    <a:pt x="303" y="1751"/>
                  </a:lnTo>
                  <a:lnTo>
                    <a:pt x="236" y="1212"/>
                  </a:lnTo>
                  <a:lnTo>
                    <a:pt x="236" y="741"/>
                  </a:lnTo>
                  <a:lnTo>
                    <a:pt x="202" y="505"/>
                  </a:lnTo>
                  <a:lnTo>
                    <a:pt x="169" y="269"/>
                  </a:lnTo>
                  <a:lnTo>
                    <a:pt x="741" y="303"/>
                  </a:lnTo>
                  <a:lnTo>
                    <a:pt x="1280" y="269"/>
                  </a:lnTo>
                  <a:lnTo>
                    <a:pt x="2391" y="202"/>
                  </a:lnTo>
                  <a:close/>
                  <a:moveTo>
                    <a:pt x="2391" y="0"/>
                  </a:moveTo>
                  <a:lnTo>
                    <a:pt x="1280" y="34"/>
                  </a:lnTo>
                  <a:lnTo>
                    <a:pt x="707" y="67"/>
                  </a:lnTo>
                  <a:lnTo>
                    <a:pt x="169" y="135"/>
                  </a:lnTo>
                  <a:lnTo>
                    <a:pt x="135" y="168"/>
                  </a:lnTo>
                  <a:lnTo>
                    <a:pt x="101" y="168"/>
                  </a:lnTo>
                  <a:lnTo>
                    <a:pt x="68" y="202"/>
                  </a:lnTo>
                  <a:lnTo>
                    <a:pt x="0" y="438"/>
                  </a:lnTo>
                  <a:lnTo>
                    <a:pt x="0" y="707"/>
                  </a:lnTo>
                  <a:lnTo>
                    <a:pt x="0" y="1212"/>
                  </a:lnTo>
                  <a:lnTo>
                    <a:pt x="34" y="1818"/>
                  </a:lnTo>
                  <a:lnTo>
                    <a:pt x="68" y="2121"/>
                  </a:lnTo>
                  <a:lnTo>
                    <a:pt x="135" y="2424"/>
                  </a:lnTo>
                  <a:lnTo>
                    <a:pt x="135" y="2458"/>
                  </a:lnTo>
                  <a:lnTo>
                    <a:pt x="202" y="2492"/>
                  </a:lnTo>
                  <a:lnTo>
                    <a:pt x="303" y="2492"/>
                  </a:lnTo>
                  <a:lnTo>
                    <a:pt x="808" y="2424"/>
                  </a:lnTo>
                  <a:lnTo>
                    <a:pt x="842" y="3704"/>
                  </a:lnTo>
                  <a:lnTo>
                    <a:pt x="876" y="4377"/>
                  </a:lnTo>
                  <a:lnTo>
                    <a:pt x="943" y="5017"/>
                  </a:lnTo>
                  <a:lnTo>
                    <a:pt x="977" y="5050"/>
                  </a:lnTo>
                  <a:lnTo>
                    <a:pt x="1044" y="5084"/>
                  </a:lnTo>
                  <a:lnTo>
                    <a:pt x="1078" y="5050"/>
                  </a:lnTo>
                  <a:lnTo>
                    <a:pt x="1111" y="4983"/>
                  </a:lnTo>
                  <a:lnTo>
                    <a:pt x="1246" y="5017"/>
                  </a:lnTo>
                  <a:lnTo>
                    <a:pt x="1381" y="5050"/>
                  </a:lnTo>
                  <a:lnTo>
                    <a:pt x="1684" y="5050"/>
                  </a:lnTo>
                  <a:lnTo>
                    <a:pt x="2088" y="5084"/>
                  </a:lnTo>
                  <a:lnTo>
                    <a:pt x="2458" y="5050"/>
                  </a:lnTo>
                  <a:lnTo>
                    <a:pt x="2559" y="5084"/>
                  </a:lnTo>
                  <a:lnTo>
                    <a:pt x="2626" y="5050"/>
                  </a:lnTo>
                  <a:lnTo>
                    <a:pt x="2694" y="5017"/>
                  </a:lnTo>
                  <a:lnTo>
                    <a:pt x="2727" y="4949"/>
                  </a:lnTo>
                  <a:lnTo>
                    <a:pt x="2727" y="4882"/>
                  </a:lnTo>
                  <a:lnTo>
                    <a:pt x="2660" y="4848"/>
                  </a:lnTo>
                  <a:lnTo>
                    <a:pt x="2660" y="3636"/>
                  </a:lnTo>
                  <a:lnTo>
                    <a:pt x="2626" y="2424"/>
                  </a:lnTo>
                  <a:lnTo>
                    <a:pt x="2626" y="1280"/>
                  </a:lnTo>
                  <a:lnTo>
                    <a:pt x="2593" y="707"/>
                  </a:lnTo>
                  <a:lnTo>
                    <a:pt x="2525" y="438"/>
                  </a:lnTo>
                  <a:lnTo>
                    <a:pt x="2458" y="168"/>
                  </a:lnTo>
                  <a:lnTo>
                    <a:pt x="2458" y="101"/>
                  </a:lnTo>
                  <a:lnTo>
                    <a:pt x="2458" y="67"/>
                  </a:lnTo>
                  <a:lnTo>
                    <a:pt x="24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7" name="Google Shape;794;p5">
              <a:extLst>
                <a:ext uri="{FF2B5EF4-FFF2-40B4-BE49-F238E27FC236}">
                  <a16:creationId xmlns:a16="http://schemas.microsoft.com/office/drawing/2014/main" id="{33E56915-77F4-43AD-A160-1D08A479363D}"/>
                </a:ext>
              </a:extLst>
            </p:cNvPr>
            <p:cNvSpPr/>
            <p:nvPr/>
          </p:nvSpPr>
          <p:spPr>
            <a:xfrm>
              <a:off x="1756343" y="234856"/>
              <a:ext cx="122464" cy="120820"/>
            </a:xfrm>
            <a:custGeom>
              <a:avLst/>
              <a:gdLst/>
              <a:ahLst/>
              <a:cxnLst/>
              <a:rect l="l" t="t" r="r" b="b"/>
              <a:pathLst>
                <a:path w="2458" h="2425" extrusionOk="0">
                  <a:moveTo>
                    <a:pt x="2256" y="202"/>
                  </a:moveTo>
                  <a:lnTo>
                    <a:pt x="2222" y="640"/>
                  </a:lnTo>
                  <a:lnTo>
                    <a:pt x="2222" y="1078"/>
                  </a:lnTo>
                  <a:lnTo>
                    <a:pt x="2222" y="1616"/>
                  </a:lnTo>
                  <a:lnTo>
                    <a:pt x="2189" y="2155"/>
                  </a:lnTo>
                  <a:lnTo>
                    <a:pt x="1919" y="2121"/>
                  </a:lnTo>
                  <a:lnTo>
                    <a:pt x="1650" y="2088"/>
                  </a:lnTo>
                  <a:lnTo>
                    <a:pt x="1111" y="2121"/>
                  </a:lnTo>
                  <a:lnTo>
                    <a:pt x="674" y="2155"/>
                  </a:lnTo>
                  <a:lnTo>
                    <a:pt x="472" y="2155"/>
                  </a:lnTo>
                  <a:lnTo>
                    <a:pt x="270" y="2222"/>
                  </a:lnTo>
                  <a:lnTo>
                    <a:pt x="236" y="1684"/>
                  </a:lnTo>
                  <a:lnTo>
                    <a:pt x="202" y="1179"/>
                  </a:lnTo>
                  <a:lnTo>
                    <a:pt x="202" y="741"/>
                  </a:lnTo>
                  <a:lnTo>
                    <a:pt x="169" y="303"/>
                  </a:lnTo>
                  <a:lnTo>
                    <a:pt x="1212" y="270"/>
                  </a:lnTo>
                  <a:lnTo>
                    <a:pt x="1751" y="236"/>
                  </a:lnTo>
                  <a:lnTo>
                    <a:pt x="2256" y="202"/>
                  </a:lnTo>
                  <a:close/>
                  <a:moveTo>
                    <a:pt x="1751" y="0"/>
                  </a:moveTo>
                  <a:lnTo>
                    <a:pt x="1212" y="34"/>
                  </a:lnTo>
                  <a:lnTo>
                    <a:pt x="169" y="101"/>
                  </a:lnTo>
                  <a:lnTo>
                    <a:pt x="101" y="101"/>
                  </a:lnTo>
                  <a:lnTo>
                    <a:pt x="67" y="135"/>
                  </a:lnTo>
                  <a:lnTo>
                    <a:pt x="34" y="169"/>
                  </a:lnTo>
                  <a:lnTo>
                    <a:pt x="0" y="472"/>
                  </a:lnTo>
                  <a:lnTo>
                    <a:pt x="0" y="741"/>
                  </a:lnTo>
                  <a:lnTo>
                    <a:pt x="0" y="1347"/>
                  </a:lnTo>
                  <a:lnTo>
                    <a:pt x="34" y="1852"/>
                  </a:lnTo>
                  <a:lnTo>
                    <a:pt x="34" y="2121"/>
                  </a:lnTo>
                  <a:lnTo>
                    <a:pt x="101" y="2357"/>
                  </a:lnTo>
                  <a:lnTo>
                    <a:pt x="101" y="2391"/>
                  </a:lnTo>
                  <a:lnTo>
                    <a:pt x="169" y="2424"/>
                  </a:lnTo>
                  <a:lnTo>
                    <a:pt x="202" y="2424"/>
                  </a:lnTo>
                  <a:lnTo>
                    <a:pt x="236" y="2391"/>
                  </a:lnTo>
                  <a:lnTo>
                    <a:pt x="741" y="2391"/>
                  </a:lnTo>
                  <a:lnTo>
                    <a:pt x="1280" y="2357"/>
                  </a:lnTo>
                  <a:lnTo>
                    <a:pt x="1751" y="2357"/>
                  </a:lnTo>
                  <a:lnTo>
                    <a:pt x="1987" y="2323"/>
                  </a:lnTo>
                  <a:lnTo>
                    <a:pt x="2222" y="2290"/>
                  </a:lnTo>
                  <a:lnTo>
                    <a:pt x="2323" y="2290"/>
                  </a:lnTo>
                  <a:lnTo>
                    <a:pt x="2357" y="2256"/>
                  </a:lnTo>
                  <a:lnTo>
                    <a:pt x="2357" y="2222"/>
                  </a:lnTo>
                  <a:lnTo>
                    <a:pt x="2424" y="1953"/>
                  </a:lnTo>
                  <a:lnTo>
                    <a:pt x="2458" y="1650"/>
                  </a:lnTo>
                  <a:lnTo>
                    <a:pt x="2458" y="1044"/>
                  </a:lnTo>
                  <a:lnTo>
                    <a:pt x="2424" y="573"/>
                  </a:lnTo>
                  <a:lnTo>
                    <a:pt x="2424" y="337"/>
                  </a:lnTo>
                  <a:lnTo>
                    <a:pt x="2357" y="101"/>
                  </a:lnTo>
                  <a:lnTo>
                    <a:pt x="2323" y="34"/>
                  </a:lnTo>
                  <a:lnTo>
                    <a:pt x="22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8" name="Google Shape;795;p5">
              <a:extLst>
                <a:ext uri="{FF2B5EF4-FFF2-40B4-BE49-F238E27FC236}">
                  <a16:creationId xmlns:a16="http://schemas.microsoft.com/office/drawing/2014/main" id="{D594A37F-13EB-408D-AB87-B4F618820C28}"/>
                </a:ext>
              </a:extLst>
            </p:cNvPr>
            <p:cNvSpPr/>
            <p:nvPr/>
          </p:nvSpPr>
          <p:spPr>
            <a:xfrm>
              <a:off x="1640605" y="-7"/>
              <a:ext cx="129190" cy="88983"/>
            </a:xfrm>
            <a:custGeom>
              <a:avLst/>
              <a:gdLst/>
              <a:ahLst/>
              <a:cxnLst/>
              <a:rect l="l" t="t" r="r" b="b"/>
              <a:pathLst>
                <a:path w="2593" h="1786" extrusionOk="0">
                  <a:moveTo>
                    <a:pt x="34" y="1"/>
                  </a:moveTo>
                  <a:lnTo>
                    <a:pt x="0" y="236"/>
                  </a:lnTo>
                  <a:lnTo>
                    <a:pt x="34" y="472"/>
                  </a:lnTo>
                  <a:lnTo>
                    <a:pt x="34" y="943"/>
                  </a:lnTo>
                  <a:lnTo>
                    <a:pt x="34" y="1145"/>
                  </a:lnTo>
                  <a:lnTo>
                    <a:pt x="34" y="1415"/>
                  </a:lnTo>
                  <a:lnTo>
                    <a:pt x="67" y="1516"/>
                  </a:lnTo>
                  <a:lnTo>
                    <a:pt x="101" y="1650"/>
                  </a:lnTo>
                  <a:lnTo>
                    <a:pt x="168" y="1718"/>
                  </a:lnTo>
                  <a:lnTo>
                    <a:pt x="269" y="1785"/>
                  </a:lnTo>
                  <a:lnTo>
                    <a:pt x="303" y="1751"/>
                  </a:lnTo>
                  <a:lnTo>
                    <a:pt x="337" y="1718"/>
                  </a:lnTo>
                  <a:lnTo>
                    <a:pt x="572" y="1751"/>
                  </a:lnTo>
                  <a:lnTo>
                    <a:pt x="1347" y="1751"/>
                  </a:lnTo>
                  <a:lnTo>
                    <a:pt x="2390" y="1650"/>
                  </a:lnTo>
                  <a:lnTo>
                    <a:pt x="2525" y="1650"/>
                  </a:lnTo>
                  <a:lnTo>
                    <a:pt x="2559" y="1617"/>
                  </a:lnTo>
                  <a:lnTo>
                    <a:pt x="2593" y="1381"/>
                  </a:lnTo>
                  <a:lnTo>
                    <a:pt x="2559" y="1112"/>
                  </a:lnTo>
                  <a:lnTo>
                    <a:pt x="2525" y="607"/>
                  </a:lnTo>
                  <a:lnTo>
                    <a:pt x="2525" y="1"/>
                  </a:lnTo>
                  <a:lnTo>
                    <a:pt x="2323" y="1"/>
                  </a:lnTo>
                  <a:lnTo>
                    <a:pt x="2323" y="438"/>
                  </a:lnTo>
                  <a:lnTo>
                    <a:pt x="2323" y="943"/>
                  </a:lnTo>
                  <a:lnTo>
                    <a:pt x="2357" y="1179"/>
                  </a:lnTo>
                  <a:lnTo>
                    <a:pt x="2390" y="1448"/>
                  </a:lnTo>
                  <a:lnTo>
                    <a:pt x="1347" y="1448"/>
                  </a:lnTo>
                  <a:lnTo>
                    <a:pt x="808" y="1482"/>
                  </a:lnTo>
                  <a:lnTo>
                    <a:pt x="572" y="1516"/>
                  </a:lnTo>
                  <a:lnTo>
                    <a:pt x="303" y="1583"/>
                  </a:lnTo>
                  <a:lnTo>
                    <a:pt x="269" y="1078"/>
                  </a:lnTo>
                  <a:lnTo>
                    <a:pt x="236" y="573"/>
                  </a:lnTo>
                  <a:lnTo>
                    <a:pt x="2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19" name="Google Shape;796;p5">
              <a:extLst>
                <a:ext uri="{FF2B5EF4-FFF2-40B4-BE49-F238E27FC236}">
                  <a16:creationId xmlns:a16="http://schemas.microsoft.com/office/drawing/2014/main" id="{11DDB660-F9EE-4809-8176-E3229CBA9220}"/>
                </a:ext>
              </a:extLst>
            </p:cNvPr>
            <p:cNvSpPr/>
            <p:nvPr/>
          </p:nvSpPr>
          <p:spPr>
            <a:xfrm>
              <a:off x="1910643" y="162713"/>
              <a:ext cx="52065" cy="45338"/>
            </a:xfrm>
            <a:custGeom>
              <a:avLst/>
              <a:gdLst/>
              <a:ahLst/>
              <a:cxnLst/>
              <a:rect l="l" t="t" r="r" b="b"/>
              <a:pathLst>
                <a:path w="1045" h="910" extrusionOk="0">
                  <a:moveTo>
                    <a:pt x="876" y="1"/>
                  </a:moveTo>
                  <a:lnTo>
                    <a:pt x="842" y="34"/>
                  </a:lnTo>
                  <a:lnTo>
                    <a:pt x="842" y="102"/>
                  </a:lnTo>
                  <a:lnTo>
                    <a:pt x="842" y="236"/>
                  </a:lnTo>
                  <a:lnTo>
                    <a:pt x="809" y="337"/>
                  </a:lnTo>
                  <a:lnTo>
                    <a:pt x="741" y="405"/>
                  </a:lnTo>
                  <a:lnTo>
                    <a:pt x="607" y="472"/>
                  </a:lnTo>
                  <a:lnTo>
                    <a:pt x="371" y="472"/>
                  </a:lnTo>
                  <a:lnTo>
                    <a:pt x="371" y="405"/>
                  </a:lnTo>
                  <a:lnTo>
                    <a:pt x="371" y="337"/>
                  </a:lnTo>
                  <a:lnTo>
                    <a:pt x="405" y="270"/>
                  </a:lnTo>
                  <a:lnTo>
                    <a:pt x="405" y="236"/>
                  </a:lnTo>
                  <a:lnTo>
                    <a:pt x="371" y="203"/>
                  </a:lnTo>
                  <a:lnTo>
                    <a:pt x="337" y="236"/>
                  </a:lnTo>
                  <a:lnTo>
                    <a:pt x="203" y="304"/>
                  </a:lnTo>
                  <a:lnTo>
                    <a:pt x="68" y="371"/>
                  </a:lnTo>
                  <a:lnTo>
                    <a:pt x="1" y="405"/>
                  </a:lnTo>
                  <a:lnTo>
                    <a:pt x="1" y="472"/>
                  </a:lnTo>
                  <a:lnTo>
                    <a:pt x="169" y="842"/>
                  </a:lnTo>
                  <a:lnTo>
                    <a:pt x="203" y="876"/>
                  </a:lnTo>
                  <a:lnTo>
                    <a:pt x="270" y="910"/>
                  </a:lnTo>
                  <a:lnTo>
                    <a:pt x="337" y="876"/>
                  </a:lnTo>
                  <a:lnTo>
                    <a:pt x="371" y="876"/>
                  </a:lnTo>
                  <a:lnTo>
                    <a:pt x="371" y="809"/>
                  </a:lnTo>
                  <a:lnTo>
                    <a:pt x="371" y="674"/>
                  </a:lnTo>
                  <a:lnTo>
                    <a:pt x="607" y="674"/>
                  </a:lnTo>
                  <a:lnTo>
                    <a:pt x="775" y="607"/>
                  </a:lnTo>
                  <a:lnTo>
                    <a:pt x="910" y="506"/>
                  </a:lnTo>
                  <a:lnTo>
                    <a:pt x="1011" y="371"/>
                  </a:lnTo>
                  <a:lnTo>
                    <a:pt x="1044" y="203"/>
                  </a:lnTo>
                  <a:lnTo>
                    <a:pt x="1011" y="34"/>
                  </a:lnTo>
                  <a:lnTo>
                    <a:pt x="97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0" name="Google Shape;797;p5">
              <a:extLst>
                <a:ext uri="{FF2B5EF4-FFF2-40B4-BE49-F238E27FC236}">
                  <a16:creationId xmlns:a16="http://schemas.microsoft.com/office/drawing/2014/main" id="{1B52A691-62A2-4588-B045-CC333D73198E}"/>
                </a:ext>
              </a:extLst>
            </p:cNvPr>
            <p:cNvSpPr/>
            <p:nvPr/>
          </p:nvSpPr>
          <p:spPr>
            <a:xfrm>
              <a:off x="1721118" y="100634"/>
              <a:ext cx="125852" cy="119175"/>
            </a:xfrm>
            <a:custGeom>
              <a:avLst/>
              <a:gdLst/>
              <a:ahLst/>
              <a:cxnLst/>
              <a:rect l="l" t="t" r="r" b="b"/>
              <a:pathLst>
                <a:path w="2526" h="2392" extrusionOk="0">
                  <a:moveTo>
                    <a:pt x="2256" y="236"/>
                  </a:moveTo>
                  <a:lnTo>
                    <a:pt x="2256" y="674"/>
                  </a:lnTo>
                  <a:lnTo>
                    <a:pt x="2290" y="1078"/>
                  </a:lnTo>
                  <a:lnTo>
                    <a:pt x="2290" y="1617"/>
                  </a:lnTo>
                  <a:lnTo>
                    <a:pt x="2323" y="2122"/>
                  </a:lnTo>
                  <a:lnTo>
                    <a:pt x="2121" y="2088"/>
                  </a:lnTo>
                  <a:lnTo>
                    <a:pt x="1886" y="2088"/>
                  </a:lnTo>
                  <a:lnTo>
                    <a:pt x="1448" y="2122"/>
                  </a:lnTo>
                  <a:lnTo>
                    <a:pt x="909" y="2122"/>
                  </a:lnTo>
                  <a:lnTo>
                    <a:pt x="640" y="2156"/>
                  </a:lnTo>
                  <a:lnTo>
                    <a:pt x="370" y="2223"/>
                  </a:lnTo>
                  <a:lnTo>
                    <a:pt x="337" y="1684"/>
                  </a:lnTo>
                  <a:lnTo>
                    <a:pt x="269" y="1146"/>
                  </a:lnTo>
                  <a:lnTo>
                    <a:pt x="236" y="708"/>
                  </a:lnTo>
                  <a:lnTo>
                    <a:pt x="168" y="270"/>
                  </a:lnTo>
                  <a:lnTo>
                    <a:pt x="673" y="304"/>
                  </a:lnTo>
                  <a:lnTo>
                    <a:pt x="1212" y="270"/>
                  </a:lnTo>
                  <a:lnTo>
                    <a:pt x="2256" y="236"/>
                  </a:lnTo>
                  <a:close/>
                  <a:moveTo>
                    <a:pt x="2256" y="1"/>
                  </a:moveTo>
                  <a:lnTo>
                    <a:pt x="1212" y="34"/>
                  </a:lnTo>
                  <a:lnTo>
                    <a:pt x="673" y="34"/>
                  </a:lnTo>
                  <a:lnTo>
                    <a:pt x="135" y="102"/>
                  </a:lnTo>
                  <a:lnTo>
                    <a:pt x="67" y="135"/>
                  </a:lnTo>
                  <a:lnTo>
                    <a:pt x="67" y="203"/>
                  </a:lnTo>
                  <a:lnTo>
                    <a:pt x="34" y="438"/>
                  </a:lnTo>
                  <a:lnTo>
                    <a:pt x="0" y="674"/>
                  </a:lnTo>
                  <a:lnTo>
                    <a:pt x="34" y="1146"/>
                  </a:lnTo>
                  <a:lnTo>
                    <a:pt x="101" y="1752"/>
                  </a:lnTo>
                  <a:lnTo>
                    <a:pt x="135" y="2021"/>
                  </a:lnTo>
                  <a:lnTo>
                    <a:pt x="236" y="2324"/>
                  </a:lnTo>
                  <a:lnTo>
                    <a:pt x="236" y="2358"/>
                  </a:lnTo>
                  <a:lnTo>
                    <a:pt x="370" y="2358"/>
                  </a:lnTo>
                  <a:lnTo>
                    <a:pt x="606" y="2391"/>
                  </a:lnTo>
                  <a:lnTo>
                    <a:pt x="842" y="2391"/>
                  </a:lnTo>
                  <a:lnTo>
                    <a:pt x="1313" y="2358"/>
                  </a:lnTo>
                  <a:lnTo>
                    <a:pt x="2088" y="2358"/>
                  </a:lnTo>
                  <a:lnTo>
                    <a:pt x="2357" y="2290"/>
                  </a:lnTo>
                  <a:lnTo>
                    <a:pt x="2391" y="2324"/>
                  </a:lnTo>
                  <a:lnTo>
                    <a:pt x="2492" y="2324"/>
                  </a:lnTo>
                  <a:lnTo>
                    <a:pt x="2492" y="2290"/>
                  </a:lnTo>
                  <a:lnTo>
                    <a:pt x="2525" y="2021"/>
                  </a:lnTo>
                  <a:lnTo>
                    <a:pt x="2525" y="1752"/>
                  </a:lnTo>
                  <a:lnTo>
                    <a:pt x="2492" y="1247"/>
                  </a:lnTo>
                  <a:lnTo>
                    <a:pt x="2458" y="641"/>
                  </a:lnTo>
                  <a:lnTo>
                    <a:pt x="2424" y="371"/>
                  </a:lnTo>
                  <a:lnTo>
                    <a:pt x="2357" y="68"/>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1" name="Google Shape;798;p5">
              <a:extLst>
                <a:ext uri="{FF2B5EF4-FFF2-40B4-BE49-F238E27FC236}">
                  <a16:creationId xmlns:a16="http://schemas.microsoft.com/office/drawing/2014/main" id="{6FD48DF6-C3B3-43EF-8A05-917AA364F8CF}"/>
                </a:ext>
              </a:extLst>
            </p:cNvPr>
            <p:cNvSpPr/>
            <p:nvPr/>
          </p:nvSpPr>
          <p:spPr>
            <a:xfrm>
              <a:off x="1581864" y="102328"/>
              <a:ext cx="124207" cy="135916"/>
            </a:xfrm>
            <a:custGeom>
              <a:avLst/>
              <a:gdLst/>
              <a:ahLst/>
              <a:cxnLst/>
              <a:rect l="l" t="t" r="r" b="b"/>
              <a:pathLst>
                <a:path w="2493" h="2728" extrusionOk="0">
                  <a:moveTo>
                    <a:pt x="2290" y="236"/>
                  </a:moveTo>
                  <a:lnTo>
                    <a:pt x="2223" y="741"/>
                  </a:lnTo>
                  <a:lnTo>
                    <a:pt x="2223" y="1280"/>
                  </a:lnTo>
                  <a:lnTo>
                    <a:pt x="2223" y="1819"/>
                  </a:lnTo>
                  <a:lnTo>
                    <a:pt x="2290" y="2324"/>
                  </a:lnTo>
                  <a:lnTo>
                    <a:pt x="2324" y="2391"/>
                  </a:lnTo>
                  <a:lnTo>
                    <a:pt x="2324" y="2391"/>
                  </a:lnTo>
                  <a:lnTo>
                    <a:pt x="2290" y="2357"/>
                  </a:lnTo>
                  <a:lnTo>
                    <a:pt x="1819" y="2357"/>
                  </a:lnTo>
                  <a:lnTo>
                    <a:pt x="1347" y="2391"/>
                  </a:lnTo>
                  <a:lnTo>
                    <a:pt x="371" y="2391"/>
                  </a:lnTo>
                  <a:lnTo>
                    <a:pt x="270" y="1314"/>
                  </a:lnTo>
                  <a:lnTo>
                    <a:pt x="203" y="270"/>
                  </a:lnTo>
                  <a:lnTo>
                    <a:pt x="203" y="270"/>
                  </a:lnTo>
                  <a:lnTo>
                    <a:pt x="708" y="303"/>
                  </a:lnTo>
                  <a:lnTo>
                    <a:pt x="1246" y="303"/>
                  </a:lnTo>
                  <a:lnTo>
                    <a:pt x="2290" y="236"/>
                  </a:lnTo>
                  <a:close/>
                  <a:moveTo>
                    <a:pt x="2324" y="0"/>
                  </a:moveTo>
                  <a:lnTo>
                    <a:pt x="1785" y="34"/>
                  </a:lnTo>
                  <a:lnTo>
                    <a:pt x="1246" y="68"/>
                  </a:lnTo>
                  <a:lnTo>
                    <a:pt x="708" y="68"/>
                  </a:lnTo>
                  <a:lnTo>
                    <a:pt x="169" y="101"/>
                  </a:lnTo>
                  <a:lnTo>
                    <a:pt x="102" y="135"/>
                  </a:lnTo>
                  <a:lnTo>
                    <a:pt x="102" y="169"/>
                  </a:lnTo>
                  <a:lnTo>
                    <a:pt x="68" y="202"/>
                  </a:lnTo>
                  <a:lnTo>
                    <a:pt x="34" y="236"/>
                  </a:lnTo>
                  <a:lnTo>
                    <a:pt x="1" y="842"/>
                  </a:lnTo>
                  <a:lnTo>
                    <a:pt x="34" y="1448"/>
                  </a:lnTo>
                  <a:lnTo>
                    <a:pt x="102" y="2054"/>
                  </a:lnTo>
                  <a:lnTo>
                    <a:pt x="203" y="2627"/>
                  </a:lnTo>
                  <a:lnTo>
                    <a:pt x="236" y="2694"/>
                  </a:lnTo>
                  <a:lnTo>
                    <a:pt x="304" y="2728"/>
                  </a:lnTo>
                  <a:lnTo>
                    <a:pt x="371" y="2660"/>
                  </a:lnTo>
                  <a:lnTo>
                    <a:pt x="405" y="2593"/>
                  </a:lnTo>
                  <a:lnTo>
                    <a:pt x="405" y="2526"/>
                  </a:lnTo>
                  <a:lnTo>
                    <a:pt x="876" y="2593"/>
                  </a:lnTo>
                  <a:lnTo>
                    <a:pt x="1347" y="2627"/>
                  </a:lnTo>
                  <a:lnTo>
                    <a:pt x="1852" y="2627"/>
                  </a:lnTo>
                  <a:lnTo>
                    <a:pt x="2088" y="2559"/>
                  </a:lnTo>
                  <a:lnTo>
                    <a:pt x="2290" y="2526"/>
                  </a:lnTo>
                  <a:lnTo>
                    <a:pt x="2357" y="2458"/>
                  </a:lnTo>
                  <a:lnTo>
                    <a:pt x="2324" y="2391"/>
                  </a:lnTo>
                  <a:lnTo>
                    <a:pt x="2324" y="2391"/>
                  </a:lnTo>
                  <a:lnTo>
                    <a:pt x="2391" y="2425"/>
                  </a:lnTo>
                  <a:lnTo>
                    <a:pt x="2425" y="2425"/>
                  </a:lnTo>
                  <a:lnTo>
                    <a:pt x="2458" y="2391"/>
                  </a:lnTo>
                  <a:lnTo>
                    <a:pt x="2458" y="2324"/>
                  </a:lnTo>
                  <a:lnTo>
                    <a:pt x="2492" y="1819"/>
                  </a:lnTo>
                  <a:lnTo>
                    <a:pt x="2492" y="1280"/>
                  </a:lnTo>
                  <a:lnTo>
                    <a:pt x="2458" y="708"/>
                  </a:lnTo>
                  <a:lnTo>
                    <a:pt x="2391" y="202"/>
                  </a:lnTo>
                  <a:lnTo>
                    <a:pt x="2425" y="135"/>
                  </a:lnTo>
                  <a:lnTo>
                    <a:pt x="2425" y="68"/>
                  </a:lnTo>
                  <a:lnTo>
                    <a:pt x="2391" y="34"/>
                  </a:lnTo>
                  <a:lnTo>
                    <a:pt x="23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2" name="Google Shape;799;p5">
              <a:extLst>
                <a:ext uri="{FF2B5EF4-FFF2-40B4-BE49-F238E27FC236}">
                  <a16:creationId xmlns:a16="http://schemas.microsoft.com/office/drawing/2014/main" id="{2C77C1B0-1C06-432E-B6D4-746150FD3A9F}"/>
                </a:ext>
              </a:extLst>
            </p:cNvPr>
            <p:cNvSpPr/>
            <p:nvPr/>
          </p:nvSpPr>
          <p:spPr>
            <a:xfrm>
              <a:off x="1612057" y="239888"/>
              <a:ext cx="129240" cy="120820"/>
            </a:xfrm>
            <a:custGeom>
              <a:avLst/>
              <a:gdLst/>
              <a:ahLst/>
              <a:cxnLst/>
              <a:rect l="l" t="t" r="r" b="b"/>
              <a:pathLst>
                <a:path w="2594" h="2425" extrusionOk="0">
                  <a:moveTo>
                    <a:pt x="1819" y="0"/>
                  </a:moveTo>
                  <a:lnTo>
                    <a:pt x="1280" y="68"/>
                  </a:lnTo>
                  <a:lnTo>
                    <a:pt x="708" y="101"/>
                  </a:lnTo>
                  <a:lnTo>
                    <a:pt x="135" y="202"/>
                  </a:lnTo>
                  <a:lnTo>
                    <a:pt x="135" y="135"/>
                  </a:lnTo>
                  <a:lnTo>
                    <a:pt x="102" y="101"/>
                  </a:lnTo>
                  <a:lnTo>
                    <a:pt x="34" y="101"/>
                  </a:lnTo>
                  <a:lnTo>
                    <a:pt x="1" y="135"/>
                  </a:lnTo>
                  <a:lnTo>
                    <a:pt x="1" y="438"/>
                  </a:lnTo>
                  <a:lnTo>
                    <a:pt x="1" y="741"/>
                  </a:lnTo>
                  <a:lnTo>
                    <a:pt x="34" y="1347"/>
                  </a:lnTo>
                  <a:lnTo>
                    <a:pt x="34" y="1852"/>
                  </a:lnTo>
                  <a:lnTo>
                    <a:pt x="68" y="2121"/>
                  </a:lnTo>
                  <a:lnTo>
                    <a:pt x="102" y="2391"/>
                  </a:lnTo>
                  <a:lnTo>
                    <a:pt x="135" y="2391"/>
                  </a:lnTo>
                  <a:lnTo>
                    <a:pt x="169" y="2424"/>
                  </a:lnTo>
                  <a:lnTo>
                    <a:pt x="203" y="2391"/>
                  </a:lnTo>
                  <a:lnTo>
                    <a:pt x="1314" y="2391"/>
                  </a:lnTo>
                  <a:lnTo>
                    <a:pt x="1819" y="2357"/>
                  </a:lnTo>
                  <a:lnTo>
                    <a:pt x="2088" y="2323"/>
                  </a:lnTo>
                  <a:lnTo>
                    <a:pt x="2324" y="2290"/>
                  </a:lnTo>
                  <a:lnTo>
                    <a:pt x="2357" y="2323"/>
                  </a:lnTo>
                  <a:lnTo>
                    <a:pt x="2391" y="2323"/>
                  </a:lnTo>
                  <a:lnTo>
                    <a:pt x="2492" y="2290"/>
                  </a:lnTo>
                  <a:lnTo>
                    <a:pt x="2559" y="2189"/>
                  </a:lnTo>
                  <a:lnTo>
                    <a:pt x="2593" y="2088"/>
                  </a:lnTo>
                  <a:lnTo>
                    <a:pt x="2593" y="1953"/>
                  </a:lnTo>
                  <a:lnTo>
                    <a:pt x="2559" y="1717"/>
                  </a:lnTo>
                  <a:lnTo>
                    <a:pt x="2559" y="1482"/>
                  </a:lnTo>
                  <a:lnTo>
                    <a:pt x="2526" y="775"/>
                  </a:lnTo>
                  <a:lnTo>
                    <a:pt x="2458" y="404"/>
                  </a:lnTo>
                  <a:lnTo>
                    <a:pt x="2425" y="236"/>
                  </a:lnTo>
                  <a:lnTo>
                    <a:pt x="2324" y="101"/>
                  </a:lnTo>
                  <a:lnTo>
                    <a:pt x="2256" y="202"/>
                  </a:lnTo>
                  <a:lnTo>
                    <a:pt x="2256" y="337"/>
                  </a:lnTo>
                  <a:lnTo>
                    <a:pt x="2256" y="606"/>
                  </a:lnTo>
                  <a:lnTo>
                    <a:pt x="2324" y="1145"/>
                  </a:lnTo>
                  <a:lnTo>
                    <a:pt x="2324" y="1650"/>
                  </a:lnTo>
                  <a:lnTo>
                    <a:pt x="2324" y="2155"/>
                  </a:lnTo>
                  <a:lnTo>
                    <a:pt x="2088" y="2121"/>
                  </a:lnTo>
                  <a:lnTo>
                    <a:pt x="1819" y="2088"/>
                  </a:lnTo>
                  <a:lnTo>
                    <a:pt x="1314" y="2121"/>
                  </a:lnTo>
                  <a:lnTo>
                    <a:pt x="270" y="2189"/>
                  </a:lnTo>
                  <a:lnTo>
                    <a:pt x="236" y="2189"/>
                  </a:lnTo>
                  <a:lnTo>
                    <a:pt x="270" y="1919"/>
                  </a:lnTo>
                  <a:lnTo>
                    <a:pt x="270" y="1684"/>
                  </a:lnTo>
                  <a:lnTo>
                    <a:pt x="236" y="1179"/>
                  </a:lnTo>
                  <a:lnTo>
                    <a:pt x="203" y="775"/>
                  </a:lnTo>
                  <a:lnTo>
                    <a:pt x="169" y="404"/>
                  </a:lnTo>
                  <a:lnTo>
                    <a:pt x="809" y="337"/>
                  </a:lnTo>
                  <a:lnTo>
                    <a:pt x="1448" y="270"/>
                  </a:lnTo>
                  <a:lnTo>
                    <a:pt x="1886" y="236"/>
                  </a:lnTo>
                  <a:lnTo>
                    <a:pt x="2088" y="202"/>
                  </a:lnTo>
                  <a:lnTo>
                    <a:pt x="2290" y="101"/>
                  </a:lnTo>
                  <a:lnTo>
                    <a:pt x="2290" y="68"/>
                  </a:lnTo>
                  <a:lnTo>
                    <a:pt x="2189" y="34"/>
                  </a:lnTo>
                  <a:lnTo>
                    <a:pt x="205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3" name="Google Shape;800;p5">
              <a:extLst>
                <a:ext uri="{FF2B5EF4-FFF2-40B4-BE49-F238E27FC236}">
                  <a16:creationId xmlns:a16="http://schemas.microsoft.com/office/drawing/2014/main" id="{8EB18590-B2AC-447D-9888-62EFA9FE4259}"/>
                </a:ext>
              </a:extLst>
            </p:cNvPr>
            <p:cNvSpPr/>
            <p:nvPr/>
          </p:nvSpPr>
          <p:spPr>
            <a:xfrm>
              <a:off x="1781503" y="598859"/>
              <a:ext cx="43645" cy="25210"/>
            </a:xfrm>
            <a:custGeom>
              <a:avLst/>
              <a:gdLst/>
              <a:ahLst/>
              <a:cxnLst/>
              <a:rect l="l" t="t" r="r" b="b"/>
              <a:pathLst>
                <a:path w="876" h="506" extrusionOk="0">
                  <a:moveTo>
                    <a:pt x="707" y="0"/>
                  </a:moveTo>
                  <a:lnTo>
                    <a:pt x="539" y="169"/>
                  </a:lnTo>
                  <a:lnTo>
                    <a:pt x="404" y="303"/>
                  </a:lnTo>
                  <a:lnTo>
                    <a:pt x="270" y="169"/>
                  </a:lnTo>
                  <a:lnTo>
                    <a:pt x="169" y="34"/>
                  </a:lnTo>
                  <a:lnTo>
                    <a:pt x="34" y="34"/>
                  </a:lnTo>
                  <a:lnTo>
                    <a:pt x="0" y="101"/>
                  </a:lnTo>
                  <a:lnTo>
                    <a:pt x="34" y="169"/>
                  </a:lnTo>
                  <a:lnTo>
                    <a:pt x="135" y="303"/>
                  </a:lnTo>
                  <a:lnTo>
                    <a:pt x="270" y="472"/>
                  </a:lnTo>
                  <a:lnTo>
                    <a:pt x="303" y="505"/>
                  </a:lnTo>
                  <a:lnTo>
                    <a:pt x="337" y="505"/>
                  </a:lnTo>
                  <a:lnTo>
                    <a:pt x="404" y="472"/>
                  </a:lnTo>
                  <a:lnTo>
                    <a:pt x="438" y="472"/>
                  </a:lnTo>
                  <a:lnTo>
                    <a:pt x="472" y="438"/>
                  </a:lnTo>
                  <a:lnTo>
                    <a:pt x="674" y="303"/>
                  </a:lnTo>
                  <a:lnTo>
                    <a:pt x="842" y="169"/>
                  </a:lnTo>
                  <a:lnTo>
                    <a:pt x="876" y="101"/>
                  </a:lnTo>
                  <a:lnTo>
                    <a:pt x="842" y="34"/>
                  </a:lnTo>
                  <a:lnTo>
                    <a:pt x="77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4" name="Google Shape;801;p5">
              <a:extLst>
                <a:ext uri="{FF2B5EF4-FFF2-40B4-BE49-F238E27FC236}">
                  <a16:creationId xmlns:a16="http://schemas.microsoft.com/office/drawing/2014/main" id="{7EB5FA99-4517-4687-AB27-E0B554DC29C3}"/>
                </a:ext>
              </a:extLst>
            </p:cNvPr>
            <p:cNvSpPr/>
            <p:nvPr/>
          </p:nvSpPr>
          <p:spPr>
            <a:xfrm>
              <a:off x="1243022" y="303611"/>
              <a:ext cx="40306" cy="42000"/>
            </a:xfrm>
            <a:custGeom>
              <a:avLst/>
              <a:gdLst/>
              <a:ahLst/>
              <a:cxnLst/>
              <a:rect l="l" t="t" r="r" b="b"/>
              <a:pathLst>
                <a:path w="809" h="843" extrusionOk="0">
                  <a:moveTo>
                    <a:pt x="34" y="1"/>
                  </a:moveTo>
                  <a:lnTo>
                    <a:pt x="1" y="135"/>
                  </a:lnTo>
                  <a:lnTo>
                    <a:pt x="1" y="270"/>
                  </a:lnTo>
                  <a:lnTo>
                    <a:pt x="1" y="640"/>
                  </a:lnTo>
                  <a:lnTo>
                    <a:pt x="34" y="708"/>
                  </a:lnTo>
                  <a:lnTo>
                    <a:pt x="68" y="741"/>
                  </a:lnTo>
                  <a:lnTo>
                    <a:pt x="135" y="741"/>
                  </a:lnTo>
                  <a:lnTo>
                    <a:pt x="169" y="708"/>
                  </a:lnTo>
                  <a:lnTo>
                    <a:pt x="371" y="506"/>
                  </a:lnTo>
                  <a:lnTo>
                    <a:pt x="371" y="539"/>
                  </a:lnTo>
                  <a:lnTo>
                    <a:pt x="405" y="607"/>
                  </a:lnTo>
                  <a:lnTo>
                    <a:pt x="472" y="708"/>
                  </a:lnTo>
                  <a:lnTo>
                    <a:pt x="573" y="809"/>
                  </a:lnTo>
                  <a:lnTo>
                    <a:pt x="607" y="842"/>
                  </a:lnTo>
                  <a:lnTo>
                    <a:pt x="674" y="842"/>
                  </a:lnTo>
                  <a:lnTo>
                    <a:pt x="708" y="775"/>
                  </a:lnTo>
                  <a:lnTo>
                    <a:pt x="708" y="741"/>
                  </a:lnTo>
                  <a:lnTo>
                    <a:pt x="640" y="640"/>
                  </a:lnTo>
                  <a:lnTo>
                    <a:pt x="539" y="506"/>
                  </a:lnTo>
                  <a:lnTo>
                    <a:pt x="472" y="472"/>
                  </a:lnTo>
                  <a:lnTo>
                    <a:pt x="438" y="472"/>
                  </a:lnTo>
                  <a:lnTo>
                    <a:pt x="506" y="405"/>
                  </a:lnTo>
                  <a:lnTo>
                    <a:pt x="640" y="270"/>
                  </a:lnTo>
                  <a:lnTo>
                    <a:pt x="674" y="304"/>
                  </a:lnTo>
                  <a:lnTo>
                    <a:pt x="741" y="270"/>
                  </a:lnTo>
                  <a:lnTo>
                    <a:pt x="809" y="203"/>
                  </a:lnTo>
                  <a:lnTo>
                    <a:pt x="809" y="169"/>
                  </a:lnTo>
                  <a:lnTo>
                    <a:pt x="775" y="102"/>
                  </a:lnTo>
                  <a:lnTo>
                    <a:pt x="741" y="68"/>
                  </a:lnTo>
                  <a:lnTo>
                    <a:pt x="573" y="68"/>
                  </a:lnTo>
                  <a:lnTo>
                    <a:pt x="438" y="169"/>
                  </a:lnTo>
                  <a:lnTo>
                    <a:pt x="337" y="304"/>
                  </a:lnTo>
                  <a:lnTo>
                    <a:pt x="169" y="472"/>
                  </a:lnTo>
                  <a:lnTo>
                    <a:pt x="135" y="304"/>
                  </a:lnTo>
                  <a:lnTo>
                    <a:pt x="135" y="135"/>
                  </a:lnTo>
                  <a:lnTo>
                    <a:pt x="102" y="68"/>
                  </a:lnTo>
                  <a:lnTo>
                    <a:pt x="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5" name="Google Shape;802;p5">
              <a:extLst>
                <a:ext uri="{FF2B5EF4-FFF2-40B4-BE49-F238E27FC236}">
                  <a16:creationId xmlns:a16="http://schemas.microsoft.com/office/drawing/2014/main" id="{E145017D-AD54-4C1D-B332-878466D3EB3A}"/>
                </a:ext>
              </a:extLst>
            </p:cNvPr>
            <p:cNvSpPr/>
            <p:nvPr/>
          </p:nvSpPr>
          <p:spPr>
            <a:xfrm>
              <a:off x="1196089" y="254984"/>
              <a:ext cx="124158" cy="130884"/>
            </a:xfrm>
            <a:custGeom>
              <a:avLst/>
              <a:gdLst/>
              <a:ahLst/>
              <a:cxnLst/>
              <a:rect l="l" t="t" r="r" b="b"/>
              <a:pathLst>
                <a:path w="2492" h="2627" extrusionOk="0">
                  <a:moveTo>
                    <a:pt x="2222" y="135"/>
                  </a:moveTo>
                  <a:lnTo>
                    <a:pt x="2222" y="1212"/>
                  </a:lnTo>
                  <a:lnTo>
                    <a:pt x="2188" y="2290"/>
                  </a:lnTo>
                  <a:lnTo>
                    <a:pt x="1717" y="2323"/>
                  </a:lnTo>
                  <a:lnTo>
                    <a:pt x="1212" y="2357"/>
                  </a:lnTo>
                  <a:lnTo>
                    <a:pt x="774" y="2357"/>
                  </a:lnTo>
                  <a:lnTo>
                    <a:pt x="539" y="2391"/>
                  </a:lnTo>
                  <a:lnTo>
                    <a:pt x="303" y="2424"/>
                  </a:lnTo>
                  <a:lnTo>
                    <a:pt x="269" y="2424"/>
                  </a:lnTo>
                  <a:lnTo>
                    <a:pt x="269" y="2391"/>
                  </a:lnTo>
                  <a:lnTo>
                    <a:pt x="303" y="1886"/>
                  </a:lnTo>
                  <a:lnTo>
                    <a:pt x="269" y="1347"/>
                  </a:lnTo>
                  <a:lnTo>
                    <a:pt x="236" y="808"/>
                  </a:lnTo>
                  <a:lnTo>
                    <a:pt x="135" y="270"/>
                  </a:lnTo>
                  <a:lnTo>
                    <a:pt x="1178" y="270"/>
                  </a:lnTo>
                  <a:lnTo>
                    <a:pt x="1683" y="236"/>
                  </a:lnTo>
                  <a:lnTo>
                    <a:pt x="2222" y="135"/>
                  </a:lnTo>
                  <a:close/>
                  <a:moveTo>
                    <a:pt x="1683" y="0"/>
                  </a:moveTo>
                  <a:lnTo>
                    <a:pt x="1145" y="34"/>
                  </a:lnTo>
                  <a:lnTo>
                    <a:pt x="606" y="68"/>
                  </a:lnTo>
                  <a:lnTo>
                    <a:pt x="67" y="68"/>
                  </a:lnTo>
                  <a:lnTo>
                    <a:pt x="0" y="101"/>
                  </a:lnTo>
                  <a:lnTo>
                    <a:pt x="0" y="135"/>
                  </a:lnTo>
                  <a:lnTo>
                    <a:pt x="0" y="202"/>
                  </a:lnTo>
                  <a:lnTo>
                    <a:pt x="34" y="270"/>
                  </a:lnTo>
                  <a:lnTo>
                    <a:pt x="0" y="775"/>
                  </a:lnTo>
                  <a:lnTo>
                    <a:pt x="34" y="1347"/>
                  </a:lnTo>
                  <a:lnTo>
                    <a:pt x="67" y="1886"/>
                  </a:lnTo>
                  <a:lnTo>
                    <a:pt x="101" y="2391"/>
                  </a:lnTo>
                  <a:lnTo>
                    <a:pt x="135" y="2458"/>
                  </a:lnTo>
                  <a:lnTo>
                    <a:pt x="168" y="2458"/>
                  </a:lnTo>
                  <a:lnTo>
                    <a:pt x="202" y="2492"/>
                  </a:lnTo>
                  <a:lnTo>
                    <a:pt x="236" y="2458"/>
                  </a:lnTo>
                  <a:lnTo>
                    <a:pt x="236" y="2525"/>
                  </a:lnTo>
                  <a:lnTo>
                    <a:pt x="303" y="2559"/>
                  </a:lnTo>
                  <a:lnTo>
                    <a:pt x="539" y="2593"/>
                  </a:lnTo>
                  <a:lnTo>
                    <a:pt x="774" y="2626"/>
                  </a:lnTo>
                  <a:lnTo>
                    <a:pt x="1246" y="2626"/>
                  </a:lnTo>
                  <a:lnTo>
                    <a:pt x="1751" y="2525"/>
                  </a:lnTo>
                  <a:lnTo>
                    <a:pt x="2188" y="2424"/>
                  </a:lnTo>
                  <a:lnTo>
                    <a:pt x="2188" y="2492"/>
                  </a:lnTo>
                  <a:lnTo>
                    <a:pt x="2222" y="2559"/>
                  </a:lnTo>
                  <a:lnTo>
                    <a:pt x="2289" y="2593"/>
                  </a:lnTo>
                  <a:lnTo>
                    <a:pt x="2357" y="2593"/>
                  </a:lnTo>
                  <a:lnTo>
                    <a:pt x="2424" y="2525"/>
                  </a:lnTo>
                  <a:lnTo>
                    <a:pt x="2458" y="1919"/>
                  </a:lnTo>
                  <a:lnTo>
                    <a:pt x="2491" y="1313"/>
                  </a:lnTo>
                  <a:lnTo>
                    <a:pt x="2458" y="707"/>
                  </a:lnTo>
                  <a:lnTo>
                    <a:pt x="2357" y="101"/>
                  </a:lnTo>
                  <a:lnTo>
                    <a:pt x="2357" y="68"/>
                  </a:lnTo>
                  <a:lnTo>
                    <a:pt x="2323" y="68"/>
                  </a:lnTo>
                  <a:lnTo>
                    <a:pt x="228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6" name="Google Shape;803;p5">
              <a:extLst>
                <a:ext uri="{FF2B5EF4-FFF2-40B4-BE49-F238E27FC236}">
                  <a16:creationId xmlns:a16="http://schemas.microsoft.com/office/drawing/2014/main" id="{1CD0E187-D01F-421A-BC6A-441B7CB57605}"/>
                </a:ext>
              </a:extLst>
            </p:cNvPr>
            <p:cNvSpPr/>
            <p:nvPr/>
          </p:nvSpPr>
          <p:spPr>
            <a:xfrm>
              <a:off x="1170928" y="436139"/>
              <a:ext cx="45338" cy="38612"/>
            </a:xfrm>
            <a:custGeom>
              <a:avLst/>
              <a:gdLst/>
              <a:ahLst/>
              <a:cxnLst/>
              <a:rect l="l" t="t" r="r" b="b"/>
              <a:pathLst>
                <a:path w="910" h="775" extrusionOk="0">
                  <a:moveTo>
                    <a:pt x="67" y="0"/>
                  </a:moveTo>
                  <a:lnTo>
                    <a:pt x="0" y="34"/>
                  </a:lnTo>
                  <a:lnTo>
                    <a:pt x="0" y="101"/>
                  </a:lnTo>
                  <a:lnTo>
                    <a:pt x="0" y="674"/>
                  </a:lnTo>
                  <a:lnTo>
                    <a:pt x="34" y="741"/>
                  </a:lnTo>
                  <a:lnTo>
                    <a:pt x="168" y="741"/>
                  </a:lnTo>
                  <a:lnTo>
                    <a:pt x="202" y="674"/>
                  </a:lnTo>
                  <a:lnTo>
                    <a:pt x="202" y="438"/>
                  </a:lnTo>
                  <a:lnTo>
                    <a:pt x="303" y="606"/>
                  </a:lnTo>
                  <a:lnTo>
                    <a:pt x="370" y="640"/>
                  </a:lnTo>
                  <a:lnTo>
                    <a:pt x="404" y="640"/>
                  </a:lnTo>
                  <a:lnTo>
                    <a:pt x="438" y="606"/>
                  </a:lnTo>
                  <a:lnTo>
                    <a:pt x="640" y="404"/>
                  </a:lnTo>
                  <a:lnTo>
                    <a:pt x="673" y="573"/>
                  </a:lnTo>
                  <a:lnTo>
                    <a:pt x="741" y="741"/>
                  </a:lnTo>
                  <a:lnTo>
                    <a:pt x="808" y="775"/>
                  </a:lnTo>
                  <a:lnTo>
                    <a:pt x="875" y="741"/>
                  </a:lnTo>
                  <a:lnTo>
                    <a:pt x="909" y="707"/>
                  </a:lnTo>
                  <a:lnTo>
                    <a:pt x="909" y="640"/>
                  </a:lnTo>
                  <a:lnTo>
                    <a:pt x="842" y="404"/>
                  </a:lnTo>
                  <a:lnTo>
                    <a:pt x="842" y="270"/>
                  </a:lnTo>
                  <a:lnTo>
                    <a:pt x="842" y="135"/>
                  </a:lnTo>
                  <a:lnTo>
                    <a:pt x="842" y="68"/>
                  </a:lnTo>
                  <a:lnTo>
                    <a:pt x="808" y="34"/>
                  </a:lnTo>
                  <a:lnTo>
                    <a:pt x="741" y="34"/>
                  </a:lnTo>
                  <a:lnTo>
                    <a:pt x="673" y="68"/>
                  </a:lnTo>
                  <a:lnTo>
                    <a:pt x="404" y="371"/>
                  </a:lnTo>
                  <a:lnTo>
                    <a:pt x="168" y="34"/>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7" name="Google Shape;804;p5">
              <a:extLst>
                <a:ext uri="{FF2B5EF4-FFF2-40B4-BE49-F238E27FC236}">
                  <a16:creationId xmlns:a16="http://schemas.microsoft.com/office/drawing/2014/main" id="{3071CDC9-7899-4EAE-B552-22C5B4D5D4AC}"/>
                </a:ext>
              </a:extLst>
            </p:cNvPr>
            <p:cNvSpPr/>
            <p:nvPr/>
          </p:nvSpPr>
          <p:spPr>
            <a:xfrm>
              <a:off x="1412468" y="385818"/>
              <a:ext cx="127496" cy="119126"/>
            </a:xfrm>
            <a:custGeom>
              <a:avLst/>
              <a:gdLst/>
              <a:ahLst/>
              <a:cxnLst/>
              <a:rect l="l" t="t" r="r" b="b"/>
              <a:pathLst>
                <a:path w="2559" h="2391" extrusionOk="0">
                  <a:moveTo>
                    <a:pt x="101" y="0"/>
                  </a:moveTo>
                  <a:lnTo>
                    <a:pt x="101" y="34"/>
                  </a:lnTo>
                  <a:lnTo>
                    <a:pt x="34" y="303"/>
                  </a:lnTo>
                  <a:lnTo>
                    <a:pt x="0" y="539"/>
                  </a:lnTo>
                  <a:lnTo>
                    <a:pt x="34" y="1078"/>
                  </a:lnTo>
                  <a:lnTo>
                    <a:pt x="68" y="1684"/>
                  </a:lnTo>
                  <a:lnTo>
                    <a:pt x="101" y="1987"/>
                  </a:lnTo>
                  <a:lnTo>
                    <a:pt x="169" y="2290"/>
                  </a:lnTo>
                  <a:lnTo>
                    <a:pt x="202" y="2323"/>
                  </a:lnTo>
                  <a:lnTo>
                    <a:pt x="270" y="2357"/>
                  </a:lnTo>
                  <a:lnTo>
                    <a:pt x="303" y="2323"/>
                  </a:lnTo>
                  <a:lnTo>
                    <a:pt x="337" y="2256"/>
                  </a:lnTo>
                  <a:lnTo>
                    <a:pt x="337" y="1953"/>
                  </a:lnTo>
                  <a:lnTo>
                    <a:pt x="303" y="1650"/>
                  </a:lnTo>
                  <a:lnTo>
                    <a:pt x="236" y="1078"/>
                  </a:lnTo>
                  <a:lnTo>
                    <a:pt x="236" y="640"/>
                  </a:lnTo>
                  <a:lnTo>
                    <a:pt x="202" y="202"/>
                  </a:lnTo>
                  <a:lnTo>
                    <a:pt x="438" y="236"/>
                  </a:lnTo>
                  <a:lnTo>
                    <a:pt x="1145" y="236"/>
                  </a:lnTo>
                  <a:lnTo>
                    <a:pt x="2222" y="169"/>
                  </a:lnTo>
                  <a:lnTo>
                    <a:pt x="2256" y="236"/>
                  </a:lnTo>
                  <a:lnTo>
                    <a:pt x="2357" y="236"/>
                  </a:lnTo>
                  <a:lnTo>
                    <a:pt x="2323" y="573"/>
                  </a:lnTo>
                  <a:lnTo>
                    <a:pt x="2323" y="876"/>
                  </a:lnTo>
                  <a:lnTo>
                    <a:pt x="2357" y="2054"/>
                  </a:lnTo>
                  <a:lnTo>
                    <a:pt x="1886" y="2054"/>
                  </a:lnTo>
                  <a:lnTo>
                    <a:pt x="1414" y="2088"/>
                  </a:lnTo>
                  <a:lnTo>
                    <a:pt x="707" y="2088"/>
                  </a:lnTo>
                  <a:lnTo>
                    <a:pt x="539" y="2121"/>
                  </a:lnTo>
                  <a:lnTo>
                    <a:pt x="438" y="2189"/>
                  </a:lnTo>
                  <a:lnTo>
                    <a:pt x="337" y="2256"/>
                  </a:lnTo>
                  <a:lnTo>
                    <a:pt x="438" y="2323"/>
                  </a:lnTo>
                  <a:lnTo>
                    <a:pt x="539" y="2357"/>
                  </a:lnTo>
                  <a:lnTo>
                    <a:pt x="775" y="2391"/>
                  </a:lnTo>
                  <a:lnTo>
                    <a:pt x="1280" y="2357"/>
                  </a:lnTo>
                  <a:lnTo>
                    <a:pt x="1818" y="2357"/>
                  </a:lnTo>
                  <a:lnTo>
                    <a:pt x="2121" y="2323"/>
                  </a:lnTo>
                  <a:lnTo>
                    <a:pt x="2391" y="2256"/>
                  </a:lnTo>
                  <a:lnTo>
                    <a:pt x="2424" y="2323"/>
                  </a:lnTo>
                  <a:lnTo>
                    <a:pt x="2492" y="2323"/>
                  </a:lnTo>
                  <a:lnTo>
                    <a:pt x="2559" y="2290"/>
                  </a:lnTo>
                  <a:lnTo>
                    <a:pt x="2559" y="2222"/>
                  </a:lnTo>
                  <a:lnTo>
                    <a:pt x="2525" y="1044"/>
                  </a:lnTo>
                  <a:lnTo>
                    <a:pt x="2525" y="539"/>
                  </a:lnTo>
                  <a:lnTo>
                    <a:pt x="2492" y="270"/>
                  </a:lnTo>
                  <a:lnTo>
                    <a:pt x="2458" y="34"/>
                  </a:lnTo>
                  <a:lnTo>
                    <a:pt x="2424" y="34"/>
                  </a:lnTo>
                  <a:lnTo>
                    <a:pt x="2391" y="68"/>
                  </a:lnTo>
                  <a:lnTo>
                    <a:pt x="2323" y="34"/>
                  </a:lnTo>
                  <a:lnTo>
                    <a:pt x="2222" y="0"/>
                  </a:lnTo>
                  <a:lnTo>
                    <a:pt x="2020" y="0"/>
                  </a:lnTo>
                  <a:lnTo>
                    <a:pt x="1616" y="34"/>
                  </a:lnTo>
                  <a:lnTo>
                    <a:pt x="909" y="34"/>
                  </a:lnTo>
                  <a:lnTo>
                    <a:pt x="539" y="68"/>
                  </a:lnTo>
                  <a:lnTo>
                    <a:pt x="202" y="101"/>
                  </a:lnTo>
                  <a:lnTo>
                    <a:pt x="202"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8" name="Google Shape;805;p5">
              <a:extLst>
                <a:ext uri="{FF2B5EF4-FFF2-40B4-BE49-F238E27FC236}">
                  <a16:creationId xmlns:a16="http://schemas.microsoft.com/office/drawing/2014/main" id="{ADBC5AC1-D04B-410D-AE3A-1513B1F2EA8B}"/>
                </a:ext>
              </a:extLst>
            </p:cNvPr>
            <p:cNvSpPr/>
            <p:nvPr/>
          </p:nvSpPr>
          <p:spPr>
            <a:xfrm>
              <a:off x="1479529" y="155987"/>
              <a:ext cx="45338" cy="35274"/>
            </a:xfrm>
            <a:custGeom>
              <a:avLst/>
              <a:gdLst/>
              <a:ahLst/>
              <a:cxnLst/>
              <a:rect l="l" t="t" r="r" b="b"/>
              <a:pathLst>
                <a:path w="910" h="708" extrusionOk="0">
                  <a:moveTo>
                    <a:pt x="607" y="169"/>
                  </a:moveTo>
                  <a:lnTo>
                    <a:pt x="742" y="203"/>
                  </a:lnTo>
                  <a:lnTo>
                    <a:pt x="641" y="304"/>
                  </a:lnTo>
                  <a:lnTo>
                    <a:pt x="540" y="371"/>
                  </a:lnTo>
                  <a:lnTo>
                    <a:pt x="270" y="371"/>
                  </a:lnTo>
                  <a:lnTo>
                    <a:pt x="270" y="203"/>
                  </a:lnTo>
                  <a:lnTo>
                    <a:pt x="371" y="169"/>
                  </a:lnTo>
                  <a:close/>
                  <a:moveTo>
                    <a:pt x="506" y="1"/>
                  </a:moveTo>
                  <a:lnTo>
                    <a:pt x="371" y="35"/>
                  </a:lnTo>
                  <a:lnTo>
                    <a:pt x="270" y="102"/>
                  </a:lnTo>
                  <a:lnTo>
                    <a:pt x="203" y="68"/>
                  </a:lnTo>
                  <a:lnTo>
                    <a:pt x="169" y="68"/>
                  </a:lnTo>
                  <a:lnTo>
                    <a:pt x="136" y="102"/>
                  </a:lnTo>
                  <a:lnTo>
                    <a:pt x="102" y="203"/>
                  </a:lnTo>
                  <a:lnTo>
                    <a:pt x="102" y="338"/>
                  </a:lnTo>
                  <a:lnTo>
                    <a:pt x="35" y="371"/>
                  </a:lnTo>
                  <a:lnTo>
                    <a:pt x="1" y="439"/>
                  </a:lnTo>
                  <a:lnTo>
                    <a:pt x="35" y="506"/>
                  </a:lnTo>
                  <a:lnTo>
                    <a:pt x="102" y="540"/>
                  </a:lnTo>
                  <a:lnTo>
                    <a:pt x="102" y="607"/>
                  </a:lnTo>
                  <a:lnTo>
                    <a:pt x="136" y="674"/>
                  </a:lnTo>
                  <a:lnTo>
                    <a:pt x="169" y="708"/>
                  </a:lnTo>
                  <a:lnTo>
                    <a:pt x="203" y="708"/>
                  </a:lnTo>
                  <a:lnTo>
                    <a:pt x="237" y="674"/>
                  </a:lnTo>
                  <a:lnTo>
                    <a:pt x="270" y="641"/>
                  </a:lnTo>
                  <a:lnTo>
                    <a:pt x="304" y="607"/>
                  </a:lnTo>
                  <a:lnTo>
                    <a:pt x="270" y="540"/>
                  </a:lnTo>
                  <a:lnTo>
                    <a:pt x="506" y="540"/>
                  </a:lnTo>
                  <a:lnTo>
                    <a:pt x="708" y="472"/>
                  </a:lnTo>
                  <a:lnTo>
                    <a:pt x="775" y="439"/>
                  </a:lnTo>
                  <a:lnTo>
                    <a:pt x="843" y="371"/>
                  </a:lnTo>
                  <a:lnTo>
                    <a:pt x="876" y="270"/>
                  </a:lnTo>
                  <a:lnTo>
                    <a:pt x="910" y="169"/>
                  </a:lnTo>
                  <a:lnTo>
                    <a:pt x="910" y="102"/>
                  </a:lnTo>
                  <a:lnTo>
                    <a:pt x="876" y="102"/>
                  </a:lnTo>
                  <a:lnTo>
                    <a:pt x="6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29" name="Google Shape;806;p5">
              <a:extLst>
                <a:ext uri="{FF2B5EF4-FFF2-40B4-BE49-F238E27FC236}">
                  <a16:creationId xmlns:a16="http://schemas.microsoft.com/office/drawing/2014/main" id="{AAEAB194-5376-4543-8667-36B472F72C66}"/>
                </a:ext>
              </a:extLst>
            </p:cNvPr>
            <p:cNvSpPr/>
            <p:nvPr/>
          </p:nvSpPr>
          <p:spPr>
            <a:xfrm>
              <a:off x="1442660" y="533442"/>
              <a:ext cx="11758" cy="130884"/>
            </a:xfrm>
            <a:custGeom>
              <a:avLst/>
              <a:gdLst/>
              <a:ahLst/>
              <a:cxnLst/>
              <a:rect l="l" t="t" r="r" b="b"/>
              <a:pathLst>
                <a:path w="236" h="2627" extrusionOk="0">
                  <a:moveTo>
                    <a:pt x="68" y="0"/>
                  </a:moveTo>
                  <a:lnTo>
                    <a:pt x="0" y="236"/>
                  </a:lnTo>
                  <a:lnTo>
                    <a:pt x="0" y="472"/>
                  </a:lnTo>
                  <a:lnTo>
                    <a:pt x="0" y="977"/>
                  </a:lnTo>
                  <a:lnTo>
                    <a:pt x="0" y="1785"/>
                  </a:lnTo>
                  <a:lnTo>
                    <a:pt x="0" y="2155"/>
                  </a:lnTo>
                  <a:lnTo>
                    <a:pt x="34" y="2559"/>
                  </a:lnTo>
                  <a:lnTo>
                    <a:pt x="68" y="2593"/>
                  </a:lnTo>
                  <a:lnTo>
                    <a:pt x="101" y="2626"/>
                  </a:lnTo>
                  <a:lnTo>
                    <a:pt x="169" y="2626"/>
                  </a:lnTo>
                  <a:lnTo>
                    <a:pt x="202" y="2559"/>
                  </a:lnTo>
                  <a:lnTo>
                    <a:pt x="202" y="2256"/>
                  </a:lnTo>
                  <a:lnTo>
                    <a:pt x="236" y="1953"/>
                  </a:lnTo>
                  <a:lnTo>
                    <a:pt x="202" y="1381"/>
                  </a:lnTo>
                  <a:lnTo>
                    <a:pt x="202" y="674"/>
                  </a:lnTo>
                  <a:lnTo>
                    <a:pt x="202" y="337"/>
                  </a:lnTo>
                  <a:lnTo>
                    <a:pt x="169" y="169"/>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0" name="Google Shape;807;p5">
              <a:extLst>
                <a:ext uri="{FF2B5EF4-FFF2-40B4-BE49-F238E27FC236}">
                  <a16:creationId xmlns:a16="http://schemas.microsoft.com/office/drawing/2014/main" id="{C3CFC851-B46D-4FB4-8B06-0D9F1286FA1D}"/>
                </a:ext>
              </a:extLst>
            </p:cNvPr>
            <p:cNvSpPr/>
            <p:nvPr/>
          </p:nvSpPr>
          <p:spPr>
            <a:xfrm>
              <a:off x="1647281" y="600503"/>
              <a:ext cx="21872" cy="33630"/>
            </a:xfrm>
            <a:custGeom>
              <a:avLst/>
              <a:gdLst/>
              <a:ahLst/>
              <a:cxnLst/>
              <a:rect l="l" t="t" r="r" b="b"/>
              <a:pathLst>
                <a:path w="439" h="675" extrusionOk="0">
                  <a:moveTo>
                    <a:pt x="270" y="1"/>
                  </a:moveTo>
                  <a:lnTo>
                    <a:pt x="203" y="68"/>
                  </a:lnTo>
                  <a:lnTo>
                    <a:pt x="135" y="136"/>
                  </a:lnTo>
                  <a:lnTo>
                    <a:pt x="34" y="237"/>
                  </a:lnTo>
                  <a:lnTo>
                    <a:pt x="1" y="371"/>
                  </a:lnTo>
                  <a:lnTo>
                    <a:pt x="34" y="405"/>
                  </a:lnTo>
                  <a:lnTo>
                    <a:pt x="34" y="439"/>
                  </a:lnTo>
                  <a:lnTo>
                    <a:pt x="135" y="439"/>
                  </a:lnTo>
                  <a:lnTo>
                    <a:pt x="169" y="506"/>
                  </a:lnTo>
                  <a:lnTo>
                    <a:pt x="304" y="641"/>
                  </a:lnTo>
                  <a:lnTo>
                    <a:pt x="371" y="674"/>
                  </a:lnTo>
                  <a:lnTo>
                    <a:pt x="438" y="641"/>
                  </a:lnTo>
                  <a:lnTo>
                    <a:pt x="438" y="607"/>
                  </a:lnTo>
                  <a:lnTo>
                    <a:pt x="438" y="540"/>
                  </a:lnTo>
                  <a:lnTo>
                    <a:pt x="337" y="439"/>
                  </a:lnTo>
                  <a:lnTo>
                    <a:pt x="236" y="338"/>
                  </a:lnTo>
                  <a:lnTo>
                    <a:pt x="405" y="169"/>
                  </a:lnTo>
                  <a:lnTo>
                    <a:pt x="438" y="136"/>
                  </a:lnTo>
                  <a:lnTo>
                    <a:pt x="438" y="68"/>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1" name="Google Shape;808;p5">
              <a:extLst>
                <a:ext uri="{FF2B5EF4-FFF2-40B4-BE49-F238E27FC236}">
                  <a16:creationId xmlns:a16="http://schemas.microsoft.com/office/drawing/2014/main" id="{832CF7A3-25DC-4AE7-BA3B-A32304CC3A03}"/>
                </a:ext>
              </a:extLst>
            </p:cNvPr>
            <p:cNvSpPr/>
            <p:nvPr/>
          </p:nvSpPr>
          <p:spPr>
            <a:xfrm>
              <a:off x="1553366" y="375754"/>
              <a:ext cx="124158" cy="134222"/>
            </a:xfrm>
            <a:custGeom>
              <a:avLst/>
              <a:gdLst/>
              <a:ahLst/>
              <a:cxnLst/>
              <a:rect l="l" t="t" r="r" b="b"/>
              <a:pathLst>
                <a:path w="2492" h="2694" extrusionOk="0">
                  <a:moveTo>
                    <a:pt x="2290" y="202"/>
                  </a:moveTo>
                  <a:lnTo>
                    <a:pt x="2222" y="707"/>
                  </a:lnTo>
                  <a:lnTo>
                    <a:pt x="2222" y="1246"/>
                  </a:lnTo>
                  <a:lnTo>
                    <a:pt x="2256" y="1785"/>
                  </a:lnTo>
                  <a:lnTo>
                    <a:pt x="2290" y="2323"/>
                  </a:lnTo>
                  <a:lnTo>
                    <a:pt x="2323" y="2357"/>
                  </a:lnTo>
                  <a:lnTo>
                    <a:pt x="2290" y="2357"/>
                  </a:lnTo>
                  <a:lnTo>
                    <a:pt x="2054" y="2323"/>
                  </a:lnTo>
                  <a:lnTo>
                    <a:pt x="1818" y="2323"/>
                  </a:lnTo>
                  <a:lnTo>
                    <a:pt x="1347" y="2357"/>
                  </a:lnTo>
                  <a:lnTo>
                    <a:pt x="371" y="2357"/>
                  </a:lnTo>
                  <a:lnTo>
                    <a:pt x="270" y="1313"/>
                  </a:lnTo>
                  <a:lnTo>
                    <a:pt x="202" y="236"/>
                  </a:lnTo>
                  <a:lnTo>
                    <a:pt x="707" y="270"/>
                  </a:lnTo>
                  <a:lnTo>
                    <a:pt x="1246" y="270"/>
                  </a:lnTo>
                  <a:lnTo>
                    <a:pt x="2290" y="202"/>
                  </a:lnTo>
                  <a:close/>
                  <a:moveTo>
                    <a:pt x="2323" y="0"/>
                  </a:moveTo>
                  <a:lnTo>
                    <a:pt x="1785" y="34"/>
                  </a:lnTo>
                  <a:lnTo>
                    <a:pt x="707" y="34"/>
                  </a:lnTo>
                  <a:lnTo>
                    <a:pt x="169" y="68"/>
                  </a:lnTo>
                  <a:lnTo>
                    <a:pt x="101" y="101"/>
                  </a:lnTo>
                  <a:lnTo>
                    <a:pt x="101" y="169"/>
                  </a:lnTo>
                  <a:lnTo>
                    <a:pt x="68" y="169"/>
                  </a:lnTo>
                  <a:lnTo>
                    <a:pt x="34" y="202"/>
                  </a:lnTo>
                  <a:lnTo>
                    <a:pt x="0" y="808"/>
                  </a:lnTo>
                  <a:lnTo>
                    <a:pt x="34" y="1414"/>
                  </a:lnTo>
                  <a:lnTo>
                    <a:pt x="101" y="2020"/>
                  </a:lnTo>
                  <a:lnTo>
                    <a:pt x="202" y="2626"/>
                  </a:lnTo>
                  <a:lnTo>
                    <a:pt x="236" y="2660"/>
                  </a:lnTo>
                  <a:lnTo>
                    <a:pt x="303" y="2694"/>
                  </a:lnTo>
                  <a:lnTo>
                    <a:pt x="404" y="2660"/>
                  </a:lnTo>
                  <a:lnTo>
                    <a:pt x="404" y="2559"/>
                  </a:lnTo>
                  <a:lnTo>
                    <a:pt x="404" y="2492"/>
                  </a:lnTo>
                  <a:lnTo>
                    <a:pt x="876" y="2593"/>
                  </a:lnTo>
                  <a:lnTo>
                    <a:pt x="1852" y="2593"/>
                  </a:lnTo>
                  <a:lnTo>
                    <a:pt x="2088" y="2559"/>
                  </a:lnTo>
                  <a:lnTo>
                    <a:pt x="2290" y="2492"/>
                  </a:lnTo>
                  <a:lnTo>
                    <a:pt x="2357" y="2458"/>
                  </a:lnTo>
                  <a:lnTo>
                    <a:pt x="2357" y="2391"/>
                  </a:lnTo>
                  <a:lnTo>
                    <a:pt x="2424" y="2391"/>
                  </a:lnTo>
                  <a:lnTo>
                    <a:pt x="2458" y="2357"/>
                  </a:lnTo>
                  <a:lnTo>
                    <a:pt x="2492" y="2323"/>
                  </a:lnTo>
                  <a:lnTo>
                    <a:pt x="2492" y="1785"/>
                  </a:lnTo>
                  <a:lnTo>
                    <a:pt x="2492" y="1246"/>
                  </a:lnTo>
                  <a:lnTo>
                    <a:pt x="2458" y="707"/>
                  </a:lnTo>
                  <a:lnTo>
                    <a:pt x="2391" y="169"/>
                  </a:lnTo>
                  <a:lnTo>
                    <a:pt x="2424" y="101"/>
                  </a:lnTo>
                  <a:lnTo>
                    <a:pt x="2424" y="68"/>
                  </a:lnTo>
                  <a:lnTo>
                    <a:pt x="239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2" name="Google Shape;809;p5">
              <a:extLst>
                <a:ext uri="{FF2B5EF4-FFF2-40B4-BE49-F238E27FC236}">
                  <a16:creationId xmlns:a16="http://schemas.microsoft.com/office/drawing/2014/main" id="{51AF981C-F45D-44BE-B713-73C5FB16D14B}"/>
                </a:ext>
              </a:extLst>
            </p:cNvPr>
            <p:cNvSpPr/>
            <p:nvPr/>
          </p:nvSpPr>
          <p:spPr>
            <a:xfrm>
              <a:off x="1447692" y="514958"/>
              <a:ext cx="129190" cy="151012"/>
            </a:xfrm>
            <a:custGeom>
              <a:avLst/>
              <a:gdLst/>
              <a:ahLst/>
              <a:cxnLst/>
              <a:rect l="l" t="t" r="r" b="b"/>
              <a:pathLst>
                <a:path w="2593" h="3031" extrusionOk="0">
                  <a:moveTo>
                    <a:pt x="2424" y="1"/>
                  </a:moveTo>
                  <a:lnTo>
                    <a:pt x="2391" y="34"/>
                  </a:lnTo>
                  <a:lnTo>
                    <a:pt x="2357" y="68"/>
                  </a:lnTo>
                  <a:lnTo>
                    <a:pt x="2054" y="68"/>
                  </a:lnTo>
                  <a:lnTo>
                    <a:pt x="1785" y="102"/>
                  </a:lnTo>
                  <a:lnTo>
                    <a:pt x="1212" y="203"/>
                  </a:lnTo>
                  <a:lnTo>
                    <a:pt x="909" y="203"/>
                  </a:lnTo>
                  <a:lnTo>
                    <a:pt x="606" y="135"/>
                  </a:lnTo>
                  <a:lnTo>
                    <a:pt x="303" y="135"/>
                  </a:lnTo>
                  <a:lnTo>
                    <a:pt x="169" y="169"/>
                  </a:lnTo>
                  <a:lnTo>
                    <a:pt x="34" y="236"/>
                  </a:lnTo>
                  <a:lnTo>
                    <a:pt x="0" y="270"/>
                  </a:lnTo>
                  <a:lnTo>
                    <a:pt x="0" y="304"/>
                  </a:lnTo>
                  <a:lnTo>
                    <a:pt x="68" y="338"/>
                  </a:lnTo>
                  <a:lnTo>
                    <a:pt x="303" y="371"/>
                  </a:lnTo>
                  <a:lnTo>
                    <a:pt x="539" y="405"/>
                  </a:lnTo>
                  <a:lnTo>
                    <a:pt x="1044" y="439"/>
                  </a:lnTo>
                  <a:lnTo>
                    <a:pt x="1381" y="439"/>
                  </a:lnTo>
                  <a:lnTo>
                    <a:pt x="1684" y="371"/>
                  </a:lnTo>
                  <a:lnTo>
                    <a:pt x="2020" y="304"/>
                  </a:lnTo>
                  <a:lnTo>
                    <a:pt x="2357" y="304"/>
                  </a:lnTo>
                  <a:lnTo>
                    <a:pt x="2323" y="809"/>
                  </a:lnTo>
                  <a:lnTo>
                    <a:pt x="2357" y="1314"/>
                  </a:lnTo>
                  <a:lnTo>
                    <a:pt x="2357" y="1954"/>
                  </a:lnTo>
                  <a:lnTo>
                    <a:pt x="2357" y="2290"/>
                  </a:lnTo>
                  <a:lnTo>
                    <a:pt x="2424" y="2627"/>
                  </a:lnTo>
                  <a:lnTo>
                    <a:pt x="2357" y="2593"/>
                  </a:lnTo>
                  <a:lnTo>
                    <a:pt x="1751" y="2661"/>
                  </a:lnTo>
                  <a:lnTo>
                    <a:pt x="1111" y="2728"/>
                  </a:lnTo>
                  <a:lnTo>
                    <a:pt x="606" y="2795"/>
                  </a:lnTo>
                  <a:lnTo>
                    <a:pt x="337" y="2863"/>
                  </a:lnTo>
                  <a:lnTo>
                    <a:pt x="101" y="2964"/>
                  </a:lnTo>
                  <a:lnTo>
                    <a:pt x="371" y="3031"/>
                  </a:lnTo>
                  <a:lnTo>
                    <a:pt x="606" y="2997"/>
                  </a:lnTo>
                  <a:lnTo>
                    <a:pt x="1111" y="2930"/>
                  </a:lnTo>
                  <a:lnTo>
                    <a:pt x="1751" y="2863"/>
                  </a:lnTo>
                  <a:lnTo>
                    <a:pt x="2357" y="2795"/>
                  </a:lnTo>
                  <a:lnTo>
                    <a:pt x="2424" y="2762"/>
                  </a:lnTo>
                  <a:lnTo>
                    <a:pt x="2458" y="2728"/>
                  </a:lnTo>
                  <a:lnTo>
                    <a:pt x="2458" y="2762"/>
                  </a:lnTo>
                  <a:lnTo>
                    <a:pt x="2525" y="2762"/>
                  </a:lnTo>
                  <a:lnTo>
                    <a:pt x="2559" y="2728"/>
                  </a:lnTo>
                  <a:lnTo>
                    <a:pt x="2593" y="2425"/>
                  </a:lnTo>
                  <a:lnTo>
                    <a:pt x="2593" y="2122"/>
                  </a:lnTo>
                  <a:lnTo>
                    <a:pt x="2593" y="1516"/>
                  </a:lnTo>
                  <a:lnTo>
                    <a:pt x="2559" y="775"/>
                  </a:lnTo>
                  <a:lnTo>
                    <a:pt x="2559" y="439"/>
                  </a:lnTo>
                  <a:lnTo>
                    <a:pt x="2492" y="68"/>
                  </a:lnTo>
                  <a:lnTo>
                    <a:pt x="2492" y="34"/>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3" name="Google Shape;810;p5">
              <a:extLst>
                <a:ext uri="{FF2B5EF4-FFF2-40B4-BE49-F238E27FC236}">
                  <a16:creationId xmlns:a16="http://schemas.microsoft.com/office/drawing/2014/main" id="{7CF9FA2A-D178-4D11-B8AC-05F5630C8891}"/>
                </a:ext>
              </a:extLst>
            </p:cNvPr>
            <p:cNvSpPr/>
            <p:nvPr/>
          </p:nvSpPr>
          <p:spPr>
            <a:xfrm>
              <a:off x="578788" y="536780"/>
              <a:ext cx="682768" cy="164414"/>
            </a:xfrm>
            <a:custGeom>
              <a:avLst/>
              <a:gdLst/>
              <a:ahLst/>
              <a:cxnLst/>
              <a:rect l="l" t="t" r="r" b="b"/>
              <a:pathLst>
                <a:path w="13704" h="3300" extrusionOk="0">
                  <a:moveTo>
                    <a:pt x="13366" y="337"/>
                  </a:moveTo>
                  <a:lnTo>
                    <a:pt x="13366" y="674"/>
                  </a:lnTo>
                  <a:lnTo>
                    <a:pt x="13366" y="1011"/>
                  </a:lnTo>
                  <a:lnTo>
                    <a:pt x="13434" y="2593"/>
                  </a:lnTo>
                  <a:lnTo>
                    <a:pt x="13400" y="2559"/>
                  </a:lnTo>
                  <a:lnTo>
                    <a:pt x="13030" y="2492"/>
                  </a:lnTo>
                  <a:lnTo>
                    <a:pt x="12659" y="2458"/>
                  </a:lnTo>
                  <a:lnTo>
                    <a:pt x="11986" y="2458"/>
                  </a:lnTo>
                  <a:lnTo>
                    <a:pt x="11279" y="2526"/>
                  </a:lnTo>
                  <a:lnTo>
                    <a:pt x="10572" y="2627"/>
                  </a:lnTo>
                  <a:lnTo>
                    <a:pt x="9697" y="2728"/>
                  </a:lnTo>
                  <a:lnTo>
                    <a:pt x="8855" y="2795"/>
                  </a:lnTo>
                  <a:lnTo>
                    <a:pt x="7171" y="2862"/>
                  </a:lnTo>
                  <a:lnTo>
                    <a:pt x="5488" y="2896"/>
                  </a:lnTo>
                  <a:lnTo>
                    <a:pt x="3805" y="2930"/>
                  </a:lnTo>
                  <a:lnTo>
                    <a:pt x="2088" y="2963"/>
                  </a:lnTo>
                  <a:lnTo>
                    <a:pt x="1246" y="2997"/>
                  </a:lnTo>
                  <a:lnTo>
                    <a:pt x="438" y="3064"/>
                  </a:lnTo>
                  <a:lnTo>
                    <a:pt x="404" y="2761"/>
                  </a:lnTo>
                  <a:lnTo>
                    <a:pt x="371" y="2425"/>
                  </a:lnTo>
                  <a:lnTo>
                    <a:pt x="270" y="1751"/>
                  </a:lnTo>
                  <a:lnTo>
                    <a:pt x="202" y="1145"/>
                  </a:lnTo>
                  <a:lnTo>
                    <a:pt x="135" y="842"/>
                  </a:lnTo>
                  <a:lnTo>
                    <a:pt x="68" y="573"/>
                  </a:lnTo>
                  <a:lnTo>
                    <a:pt x="1751" y="573"/>
                  </a:lnTo>
                  <a:lnTo>
                    <a:pt x="3434" y="539"/>
                  </a:lnTo>
                  <a:lnTo>
                    <a:pt x="6801" y="438"/>
                  </a:lnTo>
                  <a:lnTo>
                    <a:pt x="13366" y="337"/>
                  </a:lnTo>
                  <a:close/>
                  <a:moveTo>
                    <a:pt x="13467" y="1"/>
                  </a:moveTo>
                  <a:lnTo>
                    <a:pt x="13400" y="68"/>
                  </a:lnTo>
                  <a:lnTo>
                    <a:pt x="6801" y="236"/>
                  </a:lnTo>
                  <a:lnTo>
                    <a:pt x="3434" y="270"/>
                  </a:lnTo>
                  <a:lnTo>
                    <a:pt x="1751" y="304"/>
                  </a:lnTo>
                  <a:lnTo>
                    <a:pt x="68" y="371"/>
                  </a:lnTo>
                  <a:lnTo>
                    <a:pt x="34" y="405"/>
                  </a:lnTo>
                  <a:lnTo>
                    <a:pt x="0" y="438"/>
                  </a:lnTo>
                  <a:lnTo>
                    <a:pt x="0" y="506"/>
                  </a:lnTo>
                  <a:lnTo>
                    <a:pt x="0" y="842"/>
                  </a:lnTo>
                  <a:lnTo>
                    <a:pt x="0" y="1145"/>
                  </a:lnTo>
                  <a:lnTo>
                    <a:pt x="68" y="1751"/>
                  </a:lnTo>
                  <a:lnTo>
                    <a:pt x="135" y="2526"/>
                  </a:lnTo>
                  <a:lnTo>
                    <a:pt x="169" y="2896"/>
                  </a:lnTo>
                  <a:lnTo>
                    <a:pt x="270" y="3266"/>
                  </a:lnTo>
                  <a:lnTo>
                    <a:pt x="303" y="3300"/>
                  </a:lnTo>
                  <a:lnTo>
                    <a:pt x="337" y="3300"/>
                  </a:lnTo>
                  <a:lnTo>
                    <a:pt x="404" y="3266"/>
                  </a:lnTo>
                  <a:lnTo>
                    <a:pt x="404" y="3233"/>
                  </a:lnTo>
                  <a:lnTo>
                    <a:pt x="1212" y="3266"/>
                  </a:lnTo>
                  <a:lnTo>
                    <a:pt x="2054" y="3266"/>
                  </a:lnTo>
                  <a:lnTo>
                    <a:pt x="3670" y="3233"/>
                  </a:lnTo>
                  <a:lnTo>
                    <a:pt x="6936" y="3098"/>
                  </a:lnTo>
                  <a:lnTo>
                    <a:pt x="8518" y="3031"/>
                  </a:lnTo>
                  <a:lnTo>
                    <a:pt x="9326" y="2997"/>
                  </a:lnTo>
                  <a:lnTo>
                    <a:pt x="10101" y="2930"/>
                  </a:lnTo>
                  <a:lnTo>
                    <a:pt x="10909" y="2829"/>
                  </a:lnTo>
                  <a:lnTo>
                    <a:pt x="11717" y="2728"/>
                  </a:lnTo>
                  <a:lnTo>
                    <a:pt x="12525" y="2728"/>
                  </a:lnTo>
                  <a:lnTo>
                    <a:pt x="12929" y="2761"/>
                  </a:lnTo>
                  <a:lnTo>
                    <a:pt x="13333" y="2795"/>
                  </a:lnTo>
                  <a:lnTo>
                    <a:pt x="13434" y="2795"/>
                  </a:lnTo>
                  <a:lnTo>
                    <a:pt x="13467" y="2694"/>
                  </a:lnTo>
                  <a:lnTo>
                    <a:pt x="13535" y="2728"/>
                  </a:lnTo>
                  <a:lnTo>
                    <a:pt x="13602" y="2728"/>
                  </a:lnTo>
                  <a:lnTo>
                    <a:pt x="13669" y="2660"/>
                  </a:lnTo>
                  <a:lnTo>
                    <a:pt x="13703" y="2593"/>
                  </a:lnTo>
                  <a:lnTo>
                    <a:pt x="13636" y="1179"/>
                  </a:lnTo>
                  <a:lnTo>
                    <a:pt x="13636" y="741"/>
                  </a:lnTo>
                  <a:lnTo>
                    <a:pt x="13636" y="539"/>
                  </a:lnTo>
                  <a:lnTo>
                    <a:pt x="13602" y="304"/>
                  </a:lnTo>
                  <a:lnTo>
                    <a:pt x="13636" y="270"/>
                  </a:lnTo>
                  <a:lnTo>
                    <a:pt x="13669" y="169"/>
                  </a:lnTo>
                  <a:lnTo>
                    <a:pt x="13602" y="102"/>
                  </a:lnTo>
                  <a:lnTo>
                    <a:pt x="13535" y="68"/>
                  </a:lnTo>
                  <a:lnTo>
                    <a:pt x="13501" y="68"/>
                  </a:lnTo>
                  <a:lnTo>
                    <a:pt x="1346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4" name="Google Shape;811;p5">
              <a:extLst>
                <a:ext uri="{FF2B5EF4-FFF2-40B4-BE49-F238E27FC236}">
                  <a16:creationId xmlns:a16="http://schemas.microsoft.com/office/drawing/2014/main" id="{40DACD15-5823-4233-926C-913AD7E52C1A}"/>
                </a:ext>
              </a:extLst>
            </p:cNvPr>
            <p:cNvSpPr/>
            <p:nvPr/>
          </p:nvSpPr>
          <p:spPr>
            <a:xfrm>
              <a:off x="1454369" y="409284"/>
              <a:ext cx="35274" cy="31936"/>
            </a:xfrm>
            <a:custGeom>
              <a:avLst/>
              <a:gdLst/>
              <a:ahLst/>
              <a:cxnLst/>
              <a:rect l="l" t="t" r="r" b="b"/>
              <a:pathLst>
                <a:path w="708" h="641" extrusionOk="0">
                  <a:moveTo>
                    <a:pt x="68" y="1"/>
                  </a:moveTo>
                  <a:lnTo>
                    <a:pt x="1" y="34"/>
                  </a:lnTo>
                  <a:lnTo>
                    <a:pt x="1" y="68"/>
                  </a:lnTo>
                  <a:lnTo>
                    <a:pt x="35" y="102"/>
                  </a:lnTo>
                  <a:lnTo>
                    <a:pt x="169" y="203"/>
                  </a:lnTo>
                  <a:lnTo>
                    <a:pt x="371" y="270"/>
                  </a:lnTo>
                  <a:lnTo>
                    <a:pt x="102" y="472"/>
                  </a:lnTo>
                  <a:lnTo>
                    <a:pt x="68" y="539"/>
                  </a:lnTo>
                  <a:lnTo>
                    <a:pt x="102" y="607"/>
                  </a:lnTo>
                  <a:lnTo>
                    <a:pt x="169" y="640"/>
                  </a:lnTo>
                  <a:lnTo>
                    <a:pt x="237" y="640"/>
                  </a:lnTo>
                  <a:lnTo>
                    <a:pt x="439" y="472"/>
                  </a:lnTo>
                  <a:lnTo>
                    <a:pt x="641" y="304"/>
                  </a:lnTo>
                  <a:lnTo>
                    <a:pt x="674" y="270"/>
                  </a:lnTo>
                  <a:lnTo>
                    <a:pt x="708" y="203"/>
                  </a:lnTo>
                  <a:lnTo>
                    <a:pt x="674" y="169"/>
                  </a:lnTo>
                  <a:lnTo>
                    <a:pt x="607" y="135"/>
                  </a:lnTo>
                  <a:lnTo>
                    <a:pt x="338" y="34"/>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5" name="Google Shape;812;p5">
              <a:extLst>
                <a:ext uri="{FF2B5EF4-FFF2-40B4-BE49-F238E27FC236}">
                  <a16:creationId xmlns:a16="http://schemas.microsoft.com/office/drawing/2014/main" id="{4E39ECF5-5245-4873-A76F-878A412B13DA}"/>
                </a:ext>
              </a:extLst>
            </p:cNvPr>
            <p:cNvSpPr/>
            <p:nvPr/>
          </p:nvSpPr>
          <p:spPr>
            <a:xfrm>
              <a:off x="50" y="439477"/>
              <a:ext cx="139304" cy="130884"/>
            </a:xfrm>
            <a:custGeom>
              <a:avLst/>
              <a:gdLst/>
              <a:ahLst/>
              <a:cxnLst/>
              <a:rect l="l" t="t" r="r" b="b"/>
              <a:pathLst>
                <a:path w="2796" h="2627" extrusionOk="0">
                  <a:moveTo>
                    <a:pt x="2627" y="1"/>
                  </a:moveTo>
                  <a:lnTo>
                    <a:pt x="2593" y="34"/>
                  </a:lnTo>
                  <a:lnTo>
                    <a:pt x="2560" y="68"/>
                  </a:lnTo>
                  <a:lnTo>
                    <a:pt x="2492" y="236"/>
                  </a:lnTo>
                  <a:lnTo>
                    <a:pt x="1819" y="169"/>
                  </a:lnTo>
                  <a:lnTo>
                    <a:pt x="1145" y="135"/>
                  </a:lnTo>
                  <a:lnTo>
                    <a:pt x="573" y="135"/>
                  </a:lnTo>
                  <a:lnTo>
                    <a:pt x="1" y="169"/>
                  </a:lnTo>
                  <a:lnTo>
                    <a:pt x="1" y="371"/>
                  </a:lnTo>
                  <a:lnTo>
                    <a:pt x="1684" y="371"/>
                  </a:lnTo>
                  <a:lnTo>
                    <a:pt x="2458" y="405"/>
                  </a:lnTo>
                  <a:lnTo>
                    <a:pt x="2425" y="876"/>
                  </a:lnTo>
                  <a:lnTo>
                    <a:pt x="2458" y="1347"/>
                  </a:lnTo>
                  <a:lnTo>
                    <a:pt x="2526" y="2257"/>
                  </a:lnTo>
                  <a:lnTo>
                    <a:pt x="1953" y="2324"/>
                  </a:lnTo>
                  <a:lnTo>
                    <a:pt x="1179" y="2358"/>
                  </a:lnTo>
                  <a:lnTo>
                    <a:pt x="472" y="2391"/>
                  </a:lnTo>
                  <a:lnTo>
                    <a:pt x="169" y="2358"/>
                  </a:lnTo>
                  <a:lnTo>
                    <a:pt x="1" y="2324"/>
                  </a:lnTo>
                  <a:lnTo>
                    <a:pt x="1" y="2492"/>
                  </a:lnTo>
                  <a:lnTo>
                    <a:pt x="640" y="2593"/>
                  </a:lnTo>
                  <a:lnTo>
                    <a:pt x="1314" y="2627"/>
                  </a:lnTo>
                  <a:lnTo>
                    <a:pt x="1987" y="2560"/>
                  </a:lnTo>
                  <a:lnTo>
                    <a:pt x="2627" y="2459"/>
                  </a:lnTo>
                  <a:lnTo>
                    <a:pt x="2728" y="2459"/>
                  </a:lnTo>
                  <a:lnTo>
                    <a:pt x="2795" y="2391"/>
                  </a:lnTo>
                  <a:lnTo>
                    <a:pt x="2795" y="2324"/>
                  </a:lnTo>
                  <a:lnTo>
                    <a:pt x="2728" y="1718"/>
                  </a:lnTo>
                  <a:lnTo>
                    <a:pt x="2694" y="1112"/>
                  </a:lnTo>
                  <a:lnTo>
                    <a:pt x="2728" y="573"/>
                  </a:lnTo>
                  <a:lnTo>
                    <a:pt x="2728" y="337"/>
                  </a:lnTo>
                  <a:lnTo>
                    <a:pt x="2694" y="68"/>
                  </a:lnTo>
                  <a:lnTo>
                    <a:pt x="2661" y="34"/>
                  </a:lnTo>
                  <a:lnTo>
                    <a:pt x="262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6" name="Google Shape;813;p5">
              <a:extLst>
                <a:ext uri="{FF2B5EF4-FFF2-40B4-BE49-F238E27FC236}">
                  <a16:creationId xmlns:a16="http://schemas.microsoft.com/office/drawing/2014/main" id="{FA8008C1-BC28-4395-BAF7-07F15639CC78}"/>
                </a:ext>
              </a:extLst>
            </p:cNvPr>
            <p:cNvSpPr/>
            <p:nvPr/>
          </p:nvSpPr>
          <p:spPr>
            <a:xfrm>
              <a:off x="261718" y="-7"/>
              <a:ext cx="120869" cy="20178"/>
            </a:xfrm>
            <a:custGeom>
              <a:avLst/>
              <a:gdLst/>
              <a:ahLst/>
              <a:cxnLst/>
              <a:rect l="l" t="t" r="r" b="b"/>
              <a:pathLst>
                <a:path w="2426" h="405" extrusionOk="0">
                  <a:moveTo>
                    <a:pt x="2189" y="1"/>
                  </a:moveTo>
                  <a:lnTo>
                    <a:pt x="2223" y="169"/>
                  </a:lnTo>
                  <a:lnTo>
                    <a:pt x="1684" y="169"/>
                  </a:lnTo>
                  <a:lnTo>
                    <a:pt x="1112" y="203"/>
                  </a:lnTo>
                  <a:lnTo>
                    <a:pt x="540" y="169"/>
                  </a:lnTo>
                  <a:lnTo>
                    <a:pt x="270" y="169"/>
                  </a:lnTo>
                  <a:lnTo>
                    <a:pt x="1" y="236"/>
                  </a:lnTo>
                  <a:lnTo>
                    <a:pt x="237" y="304"/>
                  </a:lnTo>
                  <a:lnTo>
                    <a:pt x="472" y="337"/>
                  </a:lnTo>
                  <a:lnTo>
                    <a:pt x="977" y="371"/>
                  </a:lnTo>
                  <a:lnTo>
                    <a:pt x="1651" y="405"/>
                  </a:lnTo>
                  <a:lnTo>
                    <a:pt x="1954" y="371"/>
                  </a:lnTo>
                  <a:lnTo>
                    <a:pt x="2290" y="270"/>
                  </a:lnTo>
                  <a:lnTo>
                    <a:pt x="2358" y="270"/>
                  </a:lnTo>
                  <a:lnTo>
                    <a:pt x="2391" y="236"/>
                  </a:lnTo>
                  <a:lnTo>
                    <a:pt x="2425" y="203"/>
                  </a:lnTo>
                  <a:lnTo>
                    <a:pt x="239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7" name="Google Shape;814;p5">
              <a:extLst>
                <a:ext uri="{FF2B5EF4-FFF2-40B4-BE49-F238E27FC236}">
                  <a16:creationId xmlns:a16="http://schemas.microsoft.com/office/drawing/2014/main" id="{E1DE02A3-DBA4-4DDF-AB4F-E2E0E109D99F}"/>
                </a:ext>
              </a:extLst>
            </p:cNvPr>
            <p:cNvSpPr/>
            <p:nvPr/>
          </p:nvSpPr>
          <p:spPr>
            <a:xfrm>
              <a:off x="50" y="578731"/>
              <a:ext cx="107417" cy="139254"/>
            </a:xfrm>
            <a:custGeom>
              <a:avLst/>
              <a:gdLst/>
              <a:ahLst/>
              <a:cxnLst/>
              <a:rect l="l" t="t" r="r" b="b"/>
              <a:pathLst>
                <a:path w="2156" h="2795" extrusionOk="0">
                  <a:moveTo>
                    <a:pt x="1583" y="0"/>
                  </a:moveTo>
                  <a:lnTo>
                    <a:pt x="1179" y="34"/>
                  </a:lnTo>
                  <a:lnTo>
                    <a:pt x="607" y="68"/>
                  </a:lnTo>
                  <a:lnTo>
                    <a:pt x="304" y="68"/>
                  </a:lnTo>
                  <a:lnTo>
                    <a:pt x="1" y="101"/>
                  </a:lnTo>
                  <a:lnTo>
                    <a:pt x="1" y="270"/>
                  </a:lnTo>
                  <a:lnTo>
                    <a:pt x="741" y="270"/>
                  </a:lnTo>
                  <a:lnTo>
                    <a:pt x="1785" y="202"/>
                  </a:lnTo>
                  <a:lnTo>
                    <a:pt x="1819" y="236"/>
                  </a:lnTo>
                  <a:lnTo>
                    <a:pt x="1886" y="236"/>
                  </a:lnTo>
                  <a:lnTo>
                    <a:pt x="1886" y="270"/>
                  </a:lnTo>
                  <a:lnTo>
                    <a:pt x="1920" y="236"/>
                  </a:lnTo>
                  <a:lnTo>
                    <a:pt x="1886" y="573"/>
                  </a:lnTo>
                  <a:lnTo>
                    <a:pt x="1886" y="909"/>
                  </a:lnTo>
                  <a:lnTo>
                    <a:pt x="1920" y="1684"/>
                  </a:lnTo>
                  <a:lnTo>
                    <a:pt x="1953" y="2458"/>
                  </a:lnTo>
                  <a:lnTo>
                    <a:pt x="1482" y="2458"/>
                  </a:lnTo>
                  <a:lnTo>
                    <a:pt x="1011" y="2492"/>
                  </a:lnTo>
                  <a:lnTo>
                    <a:pt x="506" y="2492"/>
                  </a:lnTo>
                  <a:lnTo>
                    <a:pt x="236" y="2525"/>
                  </a:lnTo>
                  <a:lnTo>
                    <a:pt x="102" y="2559"/>
                  </a:lnTo>
                  <a:lnTo>
                    <a:pt x="1" y="2593"/>
                  </a:lnTo>
                  <a:lnTo>
                    <a:pt x="1" y="2727"/>
                  </a:lnTo>
                  <a:lnTo>
                    <a:pt x="102" y="2761"/>
                  </a:lnTo>
                  <a:lnTo>
                    <a:pt x="203" y="2795"/>
                  </a:lnTo>
                  <a:lnTo>
                    <a:pt x="438" y="2795"/>
                  </a:lnTo>
                  <a:lnTo>
                    <a:pt x="876" y="2761"/>
                  </a:lnTo>
                  <a:lnTo>
                    <a:pt x="1415" y="2761"/>
                  </a:lnTo>
                  <a:lnTo>
                    <a:pt x="1718" y="2727"/>
                  </a:lnTo>
                  <a:lnTo>
                    <a:pt x="1987" y="2694"/>
                  </a:lnTo>
                  <a:lnTo>
                    <a:pt x="2021" y="2727"/>
                  </a:lnTo>
                  <a:lnTo>
                    <a:pt x="2088" y="2727"/>
                  </a:lnTo>
                  <a:lnTo>
                    <a:pt x="2155" y="2694"/>
                  </a:lnTo>
                  <a:lnTo>
                    <a:pt x="2155" y="2626"/>
                  </a:lnTo>
                  <a:lnTo>
                    <a:pt x="2088" y="1078"/>
                  </a:lnTo>
                  <a:lnTo>
                    <a:pt x="2088" y="539"/>
                  </a:lnTo>
                  <a:lnTo>
                    <a:pt x="2088" y="303"/>
                  </a:lnTo>
                  <a:lnTo>
                    <a:pt x="2021" y="68"/>
                  </a:lnTo>
                  <a:lnTo>
                    <a:pt x="2021" y="34"/>
                  </a:lnTo>
                  <a:lnTo>
                    <a:pt x="1987" y="68"/>
                  </a:lnTo>
                  <a:lnTo>
                    <a:pt x="1987" y="101"/>
                  </a:lnTo>
                  <a:lnTo>
                    <a:pt x="1953" y="68"/>
                  </a:lnTo>
                  <a:lnTo>
                    <a:pt x="1886" y="34"/>
                  </a:lnTo>
                  <a:lnTo>
                    <a:pt x="178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8" name="Google Shape;815;p5">
              <a:extLst>
                <a:ext uri="{FF2B5EF4-FFF2-40B4-BE49-F238E27FC236}">
                  <a16:creationId xmlns:a16="http://schemas.microsoft.com/office/drawing/2014/main" id="{A95DEB46-1190-418E-B544-637E38287BED}"/>
                </a:ext>
              </a:extLst>
            </p:cNvPr>
            <p:cNvSpPr/>
            <p:nvPr/>
          </p:nvSpPr>
          <p:spPr>
            <a:xfrm>
              <a:off x="154400" y="432801"/>
              <a:ext cx="124158" cy="134222"/>
            </a:xfrm>
            <a:custGeom>
              <a:avLst/>
              <a:gdLst/>
              <a:ahLst/>
              <a:cxnLst/>
              <a:rect l="l" t="t" r="r" b="b"/>
              <a:pathLst>
                <a:path w="2492" h="2694" extrusionOk="0">
                  <a:moveTo>
                    <a:pt x="2290" y="202"/>
                  </a:moveTo>
                  <a:lnTo>
                    <a:pt x="2222" y="707"/>
                  </a:lnTo>
                  <a:lnTo>
                    <a:pt x="2189" y="1246"/>
                  </a:lnTo>
                  <a:lnTo>
                    <a:pt x="2222" y="1784"/>
                  </a:lnTo>
                  <a:lnTo>
                    <a:pt x="2290" y="2323"/>
                  </a:lnTo>
                  <a:lnTo>
                    <a:pt x="1818" y="2323"/>
                  </a:lnTo>
                  <a:lnTo>
                    <a:pt x="1347" y="2357"/>
                  </a:lnTo>
                  <a:lnTo>
                    <a:pt x="371" y="2357"/>
                  </a:lnTo>
                  <a:lnTo>
                    <a:pt x="270" y="1279"/>
                  </a:lnTo>
                  <a:lnTo>
                    <a:pt x="169" y="236"/>
                  </a:lnTo>
                  <a:lnTo>
                    <a:pt x="707" y="269"/>
                  </a:lnTo>
                  <a:lnTo>
                    <a:pt x="1246" y="269"/>
                  </a:lnTo>
                  <a:lnTo>
                    <a:pt x="2290" y="202"/>
                  </a:lnTo>
                  <a:close/>
                  <a:moveTo>
                    <a:pt x="1751" y="0"/>
                  </a:moveTo>
                  <a:lnTo>
                    <a:pt x="1212" y="34"/>
                  </a:lnTo>
                  <a:lnTo>
                    <a:pt x="674" y="34"/>
                  </a:lnTo>
                  <a:lnTo>
                    <a:pt x="135" y="67"/>
                  </a:lnTo>
                  <a:lnTo>
                    <a:pt x="101" y="101"/>
                  </a:lnTo>
                  <a:lnTo>
                    <a:pt x="68" y="135"/>
                  </a:lnTo>
                  <a:lnTo>
                    <a:pt x="34" y="168"/>
                  </a:lnTo>
                  <a:lnTo>
                    <a:pt x="34" y="202"/>
                  </a:lnTo>
                  <a:lnTo>
                    <a:pt x="0" y="808"/>
                  </a:lnTo>
                  <a:lnTo>
                    <a:pt x="0" y="1414"/>
                  </a:lnTo>
                  <a:lnTo>
                    <a:pt x="68" y="2020"/>
                  </a:lnTo>
                  <a:lnTo>
                    <a:pt x="169" y="2626"/>
                  </a:lnTo>
                  <a:lnTo>
                    <a:pt x="236" y="2660"/>
                  </a:lnTo>
                  <a:lnTo>
                    <a:pt x="303" y="2694"/>
                  </a:lnTo>
                  <a:lnTo>
                    <a:pt x="371" y="2660"/>
                  </a:lnTo>
                  <a:lnTo>
                    <a:pt x="404" y="2559"/>
                  </a:lnTo>
                  <a:lnTo>
                    <a:pt x="371" y="2492"/>
                  </a:lnTo>
                  <a:lnTo>
                    <a:pt x="842" y="2559"/>
                  </a:lnTo>
                  <a:lnTo>
                    <a:pt x="1347" y="2593"/>
                  </a:lnTo>
                  <a:lnTo>
                    <a:pt x="1818" y="2593"/>
                  </a:lnTo>
                  <a:lnTo>
                    <a:pt x="2054" y="2559"/>
                  </a:lnTo>
                  <a:lnTo>
                    <a:pt x="2290" y="2492"/>
                  </a:lnTo>
                  <a:lnTo>
                    <a:pt x="2323" y="2458"/>
                  </a:lnTo>
                  <a:lnTo>
                    <a:pt x="2323" y="2391"/>
                  </a:lnTo>
                  <a:lnTo>
                    <a:pt x="2424" y="2391"/>
                  </a:lnTo>
                  <a:lnTo>
                    <a:pt x="2458" y="2357"/>
                  </a:lnTo>
                  <a:lnTo>
                    <a:pt x="2458" y="2290"/>
                  </a:lnTo>
                  <a:lnTo>
                    <a:pt x="2492" y="1784"/>
                  </a:lnTo>
                  <a:lnTo>
                    <a:pt x="2458" y="1246"/>
                  </a:lnTo>
                  <a:lnTo>
                    <a:pt x="2424" y="707"/>
                  </a:lnTo>
                  <a:lnTo>
                    <a:pt x="2357" y="168"/>
                  </a:lnTo>
                  <a:lnTo>
                    <a:pt x="2391" y="101"/>
                  </a:lnTo>
                  <a:lnTo>
                    <a:pt x="2391" y="67"/>
                  </a:lnTo>
                  <a:lnTo>
                    <a:pt x="235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39" name="Google Shape;816;p5">
              <a:extLst>
                <a:ext uri="{FF2B5EF4-FFF2-40B4-BE49-F238E27FC236}">
                  <a16:creationId xmlns:a16="http://schemas.microsoft.com/office/drawing/2014/main" id="{B9739574-DC8A-4D7E-A7BA-5906B3EBDDD2}"/>
                </a:ext>
              </a:extLst>
            </p:cNvPr>
            <p:cNvSpPr/>
            <p:nvPr/>
          </p:nvSpPr>
          <p:spPr>
            <a:xfrm>
              <a:off x="1585252" y="248258"/>
              <a:ext cx="13452" cy="115787"/>
            </a:xfrm>
            <a:custGeom>
              <a:avLst/>
              <a:gdLst/>
              <a:ahLst/>
              <a:cxnLst/>
              <a:rect l="l" t="t" r="r" b="b"/>
              <a:pathLst>
                <a:path w="270" h="2324" extrusionOk="0">
                  <a:moveTo>
                    <a:pt x="67" y="1"/>
                  </a:moveTo>
                  <a:lnTo>
                    <a:pt x="34" y="34"/>
                  </a:lnTo>
                  <a:lnTo>
                    <a:pt x="34" y="304"/>
                  </a:lnTo>
                  <a:lnTo>
                    <a:pt x="34" y="539"/>
                  </a:lnTo>
                  <a:lnTo>
                    <a:pt x="34" y="1078"/>
                  </a:lnTo>
                  <a:lnTo>
                    <a:pt x="0" y="1684"/>
                  </a:lnTo>
                  <a:lnTo>
                    <a:pt x="0" y="1987"/>
                  </a:lnTo>
                  <a:lnTo>
                    <a:pt x="34" y="2256"/>
                  </a:lnTo>
                  <a:lnTo>
                    <a:pt x="67" y="2324"/>
                  </a:lnTo>
                  <a:lnTo>
                    <a:pt x="168" y="2324"/>
                  </a:lnTo>
                  <a:lnTo>
                    <a:pt x="202" y="2290"/>
                  </a:lnTo>
                  <a:lnTo>
                    <a:pt x="236" y="1987"/>
                  </a:lnTo>
                  <a:lnTo>
                    <a:pt x="269" y="1684"/>
                  </a:lnTo>
                  <a:lnTo>
                    <a:pt x="236" y="1078"/>
                  </a:lnTo>
                  <a:lnTo>
                    <a:pt x="236" y="539"/>
                  </a:lnTo>
                  <a:lnTo>
                    <a:pt x="202" y="270"/>
                  </a:lnTo>
                  <a:lnTo>
                    <a:pt x="135" y="34"/>
                  </a:lnTo>
                  <a:lnTo>
                    <a:pt x="1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0" name="Google Shape;817;p5">
              <a:extLst>
                <a:ext uri="{FF2B5EF4-FFF2-40B4-BE49-F238E27FC236}">
                  <a16:creationId xmlns:a16="http://schemas.microsoft.com/office/drawing/2014/main" id="{F083338A-202A-4A56-B2C6-4ACC6B090632}"/>
                </a:ext>
              </a:extLst>
            </p:cNvPr>
            <p:cNvSpPr/>
            <p:nvPr/>
          </p:nvSpPr>
          <p:spPr>
            <a:xfrm>
              <a:off x="538531" y="325433"/>
              <a:ext cx="36918" cy="52065"/>
            </a:xfrm>
            <a:custGeom>
              <a:avLst/>
              <a:gdLst/>
              <a:ahLst/>
              <a:cxnLst/>
              <a:rect l="l" t="t" r="r" b="b"/>
              <a:pathLst>
                <a:path w="741" h="1045" extrusionOk="0">
                  <a:moveTo>
                    <a:pt x="438" y="270"/>
                  </a:moveTo>
                  <a:lnTo>
                    <a:pt x="539" y="303"/>
                  </a:lnTo>
                  <a:lnTo>
                    <a:pt x="573" y="371"/>
                  </a:lnTo>
                  <a:lnTo>
                    <a:pt x="606" y="438"/>
                  </a:lnTo>
                  <a:lnTo>
                    <a:pt x="606" y="606"/>
                  </a:lnTo>
                  <a:lnTo>
                    <a:pt x="539" y="674"/>
                  </a:lnTo>
                  <a:lnTo>
                    <a:pt x="505" y="741"/>
                  </a:lnTo>
                  <a:lnTo>
                    <a:pt x="337" y="842"/>
                  </a:lnTo>
                  <a:lnTo>
                    <a:pt x="303" y="842"/>
                  </a:lnTo>
                  <a:lnTo>
                    <a:pt x="270" y="472"/>
                  </a:lnTo>
                  <a:lnTo>
                    <a:pt x="303" y="270"/>
                  </a:lnTo>
                  <a:lnTo>
                    <a:pt x="337" y="303"/>
                  </a:lnTo>
                  <a:lnTo>
                    <a:pt x="438" y="270"/>
                  </a:lnTo>
                  <a:close/>
                  <a:moveTo>
                    <a:pt x="270" y="0"/>
                  </a:moveTo>
                  <a:lnTo>
                    <a:pt x="270" y="34"/>
                  </a:lnTo>
                  <a:lnTo>
                    <a:pt x="202" y="101"/>
                  </a:lnTo>
                  <a:lnTo>
                    <a:pt x="135" y="202"/>
                  </a:lnTo>
                  <a:lnTo>
                    <a:pt x="101" y="404"/>
                  </a:lnTo>
                  <a:lnTo>
                    <a:pt x="101" y="640"/>
                  </a:lnTo>
                  <a:lnTo>
                    <a:pt x="135" y="876"/>
                  </a:lnTo>
                  <a:lnTo>
                    <a:pt x="34" y="876"/>
                  </a:lnTo>
                  <a:lnTo>
                    <a:pt x="0" y="909"/>
                  </a:lnTo>
                  <a:lnTo>
                    <a:pt x="0" y="943"/>
                  </a:lnTo>
                  <a:lnTo>
                    <a:pt x="0" y="1010"/>
                  </a:lnTo>
                  <a:lnTo>
                    <a:pt x="34" y="1010"/>
                  </a:lnTo>
                  <a:lnTo>
                    <a:pt x="135" y="1044"/>
                  </a:lnTo>
                  <a:lnTo>
                    <a:pt x="236" y="1044"/>
                  </a:lnTo>
                  <a:lnTo>
                    <a:pt x="337" y="1010"/>
                  </a:lnTo>
                  <a:lnTo>
                    <a:pt x="438" y="977"/>
                  </a:lnTo>
                  <a:lnTo>
                    <a:pt x="606" y="808"/>
                  </a:lnTo>
                  <a:lnTo>
                    <a:pt x="741" y="640"/>
                  </a:lnTo>
                  <a:lnTo>
                    <a:pt x="741" y="539"/>
                  </a:lnTo>
                  <a:lnTo>
                    <a:pt x="741" y="438"/>
                  </a:lnTo>
                  <a:lnTo>
                    <a:pt x="707" y="337"/>
                  </a:lnTo>
                  <a:lnTo>
                    <a:pt x="674" y="236"/>
                  </a:lnTo>
                  <a:lnTo>
                    <a:pt x="606" y="169"/>
                  </a:lnTo>
                  <a:lnTo>
                    <a:pt x="303" y="169"/>
                  </a:lnTo>
                  <a:lnTo>
                    <a:pt x="303" y="34"/>
                  </a:lnTo>
                  <a:lnTo>
                    <a:pt x="27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1" name="Google Shape;818;p5">
              <a:extLst>
                <a:ext uri="{FF2B5EF4-FFF2-40B4-BE49-F238E27FC236}">
                  <a16:creationId xmlns:a16="http://schemas.microsoft.com/office/drawing/2014/main" id="{B21223FB-454C-4AFC-AAB7-C2E2DFE0BA5F}"/>
                </a:ext>
              </a:extLst>
            </p:cNvPr>
            <p:cNvSpPr/>
            <p:nvPr/>
          </p:nvSpPr>
          <p:spPr>
            <a:xfrm>
              <a:off x="260073" y="566973"/>
              <a:ext cx="125852" cy="137610"/>
            </a:xfrm>
            <a:custGeom>
              <a:avLst/>
              <a:gdLst/>
              <a:ahLst/>
              <a:cxnLst/>
              <a:rect l="l" t="t" r="r" b="b"/>
              <a:pathLst>
                <a:path w="2526" h="2762" extrusionOk="0">
                  <a:moveTo>
                    <a:pt x="2256" y="236"/>
                  </a:moveTo>
                  <a:lnTo>
                    <a:pt x="2256" y="640"/>
                  </a:lnTo>
                  <a:lnTo>
                    <a:pt x="2290" y="1078"/>
                  </a:lnTo>
                  <a:lnTo>
                    <a:pt x="2290" y="1785"/>
                  </a:lnTo>
                  <a:lnTo>
                    <a:pt x="2323" y="2492"/>
                  </a:lnTo>
                  <a:lnTo>
                    <a:pt x="1448" y="2492"/>
                  </a:lnTo>
                  <a:lnTo>
                    <a:pt x="909" y="2526"/>
                  </a:lnTo>
                  <a:lnTo>
                    <a:pt x="640" y="2559"/>
                  </a:lnTo>
                  <a:lnTo>
                    <a:pt x="371" y="2593"/>
                  </a:lnTo>
                  <a:lnTo>
                    <a:pt x="337" y="1886"/>
                  </a:lnTo>
                  <a:lnTo>
                    <a:pt x="236" y="1145"/>
                  </a:lnTo>
                  <a:lnTo>
                    <a:pt x="202" y="708"/>
                  </a:lnTo>
                  <a:lnTo>
                    <a:pt x="135" y="270"/>
                  </a:lnTo>
                  <a:lnTo>
                    <a:pt x="1179" y="270"/>
                  </a:lnTo>
                  <a:lnTo>
                    <a:pt x="2256" y="236"/>
                  </a:lnTo>
                  <a:close/>
                  <a:moveTo>
                    <a:pt x="2222" y="1"/>
                  </a:moveTo>
                  <a:lnTo>
                    <a:pt x="1179" y="34"/>
                  </a:lnTo>
                  <a:lnTo>
                    <a:pt x="640" y="34"/>
                  </a:lnTo>
                  <a:lnTo>
                    <a:pt x="135" y="68"/>
                  </a:lnTo>
                  <a:lnTo>
                    <a:pt x="68" y="135"/>
                  </a:lnTo>
                  <a:lnTo>
                    <a:pt x="34" y="203"/>
                  </a:lnTo>
                  <a:lnTo>
                    <a:pt x="0" y="438"/>
                  </a:lnTo>
                  <a:lnTo>
                    <a:pt x="0" y="674"/>
                  </a:lnTo>
                  <a:lnTo>
                    <a:pt x="34" y="1145"/>
                  </a:lnTo>
                  <a:lnTo>
                    <a:pt x="101" y="1920"/>
                  </a:lnTo>
                  <a:lnTo>
                    <a:pt x="135" y="2357"/>
                  </a:lnTo>
                  <a:lnTo>
                    <a:pt x="236" y="2694"/>
                  </a:lnTo>
                  <a:lnTo>
                    <a:pt x="236" y="2728"/>
                  </a:lnTo>
                  <a:lnTo>
                    <a:pt x="270" y="2761"/>
                  </a:lnTo>
                  <a:lnTo>
                    <a:pt x="337" y="2728"/>
                  </a:lnTo>
                  <a:lnTo>
                    <a:pt x="371" y="2728"/>
                  </a:lnTo>
                  <a:lnTo>
                    <a:pt x="606" y="2761"/>
                  </a:lnTo>
                  <a:lnTo>
                    <a:pt x="842" y="2761"/>
                  </a:lnTo>
                  <a:lnTo>
                    <a:pt x="1313" y="2728"/>
                  </a:lnTo>
                  <a:lnTo>
                    <a:pt x="2088" y="2728"/>
                  </a:lnTo>
                  <a:lnTo>
                    <a:pt x="2357" y="2694"/>
                  </a:lnTo>
                  <a:lnTo>
                    <a:pt x="2492" y="2694"/>
                  </a:lnTo>
                  <a:lnTo>
                    <a:pt x="2492" y="2660"/>
                  </a:lnTo>
                  <a:lnTo>
                    <a:pt x="2525" y="2324"/>
                  </a:lnTo>
                  <a:lnTo>
                    <a:pt x="2525" y="1953"/>
                  </a:lnTo>
                  <a:lnTo>
                    <a:pt x="2492" y="1246"/>
                  </a:lnTo>
                  <a:lnTo>
                    <a:pt x="2458" y="640"/>
                  </a:lnTo>
                  <a:lnTo>
                    <a:pt x="2424" y="337"/>
                  </a:lnTo>
                  <a:lnTo>
                    <a:pt x="2357" y="68"/>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2" name="Google Shape;819;p5">
              <a:extLst>
                <a:ext uri="{FF2B5EF4-FFF2-40B4-BE49-F238E27FC236}">
                  <a16:creationId xmlns:a16="http://schemas.microsoft.com/office/drawing/2014/main" id="{6BA0F0D3-E290-4F32-9FD3-F6B631D72F59}"/>
                </a:ext>
              </a:extLst>
            </p:cNvPr>
            <p:cNvSpPr/>
            <p:nvPr/>
          </p:nvSpPr>
          <p:spPr>
            <a:xfrm>
              <a:off x="494887" y="283483"/>
              <a:ext cx="124207" cy="130884"/>
            </a:xfrm>
            <a:custGeom>
              <a:avLst/>
              <a:gdLst/>
              <a:ahLst/>
              <a:cxnLst/>
              <a:rect l="l" t="t" r="r" b="b"/>
              <a:pathLst>
                <a:path w="2493" h="2627" extrusionOk="0">
                  <a:moveTo>
                    <a:pt x="2223" y="135"/>
                  </a:moveTo>
                  <a:lnTo>
                    <a:pt x="2257" y="1213"/>
                  </a:lnTo>
                  <a:lnTo>
                    <a:pt x="2223" y="2290"/>
                  </a:lnTo>
                  <a:lnTo>
                    <a:pt x="1752" y="2324"/>
                  </a:lnTo>
                  <a:lnTo>
                    <a:pt x="1247" y="2357"/>
                  </a:lnTo>
                  <a:lnTo>
                    <a:pt x="775" y="2357"/>
                  </a:lnTo>
                  <a:lnTo>
                    <a:pt x="539" y="2391"/>
                  </a:lnTo>
                  <a:lnTo>
                    <a:pt x="337" y="2425"/>
                  </a:lnTo>
                  <a:lnTo>
                    <a:pt x="304" y="2425"/>
                  </a:lnTo>
                  <a:lnTo>
                    <a:pt x="304" y="2391"/>
                  </a:lnTo>
                  <a:lnTo>
                    <a:pt x="337" y="1886"/>
                  </a:lnTo>
                  <a:lnTo>
                    <a:pt x="304" y="1347"/>
                  </a:lnTo>
                  <a:lnTo>
                    <a:pt x="236" y="809"/>
                  </a:lnTo>
                  <a:lnTo>
                    <a:pt x="135" y="270"/>
                  </a:lnTo>
                  <a:lnTo>
                    <a:pt x="1213" y="270"/>
                  </a:lnTo>
                  <a:lnTo>
                    <a:pt x="1718" y="236"/>
                  </a:lnTo>
                  <a:lnTo>
                    <a:pt x="2223" y="135"/>
                  </a:lnTo>
                  <a:close/>
                  <a:moveTo>
                    <a:pt x="1718" y="1"/>
                  </a:moveTo>
                  <a:lnTo>
                    <a:pt x="1179" y="34"/>
                  </a:lnTo>
                  <a:lnTo>
                    <a:pt x="640" y="68"/>
                  </a:lnTo>
                  <a:lnTo>
                    <a:pt x="102" y="68"/>
                  </a:lnTo>
                  <a:lnTo>
                    <a:pt x="34" y="102"/>
                  </a:lnTo>
                  <a:lnTo>
                    <a:pt x="1" y="135"/>
                  </a:lnTo>
                  <a:lnTo>
                    <a:pt x="1" y="203"/>
                  </a:lnTo>
                  <a:lnTo>
                    <a:pt x="34" y="270"/>
                  </a:lnTo>
                  <a:lnTo>
                    <a:pt x="34" y="775"/>
                  </a:lnTo>
                  <a:lnTo>
                    <a:pt x="34" y="1347"/>
                  </a:lnTo>
                  <a:lnTo>
                    <a:pt x="68" y="1886"/>
                  </a:lnTo>
                  <a:lnTo>
                    <a:pt x="135" y="2391"/>
                  </a:lnTo>
                  <a:lnTo>
                    <a:pt x="169" y="2458"/>
                  </a:lnTo>
                  <a:lnTo>
                    <a:pt x="203" y="2458"/>
                  </a:lnTo>
                  <a:lnTo>
                    <a:pt x="236" y="2492"/>
                  </a:lnTo>
                  <a:lnTo>
                    <a:pt x="270" y="2458"/>
                  </a:lnTo>
                  <a:lnTo>
                    <a:pt x="270" y="2526"/>
                  </a:lnTo>
                  <a:lnTo>
                    <a:pt x="337" y="2559"/>
                  </a:lnTo>
                  <a:lnTo>
                    <a:pt x="539" y="2593"/>
                  </a:lnTo>
                  <a:lnTo>
                    <a:pt x="775" y="2627"/>
                  </a:lnTo>
                  <a:lnTo>
                    <a:pt x="1280" y="2593"/>
                  </a:lnTo>
                  <a:lnTo>
                    <a:pt x="1752" y="2526"/>
                  </a:lnTo>
                  <a:lnTo>
                    <a:pt x="2223" y="2425"/>
                  </a:lnTo>
                  <a:lnTo>
                    <a:pt x="2223" y="2492"/>
                  </a:lnTo>
                  <a:lnTo>
                    <a:pt x="2257" y="2559"/>
                  </a:lnTo>
                  <a:lnTo>
                    <a:pt x="2324" y="2593"/>
                  </a:lnTo>
                  <a:lnTo>
                    <a:pt x="2391" y="2593"/>
                  </a:lnTo>
                  <a:lnTo>
                    <a:pt x="2425" y="2526"/>
                  </a:lnTo>
                  <a:lnTo>
                    <a:pt x="2492" y="1920"/>
                  </a:lnTo>
                  <a:lnTo>
                    <a:pt x="2492" y="1314"/>
                  </a:lnTo>
                  <a:lnTo>
                    <a:pt x="2492" y="708"/>
                  </a:lnTo>
                  <a:lnTo>
                    <a:pt x="2391" y="102"/>
                  </a:lnTo>
                  <a:lnTo>
                    <a:pt x="2391" y="68"/>
                  </a:lnTo>
                  <a:lnTo>
                    <a:pt x="2324" y="68"/>
                  </a:lnTo>
                  <a:lnTo>
                    <a:pt x="23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3" name="Google Shape;820;p5">
              <a:extLst>
                <a:ext uri="{FF2B5EF4-FFF2-40B4-BE49-F238E27FC236}">
                  <a16:creationId xmlns:a16="http://schemas.microsoft.com/office/drawing/2014/main" id="{121EC55B-5197-472F-94B6-DDE9A1D0E73B}"/>
                </a:ext>
              </a:extLst>
            </p:cNvPr>
            <p:cNvSpPr/>
            <p:nvPr/>
          </p:nvSpPr>
          <p:spPr>
            <a:xfrm>
              <a:off x="575400" y="424381"/>
              <a:ext cx="16840" cy="115787"/>
            </a:xfrm>
            <a:custGeom>
              <a:avLst/>
              <a:gdLst/>
              <a:ahLst/>
              <a:cxnLst/>
              <a:rect l="l" t="t" r="r" b="b"/>
              <a:pathLst>
                <a:path w="338" h="2324" extrusionOk="0">
                  <a:moveTo>
                    <a:pt x="68" y="1"/>
                  </a:moveTo>
                  <a:lnTo>
                    <a:pt x="35" y="34"/>
                  </a:lnTo>
                  <a:lnTo>
                    <a:pt x="1" y="304"/>
                  </a:lnTo>
                  <a:lnTo>
                    <a:pt x="1" y="573"/>
                  </a:lnTo>
                  <a:lnTo>
                    <a:pt x="35" y="1078"/>
                  </a:lnTo>
                  <a:lnTo>
                    <a:pt x="68" y="1684"/>
                  </a:lnTo>
                  <a:lnTo>
                    <a:pt x="102" y="1987"/>
                  </a:lnTo>
                  <a:lnTo>
                    <a:pt x="169" y="2290"/>
                  </a:lnTo>
                  <a:lnTo>
                    <a:pt x="203" y="2324"/>
                  </a:lnTo>
                  <a:lnTo>
                    <a:pt x="304" y="2324"/>
                  </a:lnTo>
                  <a:lnTo>
                    <a:pt x="304" y="2257"/>
                  </a:lnTo>
                  <a:lnTo>
                    <a:pt x="338" y="1987"/>
                  </a:lnTo>
                  <a:lnTo>
                    <a:pt x="304" y="1684"/>
                  </a:lnTo>
                  <a:lnTo>
                    <a:pt x="237" y="1078"/>
                  </a:lnTo>
                  <a:lnTo>
                    <a:pt x="203" y="539"/>
                  </a:lnTo>
                  <a:lnTo>
                    <a:pt x="169" y="304"/>
                  </a:lnTo>
                  <a:lnTo>
                    <a:pt x="136" y="34"/>
                  </a:lnTo>
                  <a:lnTo>
                    <a:pt x="13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4" name="Google Shape;821;p5">
              <a:extLst>
                <a:ext uri="{FF2B5EF4-FFF2-40B4-BE49-F238E27FC236}">
                  <a16:creationId xmlns:a16="http://schemas.microsoft.com/office/drawing/2014/main" id="{9BEF9015-43EC-4218-8336-57FB528EC5BF}"/>
                </a:ext>
              </a:extLst>
            </p:cNvPr>
            <p:cNvSpPr/>
            <p:nvPr/>
          </p:nvSpPr>
          <p:spPr>
            <a:xfrm>
              <a:off x="342281" y="469669"/>
              <a:ext cx="36918" cy="43694"/>
            </a:xfrm>
            <a:custGeom>
              <a:avLst/>
              <a:gdLst/>
              <a:ahLst/>
              <a:cxnLst/>
              <a:rect l="l" t="t" r="r" b="b"/>
              <a:pathLst>
                <a:path w="741" h="877" extrusionOk="0">
                  <a:moveTo>
                    <a:pt x="101" y="1"/>
                  </a:moveTo>
                  <a:lnTo>
                    <a:pt x="34" y="34"/>
                  </a:lnTo>
                  <a:lnTo>
                    <a:pt x="0" y="68"/>
                  </a:lnTo>
                  <a:lnTo>
                    <a:pt x="0" y="102"/>
                  </a:lnTo>
                  <a:lnTo>
                    <a:pt x="34" y="169"/>
                  </a:lnTo>
                  <a:lnTo>
                    <a:pt x="135" y="203"/>
                  </a:lnTo>
                  <a:lnTo>
                    <a:pt x="337" y="270"/>
                  </a:lnTo>
                  <a:lnTo>
                    <a:pt x="168" y="472"/>
                  </a:lnTo>
                  <a:lnTo>
                    <a:pt x="34" y="708"/>
                  </a:lnTo>
                  <a:lnTo>
                    <a:pt x="0" y="775"/>
                  </a:lnTo>
                  <a:lnTo>
                    <a:pt x="34" y="842"/>
                  </a:lnTo>
                  <a:lnTo>
                    <a:pt x="101" y="876"/>
                  </a:lnTo>
                  <a:lnTo>
                    <a:pt x="168" y="876"/>
                  </a:lnTo>
                  <a:lnTo>
                    <a:pt x="505" y="775"/>
                  </a:lnTo>
                  <a:lnTo>
                    <a:pt x="673" y="741"/>
                  </a:lnTo>
                  <a:lnTo>
                    <a:pt x="707" y="708"/>
                  </a:lnTo>
                  <a:lnTo>
                    <a:pt x="741" y="640"/>
                  </a:lnTo>
                  <a:lnTo>
                    <a:pt x="741" y="573"/>
                  </a:lnTo>
                  <a:lnTo>
                    <a:pt x="673" y="539"/>
                  </a:lnTo>
                  <a:lnTo>
                    <a:pt x="640" y="539"/>
                  </a:lnTo>
                  <a:lnTo>
                    <a:pt x="505" y="573"/>
                  </a:lnTo>
                  <a:lnTo>
                    <a:pt x="370" y="607"/>
                  </a:lnTo>
                  <a:lnTo>
                    <a:pt x="640" y="236"/>
                  </a:lnTo>
                  <a:lnTo>
                    <a:pt x="673" y="169"/>
                  </a:lnTo>
                  <a:lnTo>
                    <a:pt x="640" y="135"/>
                  </a:lnTo>
                  <a:lnTo>
                    <a:pt x="606" y="102"/>
                  </a:lnTo>
                  <a:lnTo>
                    <a:pt x="539" y="68"/>
                  </a:lnTo>
                  <a:lnTo>
                    <a:pt x="236" y="34"/>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5" name="Google Shape;822;p5">
              <a:extLst>
                <a:ext uri="{FF2B5EF4-FFF2-40B4-BE49-F238E27FC236}">
                  <a16:creationId xmlns:a16="http://schemas.microsoft.com/office/drawing/2014/main" id="{AC0EF4DD-EC8F-4B49-88A1-215BA8EB488E}"/>
                </a:ext>
              </a:extLst>
            </p:cNvPr>
            <p:cNvSpPr/>
            <p:nvPr/>
          </p:nvSpPr>
          <p:spPr>
            <a:xfrm>
              <a:off x="293604" y="429413"/>
              <a:ext cx="125852" cy="119175"/>
            </a:xfrm>
            <a:custGeom>
              <a:avLst/>
              <a:gdLst/>
              <a:ahLst/>
              <a:cxnLst/>
              <a:rect l="l" t="t" r="r" b="b"/>
              <a:pathLst>
                <a:path w="2526" h="2392" extrusionOk="0">
                  <a:moveTo>
                    <a:pt x="2256" y="236"/>
                  </a:moveTo>
                  <a:lnTo>
                    <a:pt x="2256" y="674"/>
                  </a:lnTo>
                  <a:lnTo>
                    <a:pt x="2290" y="1112"/>
                  </a:lnTo>
                  <a:lnTo>
                    <a:pt x="2290" y="1617"/>
                  </a:lnTo>
                  <a:lnTo>
                    <a:pt x="2324" y="2122"/>
                  </a:lnTo>
                  <a:lnTo>
                    <a:pt x="1448" y="2122"/>
                  </a:lnTo>
                  <a:lnTo>
                    <a:pt x="910" y="2156"/>
                  </a:lnTo>
                  <a:lnTo>
                    <a:pt x="640" y="2156"/>
                  </a:lnTo>
                  <a:lnTo>
                    <a:pt x="371" y="2223"/>
                  </a:lnTo>
                  <a:lnTo>
                    <a:pt x="304" y="1684"/>
                  </a:lnTo>
                  <a:lnTo>
                    <a:pt x="236" y="1145"/>
                  </a:lnTo>
                  <a:lnTo>
                    <a:pt x="203" y="708"/>
                  </a:lnTo>
                  <a:lnTo>
                    <a:pt x="169" y="270"/>
                  </a:lnTo>
                  <a:lnTo>
                    <a:pt x="169" y="270"/>
                  </a:lnTo>
                  <a:lnTo>
                    <a:pt x="674" y="304"/>
                  </a:lnTo>
                  <a:lnTo>
                    <a:pt x="1213" y="270"/>
                  </a:lnTo>
                  <a:lnTo>
                    <a:pt x="2256" y="236"/>
                  </a:lnTo>
                  <a:close/>
                  <a:moveTo>
                    <a:pt x="2256" y="1"/>
                  </a:moveTo>
                  <a:lnTo>
                    <a:pt x="1179" y="34"/>
                  </a:lnTo>
                  <a:lnTo>
                    <a:pt x="674" y="68"/>
                  </a:lnTo>
                  <a:lnTo>
                    <a:pt x="135" y="102"/>
                  </a:lnTo>
                  <a:lnTo>
                    <a:pt x="68" y="135"/>
                  </a:lnTo>
                  <a:lnTo>
                    <a:pt x="34" y="203"/>
                  </a:lnTo>
                  <a:lnTo>
                    <a:pt x="1" y="438"/>
                  </a:lnTo>
                  <a:lnTo>
                    <a:pt x="1" y="674"/>
                  </a:lnTo>
                  <a:lnTo>
                    <a:pt x="34" y="1179"/>
                  </a:lnTo>
                  <a:lnTo>
                    <a:pt x="102" y="1751"/>
                  </a:lnTo>
                  <a:lnTo>
                    <a:pt x="135" y="2055"/>
                  </a:lnTo>
                  <a:lnTo>
                    <a:pt x="203" y="2324"/>
                  </a:lnTo>
                  <a:lnTo>
                    <a:pt x="236" y="2358"/>
                  </a:lnTo>
                  <a:lnTo>
                    <a:pt x="371" y="2358"/>
                  </a:lnTo>
                  <a:lnTo>
                    <a:pt x="573" y="2391"/>
                  </a:lnTo>
                  <a:lnTo>
                    <a:pt x="842" y="2391"/>
                  </a:lnTo>
                  <a:lnTo>
                    <a:pt x="1314" y="2358"/>
                  </a:lnTo>
                  <a:lnTo>
                    <a:pt x="2088" y="2358"/>
                  </a:lnTo>
                  <a:lnTo>
                    <a:pt x="2357" y="2324"/>
                  </a:lnTo>
                  <a:lnTo>
                    <a:pt x="2458" y="2324"/>
                  </a:lnTo>
                  <a:lnTo>
                    <a:pt x="2492" y="2290"/>
                  </a:lnTo>
                  <a:lnTo>
                    <a:pt x="2526" y="2021"/>
                  </a:lnTo>
                  <a:lnTo>
                    <a:pt x="2526" y="1785"/>
                  </a:lnTo>
                  <a:lnTo>
                    <a:pt x="2492" y="1246"/>
                  </a:lnTo>
                  <a:lnTo>
                    <a:pt x="2458" y="674"/>
                  </a:lnTo>
                  <a:lnTo>
                    <a:pt x="2425" y="371"/>
                  </a:lnTo>
                  <a:lnTo>
                    <a:pt x="2357" y="68"/>
                  </a:lnTo>
                  <a:lnTo>
                    <a:pt x="2324" y="34"/>
                  </a:lnTo>
                  <a:lnTo>
                    <a:pt x="2290" y="34"/>
                  </a:lnTo>
                  <a:lnTo>
                    <a:pt x="22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6" name="Google Shape;823;p5">
              <a:extLst>
                <a:ext uri="{FF2B5EF4-FFF2-40B4-BE49-F238E27FC236}">
                  <a16:creationId xmlns:a16="http://schemas.microsoft.com/office/drawing/2014/main" id="{4D7628CA-D149-480D-9871-5BEBD30A8E10}"/>
                </a:ext>
              </a:extLst>
            </p:cNvPr>
            <p:cNvSpPr/>
            <p:nvPr/>
          </p:nvSpPr>
          <p:spPr>
            <a:xfrm>
              <a:off x="1134010" y="394188"/>
              <a:ext cx="129190" cy="120820"/>
            </a:xfrm>
            <a:custGeom>
              <a:avLst/>
              <a:gdLst/>
              <a:ahLst/>
              <a:cxnLst/>
              <a:rect l="l" t="t" r="r" b="b"/>
              <a:pathLst>
                <a:path w="2593" h="2425" extrusionOk="0">
                  <a:moveTo>
                    <a:pt x="2391" y="1"/>
                  </a:moveTo>
                  <a:lnTo>
                    <a:pt x="2357" y="34"/>
                  </a:lnTo>
                  <a:lnTo>
                    <a:pt x="2323" y="135"/>
                  </a:lnTo>
                  <a:lnTo>
                    <a:pt x="1751" y="102"/>
                  </a:lnTo>
                  <a:lnTo>
                    <a:pt x="1179" y="68"/>
                  </a:lnTo>
                  <a:lnTo>
                    <a:pt x="674" y="34"/>
                  </a:lnTo>
                  <a:lnTo>
                    <a:pt x="404" y="68"/>
                  </a:lnTo>
                  <a:lnTo>
                    <a:pt x="303" y="135"/>
                  </a:lnTo>
                  <a:lnTo>
                    <a:pt x="202" y="169"/>
                  </a:lnTo>
                  <a:lnTo>
                    <a:pt x="202" y="203"/>
                  </a:lnTo>
                  <a:lnTo>
                    <a:pt x="371" y="270"/>
                  </a:lnTo>
                  <a:lnTo>
                    <a:pt x="573" y="304"/>
                  </a:lnTo>
                  <a:lnTo>
                    <a:pt x="1684" y="304"/>
                  </a:lnTo>
                  <a:lnTo>
                    <a:pt x="2323" y="337"/>
                  </a:lnTo>
                  <a:lnTo>
                    <a:pt x="2323" y="708"/>
                  </a:lnTo>
                  <a:lnTo>
                    <a:pt x="2323" y="1078"/>
                  </a:lnTo>
                  <a:lnTo>
                    <a:pt x="2323" y="1583"/>
                  </a:lnTo>
                  <a:lnTo>
                    <a:pt x="2357" y="1852"/>
                  </a:lnTo>
                  <a:lnTo>
                    <a:pt x="2387" y="2088"/>
                  </a:lnTo>
                  <a:lnTo>
                    <a:pt x="2387" y="2088"/>
                  </a:lnTo>
                  <a:lnTo>
                    <a:pt x="1347" y="2122"/>
                  </a:lnTo>
                  <a:lnTo>
                    <a:pt x="808" y="2155"/>
                  </a:lnTo>
                  <a:lnTo>
                    <a:pt x="539" y="2189"/>
                  </a:lnTo>
                  <a:lnTo>
                    <a:pt x="303" y="2256"/>
                  </a:lnTo>
                  <a:lnTo>
                    <a:pt x="270" y="1751"/>
                  </a:lnTo>
                  <a:lnTo>
                    <a:pt x="236" y="1246"/>
                  </a:lnTo>
                  <a:lnTo>
                    <a:pt x="270" y="708"/>
                  </a:lnTo>
                  <a:lnTo>
                    <a:pt x="236" y="438"/>
                  </a:lnTo>
                  <a:lnTo>
                    <a:pt x="202" y="304"/>
                  </a:lnTo>
                  <a:lnTo>
                    <a:pt x="169" y="203"/>
                  </a:lnTo>
                  <a:lnTo>
                    <a:pt x="68" y="337"/>
                  </a:lnTo>
                  <a:lnTo>
                    <a:pt x="34" y="506"/>
                  </a:lnTo>
                  <a:lnTo>
                    <a:pt x="0" y="876"/>
                  </a:lnTo>
                  <a:lnTo>
                    <a:pt x="34" y="1583"/>
                  </a:lnTo>
                  <a:lnTo>
                    <a:pt x="34" y="1819"/>
                  </a:lnTo>
                  <a:lnTo>
                    <a:pt x="34" y="2088"/>
                  </a:lnTo>
                  <a:lnTo>
                    <a:pt x="68" y="2189"/>
                  </a:lnTo>
                  <a:lnTo>
                    <a:pt x="101" y="2290"/>
                  </a:lnTo>
                  <a:lnTo>
                    <a:pt x="169" y="2391"/>
                  </a:lnTo>
                  <a:lnTo>
                    <a:pt x="270" y="2425"/>
                  </a:lnTo>
                  <a:lnTo>
                    <a:pt x="303" y="2425"/>
                  </a:lnTo>
                  <a:lnTo>
                    <a:pt x="337" y="2391"/>
                  </a:lnTo>
                  <a:lnTo>
                    <a:pt x="337" y="2357"/>
                  </a:lnTo>
                  <a:lnTo>
                    <a:pt x="573" y="2391"/>
                  </a:lnTo>
                  <a:lnTo>
                    <a:pt x="842" y="2425"/>
                  </a:lnTo>
                  <a:lnTo>
                    <a:pt x="1347" y="2391"/>
                  </a:lnTo>
                  <a:lnTo>
                    <a:pt x="2391" y="2324"/>
                  </a:lnTo>
                  <a:lnTo>
                    <a:pt x="2458" y="2290"/>
                  </a:lnTo>
                  <a:lnTo>
                    <a:pt x="2492" y="2324"/>
                  </a:lnTo>
                  <a:lnTo>
                    <a:pt x="2525" y="2324"/>
                  </a:lnTo>
                  <a:lnTo>
                    <a:pt x="2559" y="2290"/>
                  </a:lnTo>
                  <a:lnTo>
                    <a:pt x="2593" y="2021"/>
                  </a:lnTo>
                  <a:lnTo>
                    <a:pt x="2559" y="1785"/>
                  </a:lnTo>
                  <a:lnTo>
                    <a:pt x="2525" y="1246"/>
                  </a:lnTo>
                  <a:lnTo>
                    <a:pt x="2525" y="640"/>
                  </a:lnTo>
                  <a:lnTo>
                    <a:pt x="2492" y="337"/>
                  </a:lnTo>
                  <a:lnTo>
                    <a:pt x="2458" y="34"/>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7" name="Google Shape;824;p5">
              <a:extLst>
                <a:ext uri="{FF2B5EF4-FFF2-40B4-BE49-F238E27FC236}">
                  <a16:creationId xmlns:a16="http://schemas.microsoft.com/office/drawing/2014/main" id="{ADDD7F81-52B2-46DB-BC69-B8AA5EF5382E}"/>
                </a:ext>
              </a:extLst>
            </p:cNvPr>
            <p:cNvSpPr/>
            <p:nvPr/>
          </p:nvSpPr>
          <p:spPr>
            <a:xfrm>
              <a:off x="1598655" y="572005"/>
              <a:ext cx="129190" cy="83901"/>
            </a:xfrm>
            <a:custGeom>
              <a:avLst/>
              <a:gdLst/>
              <a:ahLst/>
              <a:cxnLst/>
              <a:rect l="l" t="t" r="r" b="b"/>
              <a:pathLst>
                <a:path w="2593" h="1684" extrusionOk="0">
                  <a:moveTo>
                    <a:pt x="2222" y="304"/>
                  </a:moveTo>
                  <a:lnTo>
                    <a:pt x="2290" y="910"/>
                  </a:lnTo>
                  <a:lnTo>
                    <a:pt x="2357" y="1381"/>
                  </a:lnTo>
                  <a:lnTo>
                    <a:pt x="2121" y="1347"/>
                  </a:lnTo>
                  <a:lnTo>
                    <a:pt x="1886" y="1347"/>
                  </a:lnTo>
                  <a:lnTo>
                    <a:pt x="1414" y="1381"/>
                  </a:lnTo>
                  <a:lnTo>
                    <a:pt x="808" y="1381"/>
                  </a:lnTo>
                  <a:lnTo>
                    <a:pt x="539" y="1415"/>
                  </a:lnTo>
                  <a:lnTo>
                    <a:pt x="270" y="1482"/>
                  </a:lnTo>
                  <a:lnTo>
                    <a:pt x="236" y="876"/>
                  </a:lnTo>
                  <a:lnTo>
                    <a:pt x="202" y="573"/>
                  </a:lnTo>
                  <a:lnTo>
                    <a:pt x="202" y="438"/>
                  </a:lnTo>
                  <a:lnTo>
                    <a:pt x="169" y="304"/>
                  </a:lnTo>
                  <a:lnTo>
                    <a:pt x="404" y="371"/>
                  </a:lnTo>
                  <a:lnTo>
                    <a:pt x="674" y="405"/>
                  </a:lnTo>
                  <a:lnTo>
                    <a:pt x="1684" y="405"/>
                  </a:lnTo>
                  <a:lnTo>
                    <a:pt x="1953" y="371"/>
                  </a:lnTo>
                  <a:lnTo>
                    <a:pt x="2222" y="304"/>
                  </a:lnTo>
                  <a:close/>
                  <a:moveTo>
                    <a:pt x="2256" y="1"/>
                  </a:moveTo>
                  <a:lnTo>
                    <a:pt x="2222" y="34"/>
                  </a:lnTo>
                  <a:lnTo>
                    <a:pt x="2222" y="68"/>
                  </a:lnTo>
                  <a:lnTo>
                    <a:pt x="2222" y="169"/>
                  </a:lnTo>
                  <a:lnTo>
                    <a:pt x="1785" y="169"/>
                  </a:lnTo>
                  <a:lnTo>
                    <a:pt x="1347" y="203"/>
                  </a:lnTo>
                  <a:lnTo>
                    <a:pt x="438" y="203"/>
                  </a:lnTo>
                  <a:lnTo>
                    <a:pt x="135" y="236"/>
                  </a:lnTo>
                  <a:lnTo>
                    <a:pt x="101" y="236"/>
                  </a:lnTo>
                  <a:lnTo>
                    <a:pt x="68" y="270"/>
                  </a:lnTo>
                  <a:lnTo>
                    <a:pt x="34" y="371"/>
                  </a:lnTo>
                  <a:lnTo>
                    <a:pt x="0" y="506"/>
                  </a:lnTo>
                  <a:lnTo>
                    <a:pt x="34" y="775"/>
                  </a:lnTo>
                  <a:lnTo>
                    <a:pt x="34" y="1549"/>
                  </a:lnTo>
                  <a:lnTo>
                    <a:pt x="68" y="1617"/>
                  </a:lnTo>
                  <a:lnTo>
                    <a:pt x="135" y="1650"/>
                  </a:lnTo>
                  <a:lnTo>
                    <a:pt x="202" y="1617"/>
                  </a:lnTo>
                  <a:lnTo>
                    <a:pt x="236" y="1583"/>
                  </a:lnTo>
                  <a:lnTo>
                    <a:pt x="505" y="1617"/>
                  </a:lnTo>
                  <a:lnTo>
                    <a:pt x="741" y="1617"/>
                  </a:lnTo>
                  <a:lnTo>
                    <a:pt x="1246" y="1583"/>
                  </a:lnTo>
                  <a:lnTo>
                    <a:pt x="1818" y="1583"/>
                  </a:lnTo>
                  <a:lnTo>
                    <a:pt x="2121" y="1549"/>
                  </a:lnTo>
                  <a:lnTo>
                    <a:pt x="2391" y="1482"/>
                  </a:lnTo>
                  <a:lnTo>
                    <a:pt x="2458" y="1684"/>
                  </a:lnTo>
                  <a:lnTo>
                    <a:pt x="2525" y="1684"/>
                  </a:lnTo>
                  <a:lnTo>
                    <a:pt x="2559" y="1650"/>
                  </a:lnTo>
                  <a:lnTo>
                    <a:pt x="2593" y="1482"/>
                  </a:lnTo>
                  <a:lnTo>
                    <a:pt x="2559" y="1280"/>
                  </a:lnTo>
                  <a:lnTo>
                    <a:pt x="2492" y="910"/>
                  </a:lnTo>
                  <a:lnTo>
                    <a:pt x="2391" y="270"/>
                  </a:lnTo>
                  <a:lnTo>
                    <a:pt x="2424" y="236"/>
                  </a:lnTo>
                  <a:lnTo>
                    <a:pt x="2424" y="203"/>
                  </a:lnTo>
                  <a:lnTo>
                    <a:pt x="2391" y="169"/>
                  </a:lnTo>
                  <a:lnTo>
                    <a:pt x="2357" y="169"/>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8" name="Google Shape;825;p5">
              <a:extLst>
                <a:ext uri="{FF2B5EF4-FFF2-40B4-BE49-F238E27FC236}">
                  <a16:creationId xmlns:a16="http://schemas.microsoft.com/office/drawing/2014/main" id="{4CF6C4F6-F1C4-4216-9AE0-A7A6147103A4}"/>
                </a:ext>
              </a:extLst>
            </p:cNvPr>
            <p:cNvSpPr/>
            <p:nvPr/>
          </p:nvSpPr>
          <p:spPr>
            <a:xfrm>
              <a:off x="50" y="-7"/>
              <a:ext cx="2049897" cy="773345"/>
            </a:xfrm>
            <a:custGeom>
              <a:avLst/>
              <a:gdLst/>
              <a:ahLst/>
              <a:cxnLst/>
              <a:rect l="l" t="t" r="r" b="b"/>
              <a:pathLst>
                <a:path w="41144" h="15522" extrusionOk="0">
                  <a:moveTo>
                    <a:pt x="40604" y="1"/>
                  </a:moveTo>
                  <a:lnTo>
                    <a:pt x="40705" y="2425"/>
                  </a:lnTo>
                  <a:lnTo>
                    <a:pt x="40773" y="4849"/>
                  </a:lnTo>
                  <a:lnTo>
                    <a:pt x="40806" y="7374"/>
                  </a:lnTo>
                  <a:lnTo>
                    <a:pt x="40806" y="9899"/>
                  </a:lnTo>
                  <a:lnTo>
                    <a:pt x="40773" y="11078"/>
                  </a:lnTo>
                  <a:lnTo>
                    <a:pt x="40705" y="12256"/>
                  </a:lnTo>
                  <a:lnTo>
                    <a:pt x="40705" y="12626"/>
                  </a:lnTo>
                  <a:lnTo>
                    <a:pt x="40638" y="12997"/>
                  </a:lnTo>
                  <a:lnTo>
                    <a:pt x="40604" y="13199"/>
                  </a:lnTo>
                  <a:lnTo>
                    <a:pt x="40503" y="13367"/>
                  </a:lnTo>
                  <a:lnTo>
                    <a:pt x="40369" y="13468"/>
                  </a:lnTo>
                  <a:lnTo>
                    <a:pt x="40200" y="13535"/>
                  </a:lnTo>
                  <a:lnTo>
                    <a:pt x="39998" y="13569"/>
                  </a:lnTo>
                  <a:lnTo>
                    <a:pt x="39830" y="13603"/>
                  </a:lnTo>
                  <a:lnTo>
                    <a:pt x="29629" y="13939"/>
                  </a:lnTo>
                  <a:lnTo>
                    <a:pt x="19461" y="14276"/>
                  </a:lnTo>
                  <a:lnTo>
                    <a:pt x="14276" y="14478"/>
                  </a:lnTo>
                  <a:lnTo>
                    <a:pt x="9091" y="14714"/>
                  </a:lnTo>
                  <a:lnTo>
                    <a:pt x="6499" y="14882"/>
                  </a:lnTo>
                  <a:lnTo>
                    <a:pt x="3940" y="15050"/>
                  </a:lnTo>
                  <a:lnTo>
                    <a:pt x="1179" y="15252"/>
                  </a:lnTo>
                  <a:lnTo>
                    <a:pt x="607" y="15286"/>
                  </a:lnTo>
                  <a:lnTo>
                    <a:pt x="304" y="15320"/>
                  </a:lnTo>
                  <a:lnTo>
                    <a:pt x="1" y="15286"/>
                  </a:lnTo>
                  <a:lnTo>
                    <a:pt x="1" y="15522"/>
                  </a:lnTo>
                  <a:lnTo>
                    <a:pt x="910" y="15522"/>
                  </a:lnTo>
                  <a:lnTo>
                    <a:pt x="3671" y="15320"/>
                  </a:lnTo>
                  <a:lnTo>
                    <a:pt x="6398" y="15118"/>
                  </a:lnTo>
                  <a:lnTo>
                    <a:pt x="9226" y="14949"/>
                  </a:lnTo>
                  <a:lnTo>
                    <a:pt x="12020" y="14815"/>
                  </a:lnTo>
                  <a:lnTo>
                    <a:pt x="17676" y="14579"/>
                  </a:lnTo>
                  <a:lnTo>
                    <a:pt x="23164" y="14377"/>
                  </a:lnTo>
                  <a:lnTo>
                    <a:pt x="28619" y="14209"/>
                  </a:lnTo>
                  <a:lnTo>
                    <a:pt x="39594" y="13872"/>
                  </a:lnTo>
                  <a:lnTo>
                    <a:pt x="39662" y="13939"/>
                  </a:lnTo>
                  <a:lnTo>
                    <a:pt x="39729" y="13973"/>
                  </a:lnTo>
                  <a:lnTo>
                    <a:pt x="39763" y="13939"/>
                  </a:lnTo>
                  <a:lnTo>
                    <a:pt x="39897" y="13906"/>
                  </a:lnTo>
                  <a:lnTo>
                    <a:pt x="40066" y="13872"/>
                  </a:lnTo>
                  <a:lnTo>
                    <a:pt x="40167" y="13872"/>
                  </a:lnTo>
                  <a:lnTo>
                    <a:pt x="40234" y="13838"/>
                  </a:lnTo>
                  <a:lnTo>
                    <a:pt x="40402" y="13805"/>
                  </a:lnTo>
                  <a:lnTo>
                    <a:pt x="40571" y="13737"/>
                  </a:lnTo>
                  <a:lnTo>
                    <a:pt x="40705" y="13636"/>
                  </a:lnTo>
                  <a:lnTo>
                    <a:pt x="40806" y="13468"/>
                  </a:lnTo>
                  <a:lnTo>
                    <a:pt x="40907" y="13232"/>
                  </a:lnTo>
                  <a:lnTo>
                    <a:pt x="40975" y="12997"/>
                  </a:lnTo>
                  <a:lnTo>
                    <a:pt x="41042" y="12458"/>
                  </a:lnTo>
                  <a:lnTo>
                    <a:pt x="41076" y="11414"/>
                  </a:lnTo>
                  <a:lnTo>
                    <a:pt x="41109" y="10000"/>
                  </a:lnTo>
                  <a:lnTo>
                    <a:pt x="41143" y="8586"/>
                  </a:lnTo>
                  <a:lnTo>
                    <a:pt x="41109" y="5758"/>
                  </a:lnTo>
                  <a:lnTo>
                    <a:pt x="41042" y="3065"/>
                  </a:lnTo>
                  <a:lnTo>
                    <a:pt x="40907" y="337"/>
                  </a:lnTo>
                  <a:lnTo>
                    <a:pt x="409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49" name="Google Shape;826;p5">
              <a:extLst>
                <a:ext uri="{FF2B5EF4-FFF2-40B4-BE49-F238E27FC236}">
                  <a16:creationId xmlns:a16="http://schemas.microsoft.com/office/drawing/2014/main" id="{95746F5F-A73A-431B-8F6F-3D9FE1BFEFC9}"/>
                </a:ext>
              </a:extLst>
            </p:cNvPr>
            <p:cNvSpPr/>
            <p:nvPr/>
          </p:nvSpPr>
          <p:spPr>
            <a:xfrm>
              <a:off x="1872080" y="582069"/>
              <a:ext cx="10114" cy="67161"/>
            </a:xfrm>
            <a:custGeom>
              <a:avLst/>
              <a:gdLst/>
              <a:ahLst/>
              <a:cxnLst/>
              <a:rect l="l" t="t" r="r" b="b"/>
              <a:pathLst>
                <a:path w="203" h="1348" extrusionOk="0">
                  <a:moveTo>
                    <a:pt x="101" y="1"/>
                  </a:moveTo>
                  <a:lnTo>
                    <a:pt x="34" y="102"/>
                  </a:lnTo>
                  <a:lnTo>
                    <a:pt x="0" y="236"/>
                  </a:lnTo>
                  <a:lnTo>
                    <a:pt x="34" y="506"/>
                  </a:lnTo>
                  <a:lnTo>
                    <a:pt x="34" y="1280"/>
                  </a:lnTo>
                  <a:lnTo>
                    <a:pt x="68" y="1347"/>
                  </a:lnTo>
                  <a:lnTo>
                    <a:pt x="135" y="1347"/>
                  </a:lnTo>
                  <a:lnTo>
                    <a:pt x="169" y="1314"/>
                  </a:lnTo>
                  <a:lnTo>
                    <a:pt x="202" y="1280"/>
                  </a:lnTo>
                  <a:lnTo>
                    <a:pt x="169" y="472"/>
                  </a:lnTo>
                  <a:lnTo>
                    <a:pt x="169" y="236"/>
                  </a:lnTo>
                  <a:lnTo>
                    <a:pt x="169" y="102"/>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0" name="Google Shape;827;p5">
              <a:extLst>
                <a:ext uri="{FF2B5EF4-FFF2-40B4-BE49-F238E27FC236}">
                  <a16:creationId xmlns:a16="http://schemas.microsoft.com/office/drawing/2014/main" id="{46188F43-82C0-4AB4-BB66-40F53E7A59C8}"/>
                </a:ext>
              </a:extLst>
            </p:cNvPr>
            <p:cNvSpPr/>
            <p:nvPr/>
          </p:nvSpPr>
          <p:spPr>
            <a:xfrm>
              <a:off x="1776471" y="-7"/>
              <a:ext cx="199639" cy="83951"/>
            </a:xfrm>
            <a:custGeom>
              <a:avLst/>
              <a:gdLst/>
              <a:ahLst/>
              <a:cxnLst/>
              <a:rect l="l" t="t" r="r" b="b"/>
              <a:pathLst>
                <a:path w="4007" h="1685" extrusionOk="0">
                  <a:moveTo>
                    <a:pt x="0" y="1"/>
                  </a:moveTo>
                  <a:lnTo>
                    <a:pt x="0" y="539"/>
                  </a:lnTo>
                  <a:lnTo>
                    <a:pt x="0" y="1011"/>
                  </a:lnTo>
                  <a:lnTo>
                    <a:pt x="68" y="1246"/>
                  </a:lnTo>
                  <a:lnTo>
                    <a:pt x="135" y="1448"/>
                  </a:lnTo>
                  <a:lnTo>
                    <a:pt x="202" y="1482"/>
                  </a:lnTo>
                  <a:lnTo>
                    <a:pt x="202" y="1516"/>
                  </a:lnTo>
                  <a:lnTo>
                    <a:pt x="236" y="1549"/>
                  </a:lnTo>
                  <a:lnTo>
                    <a:pt x="674" y="1617"/>
                  </a:lnTo>
                  <a:lnTo>
                    <a:pt x="1111" y="1650"/>
                  </a:lnTo>
                  <a:lnTo>
                    <a:pt x="2020" y="1684"/>
                  </a:lnTo>
                  <a:lnTo>
                    <a:pt x="2929" y="1650"/>
                  </a:lnTo>
                  <a:lnTo>
                    <a:pt x="3805" y="1549"/>
                  </a:lnTo>
                  <a:lnTo>
                    <a:pt x="3872" y="1583"/>
                  </a:lnTo>
                  <a:lnTo>
                    <a:pt x="3906" y="1583"/>
                  </a:lnTo>
                  <a:lnTo>
                    <a:pt x="3973" y="1549"/>
                  </a:lnTo>
                  <a:lnTo>
                    <a:pt x="4007" y="1482"/>
                  </a:lnTo>
                  <a:lnTo>
                    <a:pt x="3906" y="1"/>
                  </a:lnTo>
                  <a:lnTo>
                    <a:pt x="3704" y="1"/>
                  </a:lnTo>
                  <a:lnTo>
                    <a:pt x="3771" y="1347"/>
                  </a:lnTo>
                  <a:lnTo>
                    <a:pt x="2020" y="1381"/>
                  </a:lnTo>
                  <a:lnTo>
                    <a:pt x="1111" y="1381"/>
                  </a:lnTo>
                  <a:lnTo>
                    <a:pt x="236" y="1448"/>
                  </a:lnTo>
                  <a:lnTo>
                    <a:pt x="236" y="1415"/>
                  </a:lnTo>
                  <a:lnTo>
                    <a:pt x="270" y="1213"/>
                  </a:lnTo>
                  <a:lnTo>
                    <a:pt x="236" y="977"/>
                  </a:lnTo>
                  <a:lnTo>
                    <a:pt x="169" y="539"/>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1" name="Google Shape;828;p5">
              <a:extLst>
                <a:ext uri="{FF2B5EF4-FFF2-40B4-BE49-F238E27FC236}">
                  <a16:creationId xmlns:a16="http://schemas.microsoft.com/office/drawing/2014/main" id="{5920E787-3CC4-439C-AFD9-1118A15F563F}"/>
                </a:ext>
              </a:extLst>
            </p:cNvPr>
            <p:cNvSpPr/>
            <p:nvPr/>
          </p:nvSpPr>
          <p:spPr>
            <a:xfrm>
              <a:off x="365747" y="204663"/>
              <a:ext cx="47032" cy="33580"/>
            </a:xfrm>
            <a:custGeom>
              <a:avLst/>
              <a:gdLst/>
              <a:ahLst/>
              <a:cxnLst/>
              <a:rect l="l" t="t" r="r" b="b"/>
              <a:pathLst>
                <a:path w="944" h="674" extrusionOk="0">
                  <a:moveTo>
                    <a:pt x="876" y="0"/>
                  </a:moveTo>
                  <a:lnTo>
                    <a:pt x="808" y="34"/>
                  </a:lnTo>
                  <a:lnTo>
                    <a:pt x="741" y="135"/>
                  </a:lnTo>
                  <a:lnTo>
                    <a:pt x="707" y="236"/>
                  </a:lnTo>
                  <a:lnTo>
                    <a:pt x="640" y="505"/>
                  </a:lnTo>
                  <a:lnTo>
                    <a:pt x="539" y="371"/>
                  </a:lnTo>
                  <a:lnTo>
                    <a:pt x="472" y="270"/>
                  </a:lnTo>
                  <a:lnTo>
                    <a:pt x="539" y="169"/>
                  </a:lnTo>
                  <a:lnTo>
                    <a:pt x="539" y="101"/>
                  </a:lnTo>
                  <a:lnTo>
                    <a:pt x="505" y="68"/>
                  </a:lnTo>
                  <a:lnTo>
                    <a:pt x="438" y="68"/>
                  </a:lnTo>
                  <a:lnTo>
                    <a:pt x="371" y="101"/>
                  </a:lnTo>
                  <a:lnTo>
                    <a:pt x="202" y="404"/>
                  </a:lnTo>
                  <a:lnTo>
                    <a:pt x="202" y="371"/>
                  </a:lnTo>
                  <a:lnTo>
                    <a:pt x="169" y="236"/>
                  </a:lnTo>
                  <a:lnTo>
                    <a:pt x="135" y="202"/>
                  </a:lnTo>
                  <a:lnTo>
                    <a:pt x="101" y="169"/>
                  </a:lnTo>
                  <a:lnTo>
                    <a:pt x="68" y="135"/>
                  </a:lnTo>
                  <a:lnTo>
                    <a:pt x="68" y="169"/>
                  </a:lnTo>
                  <a:lnTo>
                    <a:pt x="34" y="202"/>
                  </a:lnTo>
                  <a:lnTo>
                    <a:pt x="0" y="270"/>
                  </a:lnTo>
                  <a:lnTo>
                    <a:pt x="34" y="371"/>
                  </a:lnTo>
                  <a:lnTo>
                    <a:pt x="101" y="606"/>
                  </a:lnTo>
                  <a:lnTo>
                    <a:pt x="135" y="674"/>
                  </a:lnTo>
                  <a:lnTo>
                    <a:pt x="202" y="674"/>
                  </a:lnTo>
                  <a:lnTo>
                    <a:pt x="270" y="640"/>
                  </a:lnTo>
                  <a:lnTo>
                    <a:pt x="404" y="404"/>
                  </a:lnTo>
                  <a:lnTo>
                    <a:pt x="438" y="472"/>
                  </a:lnTo>
                  <a:lnTo>
                    <a:pt x="505" y="606"/>
                  </a:lnTo>
                  <a:lnTo>
                    <a:pt x="640" y="674"/>
                  </a:lnTo>
                  <a:lnTo>
                    <a:pt x="707" y="674"/>
                  </a:lnTo>
                  <a:lnTo>
                    <a:pt x="741" y="640"/>
                  </a:lnTo>
                  <a:lnTo>
                    <a:pt x="842" y="371"/>
                  </a:lnTo>
                  <a:lnTo>
                    <a:pt x="943" y="101"/>
                  </a:lnTo>
                  <a:lnTo>
                    <a:pt x="943" y="34"/>
                  </a:lnTo>
                  <a:lnTo>
                    <a:pt x="90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2" name="Google Shape;829;p5">
              <a:extLst>
                <a:ext uri="{FF2B5EF4-FFF2-40B4-BE49-F238E27FC236}">
                  <a16:creationId xmlns:a16="http://schemas.microsoft.com/office/drawing/2014/main" id="{46BF1434-104D-407C-BFB1-C39B9961C082}"/>
                </a:ext>
              </a:extLst>
            </p:cNvPr>
            <p:cNvSpPr/>
            <p:nvPr/>
          </p:nvSpPr>
          <p:spPr>
            <a:xfrm>
              <a:off x="322102" y="157681"/>
              <a:ext cx="125901" cy="119126"/>
            </a:xfrm>
            <a:custGeom>
              <a:avLst/>
              <a:gdLst/>
              <a:ahLst/>
              <a:cxnLst/>
              <a:rect l="l" t="t" r="r" b="b"/>
              <a:pathLst>
                <a:path w="2527" h="2391" extrusionOk="0">
                  <a:moveTo>
                    <a:pt x="2257" y="236"/>
                  </a:moveTo>
                  <a:lnTo>
                    <a:pt x="2257" y="674"/>
                  </a:lnTo>
                  <a:lnTo>
                    <a:pt x="2257" y="1078"/>
                  </a:lnTo>
                  <a:lnTo>
                    <a:pt x="2290" y="1617"/>
                  </a:lnTo>
                  <a:lnTo>
                    <a:pt x="2324" y="2122"/>
                  </a:lnTo>
                  <a:lnTo>
                    <a:pt x="2088" y="2088"/>
                  </a:lnTo>
                  <a:lnTo>
                    <a:pt x="1886" y="2088"/>
                  </a:lnTo>
                  <a:lnTo>
                    <a:pt x="1449" y="2122"/>
                  </a:lnTo>
                  <a:lnTo>
                    <a:pt x="910" y="2122"/>
                  </a:lnTo>
                  <a:lnTo>
                    <a:pt x="641" y="2155"/>
                  </a:lnTo>
                  <a:lnTo>
                    <a:pt x="371" y="2223"/>
                  </a:lnTo>
                  <a:lnTo>
                    <a:pt x="304" y="1684"/>
                  </a:lnTo>
                  <a:lnTo>
                    <a:pt x="237" y="1145"/>
                  </a:lnTo>
                  <a:lnTo>
                    <a:pt x="203" y="708"/>
                  </a:lnTo>
                  <a:lnTo>
                    <a:pt x="136" y="270"/>
                  </a:lnTo>
                  <a:lnTo>
                    <a:pt x="1179" y="270"/>
                  </a:lnTo>
                  <a:lnTo>
                    <a:pt x="2257" y="236"/>
                  </a:lnTo>
                  <a:close/>
                  <a:moveTo>
                    <a:pt x="2223" y="1"/>
                  </a:moveTo>
                  <a:lnTo>
                    <a:pt x="1179" y="34"/>
                  </a:lnTo>
                  <a:lnTo>
                    <a:pt x="641" y="34"/>
                  </a:lnTo>
                  <a:lnTo>
                    <a:pt x="136" y="102"/>
                  </a:lnTo>
                  <a:lnTo>
                    <a:pt x="68" y="135"/>
                  </a:lnTo>
                  <a:lnTo>
                    <a:pt x="35" y="203"/>
                  </a:lnTo>
                  <a:lnTo>
                    <a:pt x="1" y="438"/>
                  </a:lnTo>
                  <a:lnTo>
                    <a:pt x="1" y="674"/>
                  </a:lnTo>
                  <a:lnTo>
                    <a:pt x="35" y="1145"/>
                  </a:lnTo>
                  <a:lnTo>
                    <a:pt x="68" y="1751"/>
                  </a:lnTo>
                  <a:lnTo>
                    <a:pt x="136" y="2021"/>
                  </a:lnTo>
                  <a:lnTo>
                    <a:pt x="203" y="2324"/>
                  </a:lnTo>
                  <a:lnTo>
                    <a:pt x="237" y="2357"/>
                  </a:lnTo>
                  <a:lnTo>
                    <a:pt x="338" y="2357"/>
                  </a:lnTo>
                  <a:lnTo>
                    <a:pt x="573" y="2391"/>
                  </a:lnTo>
                  <a:lnTo>
                    <a:pt x="809" y="2391"/>
                  </a:lnTo>
                  <a:lnTo>
                    <a:pt x="1280" y="2357"/>
                  </a:lnTo>
                  <a:lnTo>
                    <a:pt x="2088" y="2357"/>
                  </a:lnTo>
                  <a:lnTo>
                    <a:pt x="2358" y="2290"/>
                  </a:lnTo>
                  <a:lnTo>
                    <a:pt x="2391" y="2324"/>
                  </a:lnTo>
                  <a:lnTo>
                    <a:pt x="2459" y="2324"/>
                  </a:lnTo>
                  <a:lnTo>
                    <a:pt x="2492" y="2256"/>
                  </a:lnTo>
                  <a:lnTo>
                    <a:pt x="2526" y="2021"/>
                  </a:lnTo>
                  <a:lnTo>
                    <a:pt x="2526" y="1751"/>
                  </a:lnTo>
                  <a:lnTo>
                    <a:pt x="2492" y="1246"/>
                  </a:lnTo>
                  <a:lnTo>
                    <a:pt x="2459" y="640"/>
                  </a:lnTo>
                  <a:lnTo>
                    <a:pt x="2425" y="371"/>
                  </a:lnTo>
                  <a:lnTo>
                    <a:pt x="2358" y="68"/>
                  </a:lnTo>
                  <a:lnTo>
                    <a:pt x="2324"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3" name="Google Shape;830;p5">
              <a:extLst>
                <a:ext uri="{FF2B5EF4-FFF2-40B4-BE49-F238E27FC236}">
                  <a16:creationId xmlns:a16="http://schemas.microsoft.com/office/drawing/2014/main" id="{228C8255-EE64-41CC-AB8F-F403735606FC}"/>
                </a:ext>
              </a:extLst>
            </p:cNvPr>
            <p:cNvSpPr/>
            <p:nvPr/>
          </p:nvSpPr>
          <p:spPr>
            <a:xfrm>
              <a:off x="270138" y="335497"/>
              <a:ext cx="30242" cy="43645"/>
            </a:xfrm>
            <a:custGeom>
              <a:avLst/>
              <a:gdLst/>
              <a:ahLst/>
              <a:cxnLst/>
              <a:rect l="l" t="t" r="r" b="b"/>
              <a:pathLst>
                <a:path w="607" h="876" extrusionOk="0">
                  <a:moveTo>
                    <a:pt x="303" y="0"/>
                  </a:moveTo>
                  <a:lnTo>
                    <a:pt x="236" y="34"/>
                  </a:lnTo>
                  <a:lnTo>
                    <a:pt x="202" y="68"/>
                  </a:lnTo>
                  <a:lnTo>
                    <a:pt x="101" y="472"/>
                  </a:lnTo>
                  <a:lnTo>
                    <a:pt x="34" y="640"/>
                  </a:lnTo>
                  <a:lnTo>
                    <a:pt x="0" y="741"/>
                  </a:lnTo>
                  <a:lnTo>
                    <a:pt x="0" y="808"/>
                  </a:lnTo>
                  <a:lnTo>
                    <a:pt x="34" y="842"/>
                  </a:lnTo>
                  <a:lnTo>
                    <a:pt x="68" y="842"/>
                  </a:lnTo>
                  <a:lnTo>
                    <a:pt x="169" y="775"/>
                  </a:lnTo>
                  <a:lnTo>
                    <a:pt x="202" y="707"/>
                  </a:lnTo>
                  <a:lnTo>
                    <a:pt x="371" y="707"/>
                  </a:lnTo>
                  <a:lnTo>
                    <a:pt x="438" y="842"/>
                  </a:lnTo>
                  <a:lnTo>
                    <a:pt x="472" y="876"/>
                  </a:lnTo>
                  <a:lnTo>
                    <a:pt x="505" y="876"/>
                  </a:lnTo>
                  <a:lnTo>
                    <a:pt x="573" y="842"/>
                  </a:lnTo>
                  <a:lnTo>
                    <a:pt x="573" y="808"/>
                  </a:lnTo>
                  <a:lnTo>
                    <a:pt x="573" y="674"/>
                  </a:lnTo>
                  <a:lnTo>
                    <a:pt x="573" y="640"/>
                  </a:lnTo>
                  <a:lnTo>
                    <a:pt x="606" y="606"/>
                  </a:lnTo>
                  <a:lnTo>
                    <a:pt x="573" y="573"/>
                  </a:lnTo>
                  <a:lnTo>
                    <a:pt x="539" y="573"/>
                  </a:lnTo>
                  <a:lnTo>
                    <a:pt x="505" y="438"/>
                  </a:lnTo>
                  <a:lnTo>
                    <a:pt x="371" y="68"/>
                  </a:lnTo>
                  <a:lnTo>
                    <a:pt x="33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4" name="Google Shape;831;p5">
              <a:extLst>
                <a:ext uri="{FF2B5EF4-FFF2-40B4-BE49-F238E27FC236}">
                  <a16:creationId xmlns:a16="http://schemas.microsoft.com/office/drawing/2014/main" id="{AD406B72-F1A9-4952-A17B-F92C5058520B}"/>
                </a:ext>
              </a:extLst>
            </p:cNvPr>
            <p:cNvSpPr/>
            <p:nvPr/>
          </p:nvSpPr>
          <p:spPr>
            <a:xfrm>
              <a:off x="182898" y="159375"/>
              <a:ext cx="122514" cy="134222"/>
            </a:xfrm>
            <a:custGeom>
              <a:avLst/>
              <a:gdLst/>
              <a:ahLst/>
              <a:cxnLst/>
              <a:rect l="l" t="t" r="r" b="b"/>
              <a:pathLst>
                <a:path w="2459" h="2694" extrusionOk="0">
                  <a:moveTo>
                    <a:pt x="2290" y="236"/>
                  </a:moveTo>
                  <a:lnTo>
                    <a:pt x="2223" y="741"/>
                  </a:lnTo>
                  <a:lnTo>
                    <a:pt x="2189" y="1280"/>
                  </a:lnTo>
                  <a:lnTo>
                    <a:pt x="2223" y="1818"/>
                  </a:lnTo>
                  <a:lnTo>
                    <a:pt x="2290" y="2323"/>
                  </a:lnTo>
                  <a:lnTo>
                    <a:pt x="2290" y="2357"/>
                  </a:lnTo>
                  <a:lnTo>
                    <a:pt x="1819" y="2357"/>
                  </a:lnTo>
                  <a:lnTo>
                    <a:pt x="1347" y="2391"/>
                  </a:lnTo>
                  <a:lnTo>
                    <a:pt x="371" y="2391"/>
                  </a:lnTo>
                  <a:lnTo>
                    <a:pt x="270" y="1313"/>
                  </a:lnTo>
                  <a:lnTo>
                    <a:pt x="169" y="270"/>
                  </a:lnTo>
                  <a:lnTo>
                    <a:pt x="708" y="303"/>
                  </a:lnTo>
                  <a:lnTo>
                    <a:pt x="1213" y="303"/>
                  </a:lnTo>
                  <a:lnTo>
                    <a:pt x="2290" y="236"/>
                  </a:lnTo>
                  <a:close/>
                  <a:moveTo>
                    <a:pt x="2290" y="0"/>
                  </a:moveTo>
                  <a:lnTo>
                    <a:pt x="1751" y="34"/>
                  </a:lnTo>
                  <a:lnTo>
                    <a:pt x="1213" y="68"/>
                  </a:lnTo>
                  <a:lnTo>
                    <a:pt x="674" y="68"/>
                  </a:lnTo>
                  <a:lnTo>
                    <a:pt x="135" y="101"/>
                  </a:lnTo>
                  <a:lnTo>
                    <a:pt x="102" y="135"/>
                  </a:lnTo>
                  <a:lnTo>
                    <a:pt x="68" y="169"/>
                  </a:lnTo>
                  <a:lnTo>
                    <a:pt x="34" y="202"/>
                  </a:lnTo>
                  <a:lnTo>
                    <a:pt x="1" y="236"/>
                  </a:lnTo>
                  <a:lnTo>
                    <a:pt x="1" y="842"/>
                  </a:lnTo>
                  <a:lnTo>
                    <a:pt x="1" y="1448"/>
                  </a:lnTo>
                  <a:lnTo>
                    <a:pt x="68" y="2054"/>
                  </a:lnTo>
                  <a:lnTo>
                    <a:pt x="169" y="2626"/>
                  </a:lnTo>
                  <a:lnTo>
                    <a:pt x="236" y="2694"/>
                  </a:lnTo>
                  <a:lnTo>
                    <a:pt x="304" y="2694"/>
                  </a:lnTo>
                  <a:lnTo>
                    <a:pt x="371" y="2660"/>
                  </a:lnTo>
                  <a:lnTo>
                    <a:pt x="405" y="2593"/>
                  </a:lnTo>
                  <a:lnTo>
                    <a:pt x="371" y="2525"/>
                  </a:lnTo>
                  <a:lnTo>
                    <a:pt x="842" y="2593"/>
                  </a:lnTo>
                  <a:lnTo>
                    <a:pt x="1347" y="2626"/>
                  </a:lnTo>
                  <a:lnTo>
                    <a:pt x="1819" y="2593"/>
                  </a:lnTo>
                  <a:lnTo>
                    <a:pt x="2054" y="2559"/>
                  </a:lnTo>
                  <a:lnTo>
                    <a:pt x="2290" y="2525"/>
                  </a:lnTo>
                  <a:lnTo>
                    <a:pt x="2324" y="2458"/>
                  </a:lnTo>
                  <a:lnTo>
                    <a:pt x="2324" y="2391"/>
                  </a:lnTo>
                  <a:lnTo>
                    <a:pt x="2357" y="2424"/>
                  </a:lnTo>
                  <a:lnTo>
                    <a:pt x="2391" y="2424"/>
                  </a:lnTo>
                  <a:lnTo>
                    <a:pt x="2425" y="2391"/>
                  </a:lnTo>
                  <a:lnTo>
                    <a:pt x="2458" y="2323"/>
                  </a:lnTo>
                  <a:lnTo>
                    <a:pt x="2458" y="1818"/>
                  </a:lnTo>
                  <a:lnTo>
                    <a:pt x="2458" y="1246"/>
                  </a:lnTo>
                  <a:lnTo>
                    <a:pt x="2425" y="707"/>
                  </a:lnTo>
                  <a:lnTo>
                    <a:pt x="2357" y="202"/>
                  </a:lnTo>
                  <a:lnTo>
                    <a:pt x="2391" y="135"/>
                  </a:lnTo>
                  <a:lnTo>
                    <a:pt x="2391" y="68"/>
                  </a:lnTo>
                  <a:lnTo>
                    <a:pt x="2357"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5" name="Google Shape;832;p5">
              <a:extLst>
                <a:ext uri="{FF2B5EF4-FFF2-40B4-BE49-F238E27FC236}">
                  <a16:creationId xmlns:a16="http://schemas.microsoft.com/office/drawing/2014/main" id="{872EF6B4-6503-449A-B513-F9F1FD942E37}"/>
                </a:ext>
              </a:extLst>
            </p:cNvPr>
            <p:cNvSpPr/>
            <p:nvPr/>
          </p:nvSpPr>
          <p:spPr>
            <a:xfrm>
              <a:off x="481485" y="466331"/>
              <a:ext cx="38612" cy="38612"/>
            </a:xfrm>
            <a:custGeom>
              <a:avLst/>
              <a:gdLst/>
              <a:ahLst/>
              <a:cxnLst/>
              <a:rect l="l" t="t" r="r" b="b"/>
              <a:pathLst>
                <a:path w="775" h="775" extrusionOk="0">
                  <a:moveTo>
                    <a:pt x="674" y="0"/>
                  </a:moveTo>
                  <a:lnTo>
                    <a:pt x="505" y="135"/>
                  </a:lnTo>
                  <a:lnTo>
                    <a:pt x="371" y="236"/>
                  </a:lnTo>
                  <a:lnTo>
                    <a:pt x="169" y="135"/>
                  </a:lnTo>
                  <a:lnTo>
                    <a:pt x="135" y="101"/>
                  </a:lnTo>
                  <a:lnTo>
                    <a:pt x="101" y="135"/>
                  </a:lnTo>
                  <a:lnTo>
                    <a:pt x="68" y="169"/>
                  </a:lnTo>
                  <a:lnTo>
                    <a:pt x="101" y="236"/>
                  </a:lnTo>
                  <a:lnTo>
                    <a:pt x="236" y="371"/>
                  </a:lnTo>
                  <a:lnTo>
                    <a:pt x="135" y="472"/>
                  </a:lnTo>
                  <a:lnTo>
                    <a:pt x="68" y="573"/>
                  </a:lnTo>
                  <a:lnTo>
                    <a:pt x="34" y="606"/>
                  </a:lnTo>
                  <a:lnTo>
                    <a:pt x="0" y="674"/>
                  </a:lnTo>
                  <a:lnTo>
                    <a:pt x="34" y="741"/>
                  </a:lnTo>
                  <a:lnTo>
                    <a:pt x="101" y="775"/>
                  </a:lnTo>
                  <a:lnTo>
                    <a:pt x="202" y="707"/>
                  </a:lnTo>
                  <a:lnTo>
                    <a:pt x="270" y="640"/>
                  </a:lnTo>
                  <a:lnTo>
                    <a:pt x="404" y="472"/>
                  </a:lnTo>
                  <a:lnTo>
                    <a:pt x="640" y="573"/>
                  </a:lnTo>
                  <a:lnTo>
                    <a:pt x="741" y="539"/>
                  </a:lnTo>
                  <a:lnTo>
                    <a:pt x="775" y="472"/>
                  </a:lnTo>
                  <a:lnTo>
                    <a:pt x="775" y="404"/>
                  </a:lnTo>
                  <a:lnTo>
                    <a:pt x="707" y="371"/>
                  </a:lnTo>
                  <a:lnTo>
                    <a:pt x="539" y="337"/>
                  </a:lnTo>
                  <a:lnTo>
                    <a:pt x="606" y="270"/>
                  </a:lnTo>
                  <a:lnTo>
                    <a:pt x="707" y="34"/>
                  </a:lnTo>
                  <a:lnTo>
                    <a:pt x="70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6" name="Google Shape;833;p5">
              <a:extLst>
                <a:ext uri="{FF2B5EF4-FFF2-40B4-BE49-F238E27FC236}">
                  <a16:creationId xmlns:a16="http://schemas.microsoft.com/office/drawing/2014/main" id="{73C2F317-D7DD-4660-8A84-EC72FAA29994}"/>
                </a:ext>
              </a:extLst>
            </p:cNvPr>
            <p:cNvSpPr/>
            <p:nvPr/>
          </p:nvSpPr>
          <p:spPr>
            <a:xfrm>
              <a:off x="463050" y="150955"/>
              <a:ext cx="127496" cy="120820"/>
            </a:xfrm>
            <a:custGeom>
              <a:avLst/>
              <a:gdLst/>
              <a:ahLst/>
              <a:cxnLst/>
              <a:rect l="l" t="t" r="r" b="b"/>
              <a:pathLst>
                <a:path w="2559" h="2425" extrusionOk="0">
                  <a:moveTo>
                    <a:pt x="168" y="169"/>
                  </a:moveTo>
                  <a:lnTo>
                    <a:pt x="370" y="270"/>
                  </a:lnTo>
                  <a:lnTo>
                    <a:pt x="572" y="304"/>
                  </a:lnTo>
                  <a:lnTo>
                    <a:pt x="1010" y="270"/>
                  </a:lnTo>
                  <a:lnTo>
                    <a:pt x="1650" y="304"/>
                  </a:lnTo>
                  <a:lnTo>
                    <a:pt x="2290" y="338"/>
                  </a:lnTo>
                  <a:lnTo>
                    <a:pt x="2290" y="708"/>
                  </a:lnTo>
                  <a:lnTo>
                    <a:pt x="2323" y="1078"/>
                  </a:lnTo>
                  <a:lnTo>
                    <a:pt x="2323" y="1583"/>
                  </a:lnTo>
                  <a:lnTo>
                    <a:pt x="2323" y="1853"/>
                  </a:lnTo>
                  <a:lnTo>
                    <a:pt x="2391" y="2088"/>
                  </a:lnTo>
                  <a:lnTo>
                    <a:pt x="2357" y="2088"/>
                  </a:lnTo>
                  <a:lnTo>
                    <a:pt x="1313" y="2122"/>
                  </a:lnTo>
                  <a:lnTo>
                    <a:pt x="808" y="2156"/>
                  </a:lnTo>
                  <a:lnTo>
                    <a:pt x="539" y="2189"/>
                  </a:lnTo>
                  <a:lnTo>
                    <a:pt x="303" y="2223"/>
                  </a:lnTo>
                  <a:lnTo>
                    <a:pt x="236" y="1718"/>
                  </a:lnTo>
                  <a:lnTo>
                    <a:pt x="236" y="1213"/>
                  </a:lnTo>
                  <a:lnTo>
                    <a:pt x="269" y="708"/>
                  </a:lnTo>
                  <a:lnTo>
                    <a:pt x="236" y="439"/>
                  </a:lnTo>
                  <a:lnTo>
                    <a:pt x="202" y="304"/>
                  </a:lnTo>
                  <a:lnTo>
                    <a:pt x="168" y="169"/>
                  </a:lnTo>
                  <a:close/>
                  <a:moveTo>
                    <a:pt x="2357" y="1"/>
                  </a:moveTo>
                  <a:lnTo>
                    <a:pt x="2357" y="35"/>
                  </a:lnTo>
                  <a:lnTo>
                    <a:pt x="2323" y="136"/>
                  </a:lnTo>
                  <a:lnTo>
                    <a:pt x="1751" y="68"/>
                  </a:lnTo>
                  <a:lnTo>
                    <a:pt x="1178" y="68"/>
                  </a:lnTo>
                  <a:lnTo>
                    <a:pt x="640" y="35"/>
                  </a:lnTo>
                  <a:lnTo>
                    <a:pt x="404" y="68"/>
                  </a:lnTo>
                  <a:lnTo>
                    <a:pt x="269" y="102"/>
                  </a:lnTo>
                  <a:lnTo>
                    <a:pt x="168" y="169"/>
                  </a:lnTo>
                  <a:lnTo>
                    <a:pt x="135" y="169"/>
                  </a:lnTo>
                  <a:lnTo>
                    <a:pt x="67" y="338"/>
                  </a:lnTo>
                  <a:lnTo>
                    <a:pt x="34" y="506"/>
                  </a:lnTo>
                  <a:lnTo>
                    <a:pt x="0" y="876"/>
                  </a:lnTo>
                  <a:lnTo>
                    <a:pt x="34" y="1583"/>
                  </a:lnTo>
                  <a:lnTo>
                    <a:pt x="34" y="1819"/>
                  </a:lnTo>
                  <a:lnTo>
                    <a:pt x="34" y="2055"/>
                  </a:lnTo>
                  <a:lnTo>
                    <a:pt x="34" y="2189"/>
                  </a:lnTo>
                  <a:lnTo>
                    <a:pt x="67" y="2290"/>
                  </a:lnTo>
                  <a:lnTo>
                    <a:pt x="135" y="2358"/>
                  </a:lnTo>
                  <a:lnTo>
                    <a:pt x="236" y="2425"/>
                  </a:lnTo>
                  <a:lnTo>
                    <a:pt x="303" y="2425"/>
                  </a:lnTo>
                  <a:lnTo>
                    <a:pt x="303" y="2358"/>
                  </a:lnTo>
                  <a:lnTo>
                    <a:pt x="572" y="2391"/>
                  </a:lnTo>
                  <a:lnTo>
                    <a:pt x="808" y="2425"/>
                  </a:lnTo>
                  <a:lnTo>
                    <a:pt x="1347" y="2391"/>
                  </a:lnTo>
                  <a:lnTo>
                    <a:pt x="2357" y="2324"/>
                  </a:lnTo>
                  <a:lnTo>
                    <a:pt x="2424" y="2290"/>
                  </a:lnTo>
                  <a:lnTo>
                    <a:pt x="2492" y="2324"/>
                  </a:lnTo>
                  <a:lnTo>
                    <a:pt x="2525" y="2324"/>
                  </a:lnTo>
                  <a:lnTo>
                    <a:pt x="2525" y="2290"/>
                  </a:lnTo>
                  <a:lnTo>
                    <a:pt x="2559" y="2021"/>
                  </a:lnTo>
                  <a:lnTo>
                    <a:pt x="2559" y="1752"/>
                  </a:lnTo>
                  <a:lnTo>
                    <a:pt x="2525" y="1247"/>
                  </a:lnTo>
                  <a:lnTo>
                    <a:pt x="2492" y="641"/>
                  </a:lnTo>
                  <a:lnTo>
                    <a:pt x="2492" y="338"/>
                  </a:lnTo>
                  <a:lnTo>
                    <a:pt x="2458" y="35"/>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7" name="Google Shape;834;p5">
              <a:extLst>
                <a:ext uri="{FF2B5EF4-FFF2-40B4-BE49-F238E27FC236}">
                  <a16:creationId xmlns:a16="http://schemas.microsoft.com/office/drawing/2014/main" id="{21DACBDC-2EB6-47BA-A9EC-6233B4ECD0ED}"/>
                </a:ext>
              </a:extLst>
            </p:cNvPr>
            <p:cNvSpPr/>
            <p:nvPr/>
          </p:nvSpPr>
          <p:spPr>
            <a:xfrm>
              <a:off x="513371" y="199631"/>
              <a:ext cx="31886" cy="38612"/>
            </a:xfrm>
            <a:custGeom>
              <a:avLst/>
              <a:gdLst/>
              <a:ahLst/>
              <a:cxnLst/>
              <a:rect l="l" t="t" r="r" b="b"/>
              <a:pathLst>
                <a:path w="640" h="775" extrusionOk="0">
                  <a:moveTo>
                    <a:pt x="101" y="0"/>
                  </a:moveTo>
                  <a:lnTo>
                    <a:pt x="67" y="34"/>
                  </a:lnTo>
                  <a:lnTo>
                    <a:pt x="34" y="337"/>
                  </a:lnTo>
                  <a:lnTo>
                    <a:pt x="34" y="606"/>
                  </a:lnTo>
                  <a:lnTo>
                    <a:pt x="67" y="640"/>
                  </a:lnTo>
                  <a:lnTo>
                    <a:pt x="67" y="674"/>
                  </a:lnTo>
                  <a:lnTo>
                    <a:pt x="0" y="674"/>
                  </a:lnTo>
                  <a:lnTo>
                    <a:pt x="0" y="707"/>
                  </a:lnTo>
                  <a:lnTo>
                    <a:pt x="168" y="775"/>
                  </a:lnTo>
                  <a:lnTo>
                    <a:pt x="370" y="775"/>
                  </a:lnTo>
                  <a:lnTo>
                    <a:pt x="505" y="741"/>
                  </a:lnTo>
                  <a:lnTo>
                    <a:pt x="573" y="707"/>
                  </a:lnTo>
                  <a:lnTo>
                    <a:pt x="640" y="674"/>
                  </a:lnTo>
                  <a:lnTo>
                    <a:pt x="640" y="640"/>
                  </a:lnTo>
                  <a:lnTo>
                    <a:pt x="606" y="606"/>
                  </a:lnTo>
                  <a:lnTo>
                    <a:pt x="539" y="573"/>
                  </a:lnTo>
                  <a:lnTo>
                    <a:pt x="472" y="606"/>
                  </a:lnTo>
                  <a:lnTo>
                    <a:pt x="337" y="640"/>
                  </a:lnTo>
                  <a:lnTo>
                    <a:pt x="168" y="674"/>
                  </a:lnTo>
                  <a:lnTo>
                    <a:pt x="168" y="606"/>
                  </a:lnTo>
                  <a:lnTo>
                    <a:pt x="168" y="371"/>
                  </a:lnTo>
                  <a:lnTo>
                    <a:pt x="236" y="404"/>
                  </a:lnTo>
                  <a:lnTo>
                    <a:pt x="472" y="404"/>
                  </a:lnTo>
                  <a:lnTo>
                    <a:pt x="505" y="337"/>
                  </a:lnTo>
                  <a:lnTo>
                    <a:pt x="505" y="303"/>
                  </a:lnTo>
                  <a:lnTo>
                    <a:pt x="472" y="236"/>
                  </a:lnTo>
                  <a:lnTo>
                    <a:pt x="202" y="236"/>
                  </a:lnTo>
                  <a:lnTo>
                    <a:pt x="168" y="270"/>
                  </a:lnTo>
                  <a:lnTo>
                    <a:pt x="135" y="34"/>
                  </a:lnTo>
                  <a:lnTo>
                    <a:pt x="101" y="34"/>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8" name="Google Shape;835;p5">
              <a:extLst>
                <a:ext uri="{FF2B5EF4-FFF2-40B4-BE49-F238E27FC236}">
                  <a16:creationId xmlns:a16="http://schemas.microsoft.com/office/drawing/2014/main" id="{7C890038-3855-4350-877B-944A6C51D393}"/>
                </a:ext>
              </a:extLst>
            </p:cNvPr>
            <p:cNvSpPr/>
            <p:nvPr/>
          </p:nvSpPr>
          <p:spPr>
            <a:xfrm>
              <a:off x="404310" y="337191"/>
              <a:ext cx="30242" cy="43645"/>
            </a:xfrm>
            <a:custGeom>
              <a:avLst/>
              <a:gdLst/>
              <a:ahLst/>
              <a:cxnLst/>
              <a:rect l="l" t="t" r="r" b="b"/>
              <a:pathLst>
                <a:path w="607" h="876" extrusionOk="0">
                  <a:moveTo>
                    <a:pt x="371" y="0"/>
                  </a:moveTo>
                  <a:lnTo>
                    <a:pt x="304" y="34"/>
                  </a:lnTo>
                  <a:lnTo>
                    <a:pt x="169" y="67"/>
                  </a:lnTo>
                  <a:lnTo>
                    <a:pt x="102" y="135"/>
                  </a:lnTo>
                  <a:lnTo>
                    <a:pt x="102" y="168"/>
                  </a:lnTo>
                  <a:lnTo>
                    <a:pt x="68" y="269"/>
                  </a:lnTo>
                  <a:lnTo>
                    <a:pt x="68" y="337"/>
                  </a:lnTo>
                  <a:lnTo>
                    <a:pt x="135" y="438"/>
                  </a:lnTo>
                  <a:lnTo>
                    <a:pt x="270" y="505"/>
                  </a:lnTo>
                  <a:lnTo>
                    <a:pt x="405" y="539"/>
                  </a:lnTo>
                  <a:lnTo>
                    <a:pt x="405" y="606"/>
                  </a:lnTo>
                  <a:lnTo>
                    <a:pt x="337" y="673"/>
                  </a:lnTo>
                  <a:lnTo>
                    <a:pt x="304" y="707"/>
                  </a:lnTo>
                  <a:lnTo>
                    <a:pt x="236" y="673"/>
                  </a:lnTo>
                  <a:lnTo>
                    <a:pt x="135" y="640"/>
                  </a:lnTo>
                  <a:lnTo>
                    <a:pt x="34" y="640"/>
                  </a:lnTo>
                  <a:lnTo>
                    <a:pt x="1" y="673"/>
                  </a:lnTo>
                  <a:lnTo>
                    <a:pt x="1" y="741"/>
                  </a:lnTo>
                  <a:lnTo>
                    <a:pt x="34" y="774"/>
                  </a:lnTo>
                  <a:lnTo>
                    <a:pt x="135" y="842"/>
                  </a:lnTo>
                  <a:lnTo>
                    <a:pt x="236" y="875"/>
                  </a:lnTo>
                  <a:lnTo>
                    <a:pt x="337" y="875"/>
                  </a:lnTo>
                  <a:lnTo>
                    <a:pt x="438" y="808"/>
                  </a:lnTo>
                  <a:lnTo>
                    <a:pt x="539" y="741"/>
                  </a:lnTo>
                  <a:lnTo>
                    <a:pt x="573" y="640"/>
                  </a:lnTo>
                  <a:lnTo>
                    <a:pt x="607" y="539"/>
                  </a:lnTo>
                  <a:lnTo>
                    <a:pt x="573" y="438"/>
                  </a:lnTo>
                  <a:lnTo>
                    <a:pt x="539" y="404"/>
                  </a:lnTo>
                  <a:lnTo>
                    <a:pt x="472" y="370"/>
                  </a:lnTo>
                  <a:lnTo>
                    <a:pt x="337" y="337"/>
                  </a:lnTo>
                  <a:lnTo>
                    <a:pt x="304" y="303"/>
                  </a:lnTo>
                  <a:lnTo>
                    <a:pt x="270" y="269"/>
                  </a:lnTo>
                  <a:lnTo>
                    <a:pt x="270" y="202"/>
                  </a:lnTo>
                  <a:lnTo>
                    <a:pt x="337" y="168"/>
                  </a:lnTo>
                  <a:lnTo>
                    <a:pt x="506" y="168"/>
                  </a:lnTo>
                  <a:lnTo>
                    <a:pt x="506" y="135"/>
                  </a:lnTo>
                  <a:lnTo>
                    <a:pt x="472" y="67"/>
                  </a:lnTo>
                  <a:lnTo>
                    <a:pt x="438"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59" name="Google Shape;836;p5">
              <a:extLst>
                <a:ext uri="{FF2B5EF4-FFF2-40B4-BE49-F238E27FC236}">
                  <a16:creationId xmlns:a16="http://schemas.microsoft.com/office/drawing/2014/main" id="{55BE9C33-D707-4482-8AF8-405EC551A358}"/>
                </a:ext>
              </a:extLst>
            </p:cNvPr>
            <p:cNvSpPr/>
            <p:nvPr/>
          </p:nvSpPr>
          <p:spPr>
            <a:xfrm>
              <a:off x="355683" y="291853"/>
              <a:ext cx="122514" cy="120869"/>
            </a:xfrm>
            <a:custGeom>
              <a:avLst/>
              <a:gdLst/>
              <a:ahLst/>
              <a:cxnLst/>
              <a:rect l="l" t="t" r="r" b="b"/>
              <a:pathLst>
                <a:path w="2459" h="2426" extrusionOk="0">
                  <a:moveTo>
                    <a:pt x="2290" y="203"/>
                  </a:moveTo>
                  <a:lnTo>
                    <a:pt x="2256" y="641"/>
                  </a:lnTo>
                  <a:lnTo>
                    <a:pt x="2256" y="1078"/>
                  </a:lnTo>
                  <a:lnTo>
                    <a:pt x="2222" y="1617"/>
                  </a:lnTo>
                  <a:lnTo>
                    <a:pt x="2222" y="2156"/>
                  </a:lnTo>
                  <a:lnTo>
                    <a:pt x="1953" y="2122"/>
                  </a:lnTo>
                  <a:lnTo>
                    <a:pt x="1684" y="2088"/>
                  </a:lnTo>
                  <a:lnTo>
                    <a:pt x="1145" y="2122"/>
                  </a:lnTo>
                  <a:lnTo>
                    <a:pt x="707" y="2156"/>
                  </a:lnTo>
                  <a:lnTo>
                    <a:pt x="472" y="2156"/>
                  </a:lnTo>
                  <a:lnTo>
                    <a:pt x="270" y="2223"/>
                  </a:lnTo>
                  <a:lnTo>
                    <a:pt x="270" y="1684"/>
                  </a:lnTo>
                  <a:lnTo>
                    <a:pt x="236" y="1179"/>
                  </a:lnTo>
                  <a:lnTo>
                    <a:pt x="202" y="742"/>
                  </a:lnTo>
                  <a:lnTo>
                    <a:pt x="202" y="304"/>
                  </a:lnTo>
                  <a:lnTo>
                    <a:pt x="1246" y="270"/>
                  </a:lnTo>
                  <a:lnTo>
                    <a:pt x="1751" y="237"/>
                  </a:lnTo>
                  <a:lnTo>
                    <a:pt x="2290" y="203"/>
                  </a:lnTo>
                  <a:close/>
                  <a:moveTo>
                    <a:pt x="1751" y="1"/>
                  </a:moveTo>
                  <a:lnTo>
                    <a:pt x="1212" y="35"/>
                  </a:lnTo>
                  <a:lnTo>
                    <a:pt x="169" y="102"/>
                  </a:lnTo>
                  <a:lnTo>
                    <a:pt x="135" y="102"/>
                  </a:lnTo>
                  <a:lnTo>
                    <a:pt x="101" y="136"/>
                  </a:lnTo>
                  <a:lnTo>
                    <a:pt x="68" y="169"/>
                  </a:lnTo>
                  <a:lnTo>
                    <a:pt x="0" y="439"/>
                  </a:lnTo>
                  <a:lnTo>
                    <a:pt x="0" y="742"/>
                  </a:lnTo>
                  <a:lnTo>
                    <a:pt x="34" y="1348"/>
                  </a:lnTo>
                  <a:lnTo>
                    <a:pt x="34" y="1853"/>
                  </a:lnTo>
                  <a:lnTo>
                    <a:pt x="68" y="2122"/>
                  </a:lnTo>
                  <a:lnTo>
                    <a:pt x="101" y="2358"/>
                  </a:lnTo>
                  <a:lnTo>
                    <a:pt x="135" y="2391"/>
                  </a:lnTo>
                  <a:lnTo>
                    <a:pt x="169" y="2425"/>
                  </a:lnTo>
                  <a:lnTo>
                    <a:pt x="202" y="2425"/>
                  </a:lnTo>
                  <a:lnTo>
                    <a:pt x="236" y="2391"/>
                  </a:lnTo>
                  <a:lnTo>
                    <a:pt x="775" y="2391"/>
                  </a:lnTo>
                  <a:lnTo>
                    <a:pt x="1313" y="2358"/>
                  </a:lnTo>
                  <a:lnTo>
                    <a:pt x="1785" y="2358"/>
                  </a:lnTo>
                  <a:lnTo>
                    <a:pt x="2020" y="2324"/>
                  </a:lnTo>
                  <a:lnTo>
                    <a:pt x="2256" y="2290"/>
                  </a:lnTo>
                  <a:lnTo>
                    <a:pt x="2256" y="2257"/>
                  </a:lnTo>
                  <a:lnTo>
                    <a:pt x="2323" y="2290"/>
                  </a:lnTo>
                  <a:lnTo>
                    <a:pt x="2357" y="2257"/>
                  </a:lnTo>
                  <a:lnTo>
                    <a:pt x="2391" y="2223"/>
                  </a:lnTo>
                  <a:lnTo>
                    <a:pt x="2424" y="1954"/>
                  </a:lnTo>
                  <a:lnTo>
                    <a:pt x="2458" y="1651"/>
                  </a:lnTo>
                  <a:lnTo>
                    <a:pt x="2458" y="1045"/>
                  </a:lnTo>
                  <a:lnTo>
                    <a:pt x="2458" y="573"/>
                  </a:lnTo>
                  <a:lnTo>
                    <a:pt x="2424" y="338"/>
                  </a:lnTo>
                  <a:lnTo>
                    <a:pt x="2357" y="102"/>
                  </a:lnTo>
                  <a:lnTo>
                    <a:pt x="2357" y="35"/>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0" name="Google Shape;837;p5">
              <a:extLst>
                <a:ext uri="{FF2B5EF4-FFF2-40B4-BE49-F238E27FC236}">
                  <a16:creationId xmlns:a16="http://schemas.microsoft.com/office/drawing/2014/main" id="{8EFAE5E0-83A4-40A8-9A1C-43F746A451FB}"/>
                </a:ext>
              </a:extLst>
            </p:cNvPr>
            <p:cNvSpPr/>
            <p:nvPr/>
          </p:nvSpPr>
          <p:spPr>
            <a:xfrm>
              <a:off x="250009" y="-7"/>
              <a:ext cx="10114" cy="16840"/>
            </a:xfrm>
            <a:custGeom>
              <a:avLst/>
              <a:gdLst/>
              <a:ahLst/>
              <a:cxnLst/>
              <a:rect l="l" t="t" r="r" b="b"/>
              <a:pathLst>
                <a:path w="203" h="338" extrusionOk="0">
                  <a:moveTo>
                    <a:pt x="0" y="1"/>
                  </a:moveTo>
                  <a:lnTo>
                    <a:pt x="68" y="270"/>
                  </a:lnTo>
                  <a:lnTo>
                    <a:pt x="101" y="304"/>
                  </a:lnTo>
                  <a:lnTo>
                    <a:pt x="135" y="337"/>
                  </a:lnTo>
                  <a:lnTo>
                    <a:pt x="202" y="304"/>
                  </a:lnTo>
                  <a:lnTo>
                    <a:pt x="202" y="236"/>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1" name="Google Shape;838;p5">
              <a:extLst>
                <a:ext uri="{FF2B5EF4-FFF2-40B4-BE49-F238E27FC236}">
                  <a16:creationId xmlns:a16="http://schemas.microsoft.com/office/drawing/2014/main" id="{DAA4BB3A-5EFD-4DF3-8541-D1412EC609B7}"/>
                </a:ext>
              </a:extLst>
            </p:cNvPr>
            <p:cNvSpPr/>
            <p:nvPr/>
          </p:nvSpPr>
          <p:spPr>
            <a:xfrm>
              <a:off x="50" y="33573"/>
              <a:ext cx="83951" cy="130884"/>
            </a:xfrm>
            <a:custGeom>
              <a:avLst/>
              <a:gdLst/>
              <a:ahLst/>
              <a:cxnLst/>
              <a:rect l="l" t="t" r="r" b="b"/>
              <a:pathLst>
                <a:path w="1685" h="2627" extrusionOk="0">
                  <a:moveTo>
                    <a:pt x="1516" y="0"/>
                  </a:moveTo>
                  <a:lnTo>
                    <a:pt x="775" y="34"/>
                  </a:lnTo>
                  <a:lnTo>
                    <a:pt x="1" y="67"/>
                  </a:lnTo>
                  <a:lnTo>
                    <a:pt x="1" y="269"/>
                  </a:lnTo>
                  <a:lnTo>
                    <a:pt x="741" y="269"/>
                  </a:lnTo>
                  <a:lnTo>
                    <a:pt x="1516" y="202"/>
                  </a:lnTo>
                  <a:lnTo>
                    <a:pt x="1448" y="741"/>
                  </a:lnTo>
                  <a:lnTo>
                    <a:pt x="1415" y="1279"/>
                  </a:lnTo>
                  <a:lnTo>
                    <a:pt x="1448" y="1818"/>
                  </a:lnTo>
                  <a:lnTo>
                    <a:pt x="1516" y="2323"/>
                  </a:lnTo>
                  <a:lnTo>
                    <a:pt x="1516" y="2357"/>
                  </a:lnTo>
                  <a:lnTo>
                    <a:pt x="1482" y="2357"/>
                  </a:lnTo>
                  <a:lnTo>
                    <a:pt x="1280" y="2323"/>
                  </a:lnTo>
                  <a:lnTo>
                    <a:pt x="1044" y="2357"/>
                  </a:lnTo>
                  <a:lnTo>
                    <a:pt x="1" y="2357"/>
                  </a:lnTo>
                  <a:lnTo>
                    <a:pt x="1" y="2593"/>
                  </a:lnTo>
                  <a:lnTo>
                    <a:pt x="371" y="2626"/>
                  </a:lnTo>
                  <a:lnTo>
                    <a:pt x="775" y="2626"/>
                  </a:lnTo>
                  <a:lnTo>
                    <a:pt x="1145" y="2593"/>
                  </a:lnTo>
                  <a:lnTo>
                    <a:pt x="1516" y="2492"/>
                  </a:lnTo>
                  <a:lnTo>
                    <a:pt x="1549" y="2458"/>
                  </a:lnTo>
                  <a:lnTo>
                    <a:pt x="1549" y="2391"/>
                  </a:lnTo>
                  <a:lnTo>
                    <a:pt x="1650" y="2391"/>
                  </a:lnTo>
                  <a:lnTo>
                    <a:pt x="1684" y="2357"/>
                  </a:lnTo>
                  <a:lnTo>
                    <a:pt x="1684" y="2323"/>
                  </a:lnTo>
                  <a:lnTo>
                    <a:pt x="1684" y="1784"/>
                  </a:lnTo>
                  <a:lnTo>
                    <a:pt x="1684" y="1246"/>
                  </a:lnTo>
                  <a:lnTo>
                    <a:pt x="1650" y="707"/>
                  </a:lnTo>
                  <a:lnTo>
                    <a:pt x="1583" y="168"/>
                  </a:lnTo>
                  <a:lnTo>
                    <a:pt x="1617" y="135"/>
                  </a:lnTo>
                  <a:lnTo>
                    <a:pt x="1617" y="67"/>
                  </a:lnTo>
                  <a:lnTo>
                    <a:pt x="158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2" name="Google Shape;839;p5">
              <a:extLst>
                <a:ext uri="{FF2B5EF4-FFF2-40B4-BE49-F238E27FC236}">
                  <a16:creationId xmlns:a16="http://schemas.microsoft.com/office/drawing/2014/main" id="{9C1E9979-02C6-4D40-A731-3FC2C58CC4FE}"/>
                </a:ext>
              </a:extLst>
            </p:cNvPr>
            <p:cNvSpPr/>
            <p:nvPr/>
          </p:nvSpPr>
          <p:spPr>
            <a:xfrm>
              <a:off x="50" y="233162"/>
              <a:ext cx="53758" cy="43645"/>
            </a:xfrm>
            <a:custGeom>
              <a:avLst/>
              <a:gdLst/>
              <a:ahLst/>
              <a:cxnLst/>
              <a:rect l="l" t="t" r="r" b="b"/>
              <a:pathLst>
                <a:path w="1079" h="876" extrusionOk="0">
                  <a:moveTo>
                    <a:pt x="943" y="1"/>
                  </a:moveTo>
                  <a:lnTo>
                    <a:pt x="910" y="34"/>
                  </a:lnTo>
                  <a:lnTo>
                    <a:pt x="910" y="203"/>
                  </a:lnTo>
                  <a:lnTo>
                    <a:pt x="910" y="405"/>
                  </a:lnTo>
                  <a:lnTo>
                    <a:pt x="910" y="472"/>
                  </a:lnTo>
                  <a:lnTo>
                    <a:pt x="876" y="438"/>
                  </a:lnTo>
                  <a:lnTo>
                    <a:pt x="708" y="337"/>
                  </a:lnTo>
                  <a:lnTo>
                    <a:pt x="573" y="169"/>
                  </a:lnTo>
                  <a:lnTo>
                    <a:pt x="438" y="169"/>
                  </a:lnTo>
                  <a:lnTo>
                    <a:pt x="405" y="236"/>
                  </a:lnTo>
                  <a:lnTo>
                    <a:pt x="405" y="304"/>
                  </a:lnTo>
                  <a:lnTo>
                    <a:pt x="438" y="337"/>
                  </a:lnTo>
                  <a:lnTo>
                    <a:pt x="539" y="472"/>
                  </a:lnTo>
                  <a:lnTo>
                    <a:pt x="539" y="472"/>
                  </a:lnTo>
                  <a:lnTo>
                    <a:pt x="337" y="438"/>
                  </a:lnTo>
                  <a:lnTo>
                    <a:pt x="68" y="438"/>
                  </a:lnTo>
                  <a:lnTo>
                    <a:pt x="1" y="472"/>
                  </a:lnTo>
                  <a:lnTo>
                    <a:pt x="1" y="539"/>
                  </a:lnTo>
                  <a:lnTo>
                    <a:pt x="135" y="607"/>
                  </a:lnTo>
                  <a:lnTo>
                    <a:pt x="270" y="607"/>
                  </a:lnTo>
                  <a:lnTo>
                    <a:pt x="573" y="640"/>
                  </a:lnTo>
                  <a:lnTo>
                    <a:pt x="438" y="708"/>
                  </a:lnTo>
                  <a:lnTo>
                    <a:pt x="371" y="741"/>
                  </a:lnTo>
                  <a:lnTo>
                    <a:pt x="405" y="809"/>
                  </a:lnTo>
                  <a:lnTo>
                    <a:pt x="438" y="876"/>
                  </a:lnTo>
                  <a:lnTo>
                    <a:pt x="506" y="876"/>
                  </a:lnTo>
                  <a:lnTo>
                    <a:pt x="708" y="775"/>
                  </a:lnTo>
                  <a:lnTo>
                    <a:pt x="910" y="607"/>
                  </a:lnTo>
                  <a:lnTo>
                    <a:pt x="910" y="809"/>
                  </a:lnTo>
                  <a:lnTo>
                    <a:pt x="943" y="842"/>
                  </a:lnTo>
                  <a:lnTo>
                    <a:pt x="1011" y="876"/>
                  </a:lnTo>
                  <a:lnTo>
                    <a:pt x="1078" y="842"/>
                  </a:lnTo>
                  <a:lnTo>
                    <a:pt x="1078" y="775"/>
                  </a:lnTo>
                  <a:lnTo>
                    <a:pt x="1078" y="371"/>
                  </a:lnTo>
                  <a:lnTo>
                    <a:pt x="1044" y="203"/>
                  </a:lnTo>
                  <a:lnTo>
                    <a:pt x="1011" y="34"/>
                  </a:lnTo>
                  <a:lnTo>
                    <a:pt x="101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3" name="Google Shape;840;p5">
              <a:extLst>
                <a:ext uri="{FF2B5EF4-FFF2-40B4-BE49-F238E27FC236}">
                  <a16:creationId xmlns:a16="http://schemas.microsoft.com/office/drawing/2014/main" id="{2D3225E9-2064-41B5-9BEF-87724B3E12EF}"/>
                </a:ext>
              </a:extLst>
            </p:cNvPr>
            <p:cNvSpPr/>
            <p:nvPr/>
          </p:nvSpPr>
          <p:spPr>
            <a:xfrm>
              <a:off x="293604" y="80506"/>
              <a:ext cx="38612" cy="45338"/>
            </a:xfrm>
            <a:custGeom>
              <a:avLst/>
              <a:gdLst/>
              <a:ahLst/>
              <a:cxnLst/>
              <a:rect l="l" t="t" r="r" b="b"/>
              <a:pathLst>
                <a:path w="775" h="910" extrusionOk="0">
                  <a:moveTo>
                    <a:pt x="371" y="1"/>
                  </a:moveTo>
                  <a:lnTo>
                    <a:pt x="270" y="34"/>
                  </a:lnTo>
                  <a:lnTo>
                    <a:pt x="135" y="102"/>
                  </a:lnTo>
                  <a:lnTo>
                    <a:pt x="102" y="135"/>
                  </a:lnTo>
                  <a:lnTo>
                    <a:pt x="102" y="203"/>
                  </a:lnTo>
                  <a:lnTo>
                    <a:pt x="102" y="270"/>
                  </a:lnTo>
                  <a:lnTo>
                    <a:pt x="169" y="270"/>
                  </a:lnTo>
                  <a:lnTo>
                    <a:pt x="371" y="203"/>
                  </a:lnTo>
                  <a:lnTo>
                    <a:pt x="371" y="203"/>
                  </a:lnTo>
                  <a:lnTo>
                    <a:pt x="203" y="472"/>
                  </a:lnTo>
                  <a:lnTo>
                    <a:pt x="34" y="741"/>
                  </a:lnTo>
                  <a:lnTo>
                    <a:pt x="1" y="775"/>
                  </a:lnTo>
                  <a:lnTo>
                    <a:pt x="34" y="842"/>
                  </a:lnTo>
                  <a:lnTo>
                    <a:pt x="68" y="876"/>
                  </a:lnTo>
                  <a:lnTo>
                    <a:pt x="102" y="910"/>
                  </a:lnTo>
                  <a:lnTo>
                    <a:pt x="438" y="842"/>
                  </a:lnTo>
                  <a:lnTo>
                    <a:pt x="573" y="842"/>
                  </a:lnTo>
                  <a:lnTo>
                    <a:pt x="741" y="775"/>
                  </a:lnTo>
                  <a:lnTo>
                    <a:pt x="775" y="741"/>
                  </a:lnTo>
                  <a:lnTo>
                    <a:pt x="775" y="708"/>
                  </a:lnTo>
                  <a:lnTo>
                    <a:pt x="741" y="674"/>
                  </a:lnTo>
                  <a:lnTo>
                    <a:pt x="708" y="640"/>
                  </a:lnTo>
                  <a:lnTo>
                    <a:pt x="573" y="640"/>
                  </a:lnTo>
                  <a:lnTo>
                    <a:pt x="405" y="674"/>
                  </a:lnTo>
                  <a:lnTo>
                    <a:pt x="304" y="674"/>
                  </a:lnTo>
                  <a:lnTo>
                    <a:pt x="472" y="405"/>
                  </a:lnTo>
                  <a:lnTo>
                    <a:pt x="573" y="135"/>
                  </a:lnTo>
                  <a:lnTo>
                    <a:pt x="573" y="68"/>
                  </a:lnTo>
                  <a:lnTo>
                    <a:pt x="506" y="34"/>
                  </a:lnTo>
                  <a:lnTo>
                    <a:pt x="37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4" name="Google Shape;841;p5">
              <a:extLst>
                <a:ext uri="{FF2B5EF4-FFF2-40B4-BE49-F238E27FC236}">
                  <a16:creationId xmlns:a16="http://schemas.microsoft.com/office/drawing/2014/main" id="{A6F90FE3-F50A-4BEE-9C23-9C7243D6F46C}"/>
                </a:ext>
              </a:extLst>
            </p:cNvPr>
            <p:cNvSpPr/>
            <p:nvPr/>
          </p:nvSpPr>
          <p:spPr>
            <a:xfrm>
              <a:off x="241589" y="25153"/>
              <a:ext cx="127546" cy="120820"/>
            </a:xfrm>
            <a:custGeom>
              <a:avLst/>
              <a:gdLst/>
              <a:ahLst/>
              <a:cxnLst/>
              <a:rect l="l" t="t" r="r" b="b"/>
              <a:pathLst>
                <a:path w="2560" h="2425" extrusionOk="0">
                  <a:moveTo>
                    <a:pt x="169" y="169"/>
                  </a:moveTo>
                  <a:lnTo>
                    <a:pt x="371" y="236"/>
                  </a:lnTo>
                  <a:lnTo>
                    <a:pt x="573" y="270"/>
                  </a:lnTo>
                  <a:lnTo>
                    <a:pt x="1011" y="270"/>
                  </a:lnTo>
                  <a:lnTo>
                    <a:pt x="1651" y="304"/>
                  </a:lnTo>
                  <a:lnTo>
                    <a:pt x="2290" y="304"/>
                  </a:lnTo>
                  <a:lnTo>
                    <a:pt x="2290" y="674"/>
                  </a:lnTo>
                  <a:lnTo>
                    <a:pt x="2324" y="1078"/>
                  </a:lnTo>
                  <a:lnTo>
                    <a:pt x="2324" y="1583"/>
                  </a:lnTo>
                  <a:lnTo>
                    <a:pt x="2358" y="1819"/>
                  </a:lnTo>
                  <a:lnTo>
                    <a:pt x="2391" y="2088"/>
                  </a:lnTo>
                  <a:lnTo>
                    <a:pt x="1314" y="2088"/>
                  </a:lnTo>
                  <a:lnTo>
                    <a:pt x="809" y="2122"/>
                  </a:lnTo>
                  <a:lnTo>
                    <a:pt x="540" y="2156"/>
                  </a:lnTo>
                  <a:lnTo>
                    <a:pt x="304" y="2223"/>
                  </a:lnTo>
                  <a:lnTo>
                    <a:pt x="270" y="1718"/>
                  </a:lnTo>
                  <a:lnTo>
                    <a:pt x="237" y="1213"/>
                  </a:lnTo>
                  <a:lnTo>
                    <a:pt x="270" y="674"/>
                  </a:lnTo>
                  <a:lnTo>
                    <a:pt x="237" y="405"/>
                  </a:lnTo>
                  <a:lnTo>
                    <a:pt x="203" y="304"/>
                  </a:lnTo>
                  <a:lnTo>
                    <a:pt x="169" y="169"/>
                  </a:lnTo>
                  <a:close/>
                  <a:moveTo>
                    <a:pt x="2358" y="1"/>
                  </a:moveTo>
                  <a:lnTo>
                    <a:pt x="2358" y="34"/>
                  </a:lnTo>
                  <a:lnTo>
                    <a:pt x="2324" y="102"/>
                  </a:lnTo>
                  <a:lnTo>
                    <a:pt x="1752" y="68"/>
                  </a:lnTo>
                  <a:lnTo>
                    <a:pt x="1179" y="34"/>
                  </a:lnTo>
                  <a:lnTo>
                    <a:pt x="641" y="34"/>
                  </a:lnTo>
                  <a:lnTo>
                    <a:pt x="405" y="68"/>
                  </a:lnTo>
                  <a:lnTo>
                    <a:pt x="270" y="102"/>
                  </a:lnTo>
                  <a:lnTo>
                    <a:pt x="169" y="169"/>
                  </a:lnTo>
                  <a:lnTo>
                    <a:pt x="136" y="169"/>
                  </a:lnTo>
                  <a:lnTo>
                    <a:pt x="68" y="304"/>
                  </a:lnTo>
                  <a:lnTo>
                    <a:pt x="35" y="472"/>
                  </a:lnTo>
                  <a:lnTo>
                    <a:pt x="1" y="842"/>
                  </a:lnTo>
                  <a:lnTo>
                    <a:pt x="35" y="1583"/>
                  </a:lnTo>
                  <a:lnTo>
                    <a:pt x="35" y="1785"/>
                  </a:lnTo>
                  <a:lnTo>
                    <a:pt x="35" y="2054"/>
                  </a:lnTo>
                  <a:lnTo>
                    <a:pt x="35" y="2156"/>
                  </a:lnTo>
                  <a:lnTo>
                    <a:pt x="68" y="2290"/>
                  </a:lnTo>
                  <a:lnTo>
                    <a:pt x="136" y="2358"/>
                  </a:lnTo>
                  <a:lnTo>
                    <a:pt x="237" y="2425"/>
                  </a:lnTo>
                  <a:lnTo>
                    <a:pt x="304" y="2391"/>
                  </a:lnTo>
                  <a:lnTo>
                    <a:pt x="304" y="2358"/>
                  </a:lnTo>
                  <a:lnTo>
                    <a:pt x="573" y="2391"/>
                  </a:lnTo>
                  <a:lnTo>
                    <a:pt x="1348" y="2391"/>
                  </a:lnTo>
                  <a:lnTo>
                    <a:pt x="2391" y="2290"/>
                  </a:lnTo>
                  <a:lnTo>
                    <a:pt x="2526" y="2290"/>
                  </a:lnTo>
                  <a:lnTo>
                    <a:pt x="2526" y="2257"/>
                  </a:lnTo>
                  <a:lnTo>
                    <a:pt x="2560" y="2021"/>
                  </a:lnTo>
                  <a:lnTo>
                    <a:pt x="2560" y="1751"/>
                  </a:lnTo>
                  <a:lnTo>
                    <a:pt x="2526" y="1213"/>
                  </a:lnTo>
                  <a:lnTo>
                    <a:pt x="2492" y="607"/>
                  </a:lnTo>
                  <a:lnTo>
                    <a:pt x="2492" y="304"/>
                  </a:lnTo>
                  <a:lnTo>
                    <a:pt x="2459" y="34"/>
                  </a:lnTo>
                  <a:lnTo>
                    <a:pt x="242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5" name="Google Shape;842;p5">
              <a:extLst>
                <a:ext uri="{FF2B5EF4-FFF2-40B4-BE49-F238E27FC236}">
                  <a16:creationId xmlns:a16="http://schemas.microsoft.com/office/drawing/2014/main" id="{3F69B20E-80FD-4C18-A20D-2EF57A503701}"/>
                </a:ext>
              </a:extLst>
            </p:cNvPr>
            <p:cNvSpPr/>
            <p:nvPr/>
          </p:nvSpPr>
          <p:spPr>
            <a:xfrm>
              <a:off x="520047" y="196243"/>
              <a:ext cx="26904" cy="10114"/>
            </a:xfrm>
            <a:custGeom>
              <a:avLst/>
              <a:gdLst/>
              <a:ahLst/>
              <a:cxnLst/>
              <a:rect l="l" t="t" r="r" b="b"/>
              <a:pathLst>
                <a:path w="540" h="203" extrusionOk="0">
                  <a:moveTo>
                    <a:pt x="405" y="1"/>
                  </a:moveTo>
                  <a:lnTo>
                    <a:pt x="338" y="35"/>
                  </a:lnTo>
                  <a:lnTo>
                    <a:pt x="68" y="35"/>
                  </a:lnTo>
                  <a:lnTo>
                    <a:pt x="34" y="68"/>
                  </a:lnTo>
                  <a:lnTo>
                    <a:pt x="1" y="102"/>
                  </a:lnTo>
                  <a:lnTo>
                    <a:pt x="34" y="136"/>
                  </a:lnTo>
                  <a:lnTo>
                    <a:pt x="68" y="169"/>
                  </a:lnTo>
                  <a:lnTo>
                    <a:pt x="169" y="203"/>
                  </a:lnTo>
                  <a:lnTo>
                    <a:pt x="371" y="203"/>
                  </a:lnTo>
                  <a:lnTo>
                    <a:pt x="439" y="169"/>
                  </a:lnTo>
                  <a:lnTo>
                    <a:pt x="506" y="136"/>
                  </a:lnTo>
                  <a:lnTo>
                    <a:pt x="540" y="102"/>
                  </a:lnTo>
                  <a:lnTo>
                    <a:pt x="540" y="68"/>
                  </a:lnTo>
                  <a:lnTo>
                    <a:pt x="540" y="35"/>
                  </a:lnTo>
                  <a:lnTo>
                    <a:pt x="506" y="35"/>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6" name="Google Shape;843;p5">
              <a:extLst>
                <a:ext uri="{FF2B5EF4-FFF2-40B4-BE49-F238E27FC236}">
                  <a16:creationId xmlns:a16="http://schemas.microsoft.com/office/drawing/2014/main" id="{A458745D-75F1-4B28-8C3D-5A964DCE9C77}"/>
                </a:ext>
              </a:extLst>
            </p:cNvPr>
            <p:cNvSpPr/>
            <p:nvPr/>
          </p:nvSpPr>
          <p:spPr>
            <a:xfrm>
              <a:off x="50" y="-7"/>
              <a:ext cx="92321" cy="26904"/>
            </a:xfrm>
            <a:custGeom>
              <a:avLst/>
              <a:gdLst/>
              <a:ahLst/>
              <a:cxnLst/>
              <a:rect l="l" t="t" r="r" b="b"/>
              <a:pathLst>
                <a:path w="1853" h="540" extrusionOk="0">
                  <a:moveTo>
                    <a:pt x="1583" y="1"/>
                  </a:moveTo>
                  <a:lnTo>
                    <a:pt x="1617" y="236"/>
                  </a:lnTo>
                  <a:lnTo>
                    <a:pt x="809" y="270"/>
                  </a:lnTo>
                  <a:lnTo>
                    <a:pt x="1" y="304"/>
                  </a:lnTo>
                  <a:lnTo>
                    <a:pt x="1" y="539"/>
                  </a:lnTo>
                  <a:lnTo>
                    <a:pt x="842" y="472"/>
                  </a:lnTo>
                  <a:lnTo>
                    <a:pt x="1684" y="405"/>
                  </a:lnTo>
                  <a:lnTo>
                    <a:pt x="1718" y="438"/>
                  </a:lnTo>
                  <a:lnTo>
                    <a:pt x="1751" y="405"/>
                  </a:lnTo>
                  <a:lnTo>
                    <a:pt x="1819" y="371"/>
                  </a:lnTo>
                  <a:lnTo>
                    <a:pt x="1852" y="337"/>
                  </a:lnTo>
                  <a:lnTo>
                    <a:pt x="1819" y="270"/>
                  </a:lnTo>
                  <a:lnTo>
                    <a:pt x="1785" y="236"/>
                  </a:lnTo>
                  <a:lnTo>
                    <a:pt x="178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7" name="Google Shape;844;p5">
              <a:extLst>
                <a:ext uri="{FF2B5EF4-FFF2-40B4-BE49-F238E27FC236}">
                  <a16:creationId xmlns:a16="http://schemas.microsoft.com/office/drawing/2014/main" id="{DF95D77D-4B0C-40A5-9B88-45D790CB4816}"/>
                </a:ext>
              </a:extLst>
            </p:cNvPr>
            <p:cNvSpPr/>
            <p:nvPr/>
          </p:nvSpPr>
          <p:spPr>
            <a:xfrm>
              <a:off x="50" y="305305"/>
              <a:ext cx="203027" cy="120820"/>
            </a:xfrm>
            <a:custGeom>
              <a:avLst/>
              <a:gdLst/>
              <a:ahLst/>
              <a:cxnLst/>
              <a:rect l="l" t="t" r="r" b="b"/>
              <a:pathLst>
                <a:path w="4075" h="2425" extrusionOk="0">
                  <a:moveTo>
                    <a:pt x="2694" y="0"/>
                  </a:moveTo>
                  <a:lnTo>
                    <a:pt x="1448" y="34"/>
                  </a:lnTo>
                  <a:lnTo>
                    <a:pt x="371" y="34"/>
                  </a:lnTo>
                  <a:lnTo>
                    <a:pt x="1" y="101"/>
                  </a:lnTo>
                  <a:lnTo>
                    <a:pt x="1" y="303"/>
                  </a:lnTo>
                  <a:lnTo>
                    <a:pt x="943" y="270"/>
                  </a:lnTo>
                  <a:lnTo>
                    <a:pt x="1920" y="270"/>
                  </a:lnTo>
                  <a:lnTo>
                    <a:pt x="3805" y="236"/>
                  </a:lnTo>
                  <a:lnTo>
                    <a:pt x="3772" y="404"/>
                  </a:lnTo>
                  <a:lnTo>
                    <a:pt x="3772" y="606"/>
                  </a:lnTo>
                  <a:lnTo>
                    <a:pt x="3805" y="977"/>
                  </a:lnTo>
                  <a:lnTo>
                    <a:pt x="3805" y="1515"/>
                  </a:lnTo>
                  <a:lnTo>
                    <a:pt x="3839" y="2088"/>
                  </a:lnTo>
                  <a:lnTo>
                    <a:pt x="1852" y="2088"/>
                  </a:lnTo>
                  <a:lnTo>
                    <a:pt x="910" y="2155"/>
                  </a:lnTo>
                  <a:lnTo>
                    <a:pt x="438" y="2189"/>
                  </a:lnTo>
                  <a:lnTo>
                    <a:pt x="1" y="2290"/>
                  </a:lnTo>
                  <a:lnTo>
                    <a:pt x="1" y="2391"/>
                  </a:lnTo>
                  <a:lnTo>
                    <a:pt x="405" y="2424"/>
                  </a:lnTo>
                  <a:lnTo>
                    <a:pt x="809" y="2391"/>
                  </a:lnTo>
                  <a:lnTo>
                    <a:pt x="1617" y="2323"/>
                  </a:lnTo>
                  <a:lnTo>
                    <a:pt x="2728" y="2290"/>
                  </a:lnTo>
                  <a:lnTo>
                    <a:pt x="3873" y="2290"/>
                  </a:lnTo>
                  <a:lnTo>
                    <a:pt x="3873" y="2357"/>
                  </a:lnTo>
                  <a:lnTo>
                    <a:pt x="3906" y="2424"/>
                  </a:lnTo>
                  <a:lnTo>
                    <a:pt x="4041" y="2424"/>
                  </a:lnTo>
                  <a:lnTo>
                    <a:pt x="4075" y="2323"/>
                  </a:lnTo>
                  <a:lnTo>
                    <a:pt x="4075" y="1751"/>
                  </a:lnTo>
                  <a:lnTo>
                    <a:pt x="4041" y="1145"/>
                  </a:lnTo>
                  <a:lnTo>
                    <a:pt x="4041" y="674"/>
                  </a:lnTo>
                  <a:lnTo>
                    <a:pt x="4007" y="438"/>
                  </a:lnTo>
                  <a:lnTo>
                    <a:pt x="3974" y="236"/>
                  </a:lnTo>
                  <a:lnTo>
                    <a:pt x="4007" y="202"/>
                  </a:lnTo>
                  <a:lnTo>
                    <a:pt x="4007" y="135"/>
                  </a:lnTo>
                  <a:lnTo>
                    <a:pt x="3974" y="68"/>
                  </a:lnTo>
                  <a:lnTo>
                    <a:pt x="3906" y="34"/>
                  </a:lnTo>
                  <a:lnTo>
                    <a:pt x="330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8" name="Google Shape;845;p5">
              <a:extLst>
                <a:ext uri="{FF2B5EF4-FFF2-40B4-BE49-F238E27FC236}">
                  <a16:creationId xmlns:a16="http://schemas.microsoft.com/office/drawing/2014/main" id="{783878D6-D9DC-49FE-8E24-E211B8D7C307}"/>
                </a:ext>
              </a:extLst>
            </p:cNvPr>
            <p:cNvSpPr/>
            <p:nvPr/>
          </p:nvSpPr>
          <p:spPr>
            <a:xfrm>
              <a:off x="100691" y="31879"/>
              <a:ext cx="125852" cy="117481"/>
            </a:xfrm>
            <a:custGeom>
              <a:avLst/>
              <a:gdLst/>
              <a:ahLst/>
              <a:cxnLst/>
              <a:rect l="l" t="t" r="r" b="b"/>
              <a:pathLst>
                <a:path w="2526" h="2358" extrusionOk="0">
                  <a:moveTo>
                    <a:pt x="2257" y="202"/>
                  </a:moveTo>
                  <a:lnTo>
                    <a:pt x="2257" y="640"/>
                  </a:lnTo>
                  <a:lnTo>
                    <a:pt x="2290" y="1078"/>
                  </a:lnTo>
                  <a:lnTo>
                    <a:pt x="2290" y="1616"/>
                  </a:lnTo>
                  <a:lnTo>
                    <a:pt x="2324" y="2155"/>
                  </a:lnTo>
                  <a:lnTo>
                    <a:pt x="2088" y="2122"/>
                  </a:lnTo>
                  <a:lnTo>
                    <a:pt x="1886" y="2155"/>
                  </a:lnTo>
                  <a:lnTo>
                    <a:pt x="1449" y="2189"/>
                  </a:lnTo>
                  <a:lnTo>
                    <a:pt x="1449" y="2122"/>
                  </a:lnTo>
                  <a:lnTo>
                    <a:pt x="1449" y="1919"/>
                  </a:lnTo>
                  <a:lnTo>
                    <a:pt x="1449" y="1717"/>
                  </a:lnTo>
                  <a:lnTo>
                    <a:pt x="1415" y="1313"/>
                  </a:lnTo>
                  <a:lnTo>
                    <a:pt x="1381" y="1246"/>
                  </a:lnTo>
                  <a:lnTo>
                    <a:pt x="1348" y="1212"/>
                  </a:lnTo>
                  <a:lnTo>
                    <a:pt x="1280" y="1246"/>
                  </a:lnTo>
                  <a:lnTo>
                    <a:pt x="1247" y="1313"/>
                  </a:lnTo>
                  <a:lnTo>
                    <a:pt x="1247" y="1717"/>
                  </a:lnTo>
                  <a:lnTo>
                    <a:pt x="1247" y="1919"/>
                  </a:lnTo>
                  <a:lnTo>
                    <a:pt x="1314" y="2088"/>
                  </a:lnTo>
                  <a:lnTo>
                    <a:pt x="1348" y="2122"/>
                  </a:lnTo>
                  <a:lnTo>
                    <a:pt x="843" y="2122"/>
                  </a:lnTo>
                  <a:lnTo>
                    <a:pt x="607" y="2155"/>
                  </a:lnTo>
                  <a:lnTo>
                    <a:pt x="371" y="2223"/>
                  </a:lnTo>
                  <a:lnTo>
                    <a:pt x="304" y="1684"/>
                  </a:lnTo>
                  <a:lnTo>
                    <a:pt x="236" y="1145"/>
                  </a:lnTo>
                  <a:lnTo>
                    <a:pt x="203" y="707"/>
                  </a:lnTo>
                  <a:lnTo>
                    <a:pt x="135" y="270"/>
                  </a:lnTo>
                  <a:lnTo>
                    <a:pt x="1179" y="270"/>
                  </a:lnTo>
                  <a:lnTo>
                    <a:pt x="2257" y="202"/>
                  </a:lnTo>
                  <a:close/>
                  <a:moveTo>
                    <a:pt x="1179" y="0"/>
                  </a:moveTo>
                  <a:lnTo>
                    <a:pt x="641" y="34"/>
                  </a:lnTo>
                  <a:lnTo>
                    <a:pt x="135" y="68"/>
                  </a:lnTo>
                  <a:lnTo>
                    <a:pt x="68" y="101"/>
                  </a:lnTo>
                  <a:lnTo>
                    <a:pt x="34" y="169"/>
                  </a:lnTo>
                  <a:lnTo>
                    <a:pt x="1" y="438"/>
                  </a:lnTo>
                  <a:lnTo>
                    <a:pt x="1" y="674"/>
                  </a:lnTo>
                  <a:lnTo>
                    <a:pt x="34" y="1145"/>
                  </a:lnTo>
                  <a:lnTo>
                    <a:pt x="102" y="1717"/>
                  </a:lnTo>
                  <a:lnTo>
                    <a:pt x="135" y="2021"/>
                  </a:lnTo>
                  <a:lnTo>
                    <a:pt x="203" y="2290"/>
                  </a:lnTo>
                  <a:lnTo>
                    <a:pt x="236" y="2324"/>
                  </a:lnTo>
                  <a:lnTo>
                    <a:pt x="270" y="2357"/>
                  </a:lnTo>
                  <a:lnTo>
                    <a:pt x="337" y="2324"/>
                  </a:lnTo>
                  <a:lnTo>
                    <a:pt x="337" y="2357"/>
                  </a:lnTo>
                  <a:lnTo>
                    <a:pt x="1314" y="2357"/>
                  </a:lnTo>
                  <a:lnTo>
                    <a:pt x="1819" y="2324"/>
                  </a:lnTo>
                  <a:lnTo>
                    <a:pt x="2088" y="2324"/>
                  </a:lnTo>
                  <a:lnTo>
                    <a:pt x="2358" y="2290"/>
                  </a:lnTo>
                  <a:lnTo>
                    <a:pt x="2391" y="2324"/>
                  </a:lnTo>
                  <a:lnTo>
                    <a:pt x="2425" y="2324"/>
                  </a:lnTo>
                  <a:lnTo>
                    <a:pt x="2459" y="2290"/>
                  </a:lnTo>
                  <a:lnTo>
                    <a:pt x="2492" y="2256"/>
                  </a:lnTo>
                  <a:lnTo>
                    <a:pt x="2526" y="1987"/>
                  </a:lnTo>
                  <a:lnTo>
                    <a:pt x="2526" y="1751"/>
                  </a:lnTo>
                  <a:lnTo>
                    <a:pt x="2492" y="1246"/>
                  </a:lnTo>
                  <a:lnTo>
                    <a:pt x="2459" y="640"/>
                  </a:lnTo>
                  <a:lnTo>
                    <a:pt x="2425" y="337"/>
                  </a:lnTo>
                  <a:lnTo>
                    <a:pt x="2358" y="68"/>
                  </a:lnTo>
                  <a:lnTo>
                    <a:pt x="2324"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69" name="Google Shape;846;p5">
              <a:extLst>
                <a:ext uri="{FF2B5EF4-FFF2-40B4-BE49-F238E27FC236}">
                  <a16:creationId xmlns:a16="http://schemas.microsoft.com/office/drawing/2014/main" id="{462C4AF9-0D89-4F6C-9146-89D9AAC916D3}"/>
                </a:ext>
              </a:extLst>
            </p:cNvPr>
            <p:cNvSpPr/>
            <p:nvPr/>
          </p:nvSpPr>
          <p:spPr>
            <a:xfrm>
              <a:off x="226493" y="201275"/>
              <a:ext cx="40306" cy="50371"/>
            </a:xfrm>
            <a:custGeom>
              <a:avLst/>
              <a:gdLst/>
              <a:ahLst/>
              <a:cxnLst/>
              <a:rect l="l" t="t" r="r" b="b"/>
              <a:pathLst>
                <a:path w="809" h="1011" extrusionOk="0">
                  <a:moveTo>
                    <a:pt x="439" y="237"/>
                  </a:moveTo>
                  <a:lnTo>
                    <a:pt x="472" y="270"/>
                  </a:lnTo>
                  <a:lnTo>
                    <a:pt x="472" y="338"/>
                  </a:lnTo>
                  <a:lnTo>
                    <a:pt x="439" y="439"/>
                  </a:lnTo>
                  <a:lnTo>
                    <a:pt x="338" y="540"/>
                  </a:lnTo>
                  <a:lnTo>
                    <a:pt x="203" y="573"/>
                  </a:lnTo>
                  <a:lnTo>
                    <a:pt x="237" y="439"/>
                  </a:lnTo>
                  <a:lnTo>
                    <a:pt x="270" y="338"/>
                  </a:lnTo>
                  <a:lnTo>
                    <a:pt x="338" y="270"/>
                  </a:lnTo>
                  <a:lnTo>
                    <a:pt x="371" y="270"/>
                  </a:lnTo>
                  <a:lnTo>
                    <a:pt x="439" y="237"/>
                  </a:lnTo>
                  <a:close/>
                  <a:moveTo>
                    <a:pt x="405" y="1"/>
                  </a:moveTo>
                  <a:lnTo>
                    <a:pt x="304" y="35"/>
                  </a:lnTo>
                  <a:lnTo>
                    <a:pt x="237" y="102"/>
                  </a:lnTo>
                  <a:lnTo>
                    <a:pt x="136" y="169"/>
                  </a:lnTo>
                  <a:lnTo>
                    <a:pt x="35" y="338"/>
                  </a:lnTo>
                  <a:lnTo>
                    <a:pt x="1" y="506"/>
                  </a:lnTo>
                  <a:lnTo>
                    <a:pt x="1" y="674"/>
                  </a:lnTo>
                  <a:lnTo>
                    <a:pt x="68" y="742"/>
                  </a:lnTo>
                  <a:lnTo>
                    <a:pt x="136" y="775"/>
                  </a:lnTo>
                  <a:lnTo>
                    <a:pt x="304" y="775"/>
                  </a:lnTo>
                  <a:lnTo>
                    <a:pt x="439" y="742"/>
                  </a:lnTo>
                  <a:lnTo>
                    <a:pt x="439" y="775"/>
                  </a:lnTo>
                  <a:lnTo>
                    <a:pt x="506" y="843"/>
                  </a:lnTo>
                  <a:lnTo>
                    <a:pt x="540" y="910"/>
                  </a:lnTo>
                  <a:lnTo>
                    <a:pt x="708" y="1011"/>
                  </a:lnTo>
                  <a:lnTo>
                    <a:pt x="742" y="1011"/>
                  </a:lnTo>
                  <a:lnTo>
                    <a:pt x="775" y="977"/>
                  </a:lnTo>
                  <a:lnTo>
                    <a:pt x="809" y="944"/>
                  </a:lnTo>
                  <a:lnTo>
                    <a:pt x="775" y="876"/>
                  </a:lnTo>
                  <a:lnTo>
                    <a:pt x="641" y="809"/>
                  </a:lnTo>
                  <a:lnTo>
                    <a:pt x="607" y="742"/>
                  </a:lnTo>
                  <a:lnTo>
                    <a:pt x="540" y="674"/>
                  </a:lnTo>
                  <a:lnTo>
                    <a:pt x="607" y="573"/>
                  </a:lnTo>
                  <a:lnTo>
                    <a:pt x="674" y="472"/>
                  </a:lnTo>
                  <a:lnTo>
                    <a:pt x="708" y="371"/>
                  </a:lnTo>
                  <a:lnTo>
                    <a:pt x="708" y="270"/>
                  </a:lnTo>
                  <a:lnTo>
                    <a:pt x="708" y="203"/>
                  </a:lnTo>
                  <a:lnTo>
                    <a:pt x="641" y="102"/>
                  </a:lnTo>
                  <a:lnTo>
                    <a:pt x="607" y="35"/>
                  </a:lnTo>
                  <a:lnTo>
                    <a:pt x="50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0" name="Google Shape;847;p5">
              <a:extLst>
                <a:ext uri="{FF2B5EF4-FFF2-40B4-BE49-F238E27FC236}">
                  <a16:creationId xmlns:a16="http://schemas.microsoft.com/office/drawing/2014/main" id="{DEE27BE6-60C4-4DDF-8083-37921408A182}"/>
                </a:ext>
              </a:extLst>
            </p:cNvPr>
            <p:cNvSpPr/>
            <p:nvPr/>
          </p:nvSpPr>
          <p:spPr>
            <a:xfrm>
              <a:off x="50" y="164407"/>
              <a:ext cx="164464" cy="127496"/>
            </a:xfrm>
            <a:custGeom>
              <a:avLst/>
              <a:gdLst/>
              <a:ahLst/>
              <a:cxnLst/>
              <a:rect l="l" t="t" r="r" b="b"/>
              <a:pathLst>
                <a:path w="3301" h="2559" extrusionOk="0">
                  <a:moveTo>
                    <a:pt x="3098" y="0"/>
                  </a:moveTo>
                  <a:lnTo>
                    <a:pt x="3031" y="34"/>
                  </a:lnTo>
                  <a:lnTo>
                    <a:pt x="2997" y="101"/>
                  </a:lnTo>
                  <a:lnTo>
                    <a:pt x="2997" y="169"/>
                  </a:lnTo>
                  <a:lnTo>
                    <a:pt x="2189" y="101"/>
                  </a:lnTo>
                  <a:lnTo>
                    <a:pt x="337" y="101"/>
                  </a:lnTo>
                  <a:lnTo>
                    <a:pt x="1" y="135"/>
                  </a:lnTo>
                  <a:lnTo>
                    <a:pt x="1" y="337"/>
                  </a:lnTo>
                  <a:lnTo>
                    <a:pt x="573" y="303"/>
                  </a:lnTo>
                  <a:lnTo>
                    <a:pt x="2088" y="303"/>
                  </a:lnTo>
                  <a:lnTo>
                    <a:pt x="2997" y="371"/>
                  </a:lnTo>
                  <a:lnTo>
                    <a:pt x="3065" y="1381"/>
                  </a:lnTo>
                  <a:lnTo>
                    <a:pt x="3031" y="1818"/>
                  </a:lnTo>
                  <a:lnTo>
                    <a:pt x="3031" y="2256"/>
                  </a:lnTo>
                  <a:lnTo>
                    <a:pt x="2930" y="2222"/>
                  </a:lnTo>
                  <a:lnTo>
                    <a:pt x="2795" y="2155"/>
                  </a:lnTo>
                  <a:lnTo>
                    <a:pt x="2155" y="2155"/>
                  </a:lnTo>
                  <a:lnTo>
                    <a:pt x="1920" y="2189"/>
                  </a:lnTo>
                  <a:lnTo>
                    <a:pt x="1381" y="2256"/>
                  </a:lnTo>
                  <a:lnTo>
                    <a:pt x="842" y="2357"/>
                  </a:lnTo>
                  <a:lnTo>
                    <a:pt x="1" y="2357"/>
                  </a:lnTo>
                  <a:lnTo>
                    <a:pt x="1" y="2525"/>
                  </a:lnTo>
                  <a:lnTo>
                    <a:pt x="304" y="2559"/>
                  </a:lnTo>
                  <a:lnTo>
                    <a:pt x="640" y="2559"/>
                  </a:lnTo>
                  <a:lnTo>
                    <a:pt x="1280" y="2492"/>
                  </a:lnTo>
                  <a:lnTo>
                    <a:pt x="1718" y="2458"/>
                  </a:lnTo>
                  <a:lnTo>
                    <a:pt x="2155" y="2424"/>
                  </a:lnTo>
                  <a:lnTo>
                    <a:pt x="2593" y="2458"/>
                  </a:lnTo>
                  <a:lnTo>
                    <a:pt x="3065" y="2458"/>
                  </a:lnTo>
                  <a:lnTo>
                    <a:pt x="3065" y="2492"/>
                  </a:lnTo>
                  <a:lnTo>
                    <a:pt x="3098" y="2525"/>
                  </a:lnTo>
                  <a:lnTo>
                    <a:pt x="3132" y="2559"/>
                  </a:lnTo>
                  <a:lnTo>
                    <a:pt x="3199" y="2525"/>
                  </a:lnTo>
                  <a:lnTo>
                    <a:pt x="3233" y="2492"/>
                  </a:lnTo>
                  <a:lnTo>
                    <a:pt x="3300" y="2222"/>
                  </a:lnTo>
                  <a:lnTo>
                    <a:pt x="3300" y="1919"/>
                  </a:lnTo>
                  <a:lnTo>
                    <a:pt x="3300" y="1381"/>
                  </a:lnTo>
                  <a:lnTo>
                    <a:pt x="3300" y="707"/>
                  </a:lnTo>
                  <a:lnTo>
                    <a:pt x="3267" y="404"/>
                  </a:lnTo>
                  <a:lnTo>
                    <a:pt x="3233" y="68"/>
                  </a:lnTo>
                  <a:lnTo>
                    <a:pt x="316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1" name="Google Shape;848;p5">
              <a:extLst>
                <a:ext uri="{FF2B5EF4-FFF2-40B4-BE49-F238E27FC236}">
                  <a16:creationId xmlns:a16="http://schemas.microsoft.com/office/drawing/2014/main" id="{31622C3C-BE8F-449A-BFAC-B60D3D4718E3}"/>
                </a:ext>
              </a:extLst>
            </p:cNvPr>
            <p:cNvSpPr/>
            <p:nvPr/>
          </p:nvSpPr>
          <p:spPr>
            <a:xfrm>
              <a:off x="1098785" y="306949"/>
              <a:ext cx="28548" cy="38662"/>
            </a:xfrm>
            <a:custGeom>
              <a:avLst/>
              <a:gdLst/>
              <a:ahLst/>
              <a:cxnLst/>
              <a:rect l="l" t="t" r="r" b="b"/>
              <a:pathLst>
                <a:path w="573" h="776" extrusionOk="0">
                  <a:moveTo>
                    <a:pt x="404" y="1"/>
                  </a:moveTo>
                  <a:lnTo>
                    <a:pt x="438" y="203"/>
                  </a:lnTo>
                  <a:lnTo>
                    <a:pt x="438" y="405"/>
                  </a:lnTo>
                  <a:lnTo>
                    <a:pt x="438" y="472"/>
                  </a:lnTo>
                  <a:lnTo>
                    <a:pt x="371" y="540"/>
                  </a:lnTo>
                  <a:lnTo>
                    <a:pt x="303" y="607"/>
                  </a:lnTo>
                  <a:lnTo>
                    <a:pt x="236" y="607"/>
                  </a:lnTo>
                  <a:lnTo>
                    <a:pt x="236" y="506"/>
                  </a:lnTo>
                  <a:lnTo>
                    <a:pt x="169" y="439"/>
                  </a:lnTo>
                  <a:lnTo>
                    <a:pt x="101" y="405"/>
                  </a:lnTo>
                  <a:lnTo>
                    <a:pt x="68" y="405"/>
                  </a:lnTo>
                  <a:lnTo>
                    <a:pt x="0" y="472"/>
                  </a:lnTo>
                  <a:lnTo>
                    <a:pt x="34" y="540"/>
                  </a:lnTo>
                  <a:lnTo>
                    <a:pt x="68" y="573"/>
                  </a:lnTo>
                  <a:lnTo>
                    <a:pt x="68" y="641"/>
                  </a:lnTo>
                  <a:lnTo>
                    <a:pt x="68" y="708"/>
                  </a:lnTo>
                  <a:lnTo>
                    <a:pt x="135" y="742"/>
                  </a:lnTo>
                  <a:lnTo>
                    <a:pt x="236" y="775"/>
                  </a:lnTo>
                  <a:lnTo>
                    <a:pt x="337" y="742"/>
                  </a:lnTo>
                  <a:lnTo>
                    <a:pt x="438" y="674"/>
                  </a:lnTo>
                  <a:lnTo>
                    <a:pt x="505" y="573"/>
                  </a:lnTo>
                  <a:lnTo>
                    <a:pt x="573" y="439"/>
                  </a:lnTo>
                  <a:lnTo>
                    <a:pt x="573" y="270"/>
                  </a:lnTo>
                  <a:lnTo>
                    <a:pt x="539" y="136"/>
                  </a:lnTo>
                  <a:lnTo>
                    <a:pt x="43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2" name="Google Shape;849;p5">
              <a:extLst>
                <a:ext uri="{FF2B5EF4-FFF2-40B4-BE49-F238E27FC236}">
                  <a16:creationId xmlns:a16="http://schemas.microsoft.com/office/drawing/2014/main" id="{EDED856E-A544-4BC4-A2BF-1E066C070E77}"/>
                </a:ext>
              </a:extLst>
            </p:cNvPr>
            <p:cNvSpPr/>
            <p:nvPr/>
          </p:nvSpPr>
          <p:spPr>
            <a:xfrm>
              <a:off x="1236345" y="-7"/>
              <a:ext cx="110755" cy="105723"/>
            </a:xfrm>
            <a:custGeom>
              <a:avLst/>
              <a:gdLst/>
              <a:ahLst/>
              <a:cxnLst/>
              <a:rect l="l" t="t" r="r" b="b"/>
              <a:pathLst>
                <a:path w="2223" h="2122" extrusionOk="0">
                  <a:moveTo>
                    <a:pt x="1986" y="1"/>
                  </a:moveTo>
                  <a:lnTo>
                    <a:pt x="1986" y="304"/>
                  </a:lnTo>
                  <a:lnTo>
                    <a:pt x="1986" y="640"/>
                  </a:lnTo>
                  <a:lnTo>
                    <a:pt x="2020" y="1819"/>
                  </a:lnTo>
                  <a:lnTo>
                    <a:pt x="1784" y="1785"/>
                  </a:lnTo>
                  <a:lnTo>
                    <a:pt x="1549" y="1785"/>
                  </a:lnTo>
                  <a:lnTo>
                    <a:pt x="1077" y="1819"/>
                  </a:lnTo>
                  <a:lnTo>
                    <a:pt x="505" y="1819"/>
                  </a:lnTo>
                  <a:lnTo>
                    <a:pt x="337" y="1852"/>
                  </a:lnTo>
                  <a:lnTo>
                    <a:pt x="202" y="1852"/>
                  </a:lnTo>
                  <a:lnTo>
                    <a:pt x="101" y="1920"/>
                  </a:lnTo>
                  <a:lnTo>
                    <a:pt x="0" y="1987"/>
                  </a:lnTo>
                  <a:lnTo>
                    <a:pt x="0" y="2021"/>
                  </a:lnTo>
                  <a:lnTo>
                    <a:pt x="101" y="2088"/>
                  </a:lnTo>
                  <a:lnTo>
                    <a:pt x="202" y="2122"/>
                  </a:lnTo>
                  <a:lnTo>
                    <a:pt x="438" y="2122"/>
                  </a:lnTo>
                  <a:lnTo>
                    <a:pt x="943" y="2088"/>
                  </a:lnTo>
                  <a:lnTo>
                    <a:pt x="1784" y="2088"/>
                  </a:lnTo>
                  <a:lnTo>
                    <a:pt x="2054" y="2021"/>
                  </a:lnTo>
                  <a:lnTo>
                    <a:pt x="2087" y="2054"/>
                  </a:lnTo>
                  <a:lnTo>
                    <a:pt x="2155" y="2054"/>
                  </a:lnTo>
                  <a:lnTo>
                    <a:pt x="2222" y="2021"/>
                  </a:lnTo>
                  <a:lnTo>
                    <a:pt x="2222" y="1953"/>
                  </a:lnTo>
                  <a:lnTo>
                    <a:pt x="2188" y="775"/>
                  </a:lnTo>
                  <a:lnTo>
                    <a:pt x="2188" y="405"/>
                  </a:lnTo>
                  <a:lnTo>
                    <a:pt x="2188" y="203"/>
                  </a:lnTo>
                  <a:lnTo>
                    <a:pt x="215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3" name="Google Shape;850;p5">
              <a:extLst>
                <a:ext uri="{FF2B5EF4-FFF2-40B4-BE49-F238E27FC236}">
                  <a16:creationId xmlns:a16="http://schemas.microsoft.com/office/drawing/2014/main" id="{943F4372-248A-48B9-B7BB-FA2D089CA7E3}"/>
                </a:ext>
              </a:extLst>
            </p:cNvPr>
            <p:cNvSpPr/>
            <p:nvPr/>
          </p:nvSpPr>
          <p:spPr>
            <a:xfrm>
              <a:off x="1212829" y="169439"/>
              <a:ext cx="11808" cy="35274"/>
            </a:xfrm>
            <a:custGeom>
              <a:avLst/>
              <a:gdLst/>
              <a:ahLst/>
              <a:cxnLst/>
              <a:rect l="l" t="t" r="r" b="b"/>
              <a:pathLst>
                <a:path w="237" h="708" extrusionOk="0">
                  <a:moveTo>
                    <a:pt x="102" y="0"/>
                  </a:moveTo>
                  <a:lnTo>
                    <a:pt x="68" y="34"/>
                  </a:lnTo>
                  <a:lnTo>
                    <a:pt x="1" y="202"/>
                  </a:lnTo>
                  <a:lnTo>
                    <a:pt x="1" y="337"/>
                  </a:lnTo>
                  <a:lnTo>
                    <a:pt x="1" y="505"/>
                  </a:lnTo>
                  <a:lnTo>
                    <a:pt x="1" y="640"/>
                  </a:lnTo>
                  <a:lnTo>
                    <a:pt x="34" y="674"/>
                  </a:lnTo>
                  <a:lnTo>
                    <a:pt x="102" y="707"/>
                  </a:lnTo>
                  <a:lnTo>
                    <a:pt x="169" y="707"/>
                  </a:lnTo>
                  <a:lnTo>
                    <a:pt x="203" y="640"/>
                  </a:lnTo>
                  <a:lnTo>
                    <a:pt x="203" y="606"/>
                  </a:lnTo>
                  <a:lnTo>
                    <a:pt x="203" y="337"/>
                  </a:lnTo>
                  <a:lnTo>
                    <a:pt x="236" y="68"/>
                  </a:lnTo>
                  <a:lnTo>
                    <a:pt x="203"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4" name="Google Shape;851;p5">
              <a:extLst>
                <a:ext uri="{FF2B5EF4-FFF2-40B4-BE49-F238E27FC236}">
                  <a16:creationId xmlns:a16="http://schemas.microsoft.com/office/drawing/2014/main" id="{349D3271-C084-47AB-AFAB-7BA745A669E9}"/>
                </a:ext>
              </a:extLst>
            </p:cNvPr>
            <p:cNvSpPr/>
            <p:nvPr/>
          </p:nvSpPr>
          <p:spPr>
            <a:xfrm>
              <a:off x="1055141" y="263354"/>
              <a:ext cx="122514" cy="120820"/>
            </a:xfrm>
            <a:custGeom>
              <a:avLst/>
              <a:gdLst/>
              <a:ahLst/>
              <a:cxnLst/>
              <a:rect l="l" t="t" r="r" b="b"/>
              <a:pathLst>
                <a:path w="2459" h="2425" extrusionOk="0">
                  <a:moveTo>
                    <a:pt x="2290" y="203"/>
                  </a:moveTo>
                  <a:lnTo>
                    <a:pt x="2257" y="640"/>
                  </a:lnTo>
                  <a:lnTo>
                    <a:pt x="2257" y="1078"/>
                  </a:lnTo>
                  <a:lnTo>
                    <a:pt x="2223" y="1617"/>
                  </a:lnTo>
                  <a:lnTo>
                    <a:pt x="2223" y="2155"/>
                  </a:lnTo>
                  <a:lnTo>
                    <a:pt x="1954" y="2122"/>
                  </a:lnTo>
                  <a:lnTo>
                    <a:pt x="1684" y="2088"/>
                  </a:lnTo>
                  <a:lnTo>
                    <a:pt x="1146" y="2122"/>
                  </a:lnTo>
                  <a:lnTo>
                    <a:pt x="708" y="2155"/>
                  </a:lnTo>
                  <a:lnTo>
                    <a:pt x="506" y="2155"/>
                  </a:lnTo>
                  <a:lnTo>
                    <a:pt x="270" y="2223"/>
                  </a:lnTo>
                  <a:lnTo>
                    <a:pt x="270" y="1684"/>
                  </a:lnTo>
                  <a:lnTo>
                    <a:pt x="237" y="1179"/>
                  </a:lnTo>
                  <a:lnTo>
                    <a:pt x="237" y="741"/>
                  </a:lnTo>
                  <a:lnTo>
                    <a:pt x="203" y="304"/>
                  </a:lnTo>
                  <a:lnTo>
                    <a:pt x="1247" y="270"/>
                  </a:lnTo>
                  <a:lnTo>
                    <a:pt x="1752" y="236"/>
                  </a:lnTo>
                  <a:lnTo>
                    <a:pt x="2290" y="203"/>
                  </a:lnTo>
                  <a:close/>
                  <a:moveTo>
                    <a:pt x="1752" y="1"/>
                  </a:moveTo>
                  <a:lnTo>
                    <a:pt x="1247" y="34"/>
                  </a:lnTo>
                  <a:lnTo>
                    <a:pt x="169" y="102"/>
                  </a:lnTo>
                  <a:lnTo>
                    <a:pt x="136" y="102"/>
                  </a:lnTo>
                  <a:lnTo>
                    <a:pt x="102" y="135"/>
                  </a:lnTo>
                  <a:lnTo>
                    <a:pt x="68" y="169"/>
                  </a:lnTo>
                  <a:lnTo>
                    <a:pt x="35" y="472"/>
                  </a:lnTo>
                  <a:lnTo>
                    <a:pt x="1" y="741"/>
                  </a:lnTo>
                  <a:lnTo>
                    <a:pt x="35" y="1347"/>
                  </a:lnTo>
                  <a:lnTo>
                    <a:pt x="35" y="1852"/>
                  </a:lnTo>
                  <a:lnTo>
                    <a:pt x="68" y="2122"/>
                  </a:lnTo>
                  <a:lnTo>
                    <a:pt x="136" y="2357"/>
                  </a:lnTo>
                  <a:lnTo>
                    <a:pt x="136" y="2391"/>
                  </a:lnTo>
                  <a:lnTo>
                    <a:pt x="169" y="2425"/>
                  </a:lnTo>
                  <a:lnTo>
                    <a:pt x="237" y="2425"/>
                  </a:lnTo>
                  <a:lnTo>
                    <a:pt x="270" y="2391"/>
                  </a:lnTo>
                  <a:lnTo>
                    <a:pt x="775" y="2391"/>
                  </a:lnTo>
                  <a:lnTo>
                    <a:pt x="1314" y="2357"/>
                  </a:lnTo>
                  <a:lnTo>
                    <a:pt x="1785" y="2357"/>
                  </a:lnTo>
                  <a:lnTo>
                    <a:pt x="2021" y="2324"/>
                  </a:lnTo>
                  <a:lnTo>
                    <a:pt x="2257" y="2290"/>
                  </a:lnTo>
                  <a:lnTo>
                    <a:pt x="2324" y="2290"/>
                  </a:lnTo>
                  <a:lnTo>
                    <a:pt x="2358" y="2256"/>
                  </a:lnTo>
                  <a:lnTo>
                    <a:pt x="2391" y="2223"/>
                  </a:lnTo>
                  <a:lnTo>
                    <a:pt x="2459" y="1953"/>
                  </a:lnTo>
                  <a:lnTo>
                    <a:pt x="2459" y="1650"/>
                  </a:lnTo>
                  <a:lnTo>
                    <a:pt x="2459" y="1044"/>
                  </a:lnTo>
                  <a:lnTo>
                    <a:pt x="2459" y="573"/>
                  </a:lnTo>
                  <a:lnTo>
                    <a:pt x="2425" y="337"/>
                  </a:lnTo>
                  <a:lnTo>
                    <a:pt x="2391" y="102"/>
                  </a:lnTo>
                  <a:lnTo>
                    <a:pt x="2358"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5" name="Google Shape;852;p5">
              <a:extLst>
                <a:ext uri="{FF2B5EF4-FFF2-40B4-BE49-F238E27FC236}">
                  <a16:creationId xmlns:a16="http://schemas.microsoft.com/office/drawing/2014/main" id="{8B81098A-50DD-4792-9969-D4473F9661E0}"/>
                </a:ext>
              </a:extLst>
            </p:cNvPr>
            <p:cNvSpPr/>
            <p:nvPr/>
          </p:nvSpPr>
          <p:spPr>
            <a:xfrm>
              <a:off x="1303406" y="124150"/>
              <a:ext cx="16840" cy="115787"/>
            </a:xfrm>
            <a:custGeom>
              <a:avLst/>
              <a:gdLst/>
              <a:ahLst/>
              <a:cxnLst/>
              <a:rect l="l" t="t" r="r" b="b"/>
              <a:pathLst>
                <a:path w="338" h="2324" extrusionOk="0">
                  <a:moveTo>
                    <a:pt x="68" y="0"/>
                  </a:moveTo>
                  <a:lnTo>
                    <a:pt x="34" y="34"/>
                  </a:lnTo>
                  <a:lnTo>
                    <a:pt x="1" y="303"/>
                  </a:lnTo>
                  <a:lnTo>
                    <a:pt x="1" y="539"/>
                  </a:lnTo>
                  <a:lnTo>
                    <a:pt x="34" y="1078"/>
                  </a:lnTo>
                  <a:lnTo>
                    <a:pt x="68" y="1684"/>
                  </a:lnTo>
                  <a:lnTo>
                    <a:pt x="102" y="1987"/>
                  </a:lnTo>
                  <a:lnTo>
                    <a:pt x="169" y="2290"/>
                  </a:lnTo>
                  <a:lnTo>
                    <a:pt x="203" y="2323"/>
                  </a:lnTo>
                  <a:lnTo>
                    <a:pt x="304" y="2323"/>
                  </a:lnTo>
                  <a:lnTo>
                    <a:pt x="304" y="2256"/>
                  </a:lnTo>
                  <a:lnTo>
                    <a:pt x="337" y="1953"/>
                  </a:lnTo>
                  <a:lnTo>
                    <a:pt x="304" y="1650"/>
                  </a:lnTo>
                  <a:lnTo>
                    <a:pt x="236" y="1078"/>
                  </a:lnTo>
                  <a:lnTo>
                    <a:pt x="203" y="539"/>
                  </a:lnTo>
                  <a:lnTo>
                    <a:pt x="169" y="303"/>
                  </a:lnTo>
                  <a:lnTo>
                    <a:pt x="135" y="34"/>
                  </a:lnTo>
                  <a:lnTo>
                    <a:pt x="13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6" name="Google Shape;853;p5">
              <a:extLst>
                <a:ext uri="{FF2B5EF4-FFF2-40B4-BE49-F238E27FC236}">
                  <a16:creationId xmlns:a16="http://schemas.microsoft.com/office/drawing/2014/main" id="{A7F1F733-56F6-4A28-AB1F-8496CC0722C1}"/>
                </a:ext>
              </a:extLst>
            </p:cNvPr>
            <p:cNvSpPr/>
            <p:nvPr/>
          </p:nvSpPr>
          <p:spPr>
            <a:xfrm>
              <a:off x="1283278" y="526716"/>
              <a:ext cx="135916" cy="15146"/>
            </a:xfrm>
            <a:custGeom>
              <a:avLst/>
              <a:gdLst/>
              <a:ahLst/>
              <a:cxnLst/>
              <a:rect l="l" t="t" r="r" b="b"/>
              <a:pathLst>
                <a:path w="2728" h="304" extrusionOk="0">
                  <a:moveTo>
                    <a:pt x="708" y="0"/>
                  </a:moveTo>
                  <a:lnTo>
                    <a:pt x="337" y="34"/>
                  </a:lnTo>
                  <a:lnTo>
                    <a:pt x="169" y="68"/>
                  </a:lnTo>
                  <a:lnTo>
                    <a:pt x="1" y="135"/>
                  </a:lnTo>
                  <a:lnTo>
                    <a:pt x="1" y="169"/>
                  </a:lnTo>
                  <a:lnTo>
                    <a:pt x="135" y="236"/>
                  </a:lnTo>
                  <a:lnTo>
                    <a:pt x="304" y="270"/>
                  </a:lnTo>
                  <a:lnTo>
                    <a:pt x="607" y="304"/>
                  </a:lnTo>
                  <a:lnTo>
                    <a:pt x="1246" y="270"/>
                  </a:lnTo>
                  <a:lnTo>
                    <a:pt x="2358" y="270"/>
                  </a:lnTo>
                  <a:lnTo>
                    <a:pt x="2694" y="169"/>
                  </a:lnTo>
                  <a:lnTo>
                    <a:pt x="2728" y="135"/>
                  </a:lnTo>
                  <a:lnTo>
                    <a:pt x="2694" y="102"/>
                  </a:lnTo>
                  <a:lnTo>
                    <a:pt x="2391" y="34"/>
                  </a:lnTo>
                  <a:lnTo>
                    <a:pt x="1415" y="34"/>
                  </a:lnTo>
                  <a:lnTo>
                    <a:pt x="708"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7" name="Google Shape;854;p5">
              <a:extLst>
                <a:ext uri="{FF2B5EF4-FFF2-40B4-BE49-F238E27FC236}">
                  <a16:creationId xmlns:a16="http://schemas.microsoft.com/office/drawing/2014/main" id="{9A9AA3B4-18B8-4EFE-AFB9-7735FA2A078E}"/>
                </a:ext>
              </a:extLst>
            </p:cNvPr>
            <p:cNvSpPr/>
            <p:nvPr/>
          </p:nvSpPr>
          <p:spPr>
            <a:xfrm>
              <a:off x="1283278" y="390850"/>
              <a:ext cx="115787" cy="120820"/>
            </a:xfrm>
            <a:custGeom>
              <a:avLst/>
              <a:gdLst/>
              <a:ahLst/>
              <a:cxnLst/>
              <a:rect l="l" t="t" r="r" b="b"/>
              <a:pathLst>
                <a:path w="2324" h="2425" extrusionOk="0">
                  <a:moveTo>
                    <a:pt x="2122" y="0"/>
                  </a:moveTo>
                  <a:lnTo>
                    <a:pt x="1516" y="34"/>
                  </a:lnTo>
                  <a:lnTo>
                    <a:pt x="203" y="34"/>
                  </a:lnTo>
                  <a:lnTo>
                    <a:pt x="1" y="135"/>
                  </a:lnTo>
                  <a:lnTo>
                    <a:pt x="68" y="202"/>
                  </a:lnTo>
                  <a:lnTo>
                    <a:pt x="169" y="236"/>
                  </a:lnTo>
                  <a:lnTo>
                    <a:pt x="371" y="270"/>
                  </a:lnTo>
                  <a:lnTo>
                    <a:pt x="1415" y="270"/>
                  </a:lnTo>
                  <a:lnTo>
                    <a:pt x="2021" y="236"/>
                  </a:lnTo>
                  <a:lnTo>
                    <a:pt x="2021" y="438"/>
                  </a:lnTo>
                  <a:lnTo>
                    <a:pt x="2021" y="640"/>
                  </a:lnTo>
                  <a:lnTo>
                    <a:pt x="2055" y="1078"/>
                  </a:lnTo>
                  <a:lnTo>
                    <a:pt x="2055" y="1616"/>
                  </a:lnTo>
                  <a:lnTo>
                    <a:pt x="2088" y="1852"/>
                  </a:lnTo>
                  <a:lnTo>
                    <a:pt x="2122" y="2121"/>
                  </a:lnTo>
                  <a:lnTo>
                    <a:pt x="977" y="2155"/>
                  </a:lnTo>
                  <a:lnTo>
                    <a:pt x="573" y="2155"/>
                  </a:lnTo>
                  <a:lnTo>
                    <a:pt x="371" y="2189"/>
                  </a:lnTo>
                  <a:lnTo>
                    <a:pt x="270" y="2222"/>
                  </a:lnTo>
                  <a:lnTo>
                    <a:pt x="203" y="2290"/>
                  </a:lnTo>
                  <a:lnTo>
                    <a:pt x="270" y="2357"/>
                  </a:lnTo>
                  <a:lnTo>
                    <a:pt x="371" y="2391"/>
                  </a:lnTo>
                  <a:lnTo>
                    <a:pt x="573" y="2424"/>
                  </a:lnTo>
                  <a:lnTo>
                    <a:pt x="977" y="2391"/>
                  </a:lnTo>
                  <a:lnTo>
                    <a:pt x="1617" y="2391"/>
                  </a:lnTo>
                  <a:lnTo>
                    <a:pt x="2223" y="2357"/>
                  </a:lnTo>
                  <a:lnTo>
                    <a:pt x="2290" y="2357"/>
                  </a:lnTo>
                  <a:lnTo>
                    <a:pt x="2324" y="2290"/>
                  </a:lnTo>
                  <a:lnTo>
                    <a:pt x="2324" y="2222"/>
                  </a:lnTo>
                  <a:lnTo>
                    <a:pt x="2290" y="2155"/>
                  </a:lnTo>
                  <a:lnTo>
                    <a:pt x="2324" y="1886"/>
                  </a:lnTo>
                  <a:lnTo>
                    <a:pt x="2290" y="1616"/>
                  </a:lnTo>
                  <a:lnTo>
                    <a:pt x="2257" y="1078"/>
                  </a:lnTo>
                  <a:lnTo>
                    <a:pt x="2257" y="640"/>
                  </a:lnTo>
                  <a:lnTo>
                    <a:pt x="2223" y="404"/>
                  </a:lnTo>
                  <a:lnTo>
                    <a:pt x="2189" y="202"/>
                  </a:lnTo>
                  <a:lnTo>
                    <a:pt x="2223" y="135"/>
                  </a:lnTo>
                  <a:lnTo>
                    <a:pt x="2223" y="68"/>
                  </a:lnTo>
                  <a:lnTo>
                    <a:pt x="2189" y="34"/>
                  </a:lnTo>
                  <a:lnTo>
                    <a:pt x="212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 name="Google Shape;855;p5">
              <a:extLst>
                <a:ext uri="{FF2B5EF4-FFF2-40B4-BE49-F238E27FC236}">
                  <a16:creationId xmlns:a16="http://schemas.microsoft.com/office/drawing/2014/main" id="{C1139C2F-A840-4196-A17E-DF8660ED8610}"/>
                </a:ext>
              </a:extLst>
            </p:cNvPr>
            <p:cNvSpPr/>
            <p:nvPr/>
          </p:nvSpPr>
          <p:spPr>
            <a:xfrm>
              <a:off x="993112" y="400914"/>
              <a:ext cx="125852" cy="119126"/>
            </a:xfrm>
            <a:custGeom>
              <a:avLst/>
              <a:gdLst/>
              <a:ahLst/>
              <a:cxnLst/>
              <a:rect l="l" t="t" r="r" b="b"/>
              <a:pathLst>
                <a:path w="2526" h="2391" extrusionOk="0">
                  <a:moveTo>
                    <a:pt x="2256" y="236"/>
                  </a:moveTo>
                  <a:lnTo>
                    <a:pt x="2256" y="674"/>
                  </a:lnTo>
                  <a:lnTo>
                    <a:pt x="2290" y="1111"/>
                  </a:lnTo>
                  <a:lnTo>
                    <a:pt x="2290" y="1616"/>
                  </a:lnTo>
                  <a:lnTo>
                    <a:pt x="2323" y="2121"/>
                  </a:lnTo>
                  <a:lnTo>
                    <a:pt x="1448" y="2121"/>
                  </a:lnTo>
                  <a:lnTo>
                    <a:pt x="909" y="2155"/>
                  </a:lnTo>
                  <a:lnTo>
                    <a:pt x="640" y="2189"/>
                  </a:lnTo>
                  <a:lnTo>
                    <a:pt x="371" y="2222"/>
                  </a:lnTo>
                  <a:lnTo>
                    <a:pt x="337" y="1684"/>
                  </a:lnTo>
                  <a:lnTo>
                    <a:pt x="270" y="1145"/>
                  </a:lnTo>
                  <a:lnTo>
                    <a:pt x="202" y="707"/>
                  </a:lnTo>
                  <a:lnTo>
                    <a:pt x="169" y="303"/>
                  </a:lnTo>
                  <a:lnTo>
                    <a:pt x="674" y="303"/>
                  </a:lnTo>
                  <a:lnTo>
                    <a:pt x="1212" y="270"/>
                  </a:lnTo>
                  <a:lnTo>
                    <a:pt x="2256" y="236"/>
                  </a:lnTo>
                  <a:close/>
                  <a:moveTo>
                    <a:pt x="2256" y="0"/>
                  </a:moveTo>
                  <a:lnTo>
                    <a:pt x="1179" y="34"/>
                  </a:lnTo>
                  <a:lnTo>
                    <a:pt x="674" y="68"/>
                  </a:lnTo>
                  <a:lnTo>
                    <a:pt x="135" y="101"/>
                  </a:lnTo>
                  <a:lnTo>
                    <a:pt x="68" y="135"/>
                  </a:lnTo>
                  <a:lnTo>
                    <a:pt x="68" y="202"/>
                  </a:lnTo>
                  <a:lnTo>
                    <a:pt x="34" y="438"/>
                  </a:lnTo>
                  <a:lnTo>
                    <a:pt x="0" y="674"/>
                  </a:lnTo>
                  <a:lnTo>
                    <a:pt x="34" y="1179"/>
                  </a:lnTo>
                  <a:lnTo>
                    <a:pt x="101" y="1751"/>
                  </a:lnTo>
                  <a:lnTo>
                    <a:pt x="135" y="2054"/>
                  </a:lnTo>
                  <a:lnTo>
                    <a:pt x="236" y="2323"/>
                  </a:lnTo>
                  <a:lnTo>
                    <a:pt x="236" y="2357"/>
                  </a:lnTo>
                  <a:lnTo>
                    <a:pt x="371" y="2357"/>
                  </a:lnTo>
                  <a:lnTo>
                    <a:pt x="606" y="2391"/>
                  </a:lnTo>
                  <a:lnTo>
                    <a:pt x="842" y="2391"/>
                  </a:lnTo>
                  <a:lnTo>
                    <a:pt x="1313" y="2357"/>
                  </a:lnTo>
                  <a:lnTo>
                    <a:pt x="2088" y="2357"/>
                  </a:lnTo>
                  <a:lnTo>
                    <a:pt x="2357" y="2323"/>
                  </a:lnTo>
                  <a:lnTo>
                    <a:pt x="2458" y="2323"/>
                  </a:lnTo>
                  <a:lnTo>
                    <a:pt x="2492" y="2290"/>
                  </a:lnTo>
                  <a:lnTo>
                    <a:pt x="2525" y="2020"/>
                  </a:lnTo>
                  <a:lnTo>
                    <a:pt x="2525" y="1785"/>
                  </a:lnTo>
                  <a:lnTo>
                    <a:pt x="2492" y="1246"/>
                  </a:lnTo>
                  <a:lnTo>
                    <a:pt x="2458" y="674"/>
                  </a:lnTo>
                  <a:lnTo>
                    <a:pt x="2424" y="371"/>
                  </a:lnTo>
                  <a:lnTo>
                    <a:pt x="2357" y="68"/>
                  </a:lnTo>
                  <a:lnTo>
                    <a:pt x="2323" y="34"/>
                  </a:lnTo>
                  <a:lnTo>
                    <a:pt x="2290" y="34"/>
                  </a:lnTo>
                  <a:lnTo>
                    <a:pt x="22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 name="Google Shape;856;p5">
              <a:extLst>
                <a:ext uri="{FF2B5EF4-FFF2-40B4-BE49-F238E27FC236}">
                  <a16:creationId xmlns:a16="http://schemas.microsoft.com/office/drawing/2014/main" id="{E1C63857-46CF-48BA-AB46-8916E6011401}"/>
                </a:ext>
              </a:extLst>
            </p:cNvPr>
            <p:cNvSpPr/>
            <p:nvPr/>
          </p:nvSpPr>
          <p:spPr>
            <a:xfrm>
              <a:off x="1440966" y="112392"/>
              <a:ext cx="127546" cy="120820"/>
            </a:xfrm>
            <a:custGeom>
              <a:avLst/>
              <a:gdLst/>
              <a:ahLst/>
              <a:cxnLst/>
              <a:rect l="l" t="t" r="r" b="b"/>
              <a:pathLst>
                <a:path w="2560" h="2425" extrusionOk="0">
                  <a:moveTo>
                    <a:pt x="2021" y="0"/>
                  </a:moveTo>
                  <a:lnTo>
                    <a:pt x="1617" y="68"/>
                  </a:lnTo>
                  <a:lnTo>
                    <a:pt x="910" y="68"/>
                  </a:lnTo>
                  <a:lnTo>
                    <a:pt x="539" y="101"/>
                  </a:lnTo>
                  <a:lnTo>
                    <a:pt x="203" y="135"/>
                  </a:lnTo>
                  <a:lnTo>
                    <a:pt x="169" y="68"/>
                  </a:lnTo>
                  <a:lnTo>
                    <a:pt x="169" y="34"/>
                  </a:lnTo>
                  <a:lnTo>
                    <a:pt x="102" y="34"/>
                  </a:lnTo>
                  <a:lnTo>
                    <a:pt x="68" y="68"/>
                  </a:lnTo>
                  <a:lnTo>
                    <a:pt x="34" y="303"/>
                  </a:lnTo>
                  <a:lnTo>
                    <a:pt x="1" y="573"/>
                  </a:lnTo>
                  <a:lnTo>
                    <a:pt x="1" y="1112"/>
                  </a:lnTo>
                  <a:lnTo>
                    <a:pt x="34" y="1718"/>
                  </a:lnTo>
                  <a:lnTo>
                    <a:pt x="102" y="2021"/>
                  </a:lnTo>
                  <a:lnTo>
                    <a:pt x="169" y="2324"/>
                  </a:lnTo>
                  <a:lnTo>
                    <a:pt x="203" y="2357"/>
                  </a:lnTo>
                  <a:lnTo>
                    <a:pt x="304" y="2357"/>
                  </a:lnTo>
                  <a:lnTo>
                    <a:pt x="337" y="2290"/>
                  </a:lnTo>
                  <a:lnTo>
                    <a:pt x="337" y="1987"/>
                  </a:lnTo>
                  <a:lnTo>
                    <a:pt x="304" y="1684"/>
                  </a:lnTo>
                  <a:lnTo>
                    <a:pt x="236" y="1078"/>
                  </a:lnTo>
                  <a:lnTo>
                    <a:pt x="236" y="674"/>
                  </a:lnTo>
                  <a:lnTo>
                    <a:pt x="203" y="236"/>
                  </a:lnTo>
                  <a:lnTo>
                    <a:pt x="438" y="270"/>
                  </a:lnTo>
                  <a:lnTo>
                    <a:pt x="1145" y="270"/>
                  </a:lnTo>
                  <a:lnTo>
                    <a:pt x="2223" y="202"/>
                  </a:lnTo>
                  <a:lnTo>
                    <a:pt x="2256" y="236"/>
                  </a:lnTo>
                  <a:lnTo>
                    <a:pt x="2290" y="270"/>
                  </a:lnTo>
                  <a:lnTo>
                    <a:pt x="2357" y="270"/>
                  </a:lnTo>
                  <a:lnTo>
                    <a:pt x="2324" y="573"/>
                  </a:lnTo>
                  <a:lnTo>
                    <a:pt x="2324" y="910"/>
                  </a:lnTo>
                  <a:lnTo>
                    <a:pt x="2357" y="2088"/>
                  </a:lnTo>
                  <a:lnTo>
                    <a:pt x="2122" y="2054"/>
                  </a:lnTo>
                  <a:lnTo>
                    <a:pt x="1886" y="2088"/>
                  </a:lnTo>
                  <a:lnTo>
                    <a:pt x="1415" y="2122"/>
                  </a:lnTo>
                  <a:lnTo>
                    <a:pt x="674" y="2122"/>
                  </a:lnTo>
                  <a:lnTo>
                    <a:pt x="539" y="2155"/>
                  </a:lnTo>
                  <a:lnTo>
                    <a:pt x="438" y="2189"/>
                  </a:lnTo>
                  <a:lnTo>
                    <a:pt x="337" y="2290"/>
                  </a:lnTo>
                  <a:lnTo>
                    <a:pt x="438" y="2357"/>
                  </a:lnTo>
                  <a:lnTo>
                    <a:pt x="539" y="2391"/>
                  </a:lnTo>
                  <a:lnTo>
                    <a:pt x="775" y="2425"/>
                  </a:lnTo>
                  <a:lnTo>
                    <a:pt x="1280" y="2357"/>
                  </a:lnTo>
                  <a:lnTo>
                    <a:pt x="2122" y="2357"/>
                  </a:lnTo>
                  <a:lnTo>
                    <a:pt x="2391" y="2290"/>
                  </a:lnTo>
                  <a:lnTo>
                    <a:pt x="2425" y="2324"/>
                  </a:lnTo>
                  <a:lnTo>
                    <a:pt x="2492" y="2357"/>
                  </a:lnTo>
                  <a:lnTo>
                    <a:pt x="2559" y="2324"/>
                  </a:lnTo>
                  <a:lnTo>
                    <a:pt x="2559" y="2256"/>
                  </a:lnTo>
                  <a:lnTo>
                    <a:pt x="2526" y="1078"/>
                  </a:lnTo>
                  <a:lnTo>
                    <a:pt x="2526" y="573"/>
                  </a:lnTo>
                  <a:lnTo>
                    <a:pt x="2492" y="303"/>
                  </a:lnTo>
                  <a:lnTo>
                    <a:pt x="2425" y="68"/>
                  </a:lnTo>
                  <a:lnTo>
                    <a:pt x="2391" y="68"/>
                  </a:lnTo>
                  <a:lnTo>
                    <a:pt x="2391" y="101"/>
                  </a:lnTo>
                  <a:lnTo>
                    <a:pt x="2324" y="34"/>
                  </a:lnTo>
                  <a:lnTo>
                    <a:pt x="2223" y="34"/>
                  </a:lnTo>
                  <a:lnTo>
                    <a:pt x="202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 name="Google Shape;857;p5">
              <a:extLst>
                <a:ext uri="{FF2B5EF4-FFF2-40B4-BE49-F238E27FC236}">
                  <a16:creationId xmlns:a16="http://schemas.microsoft.com/office/drawing/2014/main" id="{8C93909C-9771-4B10-AE8E-0DE120B1947D}"/>
                </a:ext>
              </a:extLst>
            </p:cNvPr>
            <p:cNvSpPr/>
            <p:nvPr/>
          </p:nvSpPr>
          <p:spPr>
            <a:xfrm>
              <a:off x="1274908" y="395882"/>
              <a:ext cx="16840" cy="117481"/>
            </a:xfrm>
            <a:custGeom>
              <a:avLst/>
              <a:gdLst/>
              <a:ahLst/>
              <a:cxnLst/>
              <a:rect l="l" t="t" r="r" b="b"/>
              <a:pathLst>
                <a:path w="338" h="2358" extrusionOk="0">
                  <a:moveTo>
                    <a:pt x="68" y="0"/>
                  </a:moveTo>
                  <a:lnTo>
                    <a:pt x="34" y="34"/>
                  </a:lnTo>
                  <a:lnTo>
                    <a:pt x="0" y="303"/>
                  </a:lnTo>
                  <a:lnTo>
                    <a:pt x="0" y="573"/>
                  </a:lnTo>
                  <a:lnTo>
                    <a:pt x="34" y="1078"/>
                  </a:lnTo>
                  <a:lnTo>
                    <a:pt x="68" y="1684"/>
                  </a:lnTo>
                  <a:lnTo>
                    <a:pt x="101" y="1987"/>
                  </a:lnTo>
                  <a:lnTo>
                    <a:pt x="169" y="2290"/>
                  </a:lnTo>
                  <a:lnTo>
                    <a:pt x="202" y="2323"/>
                  </a:lnTo>
                  <a:lnTo>
                    <a:pt x="270" y="2357"/>
                  </a:lnTo>
                  <a:lnTo>
                    <a:pt x="303" y="2323"/>
                  </a:lnTo>
                  <a:lnTo>
                    <a:pt x="337" y="2256"/>
                  </a:lnTo>
                  <a:lnTo>
                    <a:pt x="337" y="1987"/>
                  </a:lnTo>
                  <a:lnTo>
                    <a:pt x="303" y="1684"/>
                  </a:lnTo>
                  <a:lnTo>
                    <a:pt x="236" y="1078"/>
                  </a:lnTo>
                  <a:lnTo>
                    <a:pt x="202" y="539"/>
                  </a:lnTo>
                  <a:lnTo>
                    <a:pt x="202" y="303"/>
                  </a:lnTo>
                  <a:lnTo>
                    <a:pt x="135" y="34"/>
                  </a:lnTo>
                  <a:lnTo>
                    <a:pt x="13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 name="Google Shape;858;p5">
              <a:extLst>
                <a:ext uri="{FF2B5EF4-FFF2-40B4-BE49-F238E27FC236}">
                  <a16:creationId xmlns:a16="http://schemas.microsoft.com/office/drawing/2014/main" id="{66287625-045E-4825-9564-ACCCF272B6A2}"/>
                </a:ext>
              </a:extLst>
            </p:cNvPr>
            <p:cNvSpPr/>
            <p:nvPr/>
          </p:nvSpPr>
          <p:spPr>
            <a:xfrm>
              <a:off x="520047" y="15089"/>
              <a:ext cx="127546" cy="119175"/>
            </a:xfrm>
            <a:custGeom>
              <a:avLst/>
              <a:gdLst/>
              <a:ahLst/>
              <a:cxnLst/>
              <a:rect l="l" t="t" r="r" b="b"/>
              <a:pathLst>
                <a:path w="2560" h="2392" extrusionOk="0">
                  <a:moveTo>
                    <a:pt x="135" y="1"/>
                  </a:moveTo>
                  <a:lnTo>
                    <a:pt x="102" y="34"/>
                  </a:lnTo>
                  <a:lnTo>
                    <a:pt x="68" y="34"/>
                  </a:lnTo>
                  <a:lnTo>
                    <a:pt x="34" y="304"/>
                  </a:lnTo>
                  <a:lnTo>
                    <a:pt x="1" y="573"/>
                  </a:lnTo>
                  <a:lnTo>
                    <a:pt x="1" y="1078"/>
                  </a:lnTo>
                  <a:lnTo>
                    <a:pt x="34" y="1684"/>
                  </a:lnTo>
                  <a:lnTo>
                    <a:pt x="68" y="2021"/>
                  </a:lnTo>
                  <a:lnTo>
                    <a:pt x="169" y="2290"/>
                  </a:lnTo>
                  <a:lnTo>
                    <a:pt x="203" y="2358"/>
                  </a:lnTo>
                  <a:lnTo>
                    <a:pt x="236" y="2358"/>
                  </a:lnTo>
                  <a:lnTo>
                    <a:pt x="304" y="2324"/>
                  </a:lnTo>
                  <a:lnTo>
                    <a:pt x="338" y="2256"/>
                  </a:lnTo>
                  <a:lnTo>
                    <a:pt x="304" y="1987"/>
                  </a:lnTo>
                  <a:lnTo>
                    <a:pt x="304" y="1684"/>
                  </a:lnTo>
                  <a:lnTo>
                    <a:pt x="236" y="1078"/>
                  </a:lnTo>
                  <a:lnTo>
                    <a:pt x="236" y="640"/>
                  </a:lnTo>
                  <a:lnTo>
                    <a:pt x="203" y="236"/>
                  </a:lnTo>
                  <a:lnTo>
                    <a:pt x="439" y="236"/>
                  </a:lnTo>
                  <a:lnTo>
                    <a:pt x="674" y="270"/>
                  </a:lnTo>
                  <a:lnTo>
                    <a:pt x="1146" y="236"/>
                  </a:lnTo>
                  <a:lnTo>
                    <a:pt x="2223" y="203"/>
                  </a:lnTo>
                  <a:lnTo>
                    <a:pt x="2257" y="236"/>
                  </a:lnTo>
                  <a:lnTo>
                    <a:pt x="2324" y="236"/>
                  </a:lnTo>
                  <a:lnTo>
                    <a:pt x="2290" y="573"/>
                  </a:lnTo>
                  <a:lnTo>
                    <a:pt x="2324" y="910"/>
                  </a:lnTo>
                  <a:lnTo>
                    <a:pt x="2358" y="2088"/>
                  </a:lnTo>
                  <a:lnTo>
                    <a:pt x="2122" y="2054"/>
                  </a:lnTo>
                  <a:lnTo>
                    <a:pt x="1886" y="2054"/>
                  </a:lnTo>
                  <a:lnTo>
                    <a:pt x="1415" y="2088"/>
                  </a:lnTo>
                  <a:lnTo>
                    <a:pt x="843" y="2088"/>
                  </a:lnTo>
                  <a:lnTo>
                    <a:pt x="674" y="2122"/>
                  </a:lnTo>
                  <a:lnTo>
                    <a:pt x="540" y="2122"/>
                  </a:lnTo>
                  <a:lnTo>
                    <a:pt x="405" y="2189"/>
                  </a:lnTo>
                  <a:lnTo>
                    <a:pt x="338" y="2256"/>
                  </a:lnTo>
                  <a:lnTo>
                    <a:pt x="338" y="2290"/>
                  </a:lnTo>
                  <a:lnTo>
                    <a:pt x="405" y="2358"/>
                  </a:lnTo>
                  <a:lnTo>
                    <a:pt x="540" y="2391"/>
                  </a:lnTo>
                  <a:lnTo>
                    <a:pt x="775" y="2391"/>
                  </a:lnTo>
                  <a:lnTo>
                    <a:pt x="1280" y="2358"/>
                  </a:lnTo>
                  <a:lnTo>
                    <a:pt x="2088" y="2358"/>
                  </a:lnTo>
                  <a:lnTo>
                    <a:pt x="2358" y="2290"/>
                  </a:lnTo>
                  <a:lnTo>
                    <a:pt x="2425" y="2324"/>
                  </a:lnTo>
                  <a:lnTo>
                    <a:pt x="2492" y="2324"/>
                  </a:lnTo>
                  <a:lnTo>
                    <a:pt x="2526" y="2290"/>
                  </a:lnTo>
                  <a:lnTo>
                    <a:pt x="2560" y="2223"/>
                  </a:lnTo>
                  <a:lnTo>
                    <a:pt x="2526" y="1044"/>
                  </a:lnTo>
                  <a:lnTo>
                    <a:pt x="2526" y="539"/>
                  </a:lnTo>
                  <a:lnTo>
                    <a:pt x="2492" y="304"/>
                  </a:lnTo>
                  <a:lnTo>
                    <a:pt x="2425" y="68"/>
                  </a:lnTo>
                  <a:lnTo>
                    <a:pt x="2425" y="34"/>
                  </a:lnTo>
                  <a:lnTo>
                    <a:pt x="2391" y="34"/>
                  </a:lnTo>
                  <a:lnTo>
                    <a:pt x="2391" y="102"/>
                  </a:lnTo>
                  <a:lnTo>
                    <a:pt x="2358" y="68"/>
                  </a:lnTo>
                  <a:lnTo>
                    <a:pt x="2290" y="34"/>
                  </a:lnTo>
                  <a:lnTo>
                    <a:pt x="2223" y="1"/>
                  </a:lnTo>
                  <a:lnTo>
                    <a:pt x="1987" y="1"/>
                  </a:lnTo>
                  <a:lnTo>
                    <a:pt x="1617" y="34"/>
                  </a:lnTo>
                  <a:lnTo>
                    <a:pt x="910" y="34"/>
                  </a:lnTo>
                  <a:lnTo>
                    <a:pt x="540" y="68"/>
                  </a:lnTo>
                  <a:lnTo>
                    <a:pt x="203" y="135"/>
                  </a:lnTo>
                  <a:lnTo>
                    <a:pt x="169"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 name="Google Shape;859;p5">
              <a:extLst>
                <a:ext uri="{FF2B5EF4-FFF2-40B4-BE49-F238E27FC236}">
                  <a16:creationId xmlns:a16="http://schemas.microsoft.com/office/drawing/2014/main" id="{34B49C0A-8A73-4429-B665-40FCC110C27E}"/>
                </a:ext>
              </a:extLst>
            </p:cNvPr>
            <p:cNvSpPr/>
            <p:nvPr/>
          </p:nvSpPr>
          <p:spPr>
            <a:xfrm>
              <a:off x="1311826" y="416010"/>
              <a:ext cx="45338" cy="25210"/>
            </a:xfrm>
            <a:custGeom>
              <a:avLst/>
              <a:gdLst/>
              <a:ahLst/>
              <a:cxnLst/>
              <a:rect l="l" t="t" r="r" b="b"/>
              <a:pathLst>
                <a:path w="910" h="506" extrusionOk="0">
                  <a:moveTo>
                    <a:pt x="572" y="0"/>
                  </a:moveTo>
                  <a:lnTo>
                    <a:pt x="404" y="68"/>
                  </a:lnTo>
                  <a:lnTo>
                    <a:pt x="101" y="236"/>
                  </a:lnTo>
                  <a:lnTo>
                    <a:pt x="34" y="270"/>
                  </a:lnTo>
                  <a:lnTo>
                    <a:pt x="0" y="337"/>
                  </a:lnTo>
                  <a:lnTo>
                    <a:pt x="34" y="371"/>
                  </a:lnTo>
                  <a:lnTo>
                    <a:pt x="101" y="404"/>
                  </a:lnTo>
                  <a:lnTo>
                    <a:pt x="774" y="505"/>
                  </a:lnTo>
                  <a:lnTo>
                    <a:pt x="842" y="472"/>
                  </a:lnTo>
                  <a:lnTo>
                    <a:pt x="909" y="404"/>
                  </a:lnTo>
                  <a:lnTo>
                    <a:pt x="876" y="337"/>
                  </a:lnTo>
                  <a:lnTo>
                    <a:pt x="808" y="303"/>
                  </a:lnTo>
                  <a:lnTo>
                    <a:pt x="505" y="270"/>
                  </a:lnTo>
                  <a:lnTo>
                    <a:pt x="640" y="169"/>
                  </a:lnTo>
                  <a:lnTo>
                    <a:pt x="774" y="68"/>
                  </a:lnTo>
                  <a:lnTo>
                    <a:pt x="77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 name="Google Shape;860;p5">
              <a:extLst>
                <a:ext uri="{FF2B5EF4-FFF2-40B4-BE49-F238E27FC236}">
                  <a16:creationId xmlns:a16="http://schemas.microsoft.com/office/drawing/2014/main" id="{39DEB40C-56A1-48B4-9964-2266D3CE2C11}"/>
                </a:ext>
              </a:extLst>
            </p:cNvPr>
            <p:cNvSpPr/>
            <p:nvPr/>
          </p:nvSpPr>
          <p:spPr>
            <a:xfrm>
              <a:off x="682768" y="323739"/>
              <a:ext cx="35274" cy="52065"/>
            </a:xfrm>
            <a:custGeom>
              <a:avLst/>
              <a:gdLst/>
              <a:ahLst/>
              <a:cxnLst/>
              <a:rect l="l" t="t" r="r" b="b"/>
              <a:pathLst>
                <a:path w="708" h="1045" extrusionOk="0">
                  <a:moveTo>
                    <a:pt x="506" y="1"/>
                  </a:moveTo>
                  <a:lnTo>
                    <a:pt x="371" y="34"/>
                  </a:lnTo>
                  <a:lnTo>
                    <a:pt x="135" y="34"/>
                  </a:lnTo>
                  <a:lnTo>
                    <a:pt x="102" y="68"/>
                  </a:lnTo>
                  <a:lnTo>
                    <a:pt x="34" y="68"/>
                  </a:lnTo>
                  <a:lnTo>
                    <a:pt x="1" y="135"/>
                  </a:lnTo>
                  <a:lnTo>
                    <a:pt x="1" y="169"/>
                  </a:lnTo>
                  <a:lnTo>
                    <a:pt x="34" y="203"/>
                  </a:lnTo>
                  <a:lnTo>
                    <a:pt x="68" y="203"/>
                  </a:lnTo>
                  <a:lnTo>
                    <a:pt x="68" y="607"/>
                  </a:lnTo>
                  <a:lnTo>
                    <a:pt x="169" y="977"/>
                  </a:lnTo>
                  <a:lnTo>
                    <a:pt x="203" y="1044"/>
                  </a:lnTo>
                  <a:lnTo>
                    <a:pt x="270" y="1044"/>
                  </a:lnTo>
                  <a:lnTo>
                    <a:pt x="337" y="1011"/>
                  </a:lnTo>
                  <a:lnTo>
                    <a:pt x="337" y="943"/>
                  </a:lnTo>
                  <a:lnTo>
                    <a:pt x="304" y="573"/>
                  </a:lnTo>
                  <a:lnTo>
                    <a:pt x="371" y="607"/>
                  </a:lnTo>
                  <a:lnTo>
                    <a:pt x="472" y="573"/>
                  </a:lnTo>
                  <a:lnTo>
                    <a:pt x="573" y="539"/>
                  </a:lnTo>
                  <a:lnTo>
                    <a:pt x="607" y="506"/>
                  </a:lnTo>
                  <a:lnTo>
                    <a:pt x="607" y="472"/>
                  </a:lnTo>
                  <a:lnTo>
                    <a:pt x="573" y="405"/>
                  </a:lnTo>
                  <a:lnTo>
                    <a:pt x="506" y="405"/>
                  </a:lnTo>
                  <a:lnTo>
                    <a:pt x="337" y="438"/>
                  </a:lnTo>
                  <a:lnTo>
                    <a:pt x="270" y="472"/>
                  </a:lnTo>
                  <a:lnTo>
                    <a:pt x="236" y="236"/>
                  </a:lnTo>
                  <a:lnTo>
                    <a:pt x="371" y="236"/>
                  </a:lnTo>
                  <a:lnTo>
                    <a:pt x="539" y="203"/>
                  </a:lnTo>
                  <a:lnTo>
                    <a:pt x="607" y="169"/>
                  </a:lnTo>
                  <a:lnTo>
                    <a:pt x="674" y="135"/>
                  </a:lnTo>
                  <a:lnTo>
                    <a:pt x="708" y="102"/>
                  </a:lnTo>
                  <a:lnTo>
                    <a:pt x="708" y="68"/>
                  </a:lnTo>
                  <a:lnTo>
                    <a:pt x="64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 name="Google Shape;861;p5">
              <a:extLst>
                <a:ext uri="{FF2B5EF4-FFF2-40B4-BE49-F238E27FC236}">
                  <a16:creationId xmlns:a16="http://schemas.microsoft.com/office/drawing/2014/main" id="{079D6CD8-2704-49CE-AAA2-16794AB21040}"/>
                </a:ext>
              </a:extLst>
            </p:cNvPr>
            <p:cNvSpPr/>
            <p:nvPr/>
          </p:nvSpPr>
          <p:spPr>
            <a:xfrm>
              <a:off x="565336" y="72136"/>
              <a:ext cx="38662" cy="43645"/>
            </a:xfrm>
            <a:custGeom>
              <a:avLst/>
              <a:gdLst/>
              <a:ahLst/>
              <a:cxnLst/>
              <a:rect l="l" t="t" r="r" b="b"/>
              <a:pathLst>
                <a:path w="776" h="876" extrusionOk="0">
                  <a:moveTo>
                    <a:pt x="405" y="0"/>
                  </a:moveTo>
                  <a:lnTo>
                    <a:pt x="270" y="135"/>
                  </a:lnTo>
                  <a:lnTo>
                    <a:pt x="169" y="270"/>
                  </a:lnTo>
                  <a:lnTo>
                    <a:pt x="1" y="606"/>
                  </a:lnTo>
                  <a:lnTo>
                    <a:pt x="1" y="640"/>
                  </a:lnTo>
                  <a:lnTo>
                    <a:pt x="1" y="674"/>
                  </a:lnTo>
                  <a:lnTo>
                    <a:pt x="35" y="707"/>
                  </a:lnTo>
                  <a:lnTo>
                    <a:pt x="102" y="741"/>
                  </a:lnTo>
                  <a:lnTo>
                    <a:pt x="338" y="741"/>
                  </a:lnTo>
                  <a:lnTo>
                    <a:pt x="573" y="707"/>
                  </a:lnTo>
                  <a:lnTo>
                    <a:pt x="573" y="808"/>
                  </a:lnTo>
                  <a:lnTo>
                    <a:pt x="607" y="876"/>
                  </a:lnTo>
                  <a:lnTo>
                    <a:pt x="708" y="876"/>
                  </a:lnTo>
                  <a:lnTo>
                    <a:pt x="708" y="775"/>
                  </a:lnTo>
                  <a:lnTo>
                    <a:pt x="708" y="674"/>
                  </a:lnTo>
                  <a:lnTo>
                    <a:pt x="775" y="674"/>
                  </a:lnTo>
                  <a:lnTo>
                    <a:pt x="775" y="606"/>
                  </a:lnTo>
                  <a:lnTo>
                    <a:pt x="775" y="539"/>
                  </a:lnTo>
                  <a:lnTo>
                    <a:pt x="708" y="505"/>
                  </a:lnTo>
                  <a:lnTo>
                    <a:pt x="742" y="337"/>
                  </a:lnTo>
                  <a:lnTo>
                    <a:pt x="742" y="270"/>
                  </a:lnTo>
                  <a:lnTo>
                    <a:pt x="708" y="303"/>
                  </a:lnTo>
                  <a:lnTo>
                    <a:pt x="607" y="505"/>
                  </a:lnTo>
                  <a:lnTo>
                    <a:pt x="237" y="539"/>
                  </a:lnTo>
                  <a:lnTo>
                    <a:pt x="237" y="539"/>
                  </a:lnTo>
                  <a:lnTo>
                    <a:pt x="371" y="303"/>
                  </a:lnTo>
                  <a:lnTo>
                    <a:pt x="472" y="68"/>
                  </a:lnTo>
                  <a:lnTo>
                    <a:pt x="472" y="34"/>
                  </a:lnTo>
                  <a:lnTo>
                    <a:pt x="40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 name="Google Shape;862;p5">
              <a:extLst>
                <a:ext uri="{FF2B5EF4-FFF2-40B4-BE49-F238E27FC236}">
                  <a16:creationId xmlns:a16="http://schemas.microsoft.com/office/drawing/2014/main" id="{F9CAD56D-FF3F-40B4-8F7E-E80003C4EEB0}"/>
                </a:ext>
              </a:extLst>
            </p:cNvPr>
            <p:cNvSpPr/>
            <p:nvPr/>
          </p:nvSpPr>
          <p:spPr>
            <a:xfrm>
              <a:off x="775039" y="275112"/>
              <a:ext cx="110755" cy="122514"/>
            </a:xfrm>
            <a:custGeom>
              <a:avLst/>
              <a:gdLst/>
              <a:ahLst/>
              <a:cxnLst/>
              <a:rect l="l" t="t" r="r" b="b"/>
              <a:pathLst>
                <a:path w="2223" h="2459" extrusionOk="0">
                  <a:moveTo>
                    <a:pt x="1785" y="0"/>
                  </a:moveTo>
                  <a:lnTo>
                    <a:pt x="1313" y="68"/>
                  </a:lnTo>
                  <a:lnTo>
                    <a:pt x="707" y="68"/>
                  </a:lnTo>
                  <a:lnTo>
                    <a:pt x="101" y="101"/>
                  </a:lnTo>
                  <a:lnTo>
                    <a:pt x="34" y="135"/>
                  </a:lnTo>
                  <a:lnTo>
                    <a:pt x="0" y="202"/>
                  </a:lnTo>
                  <a:lnTo>
                    <a:pt x="34" y="236"/>
                  </a:lnTo>
                  <a:lnTo>
                    <a:pt x="68" y="303"/>
                  </a:lnTo>
                  <a:lnTo>
                    <a:pt x="34" y="505"/>
                  </a:lnTo>
                  <a:lnTo>
                    <a:pt x="34" y="741"/>
                  </a:lnTo>
                  <a:lnTo>
                    <a:pt x="68" y="1179"/>
                  </a:lnTo>
                  <a:lnTo>
                    <a:pt x="68" y="1717"/>
                  </a:lnTo>
                  <a:lnTo>
                    <a:pt x="68" y="2020"/>
                  </a:lnTo>
                  <a:lnTo>
                    <a:pt x="101" y="2290"/>
                  </a:lnTo>
                  <a:lnTo>
                    <a:pt x="68" y="2323"/>
                  </a:lnTo>
                  <a:lnTo>
                    <a:pt x="101" y="2391"/>
                  </a:lnTo>
                  <a:lnTo>
                    <a:pt x="135" y="2458"/>
                  </a:lnTo>
                  <a:lnTo>
                    <a:pt x="202" y="2458"/>
                  </a:lnTo>
                  <a:lnTo>
                    <a:pt x="808" y="2424"/>
                  </a:lnTo>
                  <a:lnTo>
                    <a:pt x="1448" y="2391"/>
                  </a:lnTo>
                  <a:lnTo>
                    <a:pt x="1852" y="2391"/>
                  </a:lnTo>
                  <a:lnTo>
                    <a:pt x="2054" y="2323"/>
                  </a:lnTo>
                  <a:lnTo>
                    <a:pt x="2121" y="2290"/>
                  </a:lnTo>
                  <a:lnTo>
                    <a:pt x="2222" y="2222"/>
                  </a:lnTo>
                  <a:lnTo>
                    <a:pt x="2121" y="2155"/>
                  </a:lnTo>
                  <a:lnTo>
                    <a:pt x="2020" y="2121"/>
                  </a:lnTo>
                  <a:lnTo>
                    <a:pt x="1852" y="2121"/>
                  </a:lnTo>
                  <a:lnTo>
                    <a:pt x="1414" y="2155"/>
                  </a:lnTo>
                  <a:lnTo>
                    <a:pt x="303" y="2222"/>
                  </a:lnTo>
                  <a:lnTo>
                    <a:pt x="303" y="1953"/>
                  </a:lnTo>
                  <a:lnTo>
                    <a:pt x="303" y="1684"/>
                  </a:lnTo>
                  <a:lnTo>
                    <a:pt x="270" y="1179"/>
                  </a:lnTo>
                  <a:lnTo>
                    <a:pt x="270" y="741"/>
                  </a:lnTo>
                  <a:lnTo>
                    <a:pt x="270" y="505"/>
                  </a:lnTo>
                  <a:lnTo>
                    <a:pt x="202" y="303"/>
                  </a:lnTo>
                  <a:lnTo>
                    <a:pt x="842" y="303"/>
                  </a:lnTo>
                  <a:lnTo>
                    <a:pt x="1482" y="270"/>
                  </a:lnTo>
                  <a:lnTo>
                    <a:pt x="1886" y="236"/>
                  </a:lnTo>
                  <a:lnTo>
                    <a:pt x="2088" y="169"/>
                  </a:lnTo>
                  <a:lnTo>
                    <a:pt x="2155" y="135"/>
                  </a:lnTo>
                  <a:lnTo>
                    <a:pt x="2222" y="68"/>
                  </a:lnTo>
                  <a:lnTo>
                    <a:pt x="2222" y="34"/>
                  </a:lnTo>
                  <a:lnTo>
                    <a:pt x="202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 name="Google Shape;863;p5">
              <a:extLst>
                <a:ext uri="{FF2B5EF4-FFF2-40B4-BE49-F238E27FC236}">
                  <a16:creationId xmlns:a16="http://schemas.microsoft.com/office/drawing/2014/main" id="{F85EFAB6-4272-47E3-B38F-D91D57413E1B}"/>
                </a:ext>
              </a:extLst>
            </p:cNvPr>
            <p:cNvSpPr/>
            <p:nvPr/>
          </p:nvSpPr>
          <p:spPr>
            <a:xfrm>
              <a:off x="603948" y="152649"/>
              <a:ext cx="15146" cy="115787"/>
            </a:xfrm>
            <a:custGeom>
              <a:avLst/>
              <a:gdLst/>
              <a:ahLst/>
              <a:cxnLst/>
              <a:rect l="l" t="t" r="r" b="b"/>
              <a:pathLst>
                <a:path w="304" h="2324" extrusionOk="0">
                  <a:moveTo>
                    <a:pt x="34" y="1"/>
                  </a:moveTo>
                  <a:lnTo>
                    <a:pt x="34" y="34"/>
                  </a:lnTo>
                  <a:lnTo>
                    <a:pt x="0" y="304"/>
                  </a:lnTo>
                  <a:lnTo>
                    <a:pt x="0" y="539"/>
                  </a:lnTo>
                  <a:lnTo>
                    <a:pt x="0" y="1078"/>
                  </a:lnTo>
                  <a:lnTo>
                    <a:pt x="34" y="1684"/>
                  </a:lnTo>
                  <a:lnTo>
                    <a:pt x="101" y="1987"/>
                  </a:lnTo>
                  <a:lnTo>
                    <a:pt x="169" y="2290"/>
                  </a:lnTo>
                  <a:lnTo>
                    <a:pt x="202" y="2324"/>
                  </a:lnTo>
                  <a:lnTo>
                    <a:pt x="303" y="2324"/>
                  </a:lnTo>
                  <a:lnTo>
                    <a:pt x="303" y="2256"/>
                  </a:lnTo>
                  <a:lnTo>
                    <a:pt x="303" y="1953"/>
                  </a:lnTo>
                  <a:lnTo>
                    <a:pt x="303" y="1650"/>
                  </a:lnTo>
                  <a:lnTo>
                    <a:pt x="236" y="1078"/>
                  </a:lnTo>
                  <a:lnTo>
                    <a:pt x="202" y="539"/>
                  </a:lnTo>
                  <a:lnTo>
                    <a:pt x="169" y="270"/>
                  </a:lnTo>
                  <a:lnTo>
                    <a:pt x="135" y="34"/>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 name="Google Shape;864;p5">
              <a:extLst>
                <a:ext uri="{FF2B5EF4-FFF2-40B4-BE49-F238E27FC236}">
                  <a16:creationId xmlns:a16="http://schemas.microsoft.com/office/drawing/2014/main" id="{3C5993FF-B150-4749-AF29-65D144462266}"/>
                </a:ext>
              </a:extLst>
            </p:cNvPr>
            <p:cNvSpPr/>
            <p:nvPr/>
          </p:nvSpPr>
          <p:spPr>
            <a:xfrm>
              <a:off x="632447" y="276757"/>
              <a:ext cx="129240" cy="125901"/>
            </a:xfrm>
            <a:custGeom>
              <a:avLst/>
              <a:gdLst/>
              <a:ahLst/>
              <a:cxnLst/>
              <a:rect l="l" t="t" r="r" b="b"/>
              <a:pathLst>
                <a:path w="2594" h="2527" extrusionOk="0">
                  <a:moveTo>
                    <a:pt x="2290" y="237"/>
                  </a:moveTo>
                  <a:lnTo>
                    <a:pt x="2324" y="674"/>
                  </a:lnTo>
                  <a:lnTo>
                    <a:pt x="2324" y="1078"/>
                  </a:lnTo>
                  <a:lnTo>
                    <a:pt x="2324" y="1684"/>
                  </a:lnTo>
                  <a:lnTo>
                    <a:pt x="2324" y="1987"/>
                  </a:lnTo>
                  <a:lnTo>
                    <a:pt x="2357" y="2290"/>
                  </a:lnTo>
                  <a:lnTo>
                    <a:pt x="2357" y="2290"/>
                  </a:lnTo>
                  <a:lnTo>
                    <a:pt x="2223" y="2223"/>
                  </a:lnTo>
                  <a:lnTo>
                    <a:pt x="2122" y="2156"/>
                  </a:lnTo>
                  <a:lnTo>
                    <a:pt x="1819" y="2156"/>
                  </a:lnTo>
                  <a:lnTo>
                    <a:pt x="1246" y="2189"/>
                  </a:lnTo>
                  <a:lnTo>
                    <a:pt x="775" y="2189"/>
                  </a:lnTo>
                  <a:lnTo>
                    <a:pt x="539" y="2223"/>
                  </a:lnTo>
                  <a:lnTo>
                    <a:pt x="304" y="2257"/>
                  </a:lnTo>
                  <a:lnTo>
                    <a:pt x="236" y="1078"/>
                  </a:lnTo>
                  <a:lnTo>
                    <a:pt x="236" y="742"/>
                  </a:lnTo>
                  <a:lnTo>
                    <a:pt x="169" y="439"/>
                  </a:lnTo>
                  <a:lnTo>
                    <a:pt x="236" y="439"/>
                  </a:lnTo>
                  <a:lnTo>
                    <a:pt x="270" y="405"/>
                  </a:lnTo>
                  <a:lnTo>
                    <a:pt x="304" y="371"/>
                  </a:lnTo>
                  <a:lnTo>
                    <a:pt x="1347" y="338"/>
                  </a:lnTo>
                  <a:lnTo>
                    <a:pt x="1819" y="304"/>
                  </a:lnTo>
                  <a:lnTo>
                    <a:pt x="2054" y="270"/>
                  </a:lnTo>
                  <a:lnTo>
                    <a:pt x="2290" y="237"/>
                  </a:lnTo>
                  <a:close/>
                  <a:moveTo>
                    <a:pt x="2357" y="1"/>
                  </a:moveTo>
                  <a:lnTo>
                    <a:pt x="2324" y="35"/>
                  </a:lnTo>
                  <a:lnTo>
                    <a:pt x="2290" y="35"/>
                  </a:lnTo>
                  <a:lnTo>
                    <a:pt x="2290" y="136"/>
                  </a:lnTo>
                  <a:lnTo>
                    <a:pt x="1953" y="102"/>
                  </a:lnTo>
                  <a:lnTo>
                    <a:pt x="1583" y="102"/>
                  </a:lnTo>
                  <a:lnTo>
                    <a:pt x="876" y="169"/>
                  </a:lnTo>
                  <a:lnTo>
                    <a:pt x="270" y="169"/>
                  </a:lnTo>
                  <a:lnTo>
                    <a:pt x="203" y="203"/>
                  </a:lnTo>
                  <a:lnTo>
                    <a:pt x="135" y="270"/>
                  </a:lnTo>
                  <a:lnTo>
                    <a:pt x="102" y="270"/>
                  </a:lnTo>
                  <a:lnTo>
                    <a:pt x="102" y="237"/>
                  </a:lnTo>
                  <a:lnTo>
                    <a:pt x="68" y="237"/>
                  </a:lnTo>
                  <a:lnTo>
                    <a:pt x="1" y="506"/>
                  </a:lnTo>
                  <a:lnTo>
                    <a:pt x="1" y="742"/>
                  </a:lnTo>
                  <a:lnTo>
                    <a:pt x="68" y="1247"/>
                  </a:lnTo>
                  <a:lnTo>
                    <a:pt x="102" y="2425"/>
                  </a:lnTo>
                  <a:lnTo>
                    <a:pt x="135" y="2492"/>
                  </a:lnTo>
                  <a:lnTo>
                    <a:pt x="203" y="2526"/>
                  </a:lnTo>
                  <a:lnTo>
                    <a:pt x="270" y="2492"/>
                  </a:lnTo>
                  <a:lnTo>
                    <a:pt x="304" y="2459"/>
                  </a:lnTo>
                  <a:lnTo>
                    <a:pt x="573" y="2492"/>
                  </a:lnTo>
                  <a:lnTo>
                    <a:pt x="842" y="2492"/>
                  </a:lnTo>
                  <a:lnTo>
                    <a:pt x="1415" y="2459"/>
                  </a:lnTo>
                  <a:lnTo>
                    <a:pt x="1920" y="2459"/>
                  </a:lnTo>
                  <a:lnTo>
                    <a:pt x="2155" y="2425"/>
                  </a:lnTo>
                  <a:lnTo>
                    <a:pt x="2256" y="2358"/>
                  </a:lnTo>
                  <a:lnTo>
                    <a:pt x="2357" y="2290"/>
                  </a:lnTo>
                  <a:lnTo>
                    <a:pt x="2357" y="2324"/>
                  </a:lnTo>
                  <a:lnTo>
                    <a:pt x="2425" y="2358"/>
                  </a:lnTo>
                  <a:lnTo>
                    <a:pt x="2492" y="2358"/>
                  </a:lnTo>
                  <a:lnTo>
                    <a:pt x="2526" y="2290"/>
                  </a:lnTo>
                  <a:lnTo>
                    <a:pt x="2559" y="1987"/>
                  </a:lnTo>
                  <a:lnTo>
                    <a:pt x="2593" y="1684"/>
                  </a:lnTo>
                  <a:lnTo>
                    <a:pt x="2559" y="1078"/>
                  </a:lnTo>
                  <a:lnTo>
                    <a:pt x="2526" y="540"/>
                  </a:lnTo>
                  <a:lnTo>
                    <a:pt x="2492" y="304"/>
                  </a:lnTo>
                  <a:lnTo>
                    <a:pt x="2425" y="35"/>
                  </a:lnTo>
                  <a:lnTo>
                    <a:pt x="2391" y="35"/>
                  </a:lnTo>
                  <a:lnTo>
                    <a:pt x="235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 name="Google Shape;865;p5">
              <a:extLst>
                <a:ext uri="{FF2B5EF4-FFF2-40B4-BE49-F238E27FC236}">
                  <a16:creationId xmlns:a16="http://schemas.microsoft.com/office/drawing/2014/main" id="{6A1EDB11-98F0-4C78-8422-D05574CC0709}"/>
                </a:ext>
              </a:extLst>
            </p:cNvPr>
            <p:cNvSpPr/>
            <p:nvPr/>
          </p:nvSpPr>
          <p:spPr>
            <a:xfrm>
              <a:off x="966258" y="318707"/>
              <a:ext cx="38612" cy="35274"/>
            </a:xfrm>
            <a:custGeom>
              <a:avLst/>
              <a:gdLst/>
              <a:ahLst/>
              <a:cxnLst/>
              <a:rect l="l" t="t" r="r" b="b"/>
              <a:pathLst>
                <a:path w="775" h="708" extrusionOk="0">
                  <a:moveTo>
                    <a:pt x="573" y="1"/>
                  </a:moveTo>
                  <a:lnTo>
                    <a:pt x="506" y="34"/>
                  </a:lnTo>
                  <a:lnTo>
                    <a:pt x="472" y="102"/>
                  </a:lnTo>
                  <a:lnTo>
                    <a:pt x="438" y="236"/>
                  </a:lnTo>
                  <a:lnTo>
                    <a:pt x="438" y="270"/>
                  </a:lnTo>
                  <a:lnTo>
                    <a:pt x="203" y="304"/>
                  </a:lnTo>
                  <a:lnTo>
                    <a:pt x="169" y="135"/>
                  </a:lnTo>
                  <a:lnTo>
                    <a:pt x="135" y="102"/>
                  </a:lnTo>
                  <a:lnTo>
                    <a:pt x="68" y="102"/>
                  </a:lnTo>
                  <a:lnTo>
                    <a:pt x="68" y="135"/>
                  </a:lnTo>
                  <a:lnTo>
                    <a:pt x="34" y="337"/>
                  </a:lnTo>
                  <a:lnTo>
                    <a:pt x="1" y="371"/>
                  </a:lnTo>
                  <a:lnTo>
                    <a:pt x="34" y="438"/>
                  </a:lnTo>
                  <a:lnTo>
                    <a:pt x="68" y="640"/>
                  </a:lnTo>
                  <a:lnTo>
                    <a:pt x="102" y="674"/>
                  </a:lnTo>
                  <a:lnTo>
                    <a:pt x="169" y="674"/>
                  </a:lnTo>
                  <a:lnTo>
                    <a:pt x="203" y="640"/>
                  </a:lnTo>
                  <a:lnTo>
                    <a:pt x="236" y="573"/>
                  </a:lnTo>
                  <a:lnTo>
                    <a:pt x="203" y="472"/>
                  </a:lnTo>
                  <a:lnTo>
                    <a:pt x="472" y="472"/>
                  </a:lnTo>
                  <a:lnTo>
                    <a:pt x="506" y="607"/>
                  </a:lnTo>
                  <a:lnTo>
                    <a:pt x="506" y="640"/>
                  </a:lnTo>
                  <a:lnTo>
                    <a:pt x="573" y="708"/>
                  </a:lnTo>
                  <a:lnTo>
                    <a:pt x="607" y="708"/>
                  </a:lnTo>
                  <a:lnTo>
                    <a:pt x="640" y="674"/>
                  </a:lnTo>
                  <a:lnTo>
                    <a:pt x="640" y="640"/>
                  </a:lnTo>
                  <a:lnTo>
                    <a:pt x="674" y="573"/>
                  </a:lnTo>
                  <a:lnTo>
                    <a:pt x="640" y="438"/>
                  </a:lnTo>
                  <a:lnTo>
                    <a:pt x="741" y="371"/>
                  </a:lnTo>
                  <a:lnTo>
                    <a:pt x="775" y="304"/>
                  </a:lnTo>
                  <a:lnTo>
                    <a:pt x="775" y="270"/>
                  </a:lnTo>
                  <a:lnTo>
                    <a:pt x="741" y="236"/>
                  </a:lnTo>
                  <a:lnTo>
                    <a:pt x="674" y="203"/>
                  </a:lnTo>
                  <a:lnTo>
                    <a:pt x="607" y="236"/>
                  </a:lnTo>
                  <a:lnTo>
                    <a:pt x="607" y="135"/>
                  </a:lnTo>
                  <a:lnTo>
                    <a:pt x="640" y="68"/>
                  </a:lnTo>
                  <a:lnTo>
                    <a:pt x="640" y="34"/>
                  </a:lnTo>
                  <a:lnTo>
                    <a:pt x="64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9" name="Google Shape;866;p5">
              <a:extLst>
                <a:ext uri="{FF2B5EF4-FFF2-40B4-BE49-F238E27FC236}">
                  <a16:creationId xmlns:a16="http://schemas.microsoft.com/office/drawing/2014/main" id="{4EC59FB6-5B17-4AE9-98BC-94B83E0B00EA}"/>
                </a:ext>
              </a:extLst>
            </p:cNvPr>
            <p:cNvSpPr/>
            <p:nvPr/>
          </p:nvSpPr>
          <p:spPr>
            <a:xfrm>
              <a:off x="818633" y="318707"/>
              <a:ext cx="50371" cy="45338"/>
            </a:xfrm>
            <a:custGeom>
              <a:avLst/>
              <a:gdLst/>
              <a:ahLst/>
              <a:cxnLst/>
              <a:rect l="l" t="t" r="r" b="b"/>
              <a:pathLst>
                <a:path w="1011" h="910" extrusionOk="0">
                  <a:moveTo>
                    <a:pt x="371" y="1"/>
                  </a:moveTo>
                  <a:lnTo>
                    <a:pt x="270" y="34"/>
                  </a:lnTo>
                  <a:lnTo>
                    <a:pt x="169" y="135"/>
                  </a:lnTo>
                  <a:lnTo>
                    <a:pt x="68" y="203"/>
                  </a:lnTo>
                  <a:lnTo>
                    <a:pt x="34" y="337"/>
                  </a:lnTo>
                  <a:lnTo>
                    <a:pt x="1" y="472"/>
                  </a:lnTo>
                  <a:lnTo>
                    <a:pt x="34" y="573"/>
                  </a:lnTo>
                  <a:lnTo>
                    <a:pt x="68" y="674"/>
                  </a:lnTo>
                  <a:lnTo>
                    <a:pt x="135" y="741"/>
                  </a:lnTo>
                  <a:lnTo>
                    <a:pt x="203" y="809"/>
                  </a:lnTo>
                  <a:lnTo>
                    <a:pt x="304" y="842"/>
                  </a:lnTo>
                  <a:lnTo>
                    <a:pt x="405" y="876"/>
                  </a:lnTo>
                  <a:lnTo>
                    <a:pt x="506" y="876"/>
                  </a:lnTo>
                  <a:lnTo>
                    <a:pt x="607" y="809"/>
                  </a:lnTo>
                  <a:lnTo>
                    <a:pt x="607" y="876"/>
                  </a:lnTo>
                  <a:lnTo>
                    <a:pt x="640" y="910"/>
                  </a:lnTo>
                  <a:lnTo>
                    <a:pt x="674" y="910"/>
                  </a:lnTo>
                  <a:lnTo>
                    <a:pt x="708" y="876"/>
                  </a:lnTo>
                  <a:lnTo>
                    <a:pt x="708" y="842"/>
                  </a:lnTo>
                  <a:lnTo>
                    <a:pt x="708" y="741"/>
                  </a:lnTo>
                  <a:lnTo>
                    <a:pt x="708" y="607"/>
                  </a:lnTo>
                  <a:lnTo>
                    <a:pt x="708" y="573"/>
                  </a:lnTo>
                  <a:lnTo>
                    <a:pt x="943" y="539"/>
                  </a:lnTo>
                  <a:lnTo>
                    <a:pt x="977" y="506"/>
                  </a:lnTo>
                  <a:lnTo>
                    <a:pt x="1011" y="438"/>
                  </a:lnTo>
                  <a:lnTo>
                    <a:pt x="977" y="371"/>
                  </a:lnTo>
                  <a:lnTo>
                    <a:pt x="910" y="337"/>
                  </a:lnTo>
                  <a:lnTo>
                    <a:pt x="674" y="337"/>
                  </a:lnTo>
                  <a:lnTo>
                    <a:pt x="539" y="371"/>
                  </a:lnTo>
                  <a:lnTo>
                    <a:pt x="438" y="438"/>
                  </a:lnTo>
                  <a:lnTo>
                    <a:pt x="405" y="472"/>
                  </a:lnTo>
                  <a:lnTo>
                    <a:pt x="438" y="506"/>
                  </a:lnTo>
                  <a:lnTo>
                    <a:pt x="607" y="539"/>
                  </a:lnTo>
                  <a:lnTo>
                    <a:pt x="607" y="573"/>
                  </a:lnTo>
                  <a:lnTo>
                    <a:pt x="607" y="640"/>
                  </a:lnTo>
                  <a:lnTo>
                    <a:pt x="506" y="674"/>
                  </a:lnTo>
                  <a:lnTo>
                    <a:pt x="405" y="674"/>
                  </a:lnTo>
                  <a:lnTo>
                    <a:pt x="304" y="640"/>
                  </a:lnTo>
                  <a:lnTo>
                    <a:pt x="236" y="607"/>
                  </a:lnTo>
                  <a:lnTo>
                    <a:pt x="203" y="539"/>
                  </a:lnTo>
                  <a:lnTo>
                    <a:pt x="203" y="438"/>
                  </a:lnTo>
                  <a:lnTo>
                    <a:pt x="203" y="337"/>
                  </a:lnTo>
                  <a:lnTo>
                    <a:pt x="270" y="270"/>
                  </a:lnTo>
                  <a:lnTo>
                    <a:pt x="337" y="203"/>
                  </a:lnTo>
                  <a:lnTo>
                    <a:pt x="539" y="135"/>
                  </a:lnTo>
                  <a:lnTo>
                    <a:pt x="741" y="102"/>
                  </a:lnTo>
                  <a:lnTo>
                    <a:pt x="741" y="68"/>
                  </a:lnTo>
                  <a:lnTo>
                    <a:pt x="6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0" name="Google Shape;867;p5">
              <a:extLst>
                <a:ext uri="{FF2B5EF4-FFF2-40B4-BE49-F238E27FC236}">
                  <a16:creationId xmlns:a16="http://schemas.microsoft.com/office/drawing/2014/main" id="{7B1AF0C3-3FBF-4397-8E48-726AB99249BB}"/>
                </a:ext>
              </a:extLst>
            </p:cNvPr>
            <p:cNvSpPr/>
            <p:nvPr/>
          </p:nvSpPr>
          <p:spPr>
            <a:xfrm>
              <a:off x="1040045" y="446203"/>
              <a:ext cx="38662" cy="33580"/>
            </a:xfrm>
            <a:custGeom>
              <a:avLst/>
              <a:gdLst/>
              <a:ahLst/>
              <a:cxnLst/>
              <a:rect l="l" t="t" r="r" b="b"/>
              <a:pathLst>
                <a:path w="776" h="674" extrusionOk="0">
                  <a:moveTo>
                    <a:pt x="102" y="0"/>
                  </a:moveTo>
                  <a:lnTo>
                    <a:pt x="35" y="34"/>
                  </a:lnTo>
                  <a:lnTo>
                    <a:pt x="35" y="101"/>
                  </a:lnTo>
                  <a:lnTo>
                    <a:pt x="35" y="135"/>
                  </a:lnTo>
                  <a:lnTo>
                    <a:pt x="1" y="270"/>
                  </a:lnTo>
                  <a:lnTo>
                    <a:pt x="1" y="573"/>
                  </a:lnTo>
                  <a:lnTo>
                    <a:pt x="35" y="640"/>
                  </a:lnTo>
                  <a:lnTo>
                    <a:pt x="102" y="674"/>
                  </a:lnTo>
                  <a:lnTo>
                    <a:pt x="136" y="640"/>
                  </a:lnTo>
                  <a:lnTo>
                    <a:pt x="203" y="606"/>
                  </a:lnTo>
                  <a:lnTo>
                    <a:pt x="203" y="371"/>
                  </a:lnTo>
                  <a:lnTo>
                    <a:pt x="405" y="573"/>
                  </a:lnTo>
                  <a:lnTo>
                    <a:pt x="472" y="606"/>
                  </a:lnTo>
                  <a:lnTo>
                    <a:pt x="573" y="640"/>
                  </a:lnTo>
                  <a:lnTo>
                    <a:pt x="674" y="640"/>
                  </a:lnTo>
                  <a:lnTo>
                    <a:pt x="742" y="573"/>
                  </a:lnTo>
                  <a:lnTo>
                    <a:pt x="775" y="505"/>
                  </a:lnTo>
                  <a:lnTo>
                    <a:pt x="775" y="438"/>
                  </a:lnTo>
                  <a:lnTo>
                    <a:pt x="742" y="270"/>
                  </a:lnTo>
                  <a:lnTo>
                    <a:pt x="708" y="135"/>
                  </a:lnTo>
                  <a:lnTo>
                    <a:pt x="708" y="68"/>
                  </a:lnTo>
                  <a:lnTo>
                    <a:pt x="641" y="34"/>
                  </a:lnTo>
                  <a:lnTo>
                    <a:pt x="607" y="34"/>
                  </a:lnTo>
                  <a:lnTo>
                    <a:pt x="540" y="68"/>
                  </a:lnTo>
                  <a:lnTo>
                    <a:pt x="506" y="169"/>
                  </a:lnTo>
                  <a:lnTo>
                    <a:pt x="506" y="236"/>
                  </a:lnTo>
                  <a:lnTo>
                    <a:pt x="573" y="438"/>
                  </a:lnTo>
                  <a:lnTo>
                    <a:pt x="506" y="404"/>
                  </a:lnTo>
                  <a:lnTo>
                    <a:pt x="439" y="337"/>
                  </a:lnTo>
                  <a:lnTo>
                    <a:pt x="203"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91" name="Google Shape;868;p5">
              <a:extLst>
                <a:ext uri="{FF2B5EF4-FFF2-40B4-BE49-F238E27FC236}">
                  <a16:creationId xmlns:a16="http://schemas.microsoft.com/office/drawing/2014/main" id="{F6AE4A4A-800F-4D60-91AB-B4B06414C4DC}"/>
                </a:ext>
              </a:extLst>
            </p:cNvPr>
            <p:cNvSpPr/>
            <p:nvPr/>
          </p:nvSpPr>
          <p:spPr>
            <a:xfrm>
              <a:off x="912599" y="268386"/>
              <a:ext cx="129190" cy="120820"/>
            </a:xfrm>
            <a:custGeom>
              <a:avLst/>
              <a:gdLst/>
              <a:ahLst/>
              <a:cxnLst/>
              <a:rect l="l" t="t" r="r" b="b"/>
              <a:pathLst>
                <a:path w="2593" h="2425" extrusionOk="0">
                  <a:moveTo>
                    <a:pt x="1785" y="1"/>
                  </a:moveTo>
                  <a:lnTo>
                    <a:pt x="1280" y="68"/>
                  </a:lnTo>
                  <a:lnTo>
                    <a:pt x="707" y="102"/>
                  </a:lnTo>
                  <a:lnTo>
                    <a:pt x="135" y="203"/>
                  </a:lnTo>
                  <a:lnTo>
                    <a:pt x="101" y="135"/>
                  </a:lnTo>
                  <a:lnTo>
                    <a:pt x="101" y="102"/>
                  </a:lnTo>
                  <a:lnTo>
                    <a:pt x="34" y="102"/>
                  </a:lnTo>
                  <a:lnTo>
                    <a:pt x="0" y="135"/>
                  </a:lnTo>
                  <a:lnTo>
                    <a:pt x="0" y="438"/>
                  </a:lnTo>
                  <a:lnTo>
                    <a:pt x="0" y="741"/>
                  </a:lnTo>
                  <a:lnTo>
                    <a:pt x="34" y="1347"/>
                  </a:lnTo>
                  <a:lnTo>
                    <a:pt x="34" y="1852"/>
                  </a:lnTo>
                  <a:lnTo>
                    <a:pt x="67" y="2122"/>
                  </a:lnTo>
                  <a:lnTo>
                    <a:pt x="101" y="2391"/>
                  </a:lnTo>
                  <a:lnTo>
                    <a:pt x="135" y="2391"/>
                  </a:lnTo>
                  <a:lnTo>
                    <a:pt x="135" y="2425"/>
                  </a:lnTo>
                  <a:lnTo>
                    <a:pt x="202" y="2391"/>
                  </a:lnTo>
                  <a:lnTo>
                    <a:pt x="1313" y="2391"/>
                  </a:lnTo>
                  <a:lnTo>
                    <a:pt x="1818" y="2357"/>
                  </a:lnTo>
                  <a:lnTo>
                    <a:pt x="2088" y="2324"/>
                  </a:lnTo>
                  <a:lnTo>
                    <a:pt x="2323" y="2290"/>
                  </a:lnTo>
                  <a:lnTo>
                    <a:pt x="2357" y="2324"/>
                  </a:lnTo>
                  <a:lnTo>
                    <a:pt x="2391" y="2324"/>
                  </a:lnTo>
                  <a:lnTo>
                    <a:pt x="2492" y="2290"/>
                  </a:lnTo>
                  <a:lnTo>
                    <a:pt x="2559" y="2189"/>
                  </a:lnTo>
                  <a:lnTo>
                    <a:pt x="2559" y="2088"/>
                  </a:lnTo>
                  <a:lnTo>
                    <a:pt x="2593" y="1953"/>
                  </a:lnTo>
                  <a:lnTo>
                    <a:pt x="2559" y="1718"/>
                  </a:lnTo>
                  <a:lnTo>
                    <a:pt x="2525" y="1482"/>
                  </a:lnTo>
                  <a:lnTo>
                    <a:pt x="2525" y="741"/>
                  </a:lnTo>
                  <a:lnTo>
                    <a:pt x="2458" y="405"/>
                  </a:lnTo>
                  <a:lnTo>
                    <a:pt x="2391" y="236"/>
                  </a:lnTo>
                  <a:lnTo>
                    <a:pt x="2323" y="102"/>
                  </a:lnTo>
                  <a:lnTo>
                    <a:pt x="2290" y="102"/>
                  </a:lnTo>
                  <a:lnTo>
                    <a:pt x="2256" y="203"/>
                  </a:lnTo>
                  <a:lnTo>
                    <a:pt x="2256" y="337"/>
                  </a:lnTo>
                  <a:lnTo>
                    <a:pt x="2256" y="607"/>
                  </a:lnTo>
                  <a:lnTo>
                    <a:pt x="2290" y="1145"/>
                  </a:lnTo>
                  <a:lnTo>
                    <a:pt x="2323" y="1650"/>
                  </a:lnTo>
                  <a:lnTo>
                    <a:pt x="2323" y="2155"/>
                  </a:lnTo>
                  <a:lnTo>
                    <a:pt x="2088" y="2122"/>
                  </a:lnTo>
                  <a:lnTo>
                    <a:pt x="1818" y="2088"/>
                  </a:lnTo>
                  <a:lnTo>
                    <a:pt x="1280" y="2088"/>
                  </a:lnTo>
                  <a:lnTo>
                    <a:pt x="269" y="2189"/>
                  </a:lnTo>
                  <a:lnTo>
                    <a:pt x="236" y="2189"/>
                  </a:lnTo>
                  <a:lnTo>
                    <a:pt x="269" y="1920"/>
                  </a:lnTo>
                  <a:lnTo>
                    <a:pt x="269" y="1684"/>
                  </a:lnTo>
                  <a:lnTo>
                    <a:pt x="236" y="1145"/>
                  </a:lnTo>
                  <a:lnTo>
                    <a:pt x="202" y="775"/>
                  </a:lnTo>
                  <a:lnTo>
                    <a:pt x="168" y="405"/>
                  </a:lnTo>
                  <a:lnTo>
                    <a:pt x="808" y="337"/>
                  </a:lnTo>
                  <a:lnTo>
                    <a:pt x="1448" y="270"/>
                  </a:lnTo>
                  <a:lnTo>
                    <a:pt x="1886" y="236"/>
                  </a:lnTo>
                  <a:lnTo>
                    <a:pt x="2088" y="203"/>
                  </a:lnTo>
                  <a:lnTo>
                    <a:pt x="2290" y="102"/>
                  </a:lnTo>
                  <a:lnTo>
                    <a:pt x="2290" y="68"/>
                  </a:lnTo>
                  <a:lnTo>
                    <a:pt x="2155" y="34"/>
                  </a:lnTo>
                  <a:lnTo>
                    <a:pt x="205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192" name="Google Shape;871;p5">
            <a:extLst>
              <a:ext uri="{FF2B5EF4-FFF2-40B4-BE49-F238E27FC236}">
                <a16:creationId xmlns:a16="http://schemas.microsoft.com/office/drawing/2014/main" id="{E16A73FF-E63D-4E7F-B6A3-7C00678438F7}"/>
              </a:ext>
            </a:extLst>
          </p:cNvPr>
          <p:cNvSpPr txBox="1">
            <a:spLocks/>
          </p:cNvSpPr>
          <p:nvPr userDrawn="1"/>
        </p:nvSpPr>
        <p:spPr>
          <a:xfrm>
            <a:off x="8749000" y="0"/>
            <a:ext cx="394800" cy="321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1pPr>
            <a:lvl2pPr marR="0" lvl="1"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2pPr>
            <a:lvl3pPr marR="0" lvl="2"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3pPr>
            <a:lvl4pPr marR="0" lvl="3"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4pPr>
            <a:lvl5pPr marR="0" lvl="4"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5pPr>
            <a:lvl6pPr marR="0" lvl="5"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6pPr>
            <a:lvl7pPr marR="0" lvl="6"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7pPr>
            <a:lvl8pPr marR="0" lvl="7"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8pPr>
            <a:lvl9pPr marR="0" lvl="8" algn="r" rtl="0">
              <a:lnSpc>
                <a:spcPct val="100000"/>
              </a:lnSpc>
              <a:spcBef>
                <a:spcPts val="0"/>
              </a:spcBef>
              <a:spcAft>
                <a:spcPts val="0"/>
              </a:spcAft>
              <a:buClr>
                <a:srgbClr val="000000"/>
              </a:buClr>
              <a:buFont typeface="Arial"/>
              <a:buNone/>
              <a:defRPr sz="1200" b="0" i="0" u="none" strike="noStrike" cap="none">
                <a:solidFill>
                  <a:schemeClr val="accent1"/>
                </a:solidFill>
                <a:latin typeface="Amatic SC"/>
                <a:ea typeface="Amatic SC"/>
                <a:cs typeface="Amatic SC"/>
                <a:sym typeface="Amatic SC"/>
              </a:defRPr>
            </a:lvl9pPr>
          </a:lstStyle>
          <a:p>
            <a:fld id="{00000000-1234-1234-1234-123412341234}" type="slidenum">
              <a:rPr lang="en" smtClean="0"/>
              <a:pPr/>
              <a:t>‹#›</a:t>
            </a:fld>
            <a:endParaRPr lang="en"/>
          </a:p>
        </p:txBody>
      </p:sp>
      <p:sp>
        <p:nvSpPr>
          <p:cNvPr id="196" name="Slayt Numarası Yer Tutucusu 195">
            <a:extLst>
              <a:ext uri="{FF2B5EF4-FFF2-40B4-BE49-F238E27FC236}">
                <a16:creationId xmlns:a16="http://schemas.microsoft.com/office/drawing/2014/main" id="{CF4D3141-8312-42F8-8CFA-CAC916B47032}"/>
              </a:ext>
            </a:extLst>
          </p:cNvPr>
          <p:cNvSpPr>
            <a:spLocks noGrp="1"/>
          </p:cNvSpPr>
          <p:nvPr>
            <p:ph type="sldNum" idx="10"/>
          </p:nvPr>
        </p:nvSpPr>
        <p:spPr/>
        <p:txBody>
          <a:bodyPr/>
          <a:lstStyle/>
          <a:p>
            <a:pPr algn="r"/>
            <a:fld id="{00000000-1234-1234-1234-123412341234}" type="slidenum">
              <a:rPr lang="en" smtClean="0"/>
              <a:pPr algn="r"/>
              <a:t>‹#›</a:t>
            </a:fld>
            <a:endParaRPr lang="en"/>
          </a:p>
        </p:txBody>
      </p:sp>
      <p:sp>
        <p:nvSpPr>
          <p:cNvPr id="197" name="Başlık 196">
            <a:extLst>
              <a:ext uri="{FF2B5EF4-FFF2-40B4-BE49-F238E27FC236}">
                <a16:creationId xmlns:a16="http://schemas.microsoft.com/office/drawing/2014/main" id="{1901214E-D85D-492C-8CB6-2C99C87F6F33}"/>
              </a:ext>
            </a:extLst>
          </p:cNvPr>
          <p:cNvSpPr>
            <a:spLocks noGrp="1"/>
          </p:cNvSpPr>
          <p:nvPr>
            <p:ph type="title"/>
          </p:nvPr>
        </p:nvSpPr>
        <p:spPr>
          <a:ln w="9525">
            <a:solidFill>
              <a:schemeClr val="accent6">
                <a:lumMod val="60000"/>
                <a:lumOff val="40000"/>
              </a:schemeClr>
            </a:solidFill>
          </a:ln>
        </p:spPr>
        <p:txBody>
          <a:bodyPr/>
          <a:lstStyle/>
          <a:p>
            <a:r>
              <a:rPr lang="tr-TR" dirty="0"/>
              <a:t>Asıl başlık stilini düzenlemek için tıklayın</a:t>
            </a:r>
          </a:p>
        </p:txBody>
      </p:sp>
      <p:sp>
        <p:nvSpPr>
          <p:cNvPr id="199" name="Metin Yer Tutucusu 198">
            <a:extLst>
              <a:ext uri="{FF2B5EF4-FFF2-40B4-BE49-F238E27FC236}">
                <a16:creationId xmlns:a16="http://schemas.microsoft.com/office/drawing/2014/main" id="{1527A598-AB82-4920-BBC0-53F434FBD122}"/>
              </a:ext>
            </a:extLst>
          </p:cNvPr>
          <p:cNvSpPr>
            <a:spLocks noGrp="1"/>
          </p:cNvSpPr>
          <p:nvPr>
            <p:ph type="body" sz="quarter" idx="11"/>
          </p:nvPr>
        </p:nvSpPr>
        <p:spPr>
          <a:xfrm>
            <a:off x="216349" y="922556"/>
            <a:ext cx="8711017" cy="3944187"/>
          </a:xfrm>
          <a:solidFill>
            <a:srgbClr val="D9D9D9">
              <a:alpha val="50196"/>
            </a:srgbClr>
          </a:solidFill>
          <a:ln>
            <a:solidFill>
              <a:schemeClr val="bg1">
                <a:lumMod val="65000"/>
              </a:schemeClr>
            </a:solidFill>
            <a:extLst>
              <a:ext uri="{C807C97D-BFC1-408E-A445-0C87EB9F89A2}">
                <ask:lineSketchStyleProps xmlns:ask="http://schemas.microsoft.com/office/drawing/2018/sketchyshapes" sd="2689416397">
                  <a:custGeom>
                    <a:avLst/>
                    <a:gdLst>
                      <a:gd name="connsiteX0" fmla="*/ 0 w 8700248"/>
                      <a:gd name="connsiteY0" fmla="*/ 0 h 4002076"/>
                      <a:gd name="connsiteX1" fmla="*/ 493014 w 8700248"/>
                      <a:gd name="connsiteY1" fmla="*/ 0 h 4002076"/>
                      <a:gd name="connsiteX2" fmla="*/ 812023 w 8700248"/>
                      <a:gd name="connsiteY2" fmla="*/ 0 h 4002076"/>
                      <a:gd name="connsiteX3" fmla="*/ 1218035 w 8700248"/>
                      <a:gd name="connsiteY3" fmla="*/ 0 h 4002076"/>
                      <a:gd name="connsiteX4" fmla="*/ 1624046 w 8700248"/>
                      <a:gd name="connsiteY4" fmla="*/ 0 h 4002076"/>
                      <a:gd name="connsiteX5" fmla="*/ 2030058 w 8700248"/>
                      <a:gd name="connsiteY5" fmla="*/ 0 h 4002076"/>
                      <a:gd name="connsiteX6" fmla="*/ 2784079 w 8700248"/>
                      <a:gd name="connsiteY6" fmla="*/ 0 h 4002076"/>
                      <a:gd name="connsiteX7" fmla="*/ 3277093 w 8700248"/>
                      <a:gd name="connsiteY7" fmla="*/ 0 h 4002076"/>
                      <a:gd name="connsiteX8" fmla="*/ 4031115 w 8700248"/>
                      <a:gd name="connsiteY8" fmla="*/ 0 h 4002076"/>
                      <a:gd name="connsiteX9" fmla="*/ 4611131 w 8700248"/>
                      <a:gd name="connsiteY9" fmla="*/ 0 h 4002076"/>
                      <a:gd name="connsiteX10" fmla="*/ 5104145 w 8700248"/>
                      <a:gd name="connsiteY10" fmla="*/ 0 h 4002076"/>
                      <a:gd name="connsiteX11" fmla="*/ 5597160 w 8700248"/>
                      <a:gd name="connsiteY11" fmla="*/ 0 h 4002076"/>
                      <a:gd name="connsiteX12" fmla="*/ 6090174 w 8700248"/>
                      <a:gd name="connsiteY12" fmla="*/ 0 h 4002076"/>
                      <a:gd name="connsiteX13" fmla="*/ 6496185 w 8700248"/>
                      <a:gd name="connsiteY13" fmla="*/ 0 h 4002076"/>
                      <a:gd name="connsiteX14" fmla="*/ 7076202 w 8700248"/>
                      <a:gd name="connsiteY14" fmla="*/ 0 h 4002076"/>
                      <a:gd name="connsiteX15" fmla="*/ 7743221 w 8700248"/>
                      <a:gd name="connsiteY15" fmla="*/ 0 h 4002076"/>
                      <a:gd name="connsiteX16" fmla="*/ 8700248 w 8700248"/>
                      <a:gd name="connsiteY16" fmla="*/ 0 h 4002076"/>
                      <a:gd name="connsiteX17" fmla="*/ 8700248 w 8700248"/>
                      <a:gd name="connsiteY17" fmla="*/ 531704 h 4002076"/>
                      <a:gd name="connsiteX18" fmla="*/ 8700248 w 8700248"/>
                      <a:gd name="connsiteY18" fmla="*/ 1103430 h 4002076"/>
                      <a:gd name="connsiteX19" fmla="*/ 8700248 w 8700248"/>
                      <a:gd name="connsiteY19" fmla="*/ 1595113 h 4002076"/>
                      <a:gd name="connsiteX20" fmla="*/ 8700248 w 8700248"/>
                      <a:gd name="connsiteY20" fmla="*/ 2086797 h 4002076"/>
                      <a:gd name="connsiteX21" fmla="*/ 8700248 w 8700248"/>
                      <a:gd name="connsiteY21" fmla="*/ 2658522 h 4002076"/>
                      <a:gd name="connsiteX22" fmla="*/ 8700248 w 8700248"/>
                      <a:gd name="connsiteY22" fmla="*/ 3110185 h 4002076"/>
                      <a:gd name="connsiteX23" fmla="*/ 8700248 w 8700248"/>
                      <a:gd name="connsiteY23" fmla="*/ 4002076 h 4002076"/>
                      <a:gd name="connsiteX24" fmla="*/ 8207234 w 8700248"/>
                      <a:gd name="connsiteY24" fmla="*/ 4002076 h 4002076"/>
                      <a:gd name="connsiteX25" fmla="*/ 7627217 w 8700248"/>
                      <a:gd name="connsiteY25" fmla="*/ 4002076 h 4002076"/>
                      <a:gd name="connsiteX26" fmla="*/ 7308208 w 8700248"/>
                      <a:gd name="connsiteY26" fmla="*/ 4002076 h 4002076"/>
                      <a:gd name="connsiteX27" fmla="*/ 6902197 w 8700248"/>
                      <a:gd name="connsiteY27" fmla="*/ 4002076 h 4002076"/>
                      <a:gd name="connsiteX28" fmla="*/ 6148175 w 8700248"/>
                      <a:gd name="connsiteY28" fmla="*/ 4002076 h 4002076"/>
                      <a:gd name="connsiteX29" fmla="*/ 5394154 w 8700248"/>
                      <a:gd name="connsiteY29" fmla="*/ 4002076 h 4002076"/>
                      <a:gd name="connsiteX30" fmla="*/ 4988142 w 8700248"/>
                      <a:gd name="connsiteY30" fmla="*/ 4002076 h 4002076"/>
                      <a:gd name="connsiteX31" fmla="*/ 4669133 w 8700248"/>
                      <a:gd name="connsiteY31" fmla="*/ 4002076 h 4002076"/>
                      <a:gd name="connsiteX32" fmla="*/ 4263122 w 8700248"/>
                      <a:gd name="connsiteY32" fmla="*/ 4002076 h 4002076"/>
                      <a:gd name="connsiteX33" fmla="*/ 3857110 w 8700248"/>
                      <a:gd name="connsiteY33" fmla="*/ 4002076 h 4002076"/>
                      <a:gd name="connsiteX34" fmla="*/ 3190091 w 8700248"/>
                      <a:gd name="connsiteY34" fmla="*/ 4002076 h 4002076"/>
                      <a:gd name="connsiteX35" fmla="*/ 2697077 w 8700248"/>
                      <a:gd name="connsiteY35" fmla="*/ 4002076 h 4002076"/>
                      <a:gd name="connsiteX36" fmla="*/ 2117060 w 8700248"/>
                      <a:gd name="connsiteY36" fmla="*/ 4002076 h 4002076"/>
                      <a:gd name="connsiteX37" fmla="*/ 1537044 w 8700248"/>
                      <a:gd name="connsiteY37" fmla="*/ 4002076 h 4002076"/>
                      <a:gd name="connsiteX38" fmla="*/ 957027 w 8700248"/>
                      <a:gd name="connsiteY38" fmla="*/ 4002076 h 4002076"/>
                      <a:gd name="connsiteX39" fmla="*/ 0 w 8700248"/>
                      <a:gd name="connsiteY39" fmla="*/ 4002076 h 4002076"/>
                      <a:gd name="connsiteX40" fmla="*/ 0 w 8700248"/>
                      <a:gd name="connsiteY40" fmla="*/ 3350309 h 4002076"/>
                      <a:gd name="connsiteX41" fmla="*/ 0 w 8700248"/>
                      <a:gd name="connsiteY41" fmla="*/ 2738563 h 4002076"/>
                      <a:gd name="connsiteX42" fmla="*/ 0 w 8700248"/>
                      <a:gd name="connsiteY42" fmla="*/ 2086797 h 4002076"/>
                      <a:gd name="connsiteX43" fmla="*/ 0 w 8700248"/>
                      <a:gd name="connsiteY43" fmla="*/ 1595113 h 4002076"/>
                      <a:gd name="connsiteX44" fmla="*/ 0 w 8700248"/>
                      <a:gd name="connsiteY44" fmla="*/ 1103430 h 4002076"/>
                      <a:gd name="connsiteX45" fmla="*/ 0 w 8700248"/>
                      <a:gd name="connsiteY45" fmla="*/ 651767 h 4002076"/>
                      <a:gd name="connsiteX46" fmla="*/ 0 w 8700248"/>
                      <a:gd name="connsiteY46" fmla="*/ 0 h 400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00248" h="4002076" fill="none" extrusionOk="0">
                        <a:moveTo>
                          <a:pt x="0" y="0"/>
                        </a:moveTo>
                        <a:cubicBezTo>
                          <a:pt x="240463" y="-26032"/>
                          <a:pt x="287305" y="24726"/>
                          <a:pt x="493014" y="0"/>
                        </a:cubicBezTo>
                        <a:cubicBezTo>
                          <a:pt x="698723" y="-24726"/>
                          <a:pt x="718850" y="19915"/>
                          <a:pt x="812023" y="0"/>
                        </a:cubicBezTo>
                        <a:cubicBezTo>
                          <a:pt x="905196" y="-19915"/>
                          <a:pt x="1039502" y="30439"/>
                          <a:pt x="1218035" y="0"/>
                        </a:cubicBezTo>
                        <a:cubicBezTo>
                          <a:pt x="1396568" y="-30439"/>
                          <a:pt x="1486492" y="14918"/>
                          <a:pt x="1624046" y="0"/>
                        </a:cubicBezTo>
                        <a:cubicBezTo>
                          <a:pt x="1761600" y="-14918"/>
                          <a:pt x="1861176" y="33107"/>
                          <a:pt x="2030058" y="0"/>
                        </a:cubicBezTo>
                        <a:cubicBezTo>
                          <a:pt x="2198940" y="-33107"/>
                          <a:pt x="2557490" y="15910"/>
                          <a:pt x="2784079" y="0"/>
                        </a:cubicBezTo>
                        <a:cubicBezTo>
                          <a:pt x="3010668" y="-15910"/>
                          <a:pt x="3136006" y="11101"/>
                          <a:pt x="3277093" y="0"/>
                        </a:cubicBezTo>
                        <a:cubicBezTo>
                          <a:pt x="3418180" y="-11101"/>
                          <a:pt x="3773784" y="6090"/>
                          <a:pt x="4031115" y="0"/>
                        </a:cubicBezTo>
                        <a:cubicBezTo>
                          <a:pt x="4288446" y="-6090"/>
                          <a:pt x="4328386" y="33680"/>
                          <a:pt x="4611131" y="0"/>
                        </a:cubicBezTo>
                        <a:cubicBezTo>
                          <a:pt x="4893876" y="-33680"/>
                          <a:pt x="4940046" y="52331"/>
                          <a:pt x="5104145" y="0"/>
                        </a:cubicBezTo>
                        <a:cubicBezTo>
                          <a:pt x="5268244" y="-52331"/>
                          <a:pt x="5488860" y="16643"/>
                          <a:pt x="5597160" y="0"/>
                        </a:cubicBezTo>
                        <a:cubicBezTo>
                          <a:pt x="5705461" y="-16643"/>
                          <a:pt x="5984185" y="8695"/>
                          <a:pt x="6090174" y="0"/>
                        </a:cubicBezTo>
                        <a:cubicBezTo>
                          <a:pt x="6196163" y="-8695"/>
                          <a:pt x="6320823" y="33800"/>
                          <a:pt x="6496185" y="0"/>
                        </a:cubicBezTo>
                        <a:cubicBezTo>
                          <a:pt x="6671547" y="-33800"/>
                          <a:pt x="6871047" y="717"/>
                          <a:pt x="7076202" y="0"/>
                        </a:cubicBezTo>
                        <a:cubicBezTo>
                          <a:pt x="7281357" y="-717"/>
                          <a:pt x="7587552" y="52324"/>
                          <a:pt x="7743221" y="0"/>
                        </a:cubicBezTo>
                        <a:cubicBezTo>
                          <a:pt x="7898890" y="-52324"/>
                          <a:pt x="8318704" y="6934"/>
                          <a:pt x="8700248" y="0"/>
                        </a:cubicBezTo>
                        <a:cubicBezTo>
                          <a:pt x="8754683" y="221944"/>
                          <a:pt x="8693598" y="360646"/>
                          <a:pt x="8700248" y="531704"/>
                        </a:cubicBezTo>
                        <a:cubicBezTo>
                          <a:pt x="8706898" y="702762"/>
                          <a:pt x="8675983" y="856696"/>
                          <a:pt x="8700248" y="1103430"/>
                        </a:cubicBezTo>
                        <a:cubicBezTo>
                          <a:pt x="8724513" y="1350164"/>
                          <a:pt x="8673540" y="1420076"/>
                          <a:pt x="8700248" y="1595113"/>
                        </a:cubicBezTo>
                        <a:cubicBezTo>
                          <a:pt x="8726956" y="1770150"/>
                          <a:pt x="8683520" y="1888486"/>
                          <a:pt x="8700248" y="2086797"/>
                        </a:cubicBezTo>
                        <a:cubicBezTo>
                          <a:pt x="8716976" y="2285108"/>
                          <a:pt x="8647195" y="2393373"/>
                          <a:pt x="8700248" y="2658522"/>
                        </a:cubicBezTo>
                        <a:cubicBezTo>
                          <a:pt x="8753301" y="2923672"/>
                          <a:pt x="8657891" y="2929852"/>
                          <a:pt x="8700248" y="3110185"/>
                        </a:cubicBezTo>
                        <a:cubicBezTo>
                          <a:pt x="8742605" y="3290518"/>
                          <a:pt x="8659146" y="3719076"/>
                          <a:pt x="8700248" y="4002076"/>
                        </a:cubicBezTo>
                        <a:cubicBezTo>
                          <a:pt x="8454348" y="4050531"/>
                          <a:pt x="8408609" y="3944396"/>
                          <a:pt x="8207234" y="4002076"/>
                        </a:cubicBezTo>
                        <a:cubicBezTo>
                          <a:pt x="8005859" y="4059756"/>
                          <a:pt x="7791453" y="3965925"/>
                          <a:pt x="7627217" y="4002076"/>
                        </a:cubicBezTo>
                        <a:cubicBezTo>
                          <a:pt x="7462981" y="4038227"/>
                          <a:pt x="7456734" y="3985863"/>
                          <a:pt x="7308208" y="4002076"/>
                        </a:cubicBezTo>
                        <a:cubicBezTo>
                          <a:pt x="7159682" y="4018289"/>
                          <a:pt x="7084928" y="3973930"/>
                          <a:pt x="6902197" y="4002076"/>
                        </a:cubicBezTo>
                        <a:cubicBezTo>
                          <a:pt x="6719466" y="4030222"/>
                          <a:pt x="6386493" y="3965319"/>
                          <a:pt x="6148175" y="4002076"/>
                        </a:cubicBezTo>
                        <a:cubicBezTo>
                          <a:pt x="5909857" y="4038833"/>
                          <a:pt x="5691089" y="3994078"/>
                          <a:pt x="5394154" y="4002076"/>
                        </a:cubicBezTo>
                        <a:cubicBezTo>
                          <a:pt x="5097219" y="4010074"/>
                          <a:pt x="5121248" y="3999244"/>
                          <a:pt x="4988142" y="4002076"/>
                        </a:cubicBezTo>
                        <a:cubicBezTo>
                          <a:pt x="4855036" y="4004908"/>
                          <a:pt x="4785455" y="3985067"/>
                          <a:pt x="4669133" y="4002076"/>
                        </a:cubicBezTo>
                        <a:cubicBezTo>
                          <a:pt x="4552811" y="4019085"/>
                          <a:pt x="4368459" y="3955429"/>
                          <a:pt x="4263122" y="4002076"/>
                        </a:cubicBezTo>
                        <a:cubicBezTo>
                          <a:pt x="4157785" y="4048723"/>
                          <a:pt x="4008393" y="3958191"/>
                          <a:pt x="3857110" y="4002076"/>
                        </a:cubicBezTo>
                        <a:cubicBezTo>
                          <a:pt x="3705827" y="4045961"/>
                          <a:pt x="3420339" y="3947645"/>
                          <a:pt x="3190091" y="4002076"/>
                        </a:cubicBezTo>
                        <a:cubicBezTo>
                          <a:pt x="2959843" y="4056507"/>
                          <a:pt x="2909582" y="3969278"/>
                          <a:pt x="2697077" y="4002076"/>
                        </a:cubicBezTo>
                        <a:cubicBezTo>
                          <a:pt x="2484572" y="4034874"/>
                          <a:pt x="2379153" y="3936320"/>
                          <a:pt x="2117060" y="4002076"/>
                        </a:cubicBezTo>
                        <a:cubicBezTo>
                          <a:pt x="1854967" y="4067832"/>
                          <a:pt x="1810182" y="3977191"/>
                          <a:pt x="1537044" y="4002076"/>
                        </a:cubicBezTo>
                        <a:cubicBezTo>
                          <a:pt x="1263906" y="4026961"/>
                          <a:pt x="1172741" y="3981228"/>
                          <a:pt x="957027" y="4002076"/>
                        </a:cubicBezTo>
                        <a:cubicBezTo>
                          <a:pt x="741313" y="4022924"/>
                          <a:pt x="342556" y="3923033"/>
                          <a:pt x="0" y="4002076"/>
                        </a:cubicBezTo>
                        <a:cubicBezTo>
                          <a:pt x="-44286" y="3810494"/>
                          <a:pt x="38106" y="3573873"/>
                          <a:pt x="0" y="3350309"/>
                        </a:cubicBezTo>
                        <a:cubicBezTo>
                          <a:pt x="-38106" y="3126745"/>
                          <a:pt x="15771" y="3021123"/>
                          <a:pt x="0" y="2738563"/>
                        </a:cubicBezTo>
                        <a:cubicBezTo>
                          <a:pt x="-15771" y="2456003"/>
                          <a:pt x="13285" y="2314414"/>
                          <a:pt x="0" y="2086797"/>
                        </a:cubicBezTo>
                        <a:cubicBezTo>
                          <a:pt x="-13285" y="1859180"/>
                          <a:pt x="40055" y="1788377"/>
                          <a:pt x="0" y="1595113"/>
                        </a:cubicBezTo>
                        <a:cubicBezTo>
                          <a:pt x="-40055" y="1401849"/>
                          <a:pt x="9944" y="1215633"/>
                          <a:pt x="0" y="1103430"/>
                        </a:cubicBezTo>
                        <a:cubicBezTo>
                          <a:pt x="-9944" y="991227"/>
                          <a:pt x="44035" y="810019"/>
                          <a:pt x="0" y="651767"/>
                        </a:cubicBezTo>
                        <a:cubicBezTo>
                          <a:pt x="-44035" y="493515"/>
                          <a:pt x="2862" y="178199"/>
                          <a:pt x="0" y="0"/>
                        </a:cubicBezTo>
                        <a:close/>
                      </a:path>
                      <a:path w="8700248" h="4002076" stroke="0" extrusionOk="0">
                        <a:moveTo>
                          <a:pt x="0" y="0"/>
                        </a:moveTo>
                        <a:cubicBezTo>
                          <a:pt x="81601" y="-12651"/>
                          <a:pt x="181268" y="35785"/>
                          <a:pt x="319009" y="0"/>
                        </a:cubicBezTo>
                        <a:cubicBezTo>
                          <a:pt x="456750" y="-35785"/>
                          <a:pt x="688931" y="26119"/>
                          <a:pt x="899026" y="0"/>
                        </a:cubicBezTo>
                        <a:cubicBezTo>
                          <a:pt x="1109121" y="-26119"/>
                          <a:pt x="1233104" y="31619"/>
                          <a:pt x="1392040" y="0"/>
                        </a:cubicBezTo>
                        <a:cubicBezTo>
                          <a:pt x="1550976" y="-31619"/>
                          <a:pt x="1674688" y="118"/>
                          <a:pt x="1885054" y="0"/>
                        </a:cubicBezTo>
                        <a:cubicBezTo>
                          <a:pt x="2095420" y="-118"/>
                          <a:pt x="2288041" y="30028"/>
                          <a:pt x="2465070" y="0"/>
                        </a:cubicBezTo>
                        <a:cubicBezTo>
                          <a:pt x="2642099" y="-30028"/>
                          <a:pt x="3006622" y="68556"/>
                          <a:pt x="3219092" y="0"/>
                        </a:cubicBezTo>
                        <a:cubicBezTo>
                          <a:pt x="3431562" y="-68556"/>
                          <a:pt x="3605880" y="2462"/>
                          <a:pt x="3886111" y="0"/>
                        </a:cubicBezTo>
                        <a:cubicBezTo>
                          <a:pt x="4166342" y="-2462"/>
                          <a:pt x="4090813" y="7468"/>
                          <a:pt x="4292122" y="0"/>
                        </a:cubicBezTo>
                        <a:cubicBezTo>
                          <a:pt x="4493431" y="-7468"/>
                          <a:pt x="4493654" y="29374"/>
                          <a:pt x="4611131" y="0"/>
                        </a:cubicBezTo>
                        <a:cubicBezTo>
                          <a:pt x="4728608" y="-29374"/>
                          <a:pt x="4791256" y="12041"/>
                          <a:pt x="4930141" y="0"/>
                        </a:cubicBezTo>
                        <a:cubicBezTo>
                          <a:pt x="5069026" y="-12041"/>
                          <a:pt x="5356503" y="38419"/>
                          <a:pt x="5684162" y="0"/>
                        </a:cubicBezTo>
                        <a:cubicBezTo>
                          <a:pt x="6011821" y="-38419"/>
                          <a:pt x="5961909" y="47165"/>
                          <a:pt x="6177176" y="0"/>
                        </a:cubicBezTo>
                        <a:cubicBezTo>
                          <a:pt x="6392443" y="-47165"/>
                          <a:pt x="6409371" y="1575"/>
                          <a:pt x="6583188" y="0"/>
                        </a:cubicBezTo>
                        <a:cubicBezTo>
                          <a:pt x="6757005" y="-1575"/>
                          <a:pt x="7036204" y="6887"/>
                          <a:pt x="7163204" y="0"/>
                        </a:cubicBezTo>
                        <a:cubicBezTo>
                          <a:pt x="7290204" y="-6887"/>
                          <a:pt x="7674971" y="38854"/>
                          <a:pt x="7830223" y="0"/>
                        </a:cubicBezTo>
                        <a:cubicBezTo>
                          <a:pt x="7985475" y="-38854"/>
                          <a:pt x="8478161" y="76468"/>
                          <a:pt x="8700248" y="0"/>
                        </a:cubicBezTo>
                        <a:cubicBezTo>
                          <a:pt x="8707145" y="165438"/>
                          <a:pt x="8631368" y="381607"/>
                          <a:pt x="8700248" y="611746"/>
                        </a:cubicBezTo>
                        <a:cubicBezTo>
                          <a:pt x="8769128" y="841885"/>
                          <a:pt x="8672029" y="1049561"/>
                          <a:pt x="8700248" y="1223492"/>
                        </a:cubicBezTo>
                        <a:cubicBezTo>
                          <a:pt x="8728467" y="1397423"/>
                          <a:pt x="8652111" y="1716629"/>
                          <a:pt x="8700248" y="1875258"/>
                        </a:cubicBezTo>
                        <a:cubicBezTo>
                          <a:pt x="8748385" y="2033887"/>
                          <a:pt x="8669027" y="2190658"/>
                          <a:pt x="8700248" y="2487004"/>
                        </a:cubicBezTo>
                        <a:cubicBezTo>
                          <a:pt x="8731469" y="2783350"/>
                          <a:pt x="8629173" y="2952147"/>
                          <a:pt x="8700248" y="3098750"/>
                        </a:cubicBezTo>
                        <a:cubicBezTo>
                          <a:pt x="8771323" y="3245353"/>
                          <a:pt x="8598493" y="3565644"/>
                          <a:pt x="8700248" y="4002076"/>
                        </a:cubicBezTo>
                        <a:cubicBezTo>
                          <a:pt x="8456621" y="4026315"/>
                          <a:pt x="8311914" y="3938186"/>
                          <a:pt x="8120231" y="4002076"/>
                        </a:cubicBezTo>
                        <a:cubicBezTo>
                          <a:pt x="7928548" y="4065966"/>
                          <a:pt x="7792102" y="3970364"/>
                          <a:pt x="7540215" y="4002076"/>
                        </a:cubicBezTo>
                        <a:cubicBezTo>
                          <a:pt x="7288328" y="4033788"/>
                          <a:pt x="7169985" y="3973297"/>
                          <a:pt x="7047201" y="4002076"/>
                        </a:cubicBezTo>
                        <a:cubicBezTo>
                          <a:pt x="6924417" y="4030855"/>
                          <a:pt x="6701852" y="3992516"/>
                          <a:pt x="6554187" y="4002076"/>
                        </a:cubicBezTo>
                        <a:cubicBezTo>
                          <a:pt x="6406522" y="4011636"/>
                          <a:pt x="6260679" y="3932854"/>
                          <a:pt x="5974170" y="4002076"/>
                        </a:cubicBezTo>
                        <a:cubicBezTo>
                          <a:pt x="5687661" y="4071298"/>
                          <a:pt x="5768080" y="3983886"/>
                          <a:pt x="5568159" y="4002076"/>
                        </a:cubicBezTo>
                        <a:cubicBezTo>
                          <a:pt x="5368238" y="4020266"/>
                          <a:pt x="5162301" y="3991934"/>
                          <a:pt x="4901140" y="4002076"/>
                        </a:cubicBezTo>
                        <a:cubicBezTo>
                          <a:pt x="4639979" y="4012218"/>
                          <a:pt x="4717409" y="3964657"/>
                          <a:pt x="4582131" y="4002076"/>
                        </a:cubicBezTo>
                        <a:cubicBezTo>
                          <a:pt x="4446853" y="4039495"/>
                          <a:pt x="4306171" y="3954091"/>
                          <a:pt x="4089117" y="4002076"/>
                        </a:cubicBezTo>
                        <a:cubicBezTo>
                          <a:pt x="3872063" y="4050061"/>
                          <a:pt x="3657901" y="3994123"/>
                          <a:pt x="3509100" y="4002076"/>
                        </a:cubicBezTo>
                        <a:cubicBezTo>
                          <a:pt x="3360299" y="4010029"/>
                          <a:pt x="3028824" y="3912493"/>
                          <a:pt x="2755079" y="4002076"/>
                        </a:cubicBezTo>
                        <a:cubicBezTo>
                          <a:pt x="2481334" y="4091659"/>
                          <a:pt x="2423739" y="3949483"/>
                          <a:pt x="2262064" y="4002076"/>
                        </a:cubicBezTo>
                        <a:cubicBezTo>
                          <a:pt x="2100389" y="4054669"/>
                          <a:pt x="1882175" y="3997313"/>
                          <a:pt x="1595045" y="4002076"/>
                        </a:cubicBezTo>
                        <a:cubicBezTo>
                          <a:pt x="1307915" y="4006839"/>
                          <a:pt x="1228026" y="3987793"/>
                          <a:pt x="928026" y="4002076"/>
                        </a:cubicBezTo>
                        <a:cubicBezTo>
                          <a:pt x="628026" y="4016359"/>
                          <a:pt x="697738" y="3979516"/>
                          <a:pt x="522015" y="4002076"/>
                        </a:cubicBezTo>
                        <a:cubicBezTo>
                          <a:pt x="346292" y="4024636"/>
                          <a:pt x="239476" y="3992222"/>
                          <a:pt x="0" y="4002076"/>
                        </a:cubicBezTo>
                        <a:cubicBezTo>
                          <a:pt x="-12228" y="3749676"/>
                          <a:pt x="11389" y="3632414"/>
                          <a:pt x="0" y="3430351"/>
                        </a:cubicBezTo>
                        <a:cubicBezTo>
                          <a:pt x="-11389" y="3228288"/>
                          <a:pt x="38295" y="3155849"/>
                          <a:pt x="0" y="2938667"/>
                        </a:cubicBezTo>
                        <a:cubicBezTo>
                          <a:pt x="-38295" y="2721485"/>
                          <a:pt x="25374" y="2419185"/>
                          <a:pt x="0" y="2286901"/>
                        </a:cubicBezTo>
                        <a:cubicBezTo>
                          <a:pt x="-25374" y="2154617"/>
                          <a:pt x="24242" y="1909275"/>
                          <a:pt x="0" y="1635134"/>
                        </a:cubicBezTo>
                        <a:cubicBezTo>
                          <a:pt x="-24242" y="1360993"/>
                          <a:pt x="15454" y="1337051"/>
                          <a:pt x="0" y="1103430"/>
                        </a:cubicBezTo>
                        <a:cubicBezTo>
                          <a:pt x="-15454" y="869809"/>
                          <a:pt x="33323" y="665650"/>
                          <a:pt x="0" y="491684"/>
                        </a:cubicBezTo>
                        <a:cubicBezTo>
                          <a:pt x="-33323" y="317718"/>
                          <a:pt x="14534" y="177659"/>
                          <a:pt x="0" y="0"/>
                        </a:cubicBezTo>
                        <a:close/>
                      </a:path>
                    </a:pathLst>
                  </a:custGeom>
                  <ask:type>
                    <ask:lineSketchNone/>
                  </ask:type>
                </ask:lineSketchStyleProps>
              </a:ext>
            </a:extLst>
          </a:ln>
        </p:spPr>
        <p:txBody>
          <a:bodyPr/>
          <a:lstStyle>
            <a:lvl1pPr marL="76200" indent="0">
              <a:buFontTx/>
              <a:buNone/>
              <a:defRPr sz="1200" spc="-150" baseline="0">
                <a:latin typeface="Courier New" panose="02070309020205020404" pitchFamily="49" charset="0"/>
                <a:cs typeface="Courier New" panose="02070309020205020404" pitchFamily="49" charset="0"/>
              </a:defRPr>
            </a:lvl1pPr>
            <a:lvl2pPr marL="533400" indent="0">
              <a:buFontTx/>
              <a:buNone/>
              <a:defRPr sz="1200" spc="-150" baseline="0">
                <a:latin typeface="Courier New" panose="02070309020205020404" pitchFamily="49" charset="0"/>
                <a:cs typeface="Courier New" panose="02070309020205020404" pitchFamily="49" charset="0"/>
              </a:defRPr>
            </a:lvl2pPr>
            <a:lvl3pPr marL="990600" indent="0">
              <a:buFontTx/>
              <a:buNone/>
              <a:defRPr sz="1200" spc="-150" baseline="0">
                <a:latin typeface="Courier New" panose="02070309020205020404" pitchFamily="49" charset="0"/>
                <a:cs typeface="Courier New" panose="02070309020205020404" pitchFamily="49" charset="0"/>
              </a:defRPr>
            </a:lvl3pPr>
            <a:lvl4pPr marL="1447800" indent="0">
              <a:buFontTx/>
              <a:buNone/>
              <a:defRPr sz="1200" spc="-150" baseline="0">
                <a:latin typeface="Courier New" panose="02070309020205020404" pitchFamily="49" charset="0"/>
                <a:cs typeface="Courier New" panose="02070309020205020404" pitchFamily="49" charset="0"/>
              </a:defRPr>
            </a:lvl4pPr>
            <a:lvl5pPr marL="1905000" indent="0">
              <a:buFontTx/>
              <a:buNone/>
              <a:defRPr sz="1200" spc="-150" baseline="0">
                <a:latin typeface="Courier New" panose="02070309020205020404" pitchFamily="49" charset="0"/>
                <a:cs typeface="Courier New" panose="02070309020205020404" pitchFamily="49" charset="0"/>
              </a:defRPr>
            </a:lvl5pPr>
          </a:lstStyle>
          <a:p>
            <a:pPr lvl="0"/>
            <a:r>
              <a:rPr lang="tr-TR" dirty="0"/>
              <a:t>Asıl metin stillerini düzenlemek için tıklayın</a:t>
            </a:r>
          </a:p>
          <a:p>
            <a:pPr lvl="1"/>
            <a:r>
              <a:rPr lang="tr-TR" dirty="0"/>
              <a:t>İkinci düzey</a:t>
            </a:r>
          </a:p>
          <a:p>
            <a:pPr lvl="2"/>
            <a:r>
              <a:rPr lang="tr-TR" dirty="0"/>
              <a:t>Üçüncü düzey</a:t>
            </a:r>
          </a:p>
          <a:p>
            <a:pPr lvl="3"/>
            <a:r>
              <a:rPr lang="tr-TR" dirty="0"/>
              <a:t>Dördüncü düzey</a:t>
            </a:r>
          </a:p>
          <a:p>
            <a:pPr lvl="4"/>
            <a:r>
              <a:rPr lang="tr-TR" dirty="0"/>
              <a:t>Beşinci düzey</a:t>
            </a:r>
          </a:p>
        </p:txBody>
      </p:sp>
      <p:sp>
        <p:nvSpPr>
          <p:cNvPr id="193" name="Metin kutusu 192">
            <a:extLst>
              <a:ext uri="{FF2B5EF4-FFF2-40B4-BE49-F238E27FC236}">
                <a16:creationId xmlns:a16="http://schemas.microsoft.com/office/drawing/2014/main" id="{20770975-E359-499C-BF08-E8F80CFC069C}"/>
              </a:ext>
            </a:extLst>
          </p:cNvPr>
          <p:cNvSpPr txBox="1"/>
          <p:nvPr userDrawn="1"/>
        </p:nvSpPr>
        <p:spPr>
          <a:xfrm>
            <a:off x="2597949" y="4877227"/>
            <a:ext cx="3948103" cy="246221"/>
          </a:xfrm>
          <a:custGeom>
            <a:avLst/>
            <a:gdLst>
              <a:gd name="csX0" fmla="*/ 0 w 3948103"/>
              <a:gd name="csY0" fmla="*/ 0 h 246221"/>
              <a:gd name="csX1" fmla="*/ 524534 w 3948103"/>
              <a:gd name="csY1" fmla="*/ 0 h 246221"/>
              <a:gd name="csX2" fmla="*/ 970105 w 3948103"/>
              <a:gd name="csY2" fmla="*/ 0 h 246221"/>
              <a:gd name="csX3" fmla="*/ 1613082 w 3948103"/>
              <a:gd name="csY3" fmla="*/ 0 h 246221"/>
              <a:gd name="csX4" fmla="*/ 2137616 w 3948103"/>
              <a:gd name="csY4" fmla="*/ 0 h 246221"/>
              <a:gd name="csX5" fmla="*/ 2662149 w 3948103"/>
              <a:gd name="csY5" fmla="*/ 0 h 246221"/>
              <a:gd name="csX6" fmla="*/ 3305126 w 3948103"/>
              <a:gd name="csY6" fmla="*/ 0 h 246221"/>
              <a:gd name="csX7" fmla="*/ 3948103 w 3948103"/>
              <a:gd name="csY7" fmla="*/ 0 h 246221"/>
              <a:gd name="csX8" fmla="*/ 3948103 w 3948103"/>
              <a:gd name="csY8" fmla="*/ 246221 h 246221"/>
              <a:gd name="csX9" fmla="*/ 3463050 w 3948103"/>
              <a:gd name="csY9" fmla="*/ 246221 h 246221"/>
              <a:gd name="csX10" fmla="*/ 2899036 w 3948103"/>
              <a:gd name="csY10" fmla="*/ 246221 h 246221"/>
              <a:gd name="csX11" fmla="*/ 2335021 w 3948103"/>
              <a:gd name="csY11" fmla="*/ 246221 h 246221"/>
              <a:gd name="csX12" fmla="*/ 1810487 w 3948103"/>
              <a:gd name="csY12" fmla="*/ 246221 h 246221"/>
              <a:gd name="csX13" fmla="*/ 1167510 w 3948103"/>
              <a:gd name="csY13" fmla="*/ 246221 h 246221"/>
              <a:gd name="csX14" fmla="*/ 524534 w 3948103"/>
              <a:gd name="csY14" fmla="*/ 246221 h 246221"/>
              <a:gd name="csX15" fmla="*/ 0 w 3948103"/>
              <a:gd name="csY15" fmla="*/ 246221 h 246221"/>
              <a:gd name="csX16" fmla="*/ 0 w 3948103"/>
              <a:gd name="csY16" fmla="*/ 0 h 2462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948103" h="246221" extrusionOk="0">
                <a:moveTo>
                  <a:pt x="0" y="0"/>
                </a:moveTo>
                <a:cubicBezTo>
                  <a:pt x="136597" y="-1973"/>
                  <a:pt x="305698" y="58726"/>
                  <a:pt x="524534" y="0"/>
                </a:cubicBezTo>
                <a:cubicBezTo>
                  <a:pt x="743370" y="-58726"/>
                  <a:pt x="827639" y="50987"/>
                  <a:pt x="970105" y="0"/>
                </a:cubicBezTo>
                <a:cubicBezTo>
                  <a:pt x="1112571" y="-50987"/>
                  <a:pt x="1392310" y="41861"/>
                  <a:pt x="1613082" y="0"/>
                </a:cubicBezTo>
                <a:cubicBezTo>
                  <a:pt x="1833854" y="-41861"/>
                  <a:pt x="1952122" y="52263"/>
                  <a:pt x="2137616" y="0"/>
                </a:cubicBezTo>
                <a:cubicBezTo>
                  <a:pt x="2323110" y="-52263"/>
                  <a:pt x="2505162" y="24501"/>
                  <a:pt x="2662149" y="0"/>
                </a:cubicBezTo>
                <a:cubicBezTo>
                  <a:pt x="2819136" y="-24501"/>
                  <a:pt x="2989393" y="55191"/>
                  <a:pt x="3305126" y="0"/>
                </a:cubicBezTo>
                <a:cubicBezTo>
                  <a:pt x="3620859" y="-55191"/>
                  <a:pt x="3807380" y="66815"/>
                  <a:pt x="3948103" y="0"/>
                </a:cubicBezTo>
                <a:cubicBezTo>
                  <a:pt x="3957580" y="62645"/>
                  <a:pt x="3931814" y="163534"/>
                  <a:pt x="3948103" y="246221"/>
                </a:cubicBezTo>
                <a:cubicBezTo>
                  <a:pt x="3828730" y="293021"/>
                  <a:pt x="3674614" y="188982"/>
                  <a:pt x="3463050" y="246221"/>
                </a:cubicBezTo>
                <a:cubicBezTo>
                  <a:pt x="3251486" y="303460"/>
                  <a:pt x="3062240" y="239114"/>
                  <a:pt x="2899036" y="246221"/>
                </a:cubicBezTo>
                <a:cubicBezTo>
                  <a:pt x="2735832" y="253328"/>
                  <a:pt x="2559595" y="206243"/>
                  <a:pt x="2335021" y="246221"/>
                </a:cubicBezTo>
                <a:cubicBezTo>
                  <a:pt x="2110447" y="286199"/>
                  <a:pt x="2059354" y="195357"/>
                  <a:pt x="1810487" y="246221"/>
                </a:cubicBezTo>
                <a:cubicBezTo>
                  <a:pt x="1561620" y="297085"/>
                  <a:pt x="1426309" y="188434"/>
                  <a:pt x="1167510" y="246221"/>
                </a:cubicBezTo>
                <a:cubicBezTo>
                  <a:pt x="908711" y="304008"/>
                  <a:pt x="764142" y="220700"/>
                  <a:pt x="524534" y="246221"/>
                </a:cubicBezTo>
                <a:cubicBezTo>
                  <a:pt x="284926" y="271742"/>
                  <a:pt x="256482" y="243446"/>
                  <a:pt x="0" y="246221"/>
                </a:cubicBezTo>
                <a:cubicBezTo>
                  <a:pt x="-3836" y="158983"/>
                  <a:pt x="13146" y="106054"/>
                  <a:pt x="0" y="0"/>
                </a:cubicBezTo>
                <a:close/>
              </a:path>
            </a:pathLst>
          </a:custGeom>
          <a:noFill/>
          <a:ln w="0">
            <a:no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numCol="1" rtlCol="0">
            <a:spAutoFit/>
          </a:bodyPr>
          <a:lstStyle/>
          <a:p>
            <a:pPr algn="r"/>
            <a:r>
              <a:rPr lang="en-US" sz="1000">
                <a:latin typeface="Abadi Extra Light" panose="020B0604020202020204" pitchFamily="34" charset="0"/>
              </a:rPr>
              <a:t>Copyright © 20</a:t>
            </a:r>
            <a:r>
              <a:rPr lang="tr-TR" sz="1000">
                <a:latin typeface="Abadi Extra Light" panose="020B0604020202020204" pitchFamily="34" charset="0"/>
              </a:rPr>
              <a:t>21</a:t>
            </a:r>
            <a:r>
              <a:rPr lang="en-US" sz="1000">
                <a:latin typeface="Abadi Extra Light" panose="020B0604020202020204" pitchFamily="34" charset="0"/>
              </a:rPr>
              <a:t> </a:t>
            </a:r>
            <a:r>
              <a:rPr lang="tr-TR" sz="1000" b="1">
                <a:latin typeface="Abadi Extra Light" panose="020B0604020202020204" pitchFamily="34" charset="0"/>
              </a:rPr>
              <a:t>Yılmaz Ağca</a:t>
            </a:r>
            <a:r>
              <a:rPr lang="en-US" sz="1000">
                <a:latin typeface="Abadi Extra Light" panose="020B0604020202020204" pitchFamily="34" charset="0"/>
              </a:rPr>
              <a:t>. All rights reserved. </a:t>
            </a:r>
            <a:r>
              <a:rPr lang="tr-TR" sz="1000">
                <a:solidFill>
                  <a:schemeClr val="accent1">
                    <a:lumMod val="50000"/>
                  </a:schemeClr>
                </a:solidFill>
                <a:latin typeface="Abadi Extra Light" panose="020B0604020202020204" pitchFamily="34" charset="0"/>
                <a:hlinkClick r:id="rId2">
                  <a:extLst>
                    <a:ext uri="{A12FA001-AC4F-418D-AE19-62706E023703}">
                      <ahyp:hlinkClr xmlns:ahyp="http://schemas.microsoft.com/office/drawing/2018/hyperlinkcolor" val="tx"/>
                    </a:ext>
                  </a:extLst>
                </a:hlinkClick>
              </a:rPr>
              <a:t>agca.yilmaz@gmail.com</a:t>
            </a:r>
            <a:endParaRPr lang="tr-TR" sz="1000">
              <a:solidFill>
                <a:schemeClr val="accent1">
                  <a:lumMod val="50000"/>
                </a:schemeClr>
              </a:solidFill>
              <a:latin typeface="Abadi Extra Light" panose="020B0604020202020204" pitchFamily="34" charset="0"/>
            </a:endParaRPr>
          </a:p>
        </p:txBody>
      </p:sp>
    </p:spTree>
    <p:extLst>
      <p:ext uri="{BB962C8B-B14F-4D97-AF65-F5344CB8AC3E}">
        <p14:creationId xmlns:p14="http://schemas.microsoft.com/office/powerpoint/2010/main" val="178669739"/>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de 2">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F110C9-2344-4C65-8609-6667FC3BF429}"/>
              </a:ext>
            </a:extLst>
          </p:cNvPr>
          <p:cNvSpPr>
            <a:spLocks noGrp="1"/>
          </p:cNvSpPr>
          <p:nvPr>
            <p:ph type="title"/>
          </p:nvPr>
        </p:nvSpPr>
        <p:spPr>
          <a:ln>
            <a:solidFill>
              <a:srgbClr val="D9D9D9"/>
            </a:solidFill>
          </a:ln>
        </p:spPr>
        <p:txBody>
          <a:bodyPr/>
          <a:lstStyle/>
          <a:p>
            <a:r>
              <a:rPr lang="tr-TR"/>
              <a:t>Asıl başlık stilini düzenlemek için tıklayın</a:t>
            </a:r>
          </a:p>
        </p:txBody>
      </p:sp>
      <p:sp>
        <p:nvSpPr>
          <p:cNvPr id="3" name="Slayt Numarası Yer Tutucusu 2">
            <a:extLst>
              <a:ext uri="{FF2B5EF4-FFF2-40B4-BE49-F238E27FC236}">
                <a16:creationId xmlns:a16="http://schemas.microsoft.com/office/drawing/2014/main" id="{1D377E3C-623E-44CF-B4D9-976D2FB713CF}"/>
              </a:ext>
            </a:extLst>
          </p:cNvPr>
          <p:cNvSpPr>
            <a:spLocks noGrp="1"/>
          </p:cNvSpPr>
          <p:nvPr>
            <p:ph type="sldNum" idx="10"/>
          </p:nvPr>
        </p:nvSpPr>
        <p:spPr/>
        <p:txBody>
          <a:bodyPr/>
          <a:lstStyle/>
          <a:p>
            <a:pPr algn="r"/>
            <a:fld id="{00000000-1234-1234-1234-123412341234}" type="slidenum">
              <a:rPr lang="en" smtClean="0"/>
              <a:pPr algn="r"/>
              <a:t>‹#›</a:t>
            </a:fld>
            <a:endParaRPr lang="en"/>
          </a:p>
        </p:txBody>
      </p:sp>
      <p:grpSp>
        <p:nvGrpSpPr>
          <p:cNvPr id="265" name="Google Shape;1553;p10">
            <a:extLst>
              <a:ext uri="{FF2B5EF4-FFF2-40B4-BE49-F238E27FC236}">
                <a16:creationId xmlns:a16="http://schemas.microsoft.com/office/drawing/2014/main" id="{10C6435B-5A4D-410D-A706-89C33A9C33FE}"/>
              </a:ext>
            </a:extLst>
          </p:cNvPr>
          <p:cNvGrpSpPr/>
          <p:nvPr userDrawn="1"/>
        </p:nvGrpSpPr>
        <p:grpSpPr>
          <a:xfrm>
            <a:off x="3" y="1362853"/>
            <a:ext cx="830992" cy="1847937"/>
            <a:chOff x="3" y="1439053"/>
            <a:chExt cx="830992" cy="1847937"/>
          </a:xfrm>
        </p:grpSpPr>
        <p:sp>
          <p:nvSpPr>
            <p:cNvPr id="266" name="Google Shape;1554;p10">
              <a:extLst>
                <a:ext uri="{FF2B5EF4-FFF2-40B4-BE49-F238E27FC236}">
                  <a16:creationId xmlns:a16="http://schemas.microsoft.com/office/drawing/2014/main" id="{AB8ACC9F-3853-4BD5-9377-F6830E8E20DC}"/>
                </a:ext>
              </a:extLst>
            </p:cNvPr>
            <p:cNvSpPr/>
            <p:nvPr/>
          </p:nvSpPr>
          <p:spPr>
            <a:xfrm>
              <a:off x="3" y="1598235"/>
              <a:ext cx="698630" cy="1537982"/>
            </a:xfrm>
            <a:custGeom>
              <a:avLst/>
              <a:gdLst/>
              <a:ahLst/>
              <a:cxnLst/>
              <a:rect l="l" t="t" r="r" b="b"/>
              <a:pathLst>
                <a:path w="14040" h="30908" extrusionOk="0">
                  <a:moveTo>
                    <a:pt x="0" y="0"/>
                  </a:moveTo>
                  <a:lnTo>
                    <a:pt x="0" y="135"/>
                  </a:lnTo>
                  <a:lnTo>
                    <a:pt x="303" y="236"/>
                  </a:lnTo>
                  <a:lnTo>
                    <a:pt x="606" y="371"/>
                  </a:lnTo>
                  <a:lnTo>
                    <a:pt x="1178" y="674"/>
                  </a:lnTo>
                  <a:lnTo>
                    <a:pt x="1549" y="842"/>
                  </a:lnTo>
                  <a:lnTo>
                    <a:pt x="1953" y="977"/>
                  </a:lnTo>
                  <a:lnTo>
                    <a:pt x="2761" y="1179"/>
                  </a:lnTo>
                  <a:lnTo>
                    <a:pt x="3703" y="1448"/>
                  </a:lnTo>
                  <a:lnTo>
                    <a:pt x="4613" y="1717"/>
                  </a:lnTo>
                  <a:lnTo>
                    <a:pt x="5522" y="2020"/>
                  </a:lnTo>
                  <a:lnTo>
                    <a:pt x="6397" y="2357"/>
                  </a:lnTo>
                  <a:lnTo>
                    <a:pt x="8215" y="3064"/>
                  </a:lnTo>
                  <a:lnTo>
                    <a:pt x="10067" y="3670"/>
                  </a:lnTo>
                  <a:lnTo>
                    <a:pt x="10976" y="3939"/>
                  </a:lnTo>
                  <a:lnTo>
                    <a:pt x="11885" y="4209"/>
                  </a:lnTo>
                  <a:lnTo>
                    <a:pt x="12794" y="4478"/>
                  </a:lnTo>
                  <a:lnTo>
                    <a:pt x="13703" y="4748"/>
                  </a:lnTo>
                  <a:lnTo>
                    <a:pt x="13703" y="4815"/>
                  </a:lnTo>
                  <a:lnTo>
                    <a:pt x="13737" y="4849"/>
                  </a:lnTo>
                  <a:lnTo>
                    <a:pt x="13770" y="4882"/>
                  </a:lnTo>
                  <a:lnTo>
                    <a:pt x="13669" y="5017"/>
                  </a:lnTo>
                  <a:lnTo>
                    <a:pt x="13568" y="5522"/>
                  </a:lnTo>
                  <a:lnTo>
                    <a:pt x="13400" y="6364"/>
                  </a:lnTo>
                  <a:lnTo>
                    <a:pt x="13164" y="7239"/>
                  </a:lnTo>
                  <a:lnTo>
                    <a:pt x="12895" y="8081"/>
                  </a:lnTo>
                  <a:lnTo>
                    <a:pt x="12626" y="8922"/>
                  </a:lnTo>
                  <a:lnTo>
                    <a:pt x="12053" y="10639"/>
                  </a:lnTo>
                  <a:lnTo>
                    <a:pt x="10841" y="14141"/>
                  </a:lnTo>
                  <a:lnTo>
                    <a:pt x="10235" y="15858"/>
                  </a:lnTo>
                  <a:lnTo>
                    <a:pt x="9562" y="17609"/>
                  </a:lnTo>
                  <a:lnTo>
                    <a:pt x="8989" y="19225"/>
                  </a:lnTo>
                  <a:lnTo>
                    <a:pt x="8383" y="20841"/>
                  </a:lnTo>
                  <a:lnTo>
                    <a:pt x="7272" y="24107"/>
                  </a:lnTo>
                  <a:lnTo>
                    <a:pt x="6161" y="27339"/>
                  </a:lnTo>
                  <a:lnTo>
                    <a:pt x="5017" y="30605"/>
                  </a:lnTo>
                  <a:lnTo>
                    <a:pt x="4680" y="30571"/>
                  </a:lnTo>
                  <a:lnTo>
                    <a:pt x="4411" y="30504"/>
                  </a:lnTo>
                  <a:lnTo>
                    <a:pt x="4175" y="30436"/>
                  </a:lnTo>
                  <a:lnTo>
                    <a:pt x="3703" y="30268"/>
                  </a:lnTo>
                  <a:lnTo>
                    <a:pt x="2693" y="29830"/>
                  </a:lnTo>
                  <a:lnTo>
                    <a:pt x="2222" y="29628"/>
                  </a:lnTo>
                  <a:lnTo>
                    <a:pt x="1717" y="29460"/>
                  </a:lnTo>
                  <a:lnTo>
                    <a:pt x="842" y="29191"/>
                  </a:lnTo>
                  <a:lnTo>
                    <a:pt x="0" y="28888"/>
                  </a:lnTo>
                  <a:lnTo>
                    <a:pt x="0" y="29224"/>
                  </a:lnTo>
                  <a:lnTo>
                    <a:pt x="505" y="29393"/>
                  </a:lnTo>
                  <a:lnTo>
                    <a:pt x="1044" y="29561"/>
                  </a:lnTo>
                  <a:lnTo>
                    <a:pt x="2087" y="29864"/>
                  </a:lnTo>
                  <a:lnTo>
                    <a:pt x="2559" y="30032"/>
                  </a:lnTo>
                  <a:lnTo>
                    <a:pt x="3030" y="30234"/>
                  </a:lnTo>
                  <a:lnTo>
                    <a:pt x="3501" y="30436"/>
                  </a:lnTo>
                  <a:lnTo>
                    <a:pt x="3973" y="30638"/>
                  </a:lnTo>
                  <a:lnTo>
                    <a:pt x="4444" y="30773"/>
                  </a:lnTo>
                  <a:lnTo>
                    <a:pt x="4714" y="30840"/>
                  </a:lnTo>
                  <a:lnTo>
                    <a:pt x="4848" y="30840"/>
                  </a:lnTo>
                  <a:lnTo>
                    <a:pt x="4983" y="30807"/>
                  </a:lnTo>
                  <a:lnTo>
                    <a:pt x="5017" y="30874"/>
                  </a:lnTo>
                  <a:lnTo>
                    <a:pt x="5118" y="30908"/>
                  </a:lnTo>
                  <a:lnTo>
                    <a:pt x="5185" y="30874"/>
                  </a:lnTo>
                  <a:lnTo>
                    <a:pt x="5252" y="30807"/>
                  </a:lnTo>
                  <a:lnTo>
                    <a:pt x="6330" y="27642"/>
                  </a:lnTo>
                  <a:lnTo>
                    <a:pt x="7407" y="24477"/>
                  </a:lnTo>
                  <a:lnTo>
                    <a:pt x="8484" y="21312"/>
                  </a:lnTo>
                  <a:lnTo>
                    <a:pt x="9057" y="19730"/>
                  </a:lnTo>
                  <a:lnTo>
                    <a:pt x="9663" y="18181"/>
                  </a:lnTo>
                  <a:lnTo>
                    <a:pt x="10302" y="16498"/>
                  </a:lnTo>
                  <a:lnTo>
                    <a:pt x="10908" y="14814"/>
                  </a:lnTo>
                  <a:lnTo>
                    <a:pt x="12053" y="11447"/>
                  </a:lnTo>
                  <a:lnTo>
                    <a:pt x="12626" y="9831"/>
                  </a:lnTo>
                  <a:lnTo>
                    <a:pt x="13198" y="8182"/>
                  </a:lnTo>
                  <a:lnTo>
                    <a:pt x="13434" y="7340"/>
                  </a:lnTo>
                  <a:lnTo>
                    <a:pt x="13669" y="6498"/>
                  </a:lnTo>
                  <a:lnTo>
                    <a:pt x="13838" y="5657"/>
                  </a:lnTo>
                  <a:lnTo>
                    <a:pt x="13905" y="4815"/>
                  </a:lnTo>
                  <a:lnTo>
                    <a:pt x="14006" y="4781"/>
                  </a:lnTo>
                  <a:lnTo>
                    <a:pt x="14040" y="4714"/>
                  </a:lnTo>
                  <a:lnTo>
                    <a:pt x="14006" y="4647"/>
                  </a:lnTo>
                  <a:lnTo>
                    <a:pt x="13939" y="4579"/>
                  </a:lnTo>
                  <a:lnTo>
                    <a:pt x="13063" y="4276"/>
                  </a:lnTo>
                  <a:lnTo>
                    <a:pt x="12154" y="4040"/>
                  </a:lnTo>
                  <a:lnTo>
                    <a:pt x="11279" y="3771"/>
                  </a:lnTo>
                  <a:lnTo>
                    <a:pt x="10370" y="3535"/>
                  </a:lnTo>
                  <a:lnTo>
                    <a:pt x="9393" y="3199"/>
                  </a:lnTo>
                  <a:lnTo>
                    <a:pt x="8417" y="2862"/>
                  </a:lnTo>
                  <a:lnTo>
                    <a:pt x="6464" y="2121"/>
                  </a:lnTo>
                  <a:lnTo>
                    <a:pt x="5555" y="1785"/>
                  </a:lnTo>
                  <a:lnTo>
                    <a:pt x="4680" y="1482"/>
                  </a:lnTo>
                  <a:lnTo>
                    <a:pt x="3771" y="1212"/>
                  </a:lnTo>
                  <a:lnTo>
                    <a:pt x="2828" y="977"/>
                  </a:lnTo>
                  <a:lnTo>
                    <a:pt x="2323" y="842"/>
                  </a:lnTo>
                  <a:lnTo>
                    <a:pt x="1818" y="707"/>
                  </a:lnTo>
                  <a:lnTo>
                    <a:pt x="1347" y="539"/>
                  </a:lnTo>
                  <a:lnTo>
                    <a:pt x="875" y="337"/>
                  </a:lnTo>
                  <a:lnTo>
                    <a:pt x="438" y="135"/>
                  </a:lnTo>
                  <a:lnTo>
                    <a:pt x="236" y="68"/>
                  </a:lnTo>
                  <a:lnTo>
                    <a:pt x="0"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7" name="Google Shape;1555;p10">
              <a:extLst>
                <a:ext uri="{FF2B5EF4-FFF2-40B4-BE49-F238E27FC236}">
                  <a16:creationId xmlns:a16="http://schemas.microsoft.com/office/drawing/2014/main" id="{C5049EE5-8761-4573-BB51-FC1DF41F46B8}"/>
                </a:ext>
              </a:extLst>
            </p:cNvPr>
            <p:cNvSpPr/>
            <p:nvPr/>
          </p:nvSpPr>
          <p:spPr>
            <a:xfrm>
              <a:off x="211084" y="1586492"/>
              <a:ext cx="20153" cy="23536"/>
            </a:xfrm>
            <a:custGeom>
              <a:avLst/>
              <a:gdLst/>
              <a:ahLst/>
              <a:cxnLst/>
              <a:rect l="l" t="t" r="r" b="b"/>
              <a:pathLst>
                <a:path w="405" h="473" extrusionOk="0">
                  <a:moveTo>
                    <a:pt x="202" y="1"/>
                  </a:moveTo>
                  <a:lnTo>
                    <a:pt x="101" y="68"/>
                  </a:lnTo>
                  <a:lnTo>
                    <a:pt x="68" y="102"/>
                  </a:lnTo>
                  <a:lnTo>
                    <a:pt x="34" y="135"/>
                  </a:lnTo>
                  <a:lnTo>
                    <a:pt x="0" y="270"/>
                  </a:lnTo>
                  <a:lnTo>
                    <a:pt x="0" y="371"/>
                  </a:lnTo>
                  <a:lnTo>
                    <a:pt x="68" y="438"/>
                  </a:lnTo>
                  <a:lnTo>
                    <a:pt x="135" y="472"/>
                  </a:lnTo>
                  <a:lnTo>
                    <a:pt x="236" y="438"/>
                  </a:lnTo>
                  <a:lnTo>
                    <a:pt x="303" y="405"/>
                  </a:lnTo>
                  <a:lnTo>
                    <a:pt x="371" y="304"/>
                  </a:lnTo>
                  <a:lnTo>
                    <a:pt x="371" y="270"/>
                  </a:lnTo>
                  <a:lnTo>
                    <a:pt x="404" y="270"/>
                  </a:lnTo>
                  <a:lnTo>
                    <a:pt x="404" y="203"/>
                  </a:lnTo>
                  <a:lnTo>
                    <a:pt x="404" y="169"/>
                  </a:lnTo>
                  <a:lnTo>
                    <a:pt x="404" y="102"/>
                  </a:lnTo>
                  <a:lnTo>
                    <a:pt x="371" y="68"/>
                  </a:lnTo>
                  <a:lnTo>
                    <a:pt x="30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8" name="Google Shape;1556;p10">
              <a:extLst>
                <a:ext uri="{FF2B5EF4-FFF2-40B4-BE49-F238E27FC236}">
                  <a16:creationId xmlns:a16="http://schemas.microsoft.com/office/drawing/2014/main" id="{8EE51DFA-2303-4E8D-B2DB-E15A220D8FA0}"/>
                </a:ext>
              </a:extLst>
            </p:cNvPr>
            <p:cNvSpPr/>
            <p:nvPr/>
          </p:nvSpPr>
          <p:spPr>
            <a:xfrm>
              <a:off x="3" y="1439053"/>
              <a:ext cx="830992" cy="1847937"/>
            </a:xfrm>
            <a:custGeom>
              <a:avLst/>
              <a:gdLst/>
              <a:ahLst/>
              <a:cxnLst/>
              <a:rect l="l" t="t" r="r" b="b"/>
              <a:pathLst>
                <a:path w="16700" h="37137" extrusionOk="0">
                  <a:moveTo>
                    <a:pt x="0" y="1"/>
                  </a:moveTo>
                  <a:lnTo>
                    <a:pt x="0" y="169"/>
                  </a:lnTo>
                  <a:lnTo>
                    <a:pt x="505" y="270"/>
                  </a:lnTo>
                  <a:lnTo>
                    <a:pt x="976" y="439"/>
                  </a:lnTo>
                  <a:lnTo>
                    <a:pt x="1953" y="809"/>
                  </a:lnTo>
                  <a:lnTo>
                    <a:pt x="2592" y="1011"/>
                  </a:lnTo>
                  <a:lnTo>
                    <a:pt x="3232" y="1179"/>
                  </a:lnTo>
                  <a:lnTo>
                    <a:pt x="3872" y="1348"/>
                  </a:lnTo>
                  <a:lnTo>
                    <a:pt x="4512" y="1550"/>
                  </a:lnTo>
                  <a:lnTo>
                    <a:pt x="7171" y="2358"/>
                  </a:lnTo>
                  <a:lnTo>
                    <a:pt x="8484" y="2795"/>
                  </a:lnTo>
                  <a:lnTo>
                    <a:pt x="9831" y="3233"/>
                  </a:lnTo>
                  <a:lnTo>
                    <a:pt x="12019" y="4007"/>
                  </a:lnTo>
                  <a:lnTo>
                    <a:pt x="14242" y="4815"/>
                  </a:lnTo>
                  <a:lnTo>
                    <a:pt x="14747" y="4984"/>
                  </a:lnTo>
                  <a:lnTo>
                    <a:pt x="15252" y="5186"/>
                  </a:lnTo>
                  <a:lnTo>
                    <a:pt x="15757" y="5455"/>
                  </a:lnTo>
                  <a:lnTo>
                    <a:pt x="15959" y="5623"/>
                  </a:lnTo>
                  <a:lnTo>
                    <a:pt x="16194" y="5792"/>
                  </a:lnTo>
                  <a:lnTo>
                    <a:pt x="16329" y="5960"/>
                  </a:lnTo>
                  <a:lnTo>
                    <a:pt x="16396" y="6162"/>
                  </a:lnTo>
                  <a:lnTo>
                    <a:pt x="16430" y="6431"/>
                  </a:lnTo>
                  <a:lnTo>
                    <a:pt x="16430" y="6768"/>
                  </a:lnTo>
                  <a:lnTo>
                    <a:pt x="16430" y="7105"/>
                  </a:lnTo>
                  <a:lnTo>
                    <a:pt x="16363" y="7475"/>
                  </a:lnTo>
                  <a:lnTo>
                    <a:pt x="16228" y="8283"/>
                  </a:lnTo>
                  <a:lnTo>
                    <a:pt x="16026" y="9091"/>
                  </a:lnTo>
                  <a:lnTo>
                    <a:pt x="15790" y="9798"/>
                  </a:lnTo>
                  <a:lnTo>
                    <a:pt x="15487" y="10808"/>
                  </a:lnTo>
                  <a:lnTo>
                    <a:pt x="15285" y="11448"/>
                  </a:lnTo>
                  <a:lnTo>
                    <a:pt x="15083" y="12054"/>
                  </a:lnTo>
                  <a:lnTo>
                    <a:pt x="14612" y="13333"/>
                  </a:lnTo>
                  <a:lnTo>
                    <a:pt x="14141" y="14613"/>
                  </a:lnTo>
                  <a:lnTo>
                    <a:pt x="13703" y="15892"/>
                  </a:lnTo>
                  <a:lnTo>
                    <a:pt x="13299" y="17172"/>
                  </a:lnTo>
                  <a:lnTo>
                    <a:pt x="12929" y="18485"/>
                  </a:lnTo>
                  <a:lnTo>
                    <a:pt x="12525" y="19831"/>
                  </a:lnTo>
                  <a:lnTo>
                    <a:pt x="12120" y="21144"/>
                  </a:lnTo>
                  <a:lnTo>
                    <a:pt x="11211" y="23838"/>
                  </a:lnTo>
                  <a:lnTo>
                    <a:pt x="9326" y="29124"/>
                  </a:lnTo>
                  <a:lnTo>
                    <a:pt x="7508" y="34376"/>
                  </a:lnTo>
                  <a:lnTo>
                    <a:pt x="7340" y="34982"/>
                  </a:lnTo>
                  <a:lnTo>
                    <a:pt x="7138" y="35655"/>
                  </a:lnTo>
                  <a:lnTo>
                    <a:pt x="7003" y="35992"/>
                  </a:lnTo>
                  <a:lnTo>
                    <a:pt x="6835" y="36261"/>
                  </a:lnTo>
                  <a:lnTo>
                    <a:pt x="6599" y="36497"/>
                  </a:lnTo>
                  <a:lnTo>
                    <a:pt x="6498" y="36598"/>
                  </a:lnTo>
                  <a:lnTo>
                    <a:pt x="6363" y="36699"/>
                  </a:lnTo>
                  <a:lnTo>
                    <a:pt x="6161" y="36800"/>
                  </a:lnTo>
                  <a:lnTo>
                    <a:pt x="5926" y="36834"/>
                  </a:lnTo>
                  <a:lnTo>
                    <a:pt x="5690" y="36867"/>
                  </a:lnTo>
                  <a:lnTo>
                    <a:pt x="5454" y="36834"/>
                  </a:lnTo>
                  <a:lnTo>
                    <a:pt x="4983" y="36733"/>
                  </a:lnTo>
                  <a:lnTo>
                    <a:pt x="4512" y="36598"/>
                  </a:lnTo>
                  <a:lnTo>
                    <a:pt x="4074" y="36430"/>
                  </a:lnTo>
                  <a:lnTo>
                    <a:pt x="3670" y="36228"/>
                  </a:lnTo>
                  <a:lnTo>
                    <a:pt x="2794" y="35824"/>
                  </a:lnTo>
                  <a:lnTo>
                    <a:pt x="2525" y="35689"/>
                  </a:lnTo>
                  <a:lnTo>
                    <a:pt x="2222" y="35588"/>
                  </a:lnTo>
                  <a:lnTo>
                    <a:pt x="1616" y="35386"/>
                  </a:lnTo>
                  <a:lnTo>
                    <a:pt x="1010" y="35218"/>
                  </a:lnTo>
                  <a:lnTo>
                    <a:pt x="404" y="35049"/>
                  </a:lnTo>
                  <a:lnTo>
                    <a:pt x="202" y="34948"/>
                  </a:lnTo>
                  <a:lnTo>
                    <a:pt x="0" y="34847"/>
                  </a:lnTo>
                  <a:lnTo>
                    <a:pt x="0" y="35184"/>
                  </a:lnTo>
                  <a:lnTo>
                    <a:pt x="505" y="35386"/>
                  </a:lnTo>
                  <a:lnTo>
                    <a:pt x="1044" y="35554"/>
                  </a:lnTo>
                  <a:lnTo>
                    <a:pt x="1650" y="35756"/>
                  </a:lnTo>
                  <a:lnTo>
                    <a:pt x="2222" y="35992"/>
                  </a:lnTo>
                  <a:lnTo>
                    <a:pt x="2828" y="36228"/>
                  </a:lnTo>
                  <a:lnTo>
                    <a:pt x="3400" y="36497"/>
                  </a:lnTo>
                  <a:lnTo>
                    <a:pt x="3804" y="36665"/>
                  </a:lnTo>
                  <a:lnTo>
                    <a:pt x="4209" y="36834"/>
                  </a:lnTo>
                  <a:lnTo>
                    <a:pt x="4613" y="36968"/>
                  </a:lnTo>
                  <a:lnTo>
                    <a:pt x="5050" y="37103"/>
                  </a:lnTo>
                  <a:lnTo>
                    <a:pt x="5387" y="37137"/>
                  </a:lnTo>
                  <a:lnTo>
                    <a:pt x="5690" y="37137"/>
                  </a:lnTo>
                  <a:lnTo>
                    <a:pt x="6027" y="37103"/>
                  </a:lnTo>
                  <a:lnTo>
                    <a:pt x="6330" y="37002"/>
                  </a:lnTo>
                  <a:lnTo>
                    <a:pt x="6599" y="36867"/>
                  </a:lnTo>
                  <a:lnTo>
                    <a:pt x="6835" y="36665"/>
                  </a:lnTo>
                  <a:lnTo>
                    <a:pt x="7037" y="36430"/>
                  </a:lnTo>
                  <a:lnTo>
                    <a:pt x="7205" y="36093"/>
                  </a:lnTo>
                  <a:lnTo>
                    <a:pt x="7710" y="34679"/>
                  </a:lnTo>
                  <a:lnTo>
                    <a:pt x="8181" y="33265"/>
                  </a:lnTo>
                  <a:lnTo>
                    <a:pt x="9158" y="30437"/>
                  </a:lnTo>
                  <a:lnTo>
                    <a:pt x="11178" y="24747"/>
                  </a:lnTo>
                  <a:lnTo>
                    <a:pt x="12154" y="21885"/>
                  </a:lnTo>
                  <a:lnTo>
                    <a:pt x="12592" y="20471"/>
                  </a:lnTo>
                  <a:lnTo>
                    <a:pt x="13030" y="19023"/>
                  </a:lnTo>
                  <a:lnTo>
                    <a:pt x="13838" y="16296"/>
                  </a:lnTo>
                  <a:lnTo>
                    <a:pt x="14275" y="14949"/>
                  </a:lnTo>
                  <a:lnTo>
                    <a:pt x="14747" y="13636"/>
                  </a:lnTo>
                  <a:lnTo>
                    <a:pt x="15252" y="12256"/>
                  </a:lnTo>
                  <a:lnTo>
                    <a:pt x="15723" y="10842"/>
                  </a:lnTo>
                  <a:lnTo>
                    <a:pt x="16060" y="9765"/>
                  </a:lnTo>
                  <a:lnTo>
                    <a:pt x="16329" y="8957"/>
                  </a:lnTo>
                  <a:lnTo>
                    <a:pt x="16531" y="8048"/>
                  </a:lnTo>
                  <a:lnTo>
                    <a:pt x="16632" y="7610"/>
                  </a:lnTo>
                  <a:lnTo>
                    <a:pt x="16666" y="7172"/>
                  </a:lnTo>
                  <a:lnTo>
                    <a:pt x="16699" y="6734"/>
                  </a:lnTo>
                  <a:lnTo>
                    <a:pt x="16666" y="6364"/>
                  </a:lnTo>
                  <a:lnTo>
                    <a:pt x="16598" y="5994"/>
                  </a:lnTo>
                  <a:lnTo>
                    <a:pt x="16464" y="5691"/>
                  </a:lnTo>
                  <a:lnTo>
                    <a:pt x="16363" y="5556"/>
                  </a:lnTo>
                  <a:lnTo>
                    <a:pt x="16262" y="5455"/>
                  </a:lnTo>
                  <a:lnTo>
                    <a:pt x="16127" y="5354"/>
                  </a:lnTo>
                  <a:lnTo>
                    <a:pt x="15992" y="5287"/>
                  </a:lnTo>
                  <a:lnTo>
                    <a:pt x="14982" y="4815"/>
                  </a:lnTo>
                  <a:lnTo>
                    <a:pt x="14477" y="4613"/>
                  </a:lnTo>
                  <a:lnTo>
                    <a:pt x="13972" y="4445"/>
                  </a:lnTo>
                  <a:lnTo>
                    <a:pt x="12659" y="3974"/>
                  </a:lnTo>
                  <a:lnTo>
                    <a:pt x="11346" y="3502"/>
                  </a:lnTo>
                  <a:lnTo>
                    <a:pt x="9831" y="2964"/>
                  </a:lnTo>
                  <a:lnTo>
                    <a:pt x="8316" y="2492"/>
                  </a:lnTo>
                  <a:lnTo>
                    <a:pt x="5286" y="1516"/>
                  </a:lnTo>
                  <a:lnTo>
                    <a:pt x="3737" y="1078"/>
                  </a:lnTo>
                  <a:lnTo>
                    <a:pt x="2188" y="641"/>
                  </a:lnTo>
                  <a:lnTo>
                    <a:pt x="1650" y="439"/>
                  </a:lnTo>
                  <a:lnTo>
                    <a:pt x="1111" y="237"/>
                  </a:lnTo>
                  <a:lnTo>
                    <a:pt x="842" y="136"/>
                  </a:lnTo>
                  <a:lnTo>
                    <a:pt x="572" y="68"/>
                  </a:lnTo>
                  <a:lnTo>
                    <a:pt x="30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269" name="Google Shape;1557;p10">
            <a:extLst>
              <a:ext uri="{FF2B5EF4-FFF2-40B4-BE49-F238E27FC236}">
                <a16:creationId xmlns:a16="http://schemas.microsoft.com/office/drawing/2014/main" id="{C11D71FB-1509-4767-A482-D079A62DE5D4}"/>
              </a:ext>
            </a:extLst>
          </p:cNvPr>
          <p:cNvSpPr/>
          <p:nvPr userDrawn="1"/>
        </p:nvSpPr>
        <p:spPr>
          <a:xfrm>
            <a:off x="7570249" y="187589"/>
            <a:ext cx="830992" cy="847761"/>
          </a:xfrm>
          <a:custGeom>
            <a:avLst/>
            <a:gdLst/>
            <a:ahLst/>
            <a:cxnLst/>
            <a:rect l="l" t="t" r="r" b="b"/>
            <a:pathLst>
              <a:path w="16700" h="17037" extrusionOk="0">
                <a:moveTo>
                  <a:pt x="10471" y="169"/>
                </a:moveTo>
                <a:lnTo>
                  <a:pt x="10471" y="338"/>
                </a:lnTo>
                <a:lnTo>
                  <a:pt x="10538" y="472"/>
                </a:lnTo>
                <a:lnTo>
                  <a:pt x="10606" y="674"/>
                </a:lnTo>
                <a:lnTo>
                  <a:pt x="10336" y="775"/>
                </a:lnTo>
                <a:lnTo>
                  <a:pt x="10303" y="809"/>
                </a:lnTo>
                <a:lnTo>
                  <a:pt x="10202" y="641"/>
                </a:lnTo>
                <a:lnTo>
                  <a:pt x="10101" y="472"/>
                </a:lnTo>
                <a:lnTo>
                  <a:pt x="10269" y="338"/>
                </a:lnTo>
                <a:lnTo>
                  <a:pt x="10404" y="236"/>
                </a:lnTo>
                <a:lnTo>
                  <a:pt x="10471" y="169"/>
                </a:lnTo>
                <a:close/>
                <a:moveTo>
                  <a:pt x="10673" y="944"/>
                </a:moveTo>
                <a:lnTo>
                  <a:pt x="10673" y="1011"/>
                </a:lnTo>
                <a:lnTo>
                  <a:pt x="10707" y="1112"/>
                </a:lnTo>
                <a:lnTo>
                  <a:pt x="10774" y="1314"/>
                </a:lnTo>
                <a:lnTo>
                  <a:pt x="10673" y="1314"/>
                </a:lnTo>
                <a:lnTo>
                  <a:pt x="10336" y="1381"/>
                </a:lnTo>
                <a:lnTo>
                  <a:pt x="10303" y="1213"/>
                </a:lnTo>
                <a:lnTo>
                  <a:pt x="10269" y="1078"/>
                </a:lnTo>
                <a:lnTo>
                  <a:pt x="10404" y="1045"/>
                </a:lnTo>
                <a:lnTo>
                  <a:pt x="10673" y="944"/>
                </a:lnTo>
                <a:close/>
                <a:moveTo>
                  <a:pt x="10942" y="1516"/>
                </a:moveTo>
                <a:lnTo>
                  <a:pt x="11043" y="1617"/>
                </a:lnTo>
                <a:lnTo>
                  <a:pt x="11481" y="2055"/>
                </a:lnTo>
                <a:lnTo>
                  <a:pt x="11717" y="2290"/>
                </a:lnTo>
                <a:lnTo>
                  <a:pt x="11919" y="2526"/>
                </a:lnTo>
                <a:lnTo>
                  <a:pt x="11649" y="2627"/>
                </a:lnTo>
                <a:lnTo>
                  <a:pt x="11346" y="2694"/>
                </a:lnTo>
                <a:lnTo>
                  <a:pt x="10740" y="2829"/>
                </a:lnTo>
                <a:lnTo>
                  <a:pt x="10404" y="2896"/>
                </a:lnTo>
                <a:lnTo>
                  <a:pt x="10235" y="2930"/>
                </a:lnTo>
                <a:lnTo>
                  <a:pt x="10101" y="3031"/>
                </a:lnTo>
                <a:lnTo>
                  <a:pt x="10168" y="2425"/>
                </a:lnTo>
                <a:lnTo>
                  <a:pt x="10303" y="1819"/>
                </a:lnTo>
                <a:lnTo>
                  <a:pt x="10336" y="1583"/>
                </a:lnTo>
                <a:lnTo>
                  <a:pt x="10505" y="1550"/>
                </a:lnTo>
                <a:lnTo>
                  <a:pt x="10808" y="1516"/>
                </a:lnTo>
                <a:close/>
                <a:moveTo>
                  <a:pt x="12087" y="2728"/>
                </a:moveTo>
                <a:lnTo>
                  <a:pt x="12255" y="2964"/>
                </a:lnTo>
                <a:lnTo>
                  <a:pt x="11582" y="3199"/>
                </a:lnTo>
                <a:lnTo>
                  <a:pt x="10942" y="3368"/>
                </a:lnTo>
                <a:lnTo>
                  <a:pt x="10505" y="3502"/>
                </a:lnTo>
                <a:lnTo>
                  <a:pt x="10067" y="3637"/>
                </a:lnTo>
                <a:lnTo>
                  <a:pt x="10101" y="3199"/>
                </a:lnTo>
                <a:lnTo>
                  <a:pt x="10303" y="3166"/>
                </a:lnTo>
                <a:lnTo>
                  <a:pt x="10505" y="3132"/>
                </a:lnTo>
                <a:lnTo>
                  <a:pt x="10942" y="3031"/>
                </a:lnTo>
                <a:lnTo>
                  <a:pt x="11515" y="2896"/>
                </a:lnTo>
                <a:lnTo>
                  <a:pt x="11818" y="2829"/>
                </a:lnTo>
                <a:lnTo>
                  <a:pt x="12087" y="2728"/>
                </a:lnTo>
                <a:close/>
                <a:moveTo>
                  <a:pt x="12525" y="3098"/>
                </a:moveTo>
                <a:lnTo>
                  <a:pt x="12626" y="3671"/>
                </a:lnTo>
                <a:lnTo>
                  <a:pt x="12760" y="4243"/>
                </a:lnTo>
                <a:lnTo>
                  <a:pt x="13063" y="5320"/>
                </a:lnTo>
                <a:lnTo>
                  <a:pt x="13265" y="5994"/>
                </a:lnTo>
                <a:lnTo>
                  <a:pt x="13535" y="6633"/>
                </a:lnTo>
                <a:lnTo>
                  <a:pt x="13804" y="7273"/>
                </a:lnTo>
                <a:lnTo>
                  <a:pt x="14040" y="7913"/>
                </a:lnTo>
                <a:lnTo>
                  <a:pt x="14242" y="8519"/>
                </a:lnTo>
                <a:lnTo>
                  <a:pt x="14410" y="9159"/>
                </a:lnTo>
                <a:lnTo>
                  <a:pt x="14679" y="10404"/>
                </a:lnTo>
                <a:lnTo>
                  <a:pt x="14780" y="10876"/>
                </a:lnTo>
                <a:lnTo>
                  <a:pt x="14881" y="11347"/>
                </a:lnTo>
                <a:lnTo>
                  <a:pt x="15016" y="11818"/>
                </a:lnTo>
                <a:lnTo>
                  <a:pt x="15117" y="12020"/>
                </a:lnTo>
                <a:lnTo>
                  <a:pt x="15252" y="12222"/>
                </a:lnTo>
                <a:lnTo>
                  <a:pt x="14612" y="12458"/>
                </a:lnTo>
                <a:lnTo>
                  <a:pt x="13939" y="12660"/>
                </a:lnTo>
                <a:lnTo>
                  <a:pt x="13333" y="12828"/>
                </a:lnTo>
                <a:lnTo>
                  <a:pt x="12996" y="12929"/>
                </a:lnTo>
                <a:lnTo>
                  <a:pt x="12727" y="13030"/>
                </a:lnTo>
                <a:lnTo>
                  <a:pt x="12592" y="12458"/>
                </a:lnTo>
                <a:lnTo>
                  <a:pt x="12457" y="11919"/>
                </a:lnTo>
                <a:lnTo>
                  <a:pt x="12154" y="10808"/>
                </a:lnTo>
                <a:lnTo>
                  <a:pt x="11818" y="9563"/>
                </a:lnTo>
                <a:lnTo>
                  <a:pt x="11616" y="8923"/>
                </a:lnTo>
                <a:lnTo>
                  <a:pt x="11414" y="8317"/>
                </a:lnTo>
                <a:lnTo>
                  <a:pt x="11010" y="7239"/>
                </a:lnTo>
                <a:lnTo>
                  <a:pt x="10808" y="6667"/>
                </a:lnTo>
                <a:lnTo>
                  <a:pt x="10639" y="6128"/>
                </a:lnTo>
                <a:lnTo>
                  <a:pt x="10471" y="5590"/>
                </a:lnTo>
                <a:lnTo>
                  <a:pt x="10269" y="5051"/>
                </a:lnTo>
                <a:lnTo>
                  <a:pt x="10101" y="4479"/>
                </a:lnTo>
                <a:lnTo>
                  <a:pt x="9932" y="3940"/>
                </a:lnTo>
                <a:lnTo>
                  <a:pt x="9966" y="3906"/>
                </a:lnTo>
                <a:lnTo>
                  <a:pt x="10572" y="3704"/>
                </a:lnTo>
                <a:lnTo>
                  <a:pt x="11178" y="3536"/>
                </a:lnTo>
                <a:lnTo>
                  <a:pt x="11885" y="3368"/>
                </a:lnTo>
                <a:lnTo>
                  <a:pt x="12222" y="3233"/>
                </a:lnTo>
                <a:lnTo>
                  <a:pt x="12525" y="3098"/>
                </a:lnTo>
                <a:close/>
                <a:moveTo>
                  <a:pt x="15353" y="12492"/>
                </a:moveTo>
                <a:lnTo>
                  <a:pt x="15386" y="12761"/>
                </a:lnTo>
                <a:lnTo>
                  <a:pt x="15454" y="12997"/>
                </a:lnTo>
                <a:lnTo>
                  <a:pt x="15622" y="13535"/>
                </a:lnTo>
                <a:lnTo>
                  <a:pt x="15521" y="13502"/>
                </a:lnTo>
                <a:lnTo>
                  <a:pt x="15420" y="13502"/>
                </a:lnTo>
                <a:lnTo>
                  <a:pt x="15117" y="13535"/>
                </a:lnTo>
                <a:lnTo>
                  <a:pt x="14646" y="13670"/>
                </a:lnTo>
                <a:lnTo>
                  <a:pt x="13972" y="13872"/>
                </a:lnTo>
                <a:lnTo>
                  <a:pt x="13535" y="13973"/>
                </a:lnTo>
                <a:lnTo>
                  <a:pt x="13265" y="14040"/>
                </a:lnTo>
                <a:lnTo>
                  <a:pt x="13164" y="13805"/>
                </a:lnTo>
                <a:lnTo>
                  <a:pt x="13097" y="13569"/>
                </a:lnTo>
                <a:lnTo>
                  <a:pt x="12996" y="13367"/>
                </a:lnTo>
                <a:lnTo>
                  <a:pt x="12861" y="13199"/>
                </a:lnTo>
                <a:lnTo>
                  <a:pt x="13097" y="13165"/>
                </a:lnTo>
                <a:lnTo>
                  <a:pt x="13366" y="13098"/>
                </a:lnTo>
                <a:lnTo>
                  <a:pt x="13838" y="12963"/>
                </a:lnTo>
                <a:lnTo>
                  <a:pt x="14612" y="12727"/>
                </a:lnTo>
                <a:lnTo>
                  <a:pt x="15353" y="12492"/>
                </a:lnTo>
                <a:close/>
                <a:moveTo>
                  <a:pt x="337" y="11886"/>
                </a:moveTo>
                <a:lnTo>
                  <a:pt x="472" y="12155"/>
                </a:lnTo>
                <a:lnTo>
                  <a:pt x="674" y="12357"/>
                </a:lnTo>
                <a:lnTo>
                  <a:pt x="909" y="12593"/>
                </a:lnTo>
                <a:lnTo>
                  <a:pt x="1145" y="12727"/>
                </a:lnTo>
                <a:lnTo>
                  <a:pt x="1381" y="12828"/>
                </a:lnTo>
                <a:lnTo>
                  <a:pt x="1650" y="12896"/>
                </a:lnTo>
                <a:lnTo>
                  <a:pt x="1919" y="12929"/>
                </a:lnTo>
                <a:lnTo>
                  <a:pt x="2020" y="13333"/>
                </a:lnTo>
                <a:lnTo>
                  <a:pt x="2121" y="13805"/>
                </a:lnTo>
                <a:lnTo>
                  <a:pt x="2222" y="13939"/>
                </a:lnTo>
                <a:lnTo>
                  <a:pt x="2290" y="14074"/>
                </a:lnTo>
                <a:lnTo>
                  <a:pt x="2525" y="14276"/>
                </a:lnTo>
                <a:lnTo>
                  <a:pt x="2189" y="14175"/>
                </a:lnTo>
                <a:lnTo>
                  <a:pt x="1886" y="14040"/>
                </a:lnTo>
                <a:lnTo>
                  <a:pt x="1583" y="13906"/>
                </a:lnTo>
                <a:lnTo>
                  <a:pt x="1313" y="13704"/>
                </a:lnTo>
                <a:lnTo>
                  <a:pt x="1078" y="13468"/>
                </a:lnTo>
                <a:lnTo>
                  <a:pt x="876" y="13199"/>
                </a:lnTo>
                <a:lnTo>
                  <a:pt x="674" y="12929"/>
                </a:lnTo>
                <a:lnTo>
                  <a:pt x="539" y="12593"/>
                </a:lnTo>
                <a:lnTo>
                  <a:pt x="404" y="12256"/>
                </a:lnTo>
                <a:lnTo>
                  <a:pt x="337" y="11886"/>
                </a:lnTo>
                <a:close/>
                <a:moveTo>
                  <a:pt x="15285" y="13838"/>
                </a:moveTo>
                <a:lnTo>
                  <a:pt x="14545" y="14074"/>
                </a:lnTo>
                <a:lnTo>
                  <a:pt x="13972" y="14276"/>
                </a:lnTo>
                <a:lnTo>
                  <a:pt x="13669" y="14377"/>
                </a:lnTo>
                <a:lnTo>
                  <a:pt x="13400" y="14512"/>
                </a:lnTo>
                <a:lnTo>
                  <a:pt x="13400" y="14545"/>
                </a:lnTo>
                <a:lnTo>
                  <a:pt x="13400" y="14579"/>
                </a:lnTo>
                <a:lnTo>
                  <a:pt x="13669" y="14579"/>
                </a:lnTo>
                <a:lnTo>
                  <a:pt x="13939" y="14512"/>
                </a:lnTo>
                <a:lnTo>
                  <a:pt x="14444" y="14377"/>
                </a:lnTo>
                <a:lnTo>
                  <a:pt x="15117" y="14175"/>
                </a:lnTo>
                <a:lnTo>
                  <a:pt x="15757" y="13973"/>
                </a:lnTo>
                <a:lnTo>
                  <a:pt x="15790" y="14108"/>
                </a:lnTo>
                <a:lnTo>
                  <a:pt x="15184" y="14209"/>
                </a:lnTo>
                <a:lnTo>
                  <a:pt x="14578" y="14377"/>
                </a:lnTo>
                <a:lnTo>
                  <a:pt x="13972" y="14646"/>
                </a:lnTo>
                <a:lnTo>
                  <a:pt x="13703" y="14781"/>
                </a:lnTo>
                <a:lnTo>
                  <a:pt x="13467" y="14949"/>
                </a:lnTo>
                <a:lnTo>
                  <a:pt x="13400" y="14747"/>
                </a:lnTo>
                <a:lnTo>
                  <a:pt x="13299" y="14242"/>
                </a:lnTo>
                <a:lnTo>
                  <a:pt x="13669" y="14175"/>
                </a:lnTo>
                <a:lnTo>
                  <a:pt x="14073" y="14108"/>
                </a:lnTo>
                <a:lnTo>
                  <a:pt x="14814" y="13906"/>
                </a:lnTo>
                <a:lnTo>
                  <a:pt x="15285" y="13838"/>
                </a:lnTo>
                <a:close/>
                <a:moveTo>
                  <a:pt x="1145" y="3098"/>
                </a:moveTo>
                <a:lnTo>
                  <a:pt x="1684" y="3199"/>
                </a:lnTo>
                <a:lnTo>
                  <a:pt x="2189" y="3267"/>
                </a:lnTo>
                <a:lnTo>
                  <a:pt x="3232" y="3368"/>
                </a:lnTo>
                <a:lnTo>
                  <a:pt x="4276" y="3435"/>
                </a:lnTo>
                <a:lnTo>
                  <a:pt x="5320" y="3502"/>
                </a:lnTo>
                <a:lnTo>
                  <a:pt x="6397" y="3637"/>
                </a:lnTo>
                <a:lnTo>
                  <a:pt x="7508" y="3772"/>
                </a:lnTo>
                <a:lnTo>
                  <a:pt x="8619" y="3906"/>
                </a:lnTo>
                <a:lnTo>
                  <a:pt x="9730" y="3974"/>
                </a:lnTo>
                <a:lnTo>
                  <a:pt x="9831" y="4411"/>
                </a:lnTo>
                <a:lnTo>
                  <a:pt x="9932" y="4883"/>
                </a:lnTo>
                <a:lnTo>
                  <a:pt x="10269" y="5758"/>
                </a:lnTo>
                <a:lnTo>
                  <a:pt x="10639" y="6970"/>
                </a:lnTo>
                <a:lnTo>
                  <a:pt x="11077" y="8148"/>
                </a:lnTo>
                <a:lnTo>
                  <a:pt x="11346" y="8990"/>
                </a:lnTo>
                <a:lnTo>
                  <a:pt x="11616" y="9866"/>
                </a:lnTo>
                <a:lnTo>
                  <a:pt x="11582" y="9899"/>
                </a:lnTo>
                <a:lnTo>
                  <a:pt x="11649" y="10573"/>
                </a:lnTo>
                <a:lnTo>
                  <a:pt x="11616" y="11246"/>
                </a:lnTo>
                <a:lnTo>
                  <a:pt x="11548" y="11919"/>
                </a:lnTo>
                <a:lnTo>
                  <a:pt x="11447" y="12593"/>
                </a:lnTo>
                <a:lnTo>
                  <a:pt x="11178" y="13771"/>
                </a:lnTo>
                <a:lnTo>
                  <a:pt x="11111" y="14377"/>
                </a:lnTo>
                <a:lnTo>
                  <a:pt x="11077" y="14983"/>
                </a:lnTo>
                <a:lnTo>
                  <a:pt x="10538" y="15050"/>
                </a:lnTo>
                <a:lnTo>
                  <a:pt x="9495" y="15050"/>
                </a:lnTo>
                <a:lnTo>
                  <a:pt x="8956" y="14983"/>
                </a:lnTo>
                <a:lnTo>
                  <a:pt x="7878" y="14848"/>
                </a:lnTo>
                <a:lnTo>
                  <a:pt x="6835" y="14714"/>
                </a:lnTo>
                <a:lnTo>
                  <a:pt x="5892" y="14613"/>
                </a:lnTo>
                <a:lnTo>
                  <a:pt x="4949" y="14545"/>
                </a:lnTo>
                <a:lnTo>
                  <a:pt x="3064" y="14444"/>
                </a:lnTo>
                <a:lnTo>
                  <a:pt x="3064" y="14411"/>
                </a:lnTo>
                <a:lnTo>
                  <a:pt x="3064" y="14343"/>
                </a:lnTo>
                <a:lnTo>
                  <a:pt x="3030" y="14310"/>
                </a:lnTo>
                <a:lnTo>
                  <a:pt x="2997" y="14276"/>
                </a:lnTo>
                <a:lnTo>
                  <a:pt x="2795" y="14175"/>
                </a:lnTo>
                <a:lnTo>
                  <a:pt x="2593" y="14040"/>
                </a:lnTo>
                <a:lnTo>
                  <a:pt x="2458" y="13872"/>
                </a:lnTo>
                <a:lnTo>
                  <a:pt x="2323" y="13704"/>
                </a:lnTo>
                <a:lnTo>
                  <a:pt x="2256" y="13502"/>
                </a:lnTo>
                <a:lnTo>
                  <a:pt x="2189" y="13300"/>
                </a:lnTo>
                <a:lnTo>
                  <a:pt x="2189" y="13064"/>
                </a:lnTo>
                <a:lnTo>
                  <a:pt x="2189" y="12828"/>
                </a:lnTo>
                <a:lnTo>
                  <a:pt x="2155" y="12761"/>
                </a:lnTo>
                <a:lnTo>
                  <a:pt x="2088" y="12727"/>
                </a:lnTo>
                <a:lnTo>
                  <a:pt x="1852" y="12727"/>
                </a:lnTo>
                <a:lnTo>
                  <a:pt x="1650" y="12694"/>
                </a:lnTo>
                <a:lnTo>
                  <a:pt x="1448" y="12626"/>
                </a:lnTo>
                <a:lnTo>
                  <a:pt x="1246" y="12559"/>
                </a:lnTo>
                <a:lnTo>
                  <a:pt x="1078" y="12458"/>
                </a:lnTo>
                <a:lnTo>
                  <a:pt x="909" y="12357"/>
                </a:lnTo>
                <a:lnTo>
                  <a:pt x="573" y="12054"/>
                </a:lnTo>
                <a:lnTo>
                  <a:pt x="472" y="11886"/>
                </a:lnTo>
                <a:lnTo>
                  <a:pt x="303" y="11717"/>
                </a:lnTo>
                <a:lnTo>
                  <a:pt x="236" y="11111"/>
                </a:lnTo>
                <a:lnTo>
                  <a:pt x="269" y="10505"/>
                </a:lnTo>
                <a:lnTo>
                  <a:pt x="303" y="9899"/>
                </a:lnTo>
                <a:lnTo>
                  <a:pt x="370" y="9327"/>
                </a:lnTo>
                <a:lnTo>
                  <a:pt x="505" y="7778"/>
                </a:lnTo>
                <a:lnTo>
                  <a:pt x="674" y="6196"/>
                </a:lnTo>
                <a:lnTo>
                  <a:pt x="741" y="5421"/>
                </a:lnTo>
                <a:lnTo>
                  <a:pt x="842" y="4647"/>
                </a:lnTo>
                <a:lnTo>
                  <a:pt x="977" y="3873"/>
                </a:lnTo>
                <a:lnTo>
                  <a:pt x="1145" y="3098"/>
                </a:lnTo>
                <a:close/>
                <a:moveTo>
                  <a:pt x="15858" y="14377"/>
                </a:moveTo>
                <a:lnTo>
                  <a:pt x="15858" y="14444"/>
                </a:lnTo>
                <a:lnTo>
                  <a:pt x="15656" y="14478"/>
                </a:lnTo>
                <a:lnTo>
                  <a:pt x="15420" y="14545"/>
                </a:lnTo>
                <a:lnTo>
                  <a:pt x="15083" y="14646"/>
                </a:lnTo>
                <a:lnTo>
                  <a:pt x="14679" y="14747"/>
                </a:lnTo>
                <a:lnTo>
                  <a:pt x="14275" y="14916"/>
                </a:lnTo>
                <a:lnTo>
                  <a:pt x="13871" y="15084"/>
                </a:lnTo>
                <a:lnTo>
                  <a:pt x="13703" y="15185"/>
                </a:lnTo>
                <a:lnTo>
                  <a:pt x="13535" y="15320"/>
                </a:lnTo>
                <a:lnTo>
                  <a:pt x="13467" y="15017"/>
                </a:lnTo>
                <a:lnTo>
                  <a:pt x="13905" y="14916"/>
                </a:lnTo>
                <a:lnTo>
                  <a:pt x="14376" y="14781"/>
                </a:lnTo>
                <a:lnTo>
                  <a:pt x="14814" y="14646"/>
                </a:lnTo>
                <a:lnTo>
                  <a:pt x="15285" y="14512"/>
                </a:lnTo>
                <a:lnTo>
                  <a:pt x="15521" y="14444"/>
                </a:lnTo>
                <a:lnTo>
                  <a:pt x="15689" y="14411"/>
                </a:lnTo>
                <a:lnTo>
                  <a:pt x="15858" y="14377"/>
                </a:lnTo>
                <a:close/>
                <a:moveTo>
                  <a:pt x="15925" y="14747"/>
                </a:moveTo>
                <a:lnTo>
                  <a:pt x="15925" y="14815"/>
                </a:lnTo>
                <a:lnTo>
                  <a:pt x="14747" y="15151"/>
                </a:lnTo>
                <a:lnTo>
                  <a:pt x="14141" y="15387"/>
                </a:lnTo>
                <a:lnTo>
                  <a:pt x="13871" y="15522"/>
                </a:lnTo>
                <a:lnTo>
                  <a:pt x="13602" y="15656"/>
                </a:lnTo>
                <a:lnTo>
                  <a:pt x="13535" y="15421"/>
                </a:lnTo>
                <a:lnTo>
                  <a:pt x="13905" y="15320"/>
                </a:lnTo>
                <a:lnTo>
                  <a:pt x="14275" y="15219"/>
                </a:lnTo>
                <a:lnTo>
                  <a:pt x="14612" y="15084"/>
                </a:lnTo>
                <a:lnTo>
                  <a:pt x="14982" y="14949"/>
                </a:lnTo>
                <a:lnTo>
                  <a:pt x="15420" y="14882"/>
                </a:lnTo>
                <a:lnTo>
                  <a:pt x="15689" y="14815"/>
                </a:lnTo>
                <a:lnTo>
                  <a:pt x="15925" y="14747"/>
                </a:lnTo>
                <a:close/>
                <a:moveTo>
                  <a:pt x="15959" y="15050"/>
                </a:moveTo>
                <a:lnTo>
                  <a:pt x="15992" y="15185"/>
                </a:lnTo>
                <a:lnTo>
                  <a:pt x="15790" y="15219"/>
                </a:lnTo>
                <a:lnTo>
                  <a:pt x="15588" y="15252"/>
                </a:lnTo>
                <a:lnTo>
                  <a:pt x="15218" y="15387"/>
                </a:lnTo>
                <a:lnTo>
                  <a:pt x="14444" y="15690"/>
                </a:lnTo>
                <a:lnTo>
                  <a:pt x="14073" y="15858"/>
                </a:lnTo>
                <a:lnTo>
                  <a:pt x="13703" y="16060"/>
                </a:lnTo>
                <a:lnTo>
                  <a:pt x="13636" y="15791"/>
                </a:lnTo>
                <a:lnTo>
                  <a:pt x="13804" y="15757"/>
                </a:lnTo>
                <a:lnTo>
                  <a:pt x="13972" y="15724"/>
                </a:lnTo>
                <a:lnTo>
                  <a:pt x="14275" y="15623"/>
                </a:lnTo>
                <a:lnTo>
                  <a:pt x="14612" y="15488"/>
                </a:lnTo>
                <a:lnTo>
                  <a:pt x="14915" y="15387"/>
                </a:lnTo>
                <a:lnTo>
                  <a:pt x="15454" y="15252"/>
                </a:lnTo>
                <a:lnTo>
                  <a:pt x="15723" y="15151"/>
                </a:lnTo>
                <a:lnTo>
                  <a:pt x="15959" y="15050"/>
                </a:lnTo>
                <a:close/>
                <a:moveTo>
                  <a:pt x="16026" y="15421"/>
                </a:moveTo>
                <a:lnTo>
                  <a:pt x="16093" y="15623"/>
                </a:lnTo>
                <a:lnTo>
                  <a:pt x="15420" y="15858"/>
                </a:lnTo>
                <a:lnTo>
                  <a:pt x="14747" y="16027"/>
                </a:lnTo>
                <a:lnTo>
                  <a:pt x="14275" y="16195"/>
                </a:lnTo>
                <a:lnTo>
                  <a:pt x="14040" y="16262"/>
                </a:lnTo>
                <a:lnTo>
                  <a:pt x="13838" y="16397"/>
                </a:lnTo>
                <a:lnTo>
                  <a:pt x="13737" y="16128"/>
                </a:lnTo>
                <a:lnTo>
                  <a:pt x="14073" y="16060"/>
                </a:lnTo>
                <a:lnTo>
                  <a:pt x="14410" y="15959"/>
                </a:lnTo>
                <a:lnTo>
                  <a:pt x="14713" y="15825"/>
                </a:lnTo>
                <a:lnTo>
                  <a:pt x="15050" y="15690"/>
                </a:lnTo>
                <a:lnTo>
                  <a:pt x="16026" y="15421"/>
                </a:lnTo>
                <a:close/>
                <a:moveTo>
                  <a:pt x="16161" y="15825"/>
                </a:moveTo>
                <a:lnTo>
                  <a:pt x="16228" y="15993"/>
                </a:lnTo>
                <a:lnTo>
                  <a:pt x="15151" y="16330"/>
                </a:lnTo>
                <a:lnTo>
                  <a:pt x="14578" y="16532"/>
                </a:lnTo>
                <a:lnTo>
                  <a:pt x="14309" y="16667"/>
                </a:lnTo>
                <a:lnTo>
                  <a:pt x="14040" y="16835"/>
                </a:lnTo>
                <a:lnTo>
                  <a:pt x="13871" y="16532"/>
                </a:lnTo>
                <a:lnTo>
                  <a:pt x="14174" y="16465"/>
                </a:lnTo>
                <a:lnTo>
                  <a:pt x="14444" y="16397"/>
                </a:lnTo>
                <a:lnTo>
                  <a:pt x="14982" y="16229"/>
                </a:lnTo>
                <a:lnTo>
                  <a:pt x="15588" y="16060"/>
                </a:lnTo>
                <a:lnTo>
                  <a:pt x="16161" y="15825"/>
                </a:lnTo>
                <a:close/>
                <a:moveTo>
                  <a:pt x="10370" y="1"/>
                </a:moveTo>
                <a:lnTo>
                  <a:pt x="10303" y="68"/>
                </a:lnTo>
                <a:lnTo>
                  <a:pt x="10168" y="169"/>
                </a:lnTo>
                <a:lnTo>
                  <a:pt x="10033" y="304"/>
                </a:lnTo>
                <a:lnTo>
                  <a:pt x="10000" y="371"/>
                </a:lnTo>
                <a:lnTo>
                  <a:pt x="9966" y="472"/>
                </a:lnTo>
                <a:lnTo>
                  <a:pt x="10000" y="506"/>
                </a:lnTo>
                <a:lnTo>
                  <a:pt x="10033" y="607"/>
                </a:lnTo>
                <a:lnTo>
                  <a:pt x="10067" y="674"/>
                </a:lnTo>
                <a:lnTo>
                  <a:pt x="10134" y="876"/>
                </a:lnTo>
                <a:lnTo>
                  <a:pt x="10067" y="910"/>
                </a:lnTo>
                <a:lnTo>
                  <a:pt x="10033" y="977"/>
                </a:lnTo>
                <a:lnTo>
                  <a:pt x="10033" y="1045"/>
                </a:lnTo>
                <a:lnTo>
                  <a:pt x="10067" y="1078"/>
                </a:lnTo>
                <a:lnTo>
                  <a:pt x="10033" y="1449"/>
                </a:lnTo>
                <a:lnTo>
                  <a:pt x="10033" y="1651"/>
                </a:lnTo>
                <a:lnTo>
                  <a:pt x="10000" y="1886"/>
                </a:lnTo>
                <a:lnTo>
                  <a:pt x="9899" y="2324"/>
                </a:lnTo>
                <a:lnTo>
                  <a:pt x="9831" y="2661"/>
                </a:lnTo>
                <a:lnTo>
                  <a:pt x="9798" y="2997"/>
                </a:lnTo>
                <a:lnTo>
                  <a:pt x="9764" y="3334"/>
                </a:lnTo>
                <a:lnTo>
                  <a:pt x="9798" y="3671"/>
                </a:lnTo>
                <a:lnTo>
                  <a:pt x="9831" y="3772"/>
                </a:lnTo>
                <a:lnTo>
                  <a:pt x="9798" y="3772"/>
                </a:lnTo>
                <a:lnTo>
                  <a:pt x="7643" y="3536"/>
                </a:lnTo>
                <a:lnTo>
                  <a:pt x="5488" y="3368"/>
                </a:lnTo>
                <a:lnTo>
                  <a:pt x="3333" y="3166"/>
                </a:lnTo>
                <a:lnTo>
                  <a:pt x="1179" y="2964"/>
                </a:lnTo>
                <a:lnTo>
                  <a:pt x="1145" y="2930"/>
                </a:lnTo>
                <a:lnTo>
                  <a:pt x="1078" y="2930"/>
                </a:lnTo>
                <a:lnTo>
                  <a:pt x="1044" y="2964"/>
                </a:lnTo>
                <a:lnTo>
                  <a:pt x="1010" y="2997"/>
                </a:lnTo>
                <a:lnTo>
                  <a:pt x="1010" y="3031"/>
                </a:lnTo>
                <a:lnTo>
                  <a:pt x="876" y="3469"/>
                </a:lnTo>
                <a:lnTo>
                  <a:pt x="775" y="3906"/>
                </a:lnTo>
                <a:lnTo>
                  <a:pt x="674" y="4344"/>
                </a:lnTo>
                <a:lnTo>
                  <a:pt x="606" y="4782"/>
                </a:lnTo>
                <a:lnTo>
                  <a:pt x="539" y="5691"/>
                </a:lnTo>
                <a:lnTo>
                  <a:pt x="472" y="6566"/>
                </a:lnTo>
                <a:lnTo>
                  <a:pt x="370" y="7542"/>
                </a:lnTo>
                <a:lnTo>
                  <a:pt x="236" y="8519"/>
                </a:lnTo>
                <a:lnTo>
                  <a:pt x="101" y="9495"/>
                </a:lnTo>
                <a:lnTo>
                  <a:pt x="34" y="10472"/>
                </a:lnTo>
                <a:lnTo>
                  <a:pt x="0" y="10842"/>
                </a:lnTo>
                <a:lnTo>
                  <a:pt x="0" y="11246"/>
                </a:lnTo>
                <a:lnTo>
                  <a:pt x="34" y="11650"/>
                </a:lnTo>
                <a:lnTo>
                  <a:pt x="101" y="12054"/>
                </a:lnTo>
                <a:lnTo>
                  <a:pt x="168" y="12424"/>
                </a:lnTo>
                <a:lnTo>
                  <a:pt x="303" y="12795"/>
                </a:lnTo>
                <a:lnTo>
                  <a:pt x="505" y="13165"/>
                </a:lnTo>
                <a:lnTo>
                  <a:pt x="741" y="13468"/>
                </a:lnTo>
                <a:lnTo>
                  <a:pt x="909" y="13704"/>
                </a:lnTo>
                <a:lnTo>
                  <a:pt x="1145" y="13906"/>
                </a:lnTo>
                <a:lnTo>
                  <a:pt x="1381" y="14108"/>
                </a:lnTo>
                <a:lnTo>
                  <a:pt x="1650" y="14310"/>
                </a:lnTo>
                <a:lnTo>
                  <a:pt x="1953" y="14444"/>
                </a:lnTo>
                <a:lnTo>
                  <a:pt x="2256" y="14579"/>
                </a:lnTo>
                <a:lnTo>
                  <a:pt x="2559" y="14613"/>
                </a:lnTo>
                <a:lnTo>
                  <a:pt x="2828" y="14579"/>
                </a:lnTo>
                <a:lnTo>
                  <a:pt x="3333" y="14714"/>
                </a:lnTo>
                <a:lnTo>
                  <a:pt x="3838" y="14781"/>
                </a:lnTo>
                <a:lnTo>
                  <a:pt x="4310" y="14815"/>
                </a:lnTo>
                <a:lnTo>
                  <a:pt x="4848" y="14848"/>
                </a:lnTo>
                <a:lnTo>
                  <a:pt x="5858" y="14882"/>
                </a:lnTo>
                <a:lnTo>
                  <a:pt x="6835" y="14949"/>
                </a:lnTo>
                <a:lnTo>
                  <a:pt x="7912" y="15084"/>
                </a:lnTo>
                <a:lnTo>
                  <a:pt x="8956" y="15252"/>
                </a:lnTo>
                <a:lnTo>
                  <a:pt x="9495" y="15286"/>
                </a:lnTo>
                <a:lnTo>
                  <a:pt x="10033" y="15320"/>
                </a:lnTo>
                <a:lnTo>
                  <a:pt x="10572" y="15286"/>
                </a:lnTo>
                <a:lnTo>
                  <a:pt x="11111" y="15252"/>
                </a:lnTo>
                <a:lnTo>
                  <a:pt x="11245" y="15252"/>
                </a:lnTo>
                <a:lnTo>
                  <a:pt x="11279" y="15219"/>
                </a:lnTo>
                <a:lnTo>
                  <a:pt x="11313" y="15151"/>
                </a:lnTo>
                <a:lnTo>
                  <a:pt x="11313" y="14680"/>
                </a:lnTo>
                <a:lnTo>
                  <a:pt x="11380" y="14175"/>
                </a:lnTo>
                <a:lnTo>
                  <a:pt x="11616" y="13165"/>
                </a:lnTo>
                <a:lnTo>
                  <a:pt x="11818" y="12155"/>
                </a:lnTo>
                <a:lnTo>
                  <a:pt x="11919" y="11616"/>
                </a:lnTo>
                <a:lnTo>
                  <a:pt x="11919" y="11145"/>
                </a:lnTo>
                <a:lnTo>
                  <a:pt x="12222" y="12155"/>
                </a:lnTo>
                <a:lnTo>
                  <a:pt x="12356" y="12660"/>
                </a:lnTo>
                <a:lnTo>
                  <a:pt x="12491" y="13199"/>
                </a:lnTo>
                <a:lnTo>
                  <a:pt x="12525" y="13266"/>
                </a:lnTo>
                <a:lnTo>
                  <a:pt x="12626" y="13266"/>
                </a:lnTo>
                <a:lnTo>
                  <a:pt x="12693" y="13232"/>
                </a:lnTo>
                <a:lnTo>
                  <a:pt x="12727" y="13468"/>
                </a:lnTo>
                <a:lnTo>
                  <a:pt x="12828" y="13704"/>
                </a:lnTo>
                <a:lnTo>
                  <a:pt x="12996" y="14108"/>
                </a:lnTo>
                <a:lnTo>
                  <a:pt x="13131" y="14613"/>
                </a:lnTo>
                <a:lnTo>
                  <a:pt x="13265" y="15151"/>
                </a:lnTo>
                <a:lnTo>
                  <a:pt x="13333" y="15589"/>
                </a:lnTo>
                <a:lnTo>
                  <a:pt x="13467" y="16229"/>
                </a:lnTo>
                <a:lnTo>
                  <a:pt x="13568" y="16532"/>
                </a:lnTo>
                <a:lnTo>
                  <a:pt x="13669" y="16801"/>
                </a:lnTo>
                <a:lnTo>
                  <a:pt x="13737" y="16902"/>
                </a:lnTo>
                <a:lnTo>
                  <a:pt x="13804" y="16970"/>
                </a:lnTo>
                <a:lnTo>
                  <a:pt x="13905" y="17037"/>
                </a:lnTo>
                <a:lnTo>
                  <a:pt x="14040" y="17037"/>
                </a:lnTo>
                <a:lnTo>
                  <a:pt x="14107" y="16970"/>
                </a:lnTo>
                <a:lnTo>
                  <a:pt x="14376" y="16902"/>
                </a:lnTo>
                <a:lnTo>
                  <a:pt x="14679" y="16801"/>
                </a:lnTo>
                <a:lnTo>
                  <a:pt x="15218" y="16566"/>
                </a:lnTo>
                <a:lnTo>
                  <a:pt x="16262" y="16229"/>
                </a:lnTo>
                <a:lnTo>
                  <a:pt x="16295" y="16296"/>
                </a:lnTo>
                <a:lnTo>
                  <a:pt x="16329" y="16330"/>
                </a:lnTo>
                <a:lnTo>
                  <a:pt x="16430" y="16330"/>
                </a:lnTo>
                <a:lnTo>
                  <a:pt x="16497" y="16262"/>
                </a:lnTo>
                <a:lnTo>
                  <a:pt x="16497" y="16229"/>
                </a:lnTo>
                <a:lnTo>
                  <a:pt x="16531" y="16161"/>
                </a:lnTo>
                <a:lnTo>
                  <a:pt x="16497" y="16161"/>
                </a:lnTo>
                <a:lnTo>
                  <a:pt x="16598" y="16128"/>
                </a:lnTo>
                <a:lnTo>
                  <a:pt x="16666" y="16094"/>
                </a:lnTo>
                <a:lnTo>
                  <a:pt x="16666" y="16060"/>
                </a:lnTo>
                <a:lnTo>
                  <a:pt x="16699" y="15959"/>
                </a:lnTo>
                <a:lnTo>
                  <a:pt x="16632" y="15892"/>
                </a:lnTo>
                <a:lnTo>
                  <a:pt x="16531" y="15892"/>
                </a:lnTo>
                <a:lnTo>
                  <a:pt x="16464" y="15926"/>
                </a:lnTo>
                <a:lnTo>
                  <a:pt x="16396" y="15724"/>
                </a:lnTo>
                <a:lnTo>
                  <a:pt x="16464" y="15690"/>
                </a:lnTo>
                <a:lnTo>
                  <a:pt x="16430" y="15623"/>
                </a:lnTo>
                <a:lnTo>
                  <a:pt x="16396" y="15555"/>
                </a:lnTo>
                <a:lnTo>
                  <a:pt x="16363" y="15522"/>
                </a:lnTo>
                <a:lnTo>
                  <a:pt x="16262" y="15219"/>
                </a:lnTo>
                <a:lnTo>
                  <a:pt x="16161" y="14949"/>
                </a:lnTo>
                <a:lnTo>
                  <a:pt x="16127" y="14646"/>
                </a:lnTo>
                <a:lnTo>
                  <a:pt x="16026" y="14074"/>
                </a:lnTo>
                <a:lnTo>
                  <a:pt x="15959" y="13670"/>
                </a:lnTo>
                <a:lnTo>
                  <a:pt x="15824" y="13232"/>
                </a:lnTo>
                <a:lnTo>
                  <a:pt x="15656" y="12828"/>
                </a:lnTo>
                <a:lnTo>
                  <a:pt x="15454" y="12424"/>
                </a:lnTo>
                <a:lnTo>
                  <a:pt x="15521" y="12424"/>
                </a:lnTo>
                <a:lnTo>
                  <a:pt x="15588" y="12357"/>
                </a:lnTo>
                <a:lnTo>
                  <a:pt x="15588" y="12290"/>
                </a:lnTo>
                <a:lnTo>
                  <a:pt x="15555" y="12222"/>
                </a:lnTo>
                <a:lnTo>
                  <a:pt x="15487" y="12155"/>
                </a:lnTo>
                <a:lnTo>
                  <a:pt x="15487" y="12088"/>
                </a:lnTo>
                <a:lnTo>
                  <a:pt x="15353" y="11886"/>
                </a:lnTo>
                <a:lnTo>
                  <a:pt x="15218" y="11650"/>
                </a:lnTo>
                <a:lnTo>
                  <a:pt x="15151" y="11414"/>
                </a:lnTo>
                <a:lnTo>
                  <a:pt x="15083" y="11179"/>
                </a:lnTo>
                <a:lnTo>
                  <a:pt x="14982" y="10674"/>
                </a:lnTo>
                <a:lnTo>
                  <a:pt x="14881" y="10169"/>
                </a:lnTo>
                <a:lnTo>
                  <a:pt x="14612" y="8990"/>
                </a:lnTo>
                <a:lnTo>
                  <a:pt x="14477" y="8418"/>
                </a:lnTo>
                <a:lnTo>
                  <a:pt x="14309" y="7845"/>
                </a:lnTo>
                <a:lnTo>
                  <a:pt x="14073" y="7239"/>
                </a:lnTo>
                <a:lnTo>
                  <a:pt x="13838" y="6667"/>
                </a:lnTo>
                <a:lnTo>
                  <a:pt x="13568" y="6095"/>
                </a:lnTo>
                <a:lnTo>
                  <a:pt x="13366" y="5489"/>
                </a:lnTo>
                <a:lnTo>
                  <a:pt x="13164" y="4883"/>
                </a:lnTo>
                <a:lnTo>
                  <a:pt x="13030" y="4243"/>
                </a:lnTo>
                <a:lnTo>
                  <a:pt x="12861" y="3603"/>
                </a:lnTo>
                <a:lnTo>
                  <a:pt x="12693" y="2997"/>
                </a:lnTo>
                <a:lnTo>
                  <a:pt x="12693" y="2930"/>
                </a:lnTo>
                <a:lnTo>
                  <a:pt x="12693" y="2896"/>
                </a:lnTo>
                <a:lnTo>
                  <a:pt x="12659" y="2863"/>
                </a:lnTo>
                <a:lnTo>
                  <a:pt x="12626" y="2829"/>
                </a:lnTo>
                <a:lnTo>
                  <a:pt x="12558" y="2829"/>
                </a:lnTo>
                <a:lnTo>
                  <a:pt x="12525" y="2863"/>
                </a:lnTo>
                <a:lnTo>
                  <a:pt x="12457" y="2896"/>
                </a:lnTo>
                <a:lnTo>
                  <a:pt x="12323" y="2627"/>
                </a:lnTo>
                <a:lnTo>
                  <a:pt x="12154" y="2358"/>
                </a:lnTo>
                <a:lnTo>
                  <a:pt x="11952" y="2122"/>
                </a:lnTo>
                <a:lnTo>
                  <a:pt x="11717" y="1920"/>
                </a:lnTo>
                <a:lnTo>
                  <a:pt x="11447" y="1651"/>
                </a:lnTo>
                <a:lnTo>
                  <a:pt x="11212" y="1415"/>
                </a:lnTo>
                <a:lnTo>
                  <a:pt x="11010" y="1146"/>
                </a:lnTo>
                <a:lnTo>
                  <a:pt x="10909" y="977"/>
                </a:lnTo>
                <a:lnTo>
                  <a:pt x="10841" y="809"/>
                </a:lnTo>
                <a:lnTo>
                  <a:pt x="10841" y="742"/>
                </a:lnTo>
                <a:lnTo>
                  <a:pt x="10808" y="641"/>
                </a:lnTo>
                <a:lnTo>
                  <a:pt x="10707" y="439"/>
                </a:lnTo>
                <a:lnTo>
                  <a:pt x="10639" y="203"/>
                </a:lnTo>
                <a:lnTo>
                  <a:pt x="10606" y="102"/>
                </a:lnTo>
                <a:lnTo>
                  <a:pt x="10538" y="34"/>
                </a:lnTo>
                <a:lnTo>
                  <a:pt x="10505" y="1"/>
                </a:lnTo>
                <a:lnTo>
                  <a:pt x="10471" y="34"/>
                </a:lnTo>
                <a:lnTo>
                  <a:pt x="1043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nvGrpSpPr>
          <p:cNvPr id="270" name="Google Shape;1558;p10">
            <a:extLst>
              <a:ext uri="{FF2B5EF4-FFF2-40B4-BE49-F238E27FC236}">
                <a16:creationId xmlns:a16="http://schemas.microsoft.com/office/drawing/2014/main" id="{036D655C-DA50-48D9-B151-1926A0AD7DBF}"/>
              </a:ext>
            </a:extLst>
          </p:cNvPr>
          <p:cNvGrpSpPr/>
          <p:nvPr userDrawn="1"/>
        </p:nvGrpSpPr>
        <p:grpSpPr>
          <a:xfrm>
            <a:off x="1390437" y="-6"/>
            <a:ext cx="1603317" cy="405444"/>
            <a:chOff x="448987" y="-6"/>
            <a:chExt cx="1603317" cy="405444"/>
          </a:xfrm>
        </p:grpSpPr>
        <p:sp>
          <p:nvSpPr>
            <p:cNvPr id="271" name="Google Shape;1559;p10">
              <a:extLst>
                <a:ext uri="{FF2B5EF4-FFF2-40B4-BE49-F238E27FC236}">
                  <a16:creationId xmlns:a16="http://schemas.microsoft.com/office/drawing/2014/main" id="{864EDB3E-BDF9-4465-87D1-4CF6BE932372}"/>
                </a:ext>
              </a:extLst>
            </p:cNvPr>
            <p:cNvSpPr/>
            <p:nvPr/>
          </p:nvSpPr>
          <p:spPr>
            <a:xfrm>
              <a:off x="495861" y="65329"/>
              <a:ext cx="387083" cy="314981"/>
            </a:xfrm>
            <a:custGeom>
              <a:avLst/>
              <a:gdLst/>
              <a:ahLst/>
              <a:cxnLst/>
              <a:rect l="l" t="t" r="r" b="b"/>
              <a:pathLst>
                <a:path w="7779" h="6330" extrusionOk="0">
                  <a:moveTo>
                    <a:pt x="5893" y="168"/>
                  </a:moveTo>
                  <a:lnTo>
                    <a:pt x="6196" y="202"/>
                  </a:lnTo>
                  <a:lnTo>
                    <a:pt x="6532" y="269"/>
                  </a:lnTo>
                  <a:lnTo>
                    <a:pt x="6835" y="337"/>
                  </a:lnTo>
                  <a:lnTo>
                    <a:pt x="7105" y="438"/>
                  </a:lnTo>
                  <a:lnTo>
                    <a:pt x="7239" y="673"/>
                  </a:lnTo>
                  <a:lnTo>
                    <a:pt x="7340" y="909"/>
                  </a:lnTo>
                  <a:lnTo>
                    <a:pt x="5960" y="943"/>
                  </a:lnTo>
                  <a:lnTo>
                    <a:pt x="4613" y="976"/>
                  </a:lnTo>
                  <a:lnTo>
                    <a:pt x="2795" y="976"/>
                  </a:lnTo>
                  <a:lnTo>
                    <a:pt x="2189" y="1010"/>
                  </a:lnTo>
                  <a:lnTo>
                    <a:pt x="2189" y="1010"/>
                  </a:lnTo>
                  <a:lnTo>
                    <a:pt x="3368" y="606"/>
                  </a:lnTo>
                  <a:lnTo>
                    <a:pt x="4007" y="438"/>
                  </a:lnTo>
                  <a:lnTo>
                    <a:pt x="4647" y="303"/>
                  </a:lnTo>
                  <a:lnTo>
                    <a:pt x="5287" y="202"/>
                  </a:lnTo>
                  <a:lnTo>
                    <a:pt x="5590" y="168"/>
                  </a:lnTo>
                  <a:close/>
                  <a:moveTo>
                    <a:pt x="6768" y="1111"/>
                  </a:moveTo>
                  <a:lnTo>
                    <a:pt x="6027" y="1347"/>
                  </a:lnTo>
                  <a:lnTo>
                    <a:pt x="4984" y="1717"/>
                  </a:lnTo>
                  <a:lnTo>
                    <a:pt x="4445" y="1919"/>
                  </a:lnTo>
                  <a:lnTo>
                    <a:pt x="3940" y="2155"/>
                  </a:lnTo>
                  <a:lnTo>
                    <a:pt x="3637" y="2323"/>
                  </a:lnTo>
                  <a:lnTo>
                    <a:pt x="3334" y="2525"/>
                  </a:lnTo>
                  <a:lnTo>
                    <a:pt x="3065" y="2761"/>
                  </a:lnTo>
                  <a:lnTo>
                    <a:pt x="2795" y="2997"/>
                  </a:lnTo>
                  <a:lnTo>
                    <a:pt x="2762" y="2997"/>
                  </a:lnTo>
                  <a:lnTo>
                    <a:pt x="2459" y="3030"/>
                  </a:lnTo>
                  <a:lnTo>
                    <a:pt x="2155" y="3064"/>
                  </a:lnTo>
                  <a:lnTo>
                    <a:pt x="1516" y="3030"/>
                  </a:lnTo>
                  <a:lnTo>
                    <a:pt x="876" y="2997"/>
                  </a:lnTo>
                  <a:lnTo>
                    <a:pt x="539" y="3030"/>
                  </a:lnTo>
                  <a:lnTo>
                    <a:pt x="236" y="3098"/>
                  </a:lnTo>
                  <a:lnTo>
                    <a:pt x="236" y="2795"/>
                  </a:lnTo>
                  <a:lnTo>
                    <a:pt x="270" y="2424"/>
                  </a:lnTo>
                  <a:lnTo>
                    <a:pt x="337" y="2155"/>
                  </a:lnTo>
                  <a:lnTo>
                    <a:pt x="472" y="1885"/>
                  </a:lnTo>
                  <a:lnTo>
                    <a:pt x="640" y="1683"/>
                  </a:lnTo>
                  <a:lnTo>
                    <a:pt x="842" y="1515"/>
                  </a:lnTo>
                  <a:lnTo>
                    <a:pt x="1078" y="1380"/>
                  </a:lnTo>
                  <a:lnTo>
                    <a:pt x="1347" y="1246"/>
                  </a:lnTo>
                  <a:lnTo>
                    <a:pt x="1617" y="1145"/>
                  </a:lnTo>
                  <a:lnTo>
                    <a:pt x="2256" y="1212"/>
                  </a:lnTo>
                  <a:lnTo>
                    <a:pt x="4176" y="1212"/>
                  </a:lnTo>
                  <a:lnTo>
                    <a:pt x="5489" y="1145"/>
                  </a:lnTo>
                  <a:lnTo>
                    <a:pt x="6768" y="1111"/>
                  </a:lnTo>
                  <a:close/>
                  <a:moveTo>
                    <a:pt x="7441" y="1212"/>
                  </a:moveTo>
                  <a:lnTo>
                    <a:pt x="7509" y="1616"/>
                  </a:lnTo>
                  <a:lnTo>
                    <a:pt x="7509" y="2054"/>
                  </a:lnTo>
                  <a:lnTo>
                    <a:pt x="7475" y="2087"/>
                  </a:lnTo>
                  <a:lnTo>
                    <a:pt x="7307" y="2222"/>
                  </a:lnTo>
                  <a:lnTo>
                    <a:pt x="7105" y="2357"/>
                  </a:lnTo>
                  <a:lnTo>
                    <a:pt x="6869" y="2458"/>
                  </a:lnTo>
                  <a:lnTo>
                    <a:pt x="6600" y="2525"/>
                  </a:lnTo>
                  <a:lnTo>
                    <a:pt x="6061" y="2693"/>
                  </a:lnTo>
                  <a:lnTo>
                    <a:pt x="5623" y="2828"/>
                  </a:lnTo>
                  <a:lnTo>
                    <a:pt x="4748" y="3131"/>
                  </a:lnTo>
                  <a:lnTo>
                    <a:pt x="3906" y="3502"/>
                  </a:lnTo>
                  <a:lnTo>
                    <a:pt x="3570" y="3670"/>
                  </a:lnTo>
                  <a:lnTo>
                    <a:pt x="3300" y="3872"/>
                  </a:lnTo>
                  <a:lnTo>
                    <a:pt x="3031" y="4108"/>
                  </a:lnTo>
                  <a:lnTo>
                    <a:pt x="2829" y="4377"/>
                  </a:lnTo>
                  <a:lnTo>
                    <a:pt x="2694" y="4579"/>
                  </a:lnTo>
                  <a:lnTo>
                    <a:pt x="2627" y="4781"/>
                  </a:lnTo>
                  <a:lnTo>
                    <a:pt x="2492" y="5185"/>
                  </a:lnTo>
                  <a:lnTo>
                    <a:pt x="2425" y="5387"/>
                  </a:lnTo>
                  <a:lnTo>
                    <a:pt x="2358" y="5589"/>
                  </a:lnTo>
                  <a:lnTo>
                    <a:pt x="2223" y="5791"/>
                  </a:lnTo>
                  <a:lnTo>
                    <a:pt x="2088" y="5959"/>
                  </a:lnTo>
                  <a:lnTo>
                    <a:pt x="2054" y="6027"/>
                  </a:lnTo>
                  <a:lnTo>
                    <a:pt x="1751" y="5892"/>
                  </a:lnTo>
                  <a:lnTo>
                    <a:pt x="1415" y="5724"/>
                  </a:lnTo>
                  <a:lnTo>
                    <a:pt x="1145" y="5488"/>
                  </a:lnTo>
                  <a:lnTo>
                    <a:pt x="876" y="5185"/>
                  </a:lnTo>
                  <a:lnTo>
                    <a:pt x="741" y="4983"/>
                  </a:lnTo>
                  <a:lnTo>
                    <a:pt x="640" y="4747"/>
                  </a:lnTo>
                  <a:lnTo>
                    <a:pt x="438" y="4242"/>
                  </a:lnTo>
                  <a:lnTo>
                    <a:pt x="304" y="3737"/>
                  </a:lnTo>
                  <a:lnTo>
                    <a:pt x="270" y="3199"/>
                  </a:lnTo>
                  <a:lnTo>
                    <a:pt x="270" y="3199"/>
                  </a:lnTo>
                  <a:lnTo>
                    <a:pt x="573" y="3266"/>
                  </a:lnTo>
                  <a:lnTo>
                    <a:pt x="2021" y="3266"/>
                  </a:lnTo>
                  <a:lnTo>
                    <a:pt x="2560" y="3232"/>
                  </a:lnTo>
                  <a:lnTo>
                    <a:pt x="2155" y="3737"/>
                  </a:lnTo>
                  <a:lnTo>
                    <a:pt x="1751" y="4242"/>
                  </a:lnTo>
                  <a:lnTo>
                    <a:pt x="1011" y="5286"/>
                  </a:lnTo>
                  <a:lnTo>
                    <a:pt x="1011" y="5320"/>
                  </a:lnTo>
                  <a:lnTo>
                    <a:pt x="1044" y="5353"/>
                  </a:lnTo>
                  <a:lnTo>
                    <a:pt x="1112" y="5353"/>
                  </a:lnTo>
                  <a:lnTo>
                    <a:pt x="1280" y="5185"/>
                  </a:lnTo>
                  <a:lnTo>
                    <a:pt x="1448" y="5017"/>
                  </a:lnTo>
                  <a:lnTo>
                    <a:pt x="1751" y="4646"/>
                  </a:lnTo>
                  <a:lnTo>
                    <a:pt x="2324" y="3872"/>
                  </a:lnTo>
                  <a:lnTo>
                    <a:pt x="2694" y="3401"/>
                  </a:lnTo>
                  <a:lnTo>
                    <a:pt x="3098" y="2997"/>
                  </a:lnTo>
                  <a:lnTo>
                    <a:pt x="3536" y="2626"/>
                  </a:lnTo>
                  <a:lnTo>
                    <a:pt x="4041" y="2323"/>
                  </a:lnTo>
                  <a:lnTo>
                    <a:pt x="4445" y="2121"/>
                  </a:lnTo>
                  <a:lnTo>
                    <a:pt x="4849" y="1953"/>
                  </a:lnTo>
                  <a:lnTo>
                    <a:pt x="5724" y="1683"/>
                  </a:lnTo>
                  <a:lnTo>
                    <a:pt x="7441" y="1212"/>
                  </a:lnTo>
                  <a:close/>
                  <a:moveTo>
                    <a:pt x="7509" y="2390"/>
                  </a:moveTo>
                  <a:lnTo>
                    <a:pt x="7441" y="2795"/>
                  </a:lnTo>
                  <a:lnTo>
                    <a:pt x="7307" y="3199"/>
                  </a:lnTo>
                  <a:lnTo>
                    <a:pt x="7172" y="3603"/>
                  </a:lnTo>
                  <a:lnTo>
                    <a:pt x="6970" y="3973"/>
                  </a:lnTo>
                  <a:lnTo>
                    <a:pt x="6768" y="4310"/>
                  </a:lnTo>
                  <a:lnTo>
                    <a:pt x="6532" y="4646"/>
                  </a:lnTo>
                  <a:lnTo>
                    <a:pt x="6263" y="4916"/>
                  </a:lnTo>
                  <a:lnTo>
                    <a:pt x="5960" y="5151"/>
                  </a:lnTo>
                  <a:lnTo>
                    <a:pt x="5691" y="5320"/>
                  </a:lnTo>
                  <a:lnTo>
                    <a:pt x="5421" y="5454"/>
                  </a:lnTo>
                  <a:lnTo>
                    <a:pt x="4849" y="5656"/>
                  </a:lnTo>
                  <a:lnTo>
                    <a:pt x="4277" y="5825"/>
                  </a:lnTo>
                  <a:lnTo>
                    <a:pt x="3671" y="5959"/>
                  </a:lnTo>
                  <a:lnTo>
                    <a:pt x="3300" y="6027"/>
                  </a:lnTo>
                  <a:lnTo>
                    <a:pt x="2930" y="6060"/>
                  </a:lnTo>
                  <a:lnTo>
                    <a:pt x="2223" y="6060"/>
                  </a:lnTo>
                  <a:lnTo>
                    <a:pt x="2425" y="5825"/>
                  </a:lnTo>
                  <a:lnTo>
                    <a:pt x="2560" y="5589"/>
                  </a:lnTo>
                  <a:lnTo>
                    <a:pt x="2661" y="5320"/>
                  </a:lnTo>
                  <a:lnTo>
                    <a:pt x="2762" y="5050"/>
                  </a:lnTo>
                  <a:lnTo>
                    <a:pt x="2863" y="4781"/>
                  </a:lnTo>
                  <a:lnTo>
                    <a:pt x="2964" y="4545"/>
                  </a:lnTo>
                  <a:lnTo>
                    <a:pt x="3132" y="4343"/>
                  </a:lnTo>
                  <a:lnTo>
                    <a:pt x="3267" y="4141"/>
                  </a:lnTo>
                  <a:lnTo>
                    <a:pt x="3469" y="3973"/>
                  </a:lnTo>
                  <a:lnTo>
                    <a:pt x="3671" y="3838"/>
                  </a:lnTo>
                  <a:lnTo>
                    <a:pt x="4142" y="3569"/>
                  </a:lnTo>
                  <a:lnTo>
                    <a:pt x="4681" y="3333"/>
                  </a:lnTo>
                  <a:lnTo>
                    <a:pt x="5219" y="3165"/>
                  </a:lnTo>
                  <a:lnTo>
                    <a:pt x="6297" y="2828"/>
                  </a:lnTo>
                  <a:lnTo>
                    <a:pt x="6903" y="2660"/>
                  </a:lnTo>
                  <a:lnTo>
                    <a:pt x="7206" y="2525"/>
                  </a:lnTo>
                  <a:lnTo>
                    <a:pt x="7509" y="2390"/>
                  </a:lnTo>
                  <a:close/>
                  <a:moveTo>
                    <a:pt x="5219" y="0"/>
                  </a:moveTo>
                  <a:lnTo>
                    <a:pt x="4613" y="67"/>
                  </a:lnTo>
                  <a:lnTo>
                    <a:pt x="3738" y="269"/>
                  </a:lnTo>
                  <a:lnTo>
                    <a:pt x="2896" y="505"/>
                  </a:lnTo>
                  <a:lnTo>
                    <a:pt x="2054" y="774"/>
                  </a:lnTo>
                  <a:lnTo>
                    <a:pt x="1213" y="1077"/>
                  </a:lnTo>
                  <a:lnTo>
                    <a:pt x="910" y="1212"/>
                  </a:lnTo>
                  <a:lnTo>
                    <a:pt x="640" y="1380"/>
                  </a:lnTo>
                  <a:lnTo>
                    <a:pt x="438" y="1616"/>
                  </a:lnTo>
                  <a:lnTo>
                    <a:pt x="270" y="1852"/>
                  </a:lnTo>
                  <a:lnTo>
                    <a:pt x="135" y="2121"/>
                  </a:lnTo>
                  <a:lnTo>
                    <a:pt x="68" y="2424"/>
                  </a:lnTo>
                  <a:lnTo>
                    <a:pt x="1" y="2727"/>
                  </a:lnTo>
                  <a:lnTo>
                    <a:pt x="1" y="3030"/>
                  </a:lnTo>
                  <a:lnTo>
                    <a:pt x="34" y="3367"/>
                  </a:lnTo>
                  <a:lnTo>
                    <a:pt x="68" y="3704"/>
                  </a:lnTo>
                  <a:lnTo>
                    <a:pt x="135" y="4007"/>
                  </a:lnTo>
                  <a:lnTo>
                    <a:pt x="236" y="4343"/>
                  </a:lnTo>
                  <a:lnTo>
                    <a:pt x="371" y="4646"/>
                  </a:lnTo>
                  <a:lnTo>
                    <a:pt x="506" y="4949"/>
                  </a:lnTo>
                  <a:lnTo>
                    <a:pt x="640" y="5219"/>
                  </a:lnTo>
                  <a:lnTo>
                    <a:pt x="809" y="5454"/>
                  </a:lnTo>
                  <a:lnTo>
                    <a:pt x="1011" y="5724"/>
                  </a:lnTo>
                  <a:lnTo>
                    <a:pt x="1280" y="5926"/>
                  </a:lnTo>
                  <a:lnTo>
                    <a:pt x="1549" y="6094"/>
                  </a:lnTo>
                  <a:lnTo>
                    <a:pt x="1819" y="6229"/>
                  </a:lnTo>
                  <a:lnTo>
                    <a:pt x="2155" y="6296"/>
                  </a:lnTo>
                  <a:lnTo>
                    <a:pt x="2459" y="6330"/>
                  </a:lnTo>
                  <a:lnTo>
                    <a:pt x="2795" y="6330"/>
                  </a:lnTo>
                  <a:lnTo>
                    <a:pt x="3132" y="6296"/>
                  </a:lnTo>
                  <a:lnTo>
                    <a:pt x="3906" y="6195"/>
                  </a:lnTo>
                  <a:lnTo>
                    <a:pt x="4647" y="5993"/>
                  </a:lnTo>
                  <a:lnTo>
                    <a:pt x="5017" y="5892"/>
                  </a:lnTo>
                  <a:lnTo>
                    <a:pt x="5388" y="5724"/>
                  </a:lnTo>
                  <a:lnTo>
                    <a:pt x="5758" y="5555"/>
                  </a:lnTo>
                  <a:lnTo>
                    <a:pt x="6095" y="5387"/>
                  </a:lnTo>
                  <a:lnTo>
                    <a:pt x="6364" y="5185"/>
                  </a:lnTo>
                  <a:lnTo>
                    <a:pt x="6600" y="4949"/>
                  </a:lnTo>
                  <a:lnTo>
                    <a:pt x="6835" y="4680"/>
                  </a:lnTo>
                  <a:lnTo>
                    <a:pt x="7037" y="4411"/>
                  </a:lnTo>
                  <a:lnTo>
                    <a:pt x="7239" y="4074"/>
                  </a:lnTo>
                  <a:lnTo>
                    <a:pt x="7408" y="3771"/>
                  </a:lnTo>
                  <a:lnTo>
                    <a:pt x="7542" y="3401"/>
                  </a:lnTo>
                  <a:lnTo>
                    <a:pt x="7643" y="3064"/>
                  </a:lnTo>
                  <a:lnTo>
                    <a:pt x="7711" y="2693"/>
                  </a:lnTo>
                  <a:lnTo>
                    <a:pt x="7744" y="2323"/>
                  </a:lnTo>
                  <a:lnTo>
                    <a:pt x="7778" y="1953"/>
                  </a:lnTo>
                  <a:lnTo>
                    <a:pt x="7744" y="1582"/>
                  </a:lnTo>
                  <a:lnTo>
                    <a:pt x="7677" y="1246"/>
                  </a:lnTo>
                  <a:lnTo>
                    <a:pt x="7610" y="909"/>
                  </a:lnTo>
                  <a:lnTo>
                    <a:pt x="7475" y="572"/>
                  </a:lnTo>
                  <a:lnTo>
                    <a:pt x="7307" y="303"/>
                  </a:lnTo>
                  <a:lnTo>
                    <a:pt x="7273" y="236"/>
                  </a:lnTo>
                  <a:lnTo>
                    <a:pt x="7172" y="236"/>
                  </a:lnTo>
                  <a:lnTo>
                    <a:pt x="7105" y="269"/>
                  </a:lnTo>
                  <a:lnTo>
                    <a:pt x="6835" y="168"/>
                  </a:lnTo>
                  <a:lnTo>
                    <a:pt x="6499" y="67"/>
                  </a:lnTo>
                  <a:lnTo>
                    <a:pt x="6196" y="34"/>
                  </a:lnTo>
                  <a:lnTo>
                    <a:pt x="5859"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2" name="Google Shape;1560;p10">
              <a:extLst>
                <a:ext uri="{FF2B5EF4-FFF2-40B4-BE49-F238E27FC236}">
                  <a16:creationId xmlns:a16="http://schemas.microsoft.com/office/drawing/2014/main" id="{6B3FBFD7-6250-4CEB-B1D4-2A71BEBA2D7B}"/>
                </a:ext>
              </a:extLst>
            </p:cNvPr>
            <p:cNvSpPr/>
            <p:nvPr/>
          </p:nvSpPr>
          <p:spPr>
            <a:xfrm>
              <a:off x="448987" y="-6"/>
              <a:ext cx="954944" cy="405444"/>
            </a:xfrm>
            <a:custGeom>
              <a:avLst/>
              <a:gdLst/>
              <a:ahLst/>
              <a:cxnLst/>
              <a:rect l="l" t="t" r="r" b="b"/>
              <a:pathLst>
                <a:path w="19191" h="8148" extrusionOk="0">
                  <a:moveTo>
                    <a:pt x="9528" y="2761"/>
                  </a:moveTo>
                  <a:lnTo>
                    <a:pt x="9663" y="2794"/>
                  </a:lnTo>
                  <a:lnTo>
                    <a:pt x="9932" y="2895"/>
                  </a:lnTo>
                  <a:lnTo>
                    <a:pt x="10100" y="3030"/>
                  </a:lnTo>
                  <a:lnTo>
                    <a:pt x="10235" y="3165"/>
                  </a:lnTo>
                  <a:lnTo>
                    <a:pt x="10336" y="3333"/>
                  </a:lnTo>
                  <a:lnTo>
                    <a:pt x="9730" y="3367"/>
                  </a:lnTo>
                  <a:lnTo>
                    <a:pt x="9461" y="3367"/>
                  </a:lnTo>
                  <a:lnTo>
                    <a:pt x="9158" y="3434"/>
                  </a:lnTo>
                  <a:lnTo>
                    <a:pt x="9191" y="3400"/>
                  </a:lnTo>
                  <a:lnTo>
                    <a:pt x="9259" y="2963"/>
                  </a:lnTo>
                  <a:lnTo>
                    <a:pt x="9292" y="2828"/>
                  </a:lnTo>
                  <a:lnTo>
                    <a:pt x="9393" y="2761"/>
                  </a:lnTo>
                  <a:close/>
                  <a:moveTo>
                    <a:pt x="18618" y="3973"/>
                  </a:moveTo>
                  <a:lnTo>
                    <a:pt x="18719" y="4006"/>
                  </a:lnTo>
                  <a:lnTo>
                    <a:pt x="18820" y="4074"/>
                  </a:lnTo>
                  <a:lnTo>
                    <a:pt x="18888" y="4141"/>
                  </a:lnTo>
                  <a:lnTo>
                    <a:pt x="18955" y="4209"/>
                  </a:lnTo>
                  <a:lnTo>
                    <a:pt x="18989" y="4310"/>
                  </a:lnTo>
                  <a:lnTo>
                    <a:pt x="18989" y="4444"/>
                  </a:lnTo>
                  <a:lnTo>
                    <a:pt x="18989" y="4545"/>
                  </a:lnTo>
                  <a:lnTo>
                    <a:pt x="18955" y="4646"/>
                  </a:lnTo>
                  <a:lnTo>
                    <a:pt x="18854" y="4781"/>
                  </a:lnTo>
                  <a:lnTo>
                    <a:pt x="18719" y="4848"/>
                  </a:lnTo>
                  <a:lnTo>
                    <a:pt x="18585" y="4916"/>
                  </a:lnTo>
                  <a:lnTo>
                    <a:pt x="18450" y="4949"/>
                  </a:lnTo>
                  <a:lnTo>
                    <a:pt x="18214" y="4916"/>
                  </a:lnTo>
                  <a:lnTo>
                    <a:pt x="18012" y="4916"/>
                  </a:lnTo>
                  <a:lnTo>
                    <a:pt x="18181" y="4680"/>
                  </a:lnTo>
                  <a:lnTo>
                    <a:pt x="18349" y="4478"/>
                  </a:lnTo>
                  <a:lnTo>
                    <a:pt x="18484" y="4209"/>
                  </a:lnTo>
                  <a:lnTo>
                    <a:pt x="18618" y="3973"/>
                  </a:lnTo>
                  <a:close/>
                  <a:moveTo>
                    <a:pt x="1650" y="7171"/>
                  </a:moveTo>
                  <a:lnTo>
                    <a:pt x="1885" y="7373"/>
                  </a:lnTo>
                  <a:lnTo>
                    <a:pt x="2121" y="7542"/>
                  </a:lnTo>
                  <a:lnTo>
                    <a:pt x="2390" y="7676"/>
                  </a:lnTo>
                  <a:lnTo>
                    <a:pt x="2660" y="7811"/>
                  </a:lnTo>
                  <a:lnTo>
                    <a:pt x="2491" y="7878"/>
                  </a:lnTo>
                  <a:lnTo>
                    <a:pt x="2289" y="7946"/>
                  </a:lnTo>
                  <a:lnTo>
                    <a:pt x="2087" y="7946"/>
                  </a:lnTo>
                  <a:lnTo>
                    <a:pt x="1852" y="7912"/>
                  </a:lnTo>
                  <a:lnTo>
                    <a:pt x="1683" y="7845"/>
                  </a:lnTo>
                  <a:lnTo>
                    <a:pt x="1582" y="7777"/>
                  </a:lnTo>
                  <a:lnTo>
                    <a:pt x="1549" y="7710"/>
                  </a:lnTo>
                  <a:lnTo>
                    <a:pt x="1515" y="7609"/>
                  </a:lnTo>
                  <a:lnTo>
                    <a:pt x="1549" y="7542"/>
                  </a:lnTo>
                  <a:lnTo>
                    <a:pt x="1582" y="7340"/>
                  </a:lnTo>
                  <a:lnTo>
                    <a:pt x="1650" y="7171"/>
                  </a:lnTo>
                  <a:close/>
                  <a:moveTo>
                    <a:pt x="9090" y="0"/>
                  </a:moveTo>
                  <a:lnTo>
                    <a:pt x="7845" y="370"/>
                  </a:lnTo>
                  <a:lnTo>
                    <a:pt x="7373" y="471"/>
                  </a:lnTo>
                  <a:lnTo>
                    <a:pt x="6902" y="606"/>
                  </a:lnTo>
                  <a:lnTo>
                    <a:pt x="6397" y="707"/>
                  </a:lnTo>
                  <a:lnTo>
                    <a:pt x="5926" y="808"/>
                  </a:lnTo>
                  <a:lnTo>
                    <a:pt x="5017" y="1077"/>
                  </a:lnTo>
                  <a:lnTo>
                    <a:pt x="4141" y="1380"/>
                  </a:lnTo>
                  <a:lnTo>
                    <a:pt x="2323" y="1953"/>
                  </a:lnTo>
                  <a:lnTo>
                    <a:pt x="1549" y="2155"/>
                  </a:lnTo>
                  <a:lnTo>
                    <a:pt x="774" y="2390"/>
                  </a:lnTo>
                  <a:lnTo>
                    <a:pt x="438" y="2491"/>
                  </a:lnTo>
                  <a:lnTo>
                    <a:pt x="269" y="2559"/>
                  </a:lnTo>
                  <a:lnTo>
                    <a:pt x="135" y="2626"/>
                  </a:lnTo>
                  <a:lnTo>
                    <a:pt x="34" y="2626"/>
                  </a:lnTo>
                  <a:lnTo>
                    <a:pt x="34" y="2660"/>
                  </a:lnTo>
                  <a:lnTo>
                    <a:pt x="0" y="2727"/>
                  </a:lnTo>
                  <a:lnTo>
                    <a:pt x="0" y="3266"/>
                  </a:lnTo>
                  <a:lnTo>
                    <a:pt x="67" y="3838"/>
                  </a:lnTo>
                  <a:lnTo>
                    <a:pt x="168" y="4377"/>
                  </a:lnTo>
                  <a:lnTo>
                    <a:pt x="303" y="4949"/>
                  </a:lnTo>
                  <a:lnTo>
                    <a:pt x="539" y="5488"/>
                  </a:lnTo>
                  <a:lnTo>
                    <a:pt x="774" y="5993"/>
                  </a:lnTo>
                  <a:lnTo>
                    <a:pt x="1077" y="6464"/>
                  </a:lnTo>
                  <a:lnTo>
                    <a:pt x="1414" y="6902"/>
                  </a:lnTo>
                  <a:lnTo>
                    <a:pt x="1549" y="7070"/>
                  </a:lnTo>
                  <a:lnTo>
                    <a:pt x="1549" y="7104"/>
                  </a:lnTo>
                  <a:lnTo>
                    <a:pt x="1414" y="7306"/>
                  </a:lnTo>
                  <a:lnTo>
                    <a:pt x="1347" y="7542"/>
                  </a:lnTo>
                  <a:lnTo>
                    <a:pt x="1347" y="7676"/>
                  </a:lnTo>
                  <a:lnTo>
                    <a:pt x="1347" y="7777"/>
                  </a:lnTo>
                  <a:lnTo>
                    <a:pt x="1414" y="7878"/>
                  </a:lnTo>
                  <a:lnTo>
                    <a:pt x="1515" y="7979"/>
                  </a:lnTo>
                  <a:lnTo>
                    <a:pt x="1650" y="8047"/>
                  </a:lnTo>
                  <a:lnTo>
                    <a:pt x="1784" y="8114"/>
                  </a:lnTo>
                  <a:lnTo>
                    <a:pt x="1919" y="8148"/>
                  </a:lnTo>
                  <a:lnTo>
                    <a:pt x="2424" y="8148"/>
                  </a:lnTo>
                  <a:lnTo>
                    <a:pt x="2693" y="8047"/>
                  </a:lnTo>
                  <a:lnTo>
                    <a:pt x="2794" y="7979"/>
                  </a:lnTo>
                  <a:lnTo>
                    <a:pt x="2895" y="7912"/>
                  </a:lnTo>
                  <a:lnTo>
                    <a:pt x="3165" y="7979"/>
                  </a:lnTo>
                  <a:lnTo>
                    <a:pt x="3468" y="8047"/>
                  </a:lnTo>
                  <a:lnTo>
                    <a:pt x="4040" y="8148"/>
                  </a:lnTo>
                  <a:lnTo>
                    <a:pt x="4646" y="8148"/>
                  </a:lnTo>
                  <a:lnTo>
                    <a:pt x="5252" y="8080"/>
                  </a:lnTo>
                  <a:lnTo>
                    <a:pt x="5757" y="7946"/>
                  </a:lnTo>
                  <a:lnTo>
                    <a:pt x="6262" y="7811"/>
                  </a:lnTo>
                  <a:lnTo>
                    <a:pt x="6734" y="7609"/>
                  </a:lnTo>
                  <a:lnTo>
                    <a:pt x="7205" y="7373"/>
                  </a:lnTo>
                  <a:lnTo>
                    <a:pt x="7643" y="7070"/>
                  </a:lnTo>
                  <a:lnTo>
                    <a:pt x="8013" y="6734"/>
                  </a:lnTo>
                  <a:lnTo>
                    <a:pt x="8181" y="6565"/>
                  </a:lnTo>
                  <a:lnTo>
                    <a:pt x="8350" y="6330"/>
                  </a:lnTo>
                  <a:lnTo>
                    <a:pt x="8451" y="6128"/>
                  </a:lnTo>
                  <a:lnTo>
                    <a:pt x="8585" y="5892"/>
                  </a:lnTo>
                  <a:lnTo>
                    <a:pt x="8787" y="5320"/>
                  </a:lnTo>
                  <a:lnTo>
                    <a:pt x="8922" y="4781"/>
                  </a:lnTo>
                  <a:lnTo>
                    <a:pt x="9023" y="4209"/>
                  </a:lnTo>
                  <a:lnTo>
                    <a:pt x="9124" y="3636"/>
                  </a:lnTo>
                  <a:lnTo>
                    <a:pt x="10370" y="3535"/>
                  </a:lnTo>
                  <a:lnTo>
                    <a:pt x="10403" y="3501"/>
                  </a:lnTo>
                  <a:lnTo>
                    <a:pt x="10504" y="3771"/>
                  </a:lnTo>
                  <a:lnTo>
                    <a:pt x="10605" y="4040"/>
                  </a:lnTo>
                  <a:lnTo>
                    <a:pt x="10706" y="4242"/>
                  </a:lnTo>
                  <a:lnTo>
                    <a:pt x="10841" y="4444"/>
                  </a:lnTo>
                  <a:lnTo>
                    <a:pt x="11144" y="4781"/>
                  </a:lnTo>
                  <a:lnTo>
                    <a:pt x="11481" y="5118"/>
                  </a:lnTo>
                  <a:lnTo>
                    <a:pt x="11885" y="5387"/>
                  </a:lnTo>
                  <a:lnTo>
                    <a:pt x="12323" y="5623"/>
                  </a:lnTo>
                  <a:lnTo>
                    <a:pt x="12794" y="5825"/>
                  </a:lnTo>
                  <a:lnTo>
                    <a:pt x="13232" y="5959"/>
                  </a:lnTo>
                  <a:lnTo>
                    <a:pt x="13669" y="6060"/>
                  </a:lnTo>
                  <a:lnTo>
                    <a:pt x="14073" y="6128"/>
                  </a:lnTo>
                  <a:lnTo>
                    <a:pt x="14511" y="6161"/>
                  </a:lnTo>
                  <a:lnTo>
                    <a:pt x="14915" y="6161"/>
                  </a:lnTo>
                  <a:lnTo>
                    <a:pt x="15319" y="6128"/>
                  </a:lnTo>
                  <a:lnTo>
                    <a:pt x="15723" y="6060"/>
                  </a:lnTo>
                  <a:lnTo>
                    <a:pt x="16127" y="5959"/>
                  </a:lnTo>
                  <a:lnTo>
                    <a:pt x="16497" y="5858"/>
                  </a:lnTo>
                  <a:lnTo>
                    <a:pt x="16901" y="5690"/>
                  </a:lnTo>
                  <a:lnTo>
                    <a:pt x="17171" y="5555"/>
                  </a:lnTo>
                  <a:lnTo>
                    <a:pt x="17440" y="5387"/>
                  </a:lnTo>
                  <a:lnTo>
                    <a:pt x="17676" y="5219"/>
                  </a:lnTo>
                  <a:lnTo>
                    <a:pt x="17911" y="5017"/>
                  </a:lnTo>
                  <a:lnTo>
                    <a:pt x="18046" y="5084"/>
                  </a:lnTo>
                  <a:lnTo>
                    <a:pt x="18214" y="5118"/>
                  </a:lnTo>
                  <a:lnTo>
                    <a:pt x="18517" y="5118"/>
                  </a:lnTo>
                  <a:lnTo>
                    <a:pt x="18719" y="5050"/>
                  </a:lnTo>
                  <a:lnTo>
                    <a:pt x="18888" y="4983"/>
                  </a:lnTo>
                  <a:lnTo>
                    <a:pt x="19022" y="4848"/>
                  </a:lnTo>
                  <a:lnTo>
                    <a:pt x="19123" y="4714"/>
                  </a:lnTo>
                  <a:lnTo>
                    <a:pt x="19191" y="4579"/>
                  </a:lnTo>
                  <a:lnTo>
                    <a:pt x="19191" y="4411"/>
                  </a:lnTo>
                  <a:lnTo>
                    <a:pt x="19157" y="4276"/>
                  </a:lnTo>
                  <a:lnTo>
                    <a:pt x="19123" y="4141"/>
                  </a:lnTo>
                  <a:lnTo>
                    <a:pt x="19056" y="4040"/>
                  </a:lnTo>
                  <a:lnTo>
                    <a:pt x="18921" y="3905"/>
                  </a:lnTo>
                  <a:lnTo>
                    <a:pt x="18820" y="3838"/>
                  </a:lnTo>
                  <a:lnTo>
                    <a:pt x="18686" y="3804"/>
                  </a:lnTo>
                  <a:lnTo>
                    <a:pt x="18787" y="3400"/>
                  </a:lnTo>
                  <a:lnTo>
                    <a:pt x="18888" y="2996"/>
                  </a:lnTo>
                  <a:lnTo>
                    <a:pt x="18989" y="2357"/>
                  </a:lnTo>
                  <a:lnTo>
                    <a:pt x="19022" y="1717"/>
                  </a:lnTo>
                  <a:lnTo>
                    <a:pt x="19056" y="1077"/>
                  </a:lnTo>
                  <a:lnTo>
                    <a:pt x="19022" y="438"/>
                  </a:lnTo>
                  <a:lnTo>
                    <a:pt x="19022" y="0"/>
                  </a:lnTo>
                  <a:lnTo>
                    <a:pt x="18753" y="0"/>
                  </a:lnTo>
                  <a:lnTo>
                    <a:pt x="18753" y="640"/>
                  </a:lnTo>
                  <a:lnTo>
                    <a:pt x="18787" y="1279"/>
                  </a:lnTo>
                  <a:lnTo>
                    <a:pt x="18753" y="1919"/>
                  </a:lnTo>
                  <a:lnTo>
                    <a:pt x="18686" y="2559"/>
                  </a:lnTo>
                  <a:lnTo>
                    <a:pt x="18585" y="3165"/>
                  </a:lnTo>
                  <a:lnTo>
                    <a:pt x="18551" y="3400"/>
                  </a:lnTo>
                  <a:lnTo>
                    <a:pt x="18450" y="3636"/>
                  </a:lnTo>
                  <a:lnTo>
                    <a:pt x="18282" y="4074"/>
                  </a:lnTo>
                  <a:lnTo>
                    <a:pt x="18012" y="4478"/>
                  </a:lnTo>
                  <a:lnTo>
                    <a:pt x="17709" y="4815"/>
                  </a:lnTo>
                  <a:lnTo>
                    <a:pt x="17339" y="5118"/>
                  </a:lnTo>
                  <a:lnTo>
                    <a:pt x="16969" y="5353"/>
                  </a:lnTo>
                  <a:lnTo>
                    <a:pt x="16531" y="5555"/>
                  </a:lnTo>
                  <a:lnTo>
                    <a:pt x="16060" y="5724"/>
                  </a:lnTo>
                  <a:lnTo>
                    <a:pt x="15656" y="5825"/>
                  </a:lnTo>
                  <a:lnTo>
                    <a:pt x="15252" y="5858"/>
                  </a:lnTo>
                  <a:lnTo>
                    <a:pt x="14848" y="5892"/>
                  </a:lnTo>
                  <a:lnTo>
                    <a:pt x="14444" y="5892"/>
                  </a:lnTo>
                  <a:lnTo>
                    <a:pt x="14040" y="5858"/>
                  </a:lnTo>
                  <a:lnTo>
                    <a:pt x="13636" y="5791"/>
                  </a:lnTo>
                  <a:lnTo>
                    <a:pt x="13265" y="5690"/>
                  </a:lnTo>
                  <a:lnTo>
                    <a:pt x="12861" y="5589"/>
                  </a:lnTo>
                  <a:lnTo>
                    <a:pt x="12592" y="5454"/>
                  </a:lnTo>
                  <a:lnTo>
                    <a:pt x="12289" y="5320"/>
                  </a:lnTo>
                  <a:lnTo>
                    <a:pt x="12020" y="5151"/>
                  </a:lnTo>
                  <a:lnTo>
                    <a:pt x="11750" y="4983"/>
                  </a:lnTo>
                  <a:lnTo>
                    <a:pt x="11481" y="4781"/>
                  </a:lnTo>
                  <a:lnTo>
                    <a:pt x="11245" y="4545"/>
                  </a:lnTo>
                  <a:lnTo>
                    <a:pt x="11043" y="4310"/>
                  </a:lnTo>
                  <a:lnTo>
                    <a:pt x="10875" y="4040"/>
                  </a:lnTo>
                  <a:lnTo>
                    <a:pt x="10706" y="3703"/>
                  </a:lnTo>
                  <a:lnTo>
                    <a:pt x="10572" y="3367"/>
                  </a:lnTo>
                  <a:lnTo>
                    <a:pt x="10403" y="3030"/>
                  </a:lnTo>
                  <a:lnTo>
                    <a:pt x="10302" y="2862"/>
                  </a:lnTo>
                  <a:lnTo>
                    <a:pt x="10168" y="2727"/>
                  </a:lnTo>
                  <a:lnTo>
                    <a:pt x="9999" y="2626"/>
                  </a:lnTo>
                  <a:lnTo>
                    <a:pt x="9764" y="2559"/>
                  </a:lnTo>
                  <a:lnTo>
                    <a:pt x="9528" y="2491"/>
                  </a:lnTo>
                  <a:lnTo>
                    <a:pt x="9326" y="2525"/>
                  </a:lnTo>
                  <a:lnTo>
                    <a:pt x="9191" y="2592"/>
                  </a:lnTo>
                  <a:lnTo>
                    <a:pt x="9124" y="2660"/>
                  </a:lnTo>
                  <a:lnTo>
                    <a:pt x="9057" y="2761"/>
                  </a:lnTo>
                  <a:lnTo>
                    <a:pt x="9023" y="2862"/>
                  </a:lnTo>
                  <a:lnTo>
                    <a:pt x="8956" y="3097"/>
                  </a:lnTo>
                  <a:lnTo>
                    <a:pt x="8922" y="3367"/>
                  </a:lnTo>
                  <a:lnTo>
                    <a:pt x="8720" y="4478"/>
                  </a:lnTo>
                  <a:lnTo>
                    <a:pt x="8585" y="5017"/>
                  </a:lnTo>
                  <a:lnTo>
                    <a:pt x="8417" y="5555"/>
                  </a:lnTo>
                  <a:lnTo>
                    <a:pt x="8316" y="5825"/>
                  </a:lnTo>
                  <a:lnTo>
                    <a:pt x="8181" y="6060"/>
                  </a:lnTo>
                  <a:lnTo>
                    <a:pt x="8047" y="6296"/>
                  </a:lnTo>
                  <a:lnTo>
                    <a:pt x="7878" y="6498"/>
                  </a:lnTo>
                  <a:lnTo>
                    <a:pt x="7676" y="6700"/>
                  </a:lnTo>
                  <a:lnTo>
                    <a:pt x="7474" y="6868"/>
                  </a:lnTo>
                  <a:lnTo>
                    <a:pt x="7239" y="7037"/>
                  </a:lnTo>
                  <a:lnTo>
                    <a:pt x="6969" y="7205"/>
                  </a:lnTo>
                  <a:lnTo>
                    <a:pt x="6363" y="7441"/>
                  </a:lnTo>
                  <a:lnTo>
                    <a:pt x="5757" y="7643"/>
                  </a:lnTo>
                  <a:lnTo>
                    <a:pt x="5151" y="7811"/>
                  </a:lnTo>
                  <a:lnTo>
                    <a:pt x="4545" y="7878"/>
                  </a:lnTo>
                  <a:lnTo>
                    <a:pt x="3939" y="7878"/>
                  </a:lnTo>
                  <a:lnTo>
                    <a:pt x="3636" y="7845"/>
                  </a:lnTo>
                  <a:lnTo>
                    <a:pt x="3333" y="7777"/>
                  </a:lnTo>
                  <a:lnTo>
                    <a:pt x="3030" y="7676"/>
                  </a:lnTo>
                  <a:lnTo>
                    <a:pt x="2727" y="7575"/>
                  </a:lnTo>
                  <a:lnTo>
                    <a:pt x="2424" y="7407"/>
                  </a:lnTo>
                  <a:lnTo>
                    <a:pt x="2155" y="7239"/>
                  </a:lnTo>
                  <a:lnTo>
                    <a:pt x="1919" y="7070"/>
                  </a:lnTo>
                  <a:lnTo>
                    <a:pt x="1683" y="6868"/>
                  </a:lnTo>
                  <a:lnTo>
                    <a:pt x="1481" y="6633"/>
                  </a:lnTo>
                  <a:lnTo>
                    <a:pt x="1279" y="6397"/>
                  </a:lnTo>
                  <a:lnTo>
                    <a:pt x="1077" y="6128"/>
                  </a:lnTo>
                  <a:lnTo>
                    <a:pt x="943" y="5858"/>
                  </a:lnTo>
                  <a:lnTo>
                    <a:pt x="640" y="5252"/>
                  </a:lnTo>
                  <a:lnTo>
                    <a:pt x="438" y="4613"/>
                  </a:lnTo>
                  <a:lnTo>
                    <a:pt x="303" y="4006"/>
                  </a:lnTo>
                  <a:lnTo>
                    <a:pt x="202" y="3367"/>
                  </a:lnTo>
                  <a:lnTo>
                    <a:pt x="202" y="2761"/>
                  </a:lnTo>
                  <a:lnTo>
                    <a:pt x="505" y="2626"/>
                  </a:lnTo>
                  <a:lnTo>
                    <a:pt x="808" y="2491"/>
                  </a:lnTo>
                  <a:lnTo>
                    <a:pt x="1515" y="2323"/>
                  </a:lnTo>
                  <a:lnTo>
                    <a:pt x="2188" y="2155"/>
                  </a:lnTo>
                  <a:lnTo>
                    <a:pt x="2862" y="1986"/>
                  </a:lnTo>
                  <a:lnTo>
                    <a:pt x="4545" y="1481"/>
                  </a:lnTo>
                  <a:lnTo>
                    <a:pt x="5387" y="1212"/>
                  </a:lnTo>
                  <a:lnTo>
                    <a:pt x="6229" y="943"/>
                  </a:lnTo>
                  <a:lnTo>
                    <a:pt x="7070" y="774"/>
                  </a:lnTo>
                  <a:lnTo>
                    <a:pt x="7912" y="572"/>
                  </a:lnTo>
                  <a:lnTo>
                    <a:pt x="8686" y="370"/>
                  </a:lnTo>
                  <a:lnTo>
                    <a:pt x="9090" y="269"/>
                  </a:lnTo>
                  <a:lnTo>
                    <a:pt x="9461" y="168"/>
                  </a:lnTo>
                  <a:lnTo>
                    <a:pt x="1020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3" name="Google Shape;1561;p10">
              <a:extLst>
                <a:ext uri="{FF2B5EF4-FFF2-40B4-BE49-F238E27FC236}">
                  <a16:creationId xmlns:a16="http://schemas.microsoft.com/office/drawing/2014/main" id="{A3361BBF-85DE-469C-9CD8-2B4C2B94F7C1}"/>
                </a:ext>
              </a:extLst>
            </p:cNvPr>
            <p:cNvSpPr/>
            <p:nvPr/>
          </p:nvSpPr>
          <p:spPr>
            <a:xfrm>
              <a:off x="963306" y="-6"/>
              <a:ext cx="395393" cy="271441"/>
            </a:xfrm>
            <a:custGeom>
              <a:avLst/>
              <a:gdLst/>
              <a:ahLst/>
              <a:cxnLst/>
              <a:rect l="l" t="t" r="r" b="b"/>
              <a:pathLst>
                <a:path w="7946" h="5455" extrusionOk="0">
                  <a:moveTo>
                    <a:pt x="7373" y="1380"/>
                  </a:moveTo>
                  <a:lnTo>
                    <a:pt x="7609" y="2155"/>
                  </a:lnTo>
                  <a:lnTo>
                    <a:pt x="7676" y="2559"/>
                  </a:lnTo>
                  <a:lnTo>
                    <a:pt x="7710" y="2996"/>
                  </a:lnTo>
                  <a:lnTo>
                    <a:pt x="7710" y="3232"/>
                  </a:lnTo>
                  <a:lnTo>
                    <a:pt x="7676" y="3434"/>
                  </a:lnTo>
                  <a:lnTo>
                    <a:pt x="7643" y="3400"/>
                  </a:lnTo>
                  <a:lnTo>
                    <a:pt x="6700" y="2828"/>
                  </a:lnTo>
                  <a:lnTo>
                    <a:pt x="6229" y="2559"/>
                  </a:lnTo>
                  <a:lnTo>
                    <a:pt x="5757" y="2323"/>
                  </a:lnTo>
                  <a:lnTo>
                    <a:pt x="5387" y="2121"/>
                  </a:lnTo>
                  <a:lnTo>
                    <a:pt x="5185" y="2054"/>
                  </a:lnTo>
                  <a:lnTo>
                    <a:pt x="4983" y="1986"/>
                  </a:lnTo>
                  <a:lnTo>
                    <a:pt x="6195" y="1717"/>
                  </a:lnTo>
                  <a:lnTo>
                    <a:pt x="6801" y="1549"/>
                  </a:lnTo>
                  <a:lnTo>
                    <a:pt x="7373" y="1380"/>
                  </a:lnTo>
                  <a:close/>
                  <a:moveTo>
                    <a:pt x="4512" y="2087"/>
                  </a:moveTo>
                  <a:lnTo>
                    <a:pt x="5151" y="2323"/>
                  </a:lnTo>
                  <a:lnTo>
                    <a:pt x="5454" y="2424"/>
                  </a:lnTo>
                  <a:lnTo>
                    <a:pt x="5791" y="2559"/>
                  </a:lnTo>
                  <a:lnTo>
                    <a:pt x="6229" y="2794"/>
                  </a:lnTo>
                  <a:lnTo>
                    <a:pt x="6666" y="3064"/>
                  </a:lnTo>
                  <a:lnTo>
                    <a:pt x="7104" y="3333"/>
                  </a:lnTo>
                  <a:lnTo>
                    <a:pt x="7542" y="3602"/>
                  </a:lnTo>
                  <a:lnTo>
                    <a:pt x="7609" y="3602"/>
                  </a:lnTo>
                  <a:lnTo>
                    <a:pt x="7508" y="3838"/>
                  </a:lnTo>
                  <a:lnTo>
                    <a:pt x="7373" y="4040"/>
                  </a:lnTo>
                  <a:lnTo>
                    <a:pt x="7205" y="4242"/>
                  </a:lnTo>
                  <a:lnTo>
                    <a:pt x="7003" y="4411"/>
                  </a:lnTo>
                  <a:lnTo>
                    <a:pt x="6599" y="3939"/>
                  </a:lnTo>
                  <a:lnTo>
                    <a:pt x="6363" y="3703"/>
                  </a:lnTo>
                  <a:lnTo>
                    <a:pt x="6128" y="3468"/>
                  </a:lnTo>
                  <a:lnTo>
                    <a:pt x="5858" y="3266"/>
                  </a:lnTo>
                  <a:lnTo>
                    <a:pt x="5589" y="3097"/>
                  </a:lnTo>
                  <a:lnTo>
                    <a:pt x="5286" y="2963"/>
                  </a:lnTo>
                  <a:lnTo>
                    <a:pt x="4983" y="2929"/>
                  </a:lnTo>
                  <a:lnTo>
                    <a:pt x="4478" y="2895"/>
                  </a:lnTo>
                  <a:lnTo>
                    <a:pt x="3973" y="2929"/>
                  </a:lnTo>
                  <a:lnTo>
                    <a:pt x="2963" y="2996"/>
                  </a:lnTo>
                  <a:lnTo>
                    <a:pt x="1987" y="3097"/>
                  </a:lnTo>
                  <a:lnTo>
                    <a:pt x="976" y="3165"/>
                  </a:lnTo>
                  <a:lnTo>
                    <a:pt x="909" y="3198"/>
                  </a:lnTo>
                  <a:lnTo>
                    <a:pt x="909" y="3232"/>
                  </a:lnTo>
                  <a:lnTo>
                    <a:pt x="875" y="3165"/>
                  </a:lnTo>
                  <a:lnTo>
                    <a:pt x="741" y="2996"/>
                  </a:lnTo>
                  <a:lnTo>
                    <a:pt x="1145" y="2895"/>
                  </a:lnTo>
                  <a:lnTo>
                    <a:pt x="1549" y="2794"/>
                  </a:lnTo>
                  <a:lnTo>
                    <a:pt x="2357" y="2592"/>
                  </a:lnTo>
                  <a:lnTo>
                    <a:pt x="3973" y="2222"/>
                  </a:lnTo>
                  <a:lnTo>
                    <a:pt x="4512" y="2087"/>
                  </a:lnTo>
                  <a:close/>
                  <a:moveTo>
                    <a:pt x="4646" y="3131"/>
                  </a:moveTo>
                  <a:lnTo>
                    <a:pt x="4882" y="3165"/>
                  </a:lnTo>
                  <a:lnTo>
                    <a:pt x="5084" y="3198"/>
                  </a:lnTo>
                  <a:lnTo>
                    <a:pt x="5320" y="3232"/>
                  </a:lnTo>
                  <a:lnTo>
                    <a:pt x="5522" y="3333"/>
                  </a:lnTo>
                  <a:lnTo>
                    <a:pt x="5757" y="3434"/>
                  </a:lnTo>
                  <a:lnTo>
                    <a:pt x="5959" y="3602"/>
                  </a:lnTo>
                  <a:lnTo>
                    <a:pt x="6195" y="3804"/>
                  </a:lnTo>
                  <a:lnTo>
                    <a:pt x="6397" y="4040"/>
                  </a:lnTo>
                  <a:lnTo>
                    <a:pt x="6835" y="4545"/>
                  </a:lnTo>
                  <a:lnTo>
                    <a:pt x="6532" y="4680"/>
                  </a:lnTo>
                  <a:lnTo>
                    <a:pt x="6195" y="4815"/>
                  </a:lnTo>
                  <a:lnTo>
                    <a:pt x="5825" y="4916"/>
                  </a:lnTo>
                  <a:lnTo>
                    <a:pt x="5454" y="5017"/>
                  </a:lnTo>
                  <a:lnTo>
                    <a:pt x="4714" y="5118"/>
                  </a:lnTo>
                  <a:lnTo>
                    <a:pt x="4040" y="5185"/>
                  </a:lnTo>
                  <a:lnTo>
                    <a:pt x="3468" y="5219"/>
                  </a:lnTo>
                  <a:lnTo>
                    <a:pt x="3199" y="5185"/>
                  </a:lnTo>
                  <a:lnTo>
                    <a:pt x="2929" y="5151"/>
                  </a:lnTo>
                  <a:lnTo>
                    <a:pt x="2660" y="5084"/>
                  </a:lnTo>
                  <a:lnTo>
                    <a:pt x="2424" y="4983"/>
                  </a:lnTo>
                  <a:lnTo>
                    <a:pt x="2189" y="4848"/>
                  </a:lnTo>
                  <a:lnTo>
                    <a:pt x="1953" y="4680"/>
                  </a:lnTo>
                  <a:lnTo>
                    <a:pt x="1650" y="4377"/>
                  </a:lnTo>
                  <a:lnTo>
                    <a:pt x="1414" y="4040"/>
                  </a:lnTo>
                  <a:lnTo>
                    <a:pt x="943" y="3299"/>
                  </a:lnTo>
                  <a:lnTo>
                    <a:pt x="943" y="3299"/>
                  </a:lnTo>
                  <a:lnTo>
                    <a:pt x="976" y="3333"/>
                  </a:lnTo>
                  <a:lnTo>
                    <a:pt x="1785" y="3333"/>
                  </a:lnTo>
                  <a:lnTo>
                    <a:pt x="2559" y="3299"/>
                  </a:lnTo>
                  <a:lnTo>
                    <a:pt x="3367" y="3198"/>
                  </a:lnTo>
                  <a:lnTo>
                    <a:pt x="4141" y="3131"/>
                  </a:lnTo>
                  <a:close/>
                  <a:moveTo>
                    <a:pt x="1583" y="0"/>
                  </a:moveTo>
                  <a:lnTo>
                    <a:pt x="1313" y="101"/>
                  </a:lnTo>
                  <a:lnTo>
                    <a:pt x="1010" y="236"/>
                  </a:lnTo>
                  <a:lnTo>
                    <a:pt x="774" y="404"/>
                  </a:lnTo>
                  <a:lnTo>
                    <a:pt x="572" y="539"/>
                  </a:lnTo>
                  <a:lnTo>
                    <a:pt x="370" y="707"/>
                  </a:lnTo>
                  <a:lnTo>
                    <a:pt x="202" y="909"/>
                  </a:lnTo>
                  <a:lnTo>
                    <a:pt x="101" y="1111"/>
                  </a:lnTo>
                  <a:lnTo>
                    <a:pt x="0" y="1347"/>
                  </a:lnTo>
                  <a:lnTo>
                    <a:pt x="0" y="1582"/>
                  </a:lnTo>
                  <a:lnTo>
                    <a:pt x="0" y="1818"/>
                  </a:lnTo>
                  <a:lnTo>
                    <a:pt x="34" y="2054"/>
                  </a:lnTo>
                  <a:lnTo>
                    <a:pt x="135" y="2323"/>
                  </a:lnTo>
                  <a:lnTo>
                    <a:pt x="370" y="2828"/>
                  </a:lnTo>
                  <a:lnTo>
                    <a:pt x="673" y="3367"/>
                  </a:lnTo>
                  <a:lnTo>
                    <a:pt x="976" y="3838"/>
                  </a:lnTo>
                  <a:lnTo>
                    <a:pt x="1313" y="4310"/>
                  </a:lnTo>
                  <a:lnTo>
                    <a:pt x="1616" y="4714"/>
                  </a:lnTo>
                  <a:lnTo>
                    <a:pt x="1818" y="4882"/>
                  </a:lnTo>
                  <a:lnTo>
                    <a:pt x="2020" y="5017"/>
                  </a:lnTo>
                  <a:lnTo>
                    <a:pt x="2222" y="5151"/>
                  </a:lnTo>
                  <a:lnTo>
                    <a:pt x="2424" y="5286"/>
                  </a:lnTo>
                  <a:lnTo>
                    <a:pt x="2660" y="5353"/>
                  </a:lnTo>
                  <a:lnTo>
                    <a:pt x="2929" y="5421"/>
                  </a:lnTo>
                  <a:lnTo>
                    <a:pt x="3300" y="5454"/>
                  </a:lnTo>
                  <a:lnTo>
                    <a:pt x="3670" y="5454"/>
                  </a:lnTo>
                  <a:lnTo>
                    <a:pt x="4040" y="5421"/>
                  </a:lnTo>
                  <a:lnTo>
                    <a:pt x="4444" y="5387"/>
                  </a:lnTo>
                  <a:lnTo>
                    <a:pt x="5185" y="5286"/>
                  </a:lnTo>
                  <a:lnTo>
                    <a:pt x="5926" y="5118"/>
                  </a:lnTo>
                  <a:lnTo>
                    <a:pt x="6229" y="5050"/>
                  </a:lnTo>
                  <a:lnTo>
                    <a:pt x="6498" y="4949"/>
                  </a:lnTo>
                  <a:lnTo>
                    <a:pt x="6767" y="4848"/>
                  </a:lnTo>
                  <a:lnTo>
                    <a:pt x="7003" y="4714"/>
                  </a:lnTo>
                  <a:lnTo>
                    <a:pt x="7205" y="4579"/>
                  </a:lnTo>
                  <a:lnTo>
                    <a:pt x="7407" y="4377"/>
                  </a:lnTo>
                  <a:lnTo>
                    <a:pt x="7609" y="4175"/>
                  </a:lnTo>
                  <a:lnTo>
                    <a:pt x="7744" y="3905"/>
                  </a:lnTo>
                  <a:lnTo>
                    <a:pt x="7878" y="3636"/>
                  </a:lnTo>
                  <a:lnTo>
                    <a:pt x="7946" y="3367"/>
                  </a:lnTo>
                  <a:lnTo>
                    <a:pt x="7946" y="3064"/>
                  </a:lnTo>
                  <a:lnTo>
                    <a:pt x="7946" y="2794"/>
                  </a:lnTo>
                  <a:lnTo>
                    <a:pt x="7946" y="2525"/>
                  </a:lnTo>
                  <a:lnTo>
                    <a:pt x="7878" y="2222"/>
                  </a:lnTo>
                  <a:lnTo>
                    <a:pt x="7777" y="1683"/>
                  </a:lnTo>
                  <a:lnTo>
                    <a:pt x="7542" y="842"/>
                  </a:lnTo>
                  <a:lnTo>
                    <a:pt x="7272" y="0"/>
                  </a:lnTo>
                  <a:lnTo>
                    <a:pt x="6936" y="0"/>
                  </a:lnTo>
                  <a:lnTo>
                    <a:pt x="7104" y="404"/>
                  </a:lnTo>
                  <a:lnTo>
                    <a:pt x="7239" y="875"/>
                  </a:lnTo>
                  <a:lnTo>
                    <a:pt x="7306" y="1145"/>
                  </a:lnTo>
                  <a:lnTo>
                    <a:pt x="6498" y="1380"/>
                  </a:lnTo>
                  <a:lnTo>
                    <a:pt x="5623" y="1616"/>
                  </a:lnTo>
                  <a:lnTo>
                    <a:pt x="3939" y="2020"/>
                  </a:lnTo>
                  <a:lnTo>
                    <a:pt x="3131" y="2188"/>
                  </a:lnTo>
                  <a:lnTo>
                    <a:pt x="2256" y="2323"/>
                  </a:lnTo>
                  <a:lnTo>
                    <a:pt x="1852" y="2424"/>
                  </a:lnTo>
                  <a:lnTo>
                    <a:pt x="1448" y="2559"/>
                  </a:lnTo>
                  <a:lnTo>
                    <a:pt x="1044" y="2693"/>
                  </a:lnTo>
                  <a:lnTo>
                    <a:pt x="707" y="2895"/>
                  </a:lnTo>
                  <a:lnTo>
                    <a:pt x="505" y="2592"/>
                  </a:lnTo>
                  <a:lnTo>
                    <a:pt x="370" y="2289"/>
                  </a:lnTo>
                  <a:lnTo>
                    <a:pt x="269" y="1986"/>
                  </a:lnTo>
                  <a:lnTo>
                    <a:pt x="202" y="1650"/>
                  </a:lnTo>
                  <a:lnTo>
                    <a:pt x="370" y="1683"/>
                  </a:lnTo>
                  <a:lnTo>
                    <a:pt x="741" y="1683"/>
                  </a:lnTo>
                  <a:lnTo>
                    <a:pt x="909" y="1616"/>
                  </a:lnTo>
                  <a:lnTo>
                    <a:pt x="1280" y="1481"/>
                  </a:lnTo>
                  <a:lnTo>
                    <a:pt x="1583" y="1347"/>
                  </a:lnTo>
                  <a:lnTo>
                    <a:pt x="3805" y="606"/>
                  </a:lnTo>
                  <a:lnTo>
                    <a:pt x="4512" y="303"/>
                  </a:lnTo>
                  <a:lnTo>
                    <a:pt x="5252" y="0"/>
                  </a:lnTo>
                  <a:lnTo>
                    <a:pt x="4579" y="0"/>
                  </a:lnTo>
                  <a:lnTo>
                    <a:pt x="4040" y="236"/>
                  </a:lnTo>
                  <a:lnTo>
                    <a:pt x="3502" y="438"/>
                  </a:lnTo>
                  <a:lnTo>
                    <a:pt x="202" y="1582"/>
                  </a:lnTo>
                  <a:lnTo>
                    <a:pt x="236" y="1347"/>
                  </a:lnTo>
                  <a:lnTo>
                    <a:pt x="269" y="1212"/>
                  </a:lnTo>
                  <a:lnTo>
                    <a:pt x="337" y="1077"/>
                  </a:lnTo>
                  <a:lnTo>
                    <a:pt x="505" y="842"/>
                  </a:lnTo>
                  <a:lnTo>
                    <a:pt x="774" y="640"/>
                  </a:lnTo>
                  <a:lnTo>
                    <a:pt x="1078" y="471"/>
                  </a:lnTo>
                  <a:lnTo>
                    <a:pt x="1414" y="303"/>
                  </a:lnTo>
                  <a:lnTo>
                    <a:pt x="1717" y="202"/>
                  </a:lnTo>
                  <a:lnTo>
                    <a:pt x="2054" y="101"/>
                  </a:lnTo>
                  <a:lnTo>
                    <a:pt x="2323" y="67"/>
                  </a:lnTo>
                  <a:lnTo>
                    <a:pt x="2357" y="67"/>
                  </a:lnTo>
                  <a:lnTo>
                    <a:pt x="239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4" name="Google Shape;1562;p10">
              <a:extLst>
                <a:ext uri="{FF2B5EF4-FFF2-40B4-BE49-F238E27FC236}">
                  <a16:creationId xmlns:a16="http://schemas.microsoft.com/office/drawing/2014/main" id="{8FE61D9C-17FF-469D-A3EC-AD1CB6413A0D}"/>
                </a:ext>
              </a:extLst>
            </p:cNvPr>
            <p:cNvSpPr/>
            <p:nvPr/>
          </p:nvSpPr>
          <p:spPr>
            <a:xfrm>
              <a:off x="1661887" y="155793"/>
              <a:ext cx="390417" cy="172568"/>
            </a:xfrm>
            <a:custGeom>
              <a:avLst/>
              <a:gdLst/>
              <a:ahLst/>
              <a:cxnLst/>
              <a:rect l="l" t="t" r="r" b="b"/>
              <a:pathLst>
                <a:path w="7846" h="3468" extrusionOk="0">
                  <a:moveTo>
                    <a:pt x="135" y="707"/>
                  </a:moveTo>
                  <a:lnTo>
                    <a:pt x="304" y="774"/>
                  </a:lnTo>
                  <a:lnTo>
                    <a:pt x="1583" y="774"/>
                  </a:lnTo>
                  <a:lnTo>
                    <a:pt x="1549" y="1179"/>
                  </a:lnTo>
                  <a:lnTo>
                    <a:pt x="1516" y="1549"/>
                  </a:lnTo>
                  <a:lnTo>
                    <a:pt x="1549" y="1953"/>
                  </a:lnTo>
                  <a:lnTo>
                    <a:pt x="506" y="1953"/>
                  </a:lnTo>
                  <a:lnTo>
                    <a:pt x="371" y="1987"/>
                  </a:lnTo>
                  <a:lnTo>
                    <a:pt x="203" y="2054"/>
                  </a:lnTo>
                  <a:lnTo>
                    <a:pt x="203" y="1717"/>
                  </a:lnTo>
                  <a:lnTo>
                    <a:pt x="203" y="1347"/>
                  </a:lnTo>
                  <a:lnTo>
                    <a:pt x="203" y="1010"/>
                  </a:lnTo>
                  <a:lnTo>
                    <a:pt x="203" y="875"/>
                  </a:lnTo>
                  <a:lnTo>
                    <a:pt x="135" y="707"/>
                  </a:lnTo>
                  <a:close/>
                  <a:moveTo>
                    <a:pt x="2189" y="236"/>
                  </a:moveTo>
                  <a:lnTo>
                    <a:pt x="2862" y="303"/>
                  </a:lnTo>
                  <a:lnTo>
                    <a:pt x="3536" y="303"/>
                  </a:lnTo>
                  <a:lnTo>
                    <a:pt x="4883" y="269"/>
                  </a:lnTo>
                  <a:lnTo>
                    <a:pt x="5556" y="303"/>
                  </a:lnTo>
                  <a:lnTo>
                    <a:pt x="6229" y="337"/>
                  </a:lnTo>
                  <a:lnTo>
                    <a:pt x="6903" y="370"/>
                  </a:lnTo>
                  <a:lnTo>
                    <a:pt x="7610" y="404"/>
                  </a:lnTo>
                  <a:lnTo>
                    <a:pt x="7542" y="707"/>
                  </a:lnTo>
                  <a:lnTo>
                    <a:pt x="7509" y="1044"/>
                  </a:lnTo>
                  <a:lnTo>
                    <a:pt x="7542" y="1684"/>
                  </a:lnTo>
                  <a:lnTo>
                    <a:pt x="7542" y="3098"/>
                  </a:lnTo>
                  <a:lnTo>
                    <a:pt x="6229" y="3030"/>
                  </a:lnTo>
                  <a:lnTo>
                    <a:pt x="4883" y="2963"/>
                  </a:lnTo>
                  <a:lnTo>
                    <a:pt x="3671" y="2862"/>
                  </a:lnTo>
                  <a:lnTo>
                    <a:pt x="3064" y="2828"/>
                  </a:lnTo>
                  <a:lnTo>
                    <a:pt x="2458" y="2862"/>
                  </a:lnTo>
                  <a:lnTo>
                    <a:pt x="2458" y="2828"/>
                  </a:lnTo>
                  <a:lnTo>
                    <a:pt x="2391" y="2795"/>
                  </a:lnTo>
                  <a:lnTo>
                    <a:pt x="2189" y="2694"/>
                  </a:lnTo>
                  <a:lnTo>
                    <a:pt x="2021" y="2626"/>
                  </a:lnTo>
                  <a:lnTo>
                    <a:pt x="1953" y="2559"/>
                  </a:lnTo>
                  <a:lnTo>
                    <a:pt x="1886" y="2492"/>
                  </a:lnTo>
                  <a:lnTo>
                    <a:pt x="1785" y="2256"/>
                  </a:lnTo>
                  <a:lnTo>
                    <a:pt x="1751" y="2088"/>
                  </a:lnTo>
                  <a:lnTo>
                    <a:pt x="1751" y="1886"/>
                  </a:lnTo>
                  <a:lnTo>
                    <a:pt x="1785" y="1549"/>
                  </a:lnTo>
                  <a:lnTo>
                    <a:pt x="1785" y="1179"/>
                  </a:lnTo>
                  <a:lnTo>
                    <a:pt x="1785" y="774"/>
                  </a:lnTo>
                  <a:lnTo>
                    <a:pt x="1852" y="606"/>
                  </a:lnTo>
                  <a:lnTo>
                    <a:pt x="1920" y="438"/>
                  </a:lnTo>
                  <a:lnTo>
                    <a:pt x="2021" y="337"/>
                  </a:lnTo>
                  <a:lnTo>
                    <a:pt x="2189" y="236"/>
                  </a:lnTo>
                  <a:close/>
                  <a:moveTo>
                    <a:pt x="3603" y="0"/>
                  </a:moveTo>
                  <a:lnTo>
                    <a:pt x="2930" y="34"/>
                  </a:lnTo>
                  <a:lnTo>
                    <a:pt x="2290" y="101"/>
                  </a:lnTo>
                  <a:lnTo>
                    <a:pt x="2256" y="67"/>
                  </a:lnTo>
                  <a:lnTo>
                    <a:pt x="1987" y="67"/>
                  </a:lnTo>
                  <a:lnTo>
                    <a:pt x="1886" y="135"/>
                  </a:lnTo>
                  <a:lnTo>
                    <a:pt x="1819" y="168"/>
                  </a:lnTo>
                  <a:lnTo>
                    <a:pt x="1751" y="269"/>
                  </a:lnTo>
                  <a:lnTo>
                    <a:pt x="1684" y="370"/>
                  </a:lnTo>
                  <a:lnTo>
                    <a:pt x="1617" y="606"/>
                  </a:lnTo>
                  <a:lnTo>
                    <a:pt x="1213" y="572"/>
                  </a:lnTo>
                  <a:lnTo>
                    <a:pt x="438" y="572"/>
                  </a:lnTo>
                  <a:lnTo>
                    <a:pt x="270" y="606"/>
                  </a:lnTo>
                  <a:lnTo>
                    <a:pt x="102" y="673"/>
                  </a:lnTo>
                  <a:lnTo>
                    <a:pt x="68" y="673"/>
                  </a:lnTo>
                  <a:lnTo>
                    <a:pt x="102" y="707"/>
                  </a:lnTo>
                  <a:lnTo>
                    <a:pt x="68" y="842"/>
                  </a:lnTo>
                  <a:lnTo>
                    <a:pt x="34" y="1010"/>
                  </a:lnTo>
                  <a:lnTo>
                    <a:pt x="34" y="1347"/>
                  </a:lnTo>
                  <a:lnTo>
                    <a:pt x="1" y="1751"/>
                  </a:lnTo>
                  <a:lnTo>
                    <a:pt x="34" y="1919"/>
                  </a:lnTo>
                  <a:lnTo>
                    <a:pt x="68" y="2121"/>
                  </a:lnTo>
                  <a:lnTo>
                    <a:pt x="102" y="2155"/>
                  </a:lnTo>
                  <a:lnTo>
                    <a:pt x="68" y="2189"/>
                  </a:lnTo>
                  <a:lnTo>
                    <a:pt x="405" y="2189"/>
                  </a:lnTo>
                  <a:lnTo>
                    <a:pt x="741" y="2155"/>
                  </a:lnTo>
                  <a:lnTo>
                    <a:pt x="1145" y="2189"/>
                  </a:lnTo>
                  <a:lnTo>
                    <a:pt x="1549" y="2155"/>
                  </a:lnTo>
                  <a:lnTo>
                    <a:pt x="1617" y="2492"/>
                  </a:lnTo>
                  <a:lnTo>
                    <a:pt x="1684" y="2626"/>
                  </a:lnTo>
                  <a:lnTo>
                    <a:pt x="1751" y="2761"/>
                  </a:lnTo>
                  <a:lnTo>
                    <a:pt x="1852" y="2862"/>
                  </a:lnTo>
                  <a:lnTo>
                    <a:pt x="1953" y="2963"/>
                  </a:lnTo>
                  <a:lnTo>
                    <a:pt x="2088" y="2997"/>
                  </a:lnTo>
                  <a:lnTo>
                    <a:pt x="2290" y="2997"/>
                  </a:lnTo>
                  <a:lnTo>
                    <a:pt x="2930" y="3064"/>
                  </a:lnTo>
                  <a:lnTo>
                    <a:pt x="3603" y="3131"/>
                  </a:lnTo>
                  <a:lnTo>
                    <a:pt x="4883" y="3165"/>
                  </a:lnTo>
                  <a:lnTo>
                    <a:pt x="6196" y="3266"/>
                  </a:lnTo>
                  <a:lnTo>
                    <a:pt x="7542" y="3333"/>
                  </a:lnTo>
                  <a:lnTo>
                    <a:pt x="7542" y="3367"/>
                  </a:lnTo>
                  <a:lnTo>
                    <a:pt x="7576" y="3434"/>
                  </a:lnTo>
                  <a:lnTo>
                    <a:pt x="7677" y="3468"/>
                  </a:lnTo>
                  <a:lnTo>
                    <a:pt x="7778" y="3434"/>
                  </a:lnTo>
                  <a:lnTo>
                    <a:pt x="7812" y="3367"/>
                  </a:lnTo>
                  <a:lnTo>
                    <a:pt x="7812" y="3333"/>
                  </a:lnTo>
                  <a:lnTo>
                    <a:pt x="7812" y="2559"/>
                  </a:lnTo>
                  <a:lnTo>
                    <a:pt x="7812" y="1818"/>
                  </a:lnTo>
                  <a:lnTo>
                    <a:pt x="7845" y="1078"/>
                  </a:lnTo>
                  <a:lnTo>
                    <a:pt x="7812" y="707"/>
                  </a:lnTo>
                  <a:lnTo>
                    <a:pt x="7778" y="337"/>
                  </a:lnTo>
                  <a:lnTo>
                    <a:pt x="7744" y="303"/>
                  </a:lnTo>
                  <a:lnTo>
                    <a:pt x="7778" y="269"/>
                  </a:lnTo>
                  <a:lnTo>
                    <a:pt x="7744" y="202"/>
                  </a:lnTo>
                  <a:lnTo>
                    <a:pt x="7711" y="168"/>
                  </a:lnTo>
                  <a:lnTo>
                    <a:pt x="7643" y="135"/>
                  </a:lnTo>
                  <a:lnTo>
                    <a:pt x="6970" y="135"/>
                  </a:lnTo>
                  <a:lnTo>
                    <a:pt x="6297" y="101"/>
                  </a:lnTo>
                  <a:lnTo>
                    <a:pt x="4950" y="34"/>
                  </a:lnTo>
                  <a:lnTo>
                    <a:pt x="4277" y="34"/>
                  </a:lnTo>
                  <a:lnTo>
                    <a:pt x="360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5" name="Google Shape;1563;p10">
              <a:extLst>
                <a:ext uri="{FF2B5EF4-FFF2-40B4-BE49-F238E27FC236}">
                  <a16:creationId xmlns:a16="http://schemas.microsoft.com/office/drawing/2014/main" id="{C8DD4A05-B3F0-462D-B40C-457F29DC418D}"/>
                </a:ext>
              </a:extLst>
            </p:cNvPr>
            <p:cNvSpPr/>
            <p:nvPr/>
          </p:nvSpPr>
          <p:spPr>
            <a:xfrm>
              <a:off x="1698759" y="204358"/>
              <a:ext cx="28512" cy="13435"/>
            </a:xfrm>
            <a:custGeom>
              <a:avLst/>
              <a:gdLst/>
              <a:ahLst/>
              <a:cxnLst/>
              <a:rect l="l" t="t" r="r" b="b"/>
              <a:pathLst>
                <a:path w="573" h="270" extrusionOk="0">
                  <a:moveTo>
                    <a:pt x="169" y="1"/>
                  </a:moveTo>
                  <a:lnTo>
                    <a:pt x="34" y="34"/>
                  </a:lnTo>
                  <a:lnTo>
                    <a:pt x="0" y="68"/>
                  </a:lnTo>
                  <a:lnTo>
                    <a:pt x="0" y="135"/>
                  </a:lnTo>
                  <a:lnTo>
                    <a:pt x="0" y="169"/>
                  </a:lnTo>
                  <a:lnTo>
                    <a:pt x="34" y="203"/>
                  </a:lnTo>
                  <a:lnTo>
                    <a:pt x="135" y="236"/>
                  </a:lnTo>
                  <a:lnTo>
                    <a:pt x="236" y="236"/>
                  </a:lnTo>
                  <a:lnTo>
                    <a:pt x="438" y="270"/>
                  </a:lnTo>
                  <a:lnTo>
                    <a:pt x="505" y="270"/>
                  </a:lnTo>
                  <a:lnTo>
                    <a:pt x="539" y="236"/>
                  </a:lnTo>
                  <a:lnTo>
                    <a:pt x="573" y="169"/>
                  </a:lnTo>
                  <a:lnTo>
                    <a:pt x="539" y="68"/>
                  </a:lnTo>
                  <a:lnTo>
                    <a:pt x="505" y="34"/>
                  </a:lnTo>
                  <a:lnTo>
                    <a:pt x="47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6" name="Google Shape;1564;p10">
              <a:extLst>
                <a:ext uri="{FF2B5EF4-FFF2-40B4-BE49-F238E27FC236}">
                  <a16:creationId xmlns:a16="http://schemas.microsoft.com/office/drawing/2014/main" id="{1292CFBC-355F-46B0-8B21-3D76A12510C3}"/>
                </a:ext>
              </a:extLst>
            </p:cNvPr>
            <p:cNvSpPr/>
            <p:nvPr/>
          </p:nvSpPr>
          <p:spPr>
            <a:xfrm>
              <a:off x="1978510" y="202666"/>
              <a:ext cx="15127" cy="77128"/>
            </a:xfrm>
            <a:custGeom>
              <a:avLst/>
              <a:gdLst/>
              <a:ahLst/>
              <a:cxnLst/>
              <a:rect l="l" t="t" r="r" b="b"/>
              <a:pathLst>
                <a:path w="304" h="1550" extrusionOk="0">
                  <a:moveTo>
                    <a:pt x="237" y="1"/>
                  </a:moveTo>
                  <a:lnTo>
                    <a:pt x="136" y="136"/>
                  </a:lnTo>
                  <a:lnTo>
                    <a:pt x="68" y="304"/>
                  </a:lnTo>
                  <a:lnTo>
                    <a:pt x="35" y="641"/>
                  </a:lnTo>
                  <a:lnTo>
                    <a:pt x="1" y="1045"/>
                  </a:lnTo>
                  <a:lnTo>
                    <a:pt x="68" y="1449"/>
                  </a:lnTo>
                  <a:lnTo>
                    <a:pt x="68" y="1516"/>
                  </a:lnTo>
                  <a:lnTo>
                    <a:pt x="102" y="1516"/>
                  </a:lnTo>
                  <a:lnTo>
                    <a:pt x="203" y="1550"/>
                  </a:lnTo>
                  <a:lnTo>
                    <a:pt x="304" y="1482"/>
                  </a:lnTo>
                  <a:lnTo>
                    <a:pt x="304" y="1449"/>
                  </a:lnTo>
                  <a:lnTo>
                    <a:pt x="304" y="1381"/>
                  </a:lnTo>
                  <a:lnTo>
                    <a:pt x="270" y="1011"/>
                  </a:lnTo>
                  <a:lnTo>
                    <a:pt x="270" y="641"/>
                  </a:lnTo>
                  <a:lnTo>
                    <a:pt x="304" y="338"/>
                  </a:lnTo>
                  <a:lnTo>
                    <a:pt x="304" y="169"/>
                  </a:lnTo>
                  <a:lnTo>
                    <a:pt x="304" y="35"/>
                  </a:lnTo>
                  <a:lnTo>
                    <a:pt x="27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7" name="Google Shape;1565;p10">
              <a:extLst>
                <a:ext uri="{FF2B5EF4-FFF2-40B4-BE49-F238E27FC236}">
                  <a16:creationId xmlns:a16="http://schemas.microsoft.com/office/drawing/2014/main" id="{3036050A-ECBD-4FA8-8C1D-C4B3A222A0D2}"/>
                </a:ext>
              </a:extLst>
            </p:cNvPr>
            <p:cNvSpPr/>
            <p:nvPr/>
          </p:nvSpPr>
          <p:spPr>
            <a:xfrm>
              <a:off x="1956765" y="217744"/>
              <a:ext cx="11743" cy="41948"/>
            </a:xfrm>
            <a:custGeom>
              <a:avLst/>
              <a:gdLst/>
              <a:ahLst/>
              <a:cxnLst/>
              <a:rect l="l" t="t" r="r" b="b"/>
              <a:pathLst>
                <a:path w="236" h="843" extrusionOk="0">
                  <a:moveTo>
                    <a:pt x="135" y="1"/>
                  </a:moveTo>
                  <a:lnTo>
                    <a:pt x="68" y="68"/>
                  </a:lnTo>
                  <a:lnTo>
                    <a:pt x="34" y="169"/>
                  </a:lnTo>
                  <a:lnTo>
                    <a:pt x="0" y="338"/>
                  </a:lnTo>
                  <a:lnTo>
                    <a:pt x="0" y="742"/>
                  </a:lnTo>
                  <a:lnTo>
                    <a:pt x="34" y="775"/>
                  </a:lnTo>
                  <a:lnTo>
                    <a:pt x="68" y="809"/>
                  </a:lnTo>
                  <a:lnTo>
                    <a:pt x="135" y="843"/>
                  </a:lnTo>
                  <a:lnTo>
                    <a:pt x="202" y="809"/>
                  </a:lnTo>
                  <a:lnTo>
                    <a:pt x="236" y="775"/>
                  </a:lnTo>
                  <a:lnTo>
                    <a:pt x="236" y="742"/>
                  </a:lnTo>
                  <a:lnTo>
                    <a:pt x="202" y="405"/>
                  </a:lnTo>
                  <a:lnTo>
                    <a:pt x="236" y="237"/>
                  </a:lnTo>
                  <a:lnTo>
                    <a:pt x="236" y="68"/>
                  </a:lnTo>
                  <a:lnTo>
                    <a:pt x="20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8" name="Google Shape;1566;p10">
              <a:extLst>
                <a:ext uri="{FF2B5EF4-FFF2-40B4-BE49-F238E27FC236}">
                  <a16:creationId xmlns:a16="http://schemas.microsoft.com/office/drawing/2014/main" id="{E29FEA6F-D4B9-4845-A5C9-F503460B91AA}"/>
                </a:ext>
              </a:extLst>
            </p:cNvPr>
            <p:cNvSpPr/>
            <p:nvPr/>
          </p:nvSpPr>
          <p:spPr>
            <a:xfrm>
              <a:off x="1485985" y="92100"/>
              <a:ext cx="174309" cy="150823"/>
            </a:xfrm>
            <a:custGeom>
              <a:avLst/>
              <a:gdLst/>
              <a:ahLst/>
              <a:cxnLst/>
              <a:rect l="l" t="t" r="r" b="b"/>
              <a:pathLst>
                <a:path w="3503" h="3031" extrusionOk="0">
                  <a:moveTo>
                    <a:pt x="1516" y="169"/>
                  </a:moveTo>
                  <a:lnTo>
                    <a:pt x="1886" y="304"/>
                  </a:lnTo>
                  <a:lnTo>
                    <a:pt x="2256" y="472"/>
                  </a:lnTo>
                  <a:lnTo>
                    <a:pt x="2627" y="708"/>
                  </a:lnTo>
                  <a:lnTo>
                    <a:pt x="2930" y="977"/>
                  </a:lnTo>
                  <a:lnTo>
                    <a:pt x="2829" y="1011"/>
                  </a:lnTo>
                  <a:lnTo>
                    <a:pt x="2728" y="1044"/>
                  </a:lnTo>
                  <a:lnTo>
                    <a:pt x="2559" y="1145"/>
                  </a:lnTo>
                  <a:lnTo>
                    <a:pt x="2391" y="1314"/>
                  </a:lnTo>
                  <a:lnTo>
                    <a:pt x="2256" y="1482"/>
                  </a:lnTo>
                  <a:lnTo>
                    <a:pt x="2021" y="1819"/>
                  </a:lnTo>
                  <a:lnTo>
                    <a:pt x="1819" y="2155"/>
                  </a:lnTo>
                  <a:lnTo>
                    <a:pt x="1751" y="2358"/>
                  </a:lnTo>
                  <a:lnTo>
                    <a:pt x="1684" y="2560"/>
                  </a:lnTo>
                  <a:lnTo>
                    <a:pt x="1650" y="2526"/>
                  </a:lnTo>
                  <a:lnTo>
                    <a:pt x="1314" y="2324"/>
                  </a:lnTo>
                  <a:lnTo>
                    <a:pt x="1011" y="2088"/>
                  </a:lnTo>
                  <a:lnTo>
                    <a:pt x="809" y="1852"/>
                  </a:lnTo>
                  <a:lnTo>
                    <a:pt x="573" y="1617"/>
                  </a:lnTo>
                  <a:lnTo>
                    <a:pt x="135" y="1213"/>
                  </a:lnTo>
                  <a:lnTo>
                    <a:pt x="169" y="1179"/>
                  </a:lnTo>
                  <a:lnTo>
                    <a:pt x="304" y="1011"/>
                  </a:lnTo>
                  <a:lnTo>
                    <a:pt x="438" y="876"/>
                  </a:lnTo>
                  <a:lnTo>
                    <a:pt x="775" y="640"/>
                  </a:lnTo>
                  <a:lnTo>
                    <a:pt x="1112" y="405"/>
                  </a:lnTo>
                  <a:lnTo>
                    <a:pt x="1280" y="304"/>
                  </a:lnTo>
                  <a:lnTo>
                    <a:pt x="1482" y="203"/>
                  </a:lnTo>
                  <a:lnTo>
                    <a:pt x="1516" y="169"/>
                  </a:lnTo>
                  <a:close/>
                  <a:moveTo>
                    <a:pt x="3064" y="1044"/>
                  </a:moveTo>
                  <a:lnTo>
                    <a:pt x="3266" y="1246"/>
                  </a:lnTo>
                  <a:lnTo>
                    <a:pt x="3165" y="1482"/>
                  </a:lnTo>
                  <a:lnTo>
                    <a:pt x="3031" y="1718"/>
                  </a:lnTo>
                  <a:lnTo>
                    <a:pt x="2694" y="2122"/>
                  </a:lnTo>
                  <a:lnTo>
                    <a:pt x="2324" y="2492"/>
                  </a:lnTo>
                  <a:lnTo>
                    <a:pt x="2155" y="2661"/>
                  </a:lnTo>
                  <a:lnTo>
                    <a:pt x="1953" y="2728"/>
                  </a:lnTo>
                  <a:lnTo>
                    <a:pt x="1987" y="2492"/>
                  </a:lnTo>
                  <a:lnTo>
                    <a:pt x="2054" y="2324"/>
                  </a:lnTo>
                  <a:lnTo>
                    <a:pt x="2122" y="2155"/>
                  </a:lnTo>
                  <a:lnTo>
                    <a:pt x="2324" y="1852"/>
                  </a:lnTo>
                  <a:lnTo>
                    <a:pt x="2458" y="1650"/>
                  </a:lnTo>
                  <a:lnTo>
                    <a:pt x="2627" y="1415"/>
                  </a:lnTo>
                  <a:lnTo>
                    <a:pt x="2795" y="1213"/>
                  </a:lnTo>
                  <a:lnTo>
                    <a:pt x="3031" y="1078"/>
                  </a:lnTo>
                  <a:lnTo>
                    <a:pt x="3031" y="1044"/>
                  </a:lnTo>
                  <a:close/>
                  <a:moveTo>
                    <a:pt x="1415" y="1"/>
                  </a:moveTo>
                  <a:lnTo>
                    <a:pt x="1179" y="102"/>
                  </a:lnTo>
                  <a:lnTo>
                    <a:pt x="977" y="203"/>
                  </a:lnTo>
                  <a:lnTo>
                    <a:pt x="573" y="506"/>
                  </a:lnTo>
                  <a:lnTo>
                    <a:pt x="405" y="640"/>
                  </a:lnTo>
                  <a:lnTo>
                    <a:pt x="236" y="775"/>
                  </a:lnTo>
                  <a:lnTo>
                    <a:pt x="68" y="943"/>
                  </a:lnTo>
                  <a:lnTo>
                    <a:pt x="34" y="1044"/>
                  </a:lnTo>
                  <a:lnTo>
                    <a:pt x="34" y="1145"/>
                  </a:lnTo>
                  <a:lnTo>
                    <a:pt x="34" y="1179"/>
                  </a:lnTo>
                  <a:lnTo>
                    <a:pt x="1" y="1246"/>
                  </a:lnTo>
                  <a:lnTo>
                    <a:pt x="1" y="1314"/>
                  </a:lnTo>
                  <a:lnTo>
                    <a:pt x="68" y="1415"/>
                  </a:lnTo>
                  <a:lnTo>
                    <a:pt x="169" y="1583"/>
                  </a:lnTo>
                  <a:lnTo>
                    <a:pt x="337" y="1751"/>
                  </a:lnTo>
                  <a:lnTo>
                    <a:pt x="607" y="2054"/>
                  </a:lnTo>
                  <a:lnTo>
                    <a:pt x="842" y="2290"/>
                  </a:lnTo>
                  <a:lnTo>
                    <a:pt x="1112" y="2492"/>
                  </a:lnTo>
                  <a:lnTo>
                    <a:pt x="1381" y="2661"/>
                  </a:lnTo>
                  <a:lnTo>
                    <a:pt x="1617" y="2829"/>
                  </a:lnTo>
                  <a:lnTo>
                    <a:pt x="1617" y="2863"/>
                  </a:lnTo>
                  <a:lnTo>
                    <a:pt x="1617" y="2896"/>
                  </a:lnTo>
                  <a:lnTo>
                    <a:pt x="1617" y="2930"/>
                  </a:lnTo>
                  <a:lnTo>
                    <a:pt x="1684" y="2997"/>
                  </a:lnTo>
                  <a:lnTo>
                    <a:pt x="1785" y="3031"/>
                  </a:lnTo>
                  <a:lnTo>
                    <a:pt x="1852" y="2964"/>
                  </a:lnTo>
                  <a:lnTo>
                    <a:pt x="2088" y="2964"/>
                  </a:lnTo>
                  <a:lnTo>
                    <a:pt x="2223" y="2896"/>
                  </a:lnTo>
                  <a:lnTo>
                    <a:pt x="2324" y="2829"/>
                  </a:lnTo>
                  <a:lnTo>
                    <a:pt x="2593" y="2593"/>
                  </a:lnTo>
                  <a:lnTo>
                    <a:pt x="2829" y="2290"/>
                  </a:lnTo>
                  <a:lnTo>
                    <a:pt x="3064" y="1987"/>
                  </a:lnTo>
                  <a:lnTo>
                    <a:pt x="3266" y="1650"/>
                  </a:lnTo>
                  <a:lnTo>
                    <a:pt x="3401" y="1415"/>
                  </a:lnTo>
                  <a:lnTo>
                    <a:pt x="3502" y="1246"/>
                  </a:lnTo>
                  <a:lnTo>
                    <a:pt x="3468" y="1179"/>
                  </a:lnTo>
                  <a:lnTo>
                    <a:pt x="3435" y="1112"/>
                  </a:lnTo>
                  <a:lnTo>
                    <a:pt x="3334" y="1011"/>
                  </a:lnTo>
                  <a:lnTo>
                    <a:pt x="3233" y="943"/>
                  </a:lnTo>
                  <a:lnTo>
                    <a:pt x="3233" y="876"/>
                  </a:lnTo>
                  <a:lnTo>
                    <a:pt x="3199" y="842"/>
                  </a:lnTo>
                  <a:lnTo>
                    <a:pt x="2829" y="539"/>
                  </a:lnTo>
                  <a:lnTo>
                    <a:pt x="2425" y="270"/>
                  </a:lnTo>
                  <a:lnTo>
                    <a:pt x="2189" y="135"/>
                  </a:lnTo>
                  <a:lnTo>
                    <a:pt x="1953" y="34"/>
                  </a:lnTo>
                  <a:lnTo>
                    <a:pt x="1718"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9" name="Google Shape;1567;p10">
              <a:extLst>
                <a:ext uri="{FF2B5EF4-FFF2-40B4-BE49-F238E27FC236}">
                  <a16:creationId xmlns:a16="http://schemas.microsoft.com/office/drawing/2014/main" id="{4BA46B90-8C23-4A95-AB11-EBF3FB0FF239}"/>
                </a:ext>
              </a:extLst>
            </p:cNvPr>
            <p:cNvSpPr/>
            <p:nvPr/>
          </p:nvSpPr>
          <p:spPr>
            <a:xfrm>
              <a:off x="1697067" y="227795"/>
              <a:ext cx="28562" cy="15127"/>
            </a:xfrm>
            <a:custGeom>
              <a:avLst/>
              <a:gdLst/>
              <a:ahLst/>
              <a:cxnLst/>
              <a:rect l="l" t="t" r="r" b="b"/>
              <a:pathLst>
                <a:path w="574" h="304" extrusionOk="0">
                  <a:moveTo>
                    <a:pt x="405" y="1"/>
                  </a:moveTo>
                  <a:lnTo>
                    <a:pt x="169" y="35"/>
                  </a:lnTo>
                  <a:lnTo>
                    <a:pt x="68" y="102"/>
                  </a:lnTo>
                  <a:lnTo>
                    <a:pt x="34" y="136"/>
                  </a:lnTo>
                  <a:lnTo>
                    <a:pt x="34" y="169"/>
                  </a:lnTo>
                  <a:lnTo>
                    <a:pt x="1" y="203"/>
                  </a:lnTo>
                  <a:lnTo>
                    <a:pt x="68" y="270"/>
                  </a:lnTo>
                  <a:lnTo>
                    <a:pt x="135" y="270"/>
                  </a:lnTo>
                  <a:lnTo>
                    <a:pt x="203" y="304"/>
                  </a:lnTo>
                  <a:lnTo>
                    <a:pt x="438" y="270"/>
                  </a:lnTo>
                  <a:lnTo>
                    <a:pt x="506" y="237"/>
                  </a:lnTo>
                  <a:lnTo>
                    <a:pt x="573" y="203"/>
                  </a:lnTo>
                  <a:lnTo>
                    <a:pt x="573" y="169"/>
                  </a:lnTo>
                  <a:lnTo>
                    <a:pt x="573" y="102"/>
                  </a:lnTo>
                  <a:lnTo>
                    <a:pt x="573" y="68"/>
                  </a:lnTo>
                  <a:lnTo>
                    <a:pt x="539" y="35"/>
                  </a:lnTo>
                  <a:lnTo>
                    <a:pt x="47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80" name="Google Shape;1568;p10">
            <a:extLst>
              <a:ext uri="{FF2B5EF4-FFF2-40B4-BE49-F238E27FC236}">
                <a16:creationId xmlns:a16="http://schemas.microsoft.com/office/drawing/2014/main" id="{59713099-990E-43BB-A8A1-3AEFF646A94B}"/>
              </a:ext>
            </a:extLst>
          </p:cNvPr>
          <p:cNvGrpSpPr/>
          <p:nvPr userDrawn="1"/>
        </p:nvGrpSpPr>
        <p:grpSpPr>
          <a:xfrm>
            <a:off x="7935832" y="1674515"/>
            <a:ext cx="1207974" cy="1445876"/>
            <a:chOff x="5654182" y="1903115"/>
            <a:chExt cx="1207974" cy="1445876"/>
          </a:xfrm>
        </p:grpSpPr>
        <p:sp>
          <p:nvSpPr>
            <p:cNvPr id="281" name="Google Shape;1569;p10">
              <a:extLst>
                <a:ext uri="{FF2B5EF4-FFF2-40B4-BE49-F238E27FC236}">
                  <a16:creationId xmlns:a16="http://schemas.microsoft.com/office/drawing/2014/main" id="{7CDE1B22-9FDD-4D56-AAC0-5F99F370FD57}"/>
                </a:ext>
              </a:extLst>
            </p:cNvPr>
            <p:cNvSpPr/>
            <p:nvPr/>
          </p:nvSpPr>
          <p:spPr>
            <a:xfrm>
              <a:off x="6773284" y="2228147"/>
              <a:ext cx="88871" cy="36922"/>
            </a:xfrm>
            <a:custGeom>
              <a:avLst/>
              <a:gdLst/>
              <a:ahLst/>
              <a:cxnLst/>
              <a:rect l="l" t="t" r="r" b="b"/>
              <a:pathLst>
                <a:path w="1786" h="742" extrusionOk="0">
                  <a:moveTo>
                    <a:pt x="1752" y="1"/>
                  </a:moveTo>
                  <a:lnTo>
                    <a:pt x="1314" y="102"/>
                  </a:lnTo>
                  <a:lnTo>
                    <a:pt x="876" y="236"/>
                  </a:lnTo>
                  <a:lnTo>
                    <a:pt x="439" y="405"/>
                  </a:lnTo>
                  <a:lnTo>
                    <a:pt x="35" y="573"/>
                  </a:lnTo>
                  <a:lnTo>
                    <a:pt x="1" y="607"/>
                  </a:lnTo>
                  <a:lnTo>
                    <a:pt x="1" y="674"/>
                  </a:lnTo>
                  <a:lnTo>
                    <a:pt x="35" y="708"/>
                  </a:lnTo>
                  <a:lnTo>
                    <a:pt x="68" y="741"/>
                  </a:lnTo>
                  <a:lnTo>
                    <a:pt x="371" y="708"/>
                  </a:lnTo>
                  <a:lnTo>
                    <a:pt x="641" y="640"/>
                  </a:lnTo>
                  <a:lnTo>
                    <a:pt x="1213" y="438"/>
                  </a:lnTo>
                  <a:lnTo>
                    <a:pt x="1785" y="270"/>
                  </a:lnTo>
                  <a:lnTo>
                    <a:pt x="178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2" name="Google Shape;1570;p10">
              <a:extLst>
                <a:ext uri="{FF2B5EF4-FFF2-40B4-BE49-F238E27FC236}">
                  <a16:creationId xmlns:a16="http://schemas.microsoft.com/office/drawing/2014/main" id="{DC3FE45E-F3EF-4BD9-9372-2EA9D2F21D23}"/>
                </a:ext>
              </a:extLst>
            </p:cNvPr>
            <p:cNvSpPr/>
            <p:nvPr/>
          </p:nvSpPr>
          <p:spPr>
            <a:xfrm>
              <a:off x="6726410" y="2104195"/>
              <a:ext cx="135745" cy="48616"/>
            </a:xfrm>
            <a:custGeom>
              <a:avLst/>
              <a:gdLst/>
              <a:ahLst/>
              <a:cxnLst/>
              <a:rect l="l" t="t" r="r" b="b"/>
              <a:pathLst>
                <a:path w="2728" h="977" extrusionOk="0">
                  <a:moveTo>
                    <a:pt x="2727" y="0"/>
                  </a:moveTo>
                  <a:lnTo>
                    <a:pt x="2492" y="67"/>
                  </a:lnTo>
                  <a:lnTo>
                    <a:pt x="1886" y="236"/>
                  </a:lnTo>
                  <a:lnTo>
                    <a:pt x="1246" y="438"/>
                  </a:lnTo>
                  <a:lnTo>
                    <a:pt x="34" y="909"/>
                  </a:lnTo>
                  <a:lnTo>
                    <a:pt x="0" y="943"/>
                  </a:lnTo>
                  <a:lnTo>
                    <a:pt x="34" y="976"/>
                  </a:lnTo>
                  <a:lnTo>
                    <a:pt x="371" y="976"/>
                  </a:lnTo>
                  <a:lnTo>
                    <a:pt x="707" y="943"/>
                  </a:lnTo>
                  <a:lnTo>
                    <a:pt x="1044" y="842"/>
                  </a:lnTo>
                  <a:lnTo>
                    <a:pt x="1381" y="741"/>
                  </a:lnTo>
                  <a:lnTo>
                    <a:pt x="2054" y="505"/>
                  </a:lnTo>
                  <a:lnTo>
                    <a:pt x="2391" y="404"/>
                  </a:lnTo>
                  <a:lnTo>
                    <a:pt x="2727" y="303"/>
                  </a:lnTo>
                  <a:lnTo>
                    <a:pt x="2727"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3" name="Google Shape;1571;p10">
              <a:extLst>
                <a:ext uri="{FF2B5EF4-FFF2-40B4-BE49-F238E27FC236}">
                  <a16:creationId xmlns:a16="http://schemas.microsoft.com/office/drawing/2014/main" id="{248E1756-0AA1-4D29-9E6B-FB43B4F27847}"/>
                </a:ext>
              </a:extLst>
            </p:cNvPr>
            <p:cNvSpPr/>
            <p:nvPr/>
          </p:nvSpPr>
          <p:spPr>
            <a:xfrm>
              <a:off x="6746513" y="2144401"/>
              <a:ext cx="115642" cy="43590"/>
            </a:xfrm>
            <a:custGeom>
              <a:avLst/>
              <a:gdLst/>
              <a:ahLst/>
              <a:cxnLst/>
              <a:rect l="l" t="t" r="r" b="b"/>
              <a:pathLst>
                <a:path w="2324" h="876" extrusionOk="0">
                  <a:moveTo>
                    <a:pt x="2323" y="0"/>
                  </a:moveTo>
                  <a:lnTo>
                    <a:pt x="1953" y="135"/>
                  </a:lnTo>
                  <a:lnTo>
                    <a:pt x="1448" y="303"/>
                  </a:lnTo>
                  <a:lnTo>
                    <a:pt x="977" y="471"/>
                  </a:lnTo>
                  <a:lnTo>
                    <a:pt x="472" y="640"/>
                  </a:lnTo>
                  <a:lnTo>
                    <a:pt x="34" y="842"/>
                  </a:lnTo>
                  <a:lnTo>
                    <a:pt x="0" y="875"/>
                  </a:lnTo>
                  <a:lnTo>
                    <a:pt x="303" y="875"/>
                  </a:lnTo>
                  <a:lnTo>
                    <a:pt x="539" y="842"/>
                  </a:lnTo>
                  <a:lnTo>
                    <a:pt x="1044" y="741"/>
                  </a:lnTo>
                  <a:lnTo>
                    <a:pt x="1549" y="606"/>
                  </a:lnTo>
                  <a:lnTo>
                    <a:pt x="2020" y="438"/>
                  </a:lnTo>
                  <a:lnTo>
                    <a:pt x="2323" y="303"/>
                  </a:lnTo>
                  <a:lnTo>
                    <a:pt x="232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4" name="Google Shape;1572;p10">
              <a:extLst>
                <a:ext uri="{FF2B5EF4-FFF2-40B4-BE49-F238E27FC236}">
                  <a16:creationId xmlns:a16="http://schemas.microsoft.com/office/drawing/2014/main" id="{25CB2DA9-ECD7-4E64-8054-C05DE6E54721}"/>
                </a:ext>
              </a:extLst>
            </p:cNvPr>
            <p:cNvSpPr/>
            <p:nvPr/>
          </p:nvSpPr>
          <p:spPr>
            <a:xfrm>
              <a:off x="6793387" y="2305226"/>
              <a:ext cx="68768" cy="31846"/>
            </a:xfrm>
            <a:custGeom>
              <a:avLst/>
              <a:gdLst/>
              <a:ahLst/>
              <a:cxnLst/>
              <a:rect l="l" t="t" r="r" b="b"/>
              <a:pathLst>
                <a:path w="1382" h="640" extrusionOk="0">
                  <a:moveTo>
                    <a:pt x="1381" y="0"/>
                  </a:moveTo>
                  <a:lnTo>
                    <a:pt x="1045" y="101"/>
                  </a:lnTo>
                  <a:lnTo>
                    <a:pt x="775" y="169"/>
                  </a:lnTo>
                  <a:lnTo>
                    <a:pt x="439" y="236"/>
                  </a:lnTo>
                  <a:lnTo>
                    <a:pt x="270" y="303"/>
                  </a:lnTo>
                  <a:lnTo>
                    <a:pt x="136" y="404"/>
                  </a:lnTo>
                  <a:lnTo>
                    <a:pt x="68" y="505"/>
                  </a:lnTo>
                  <a:lnTo>
                    <a:pt x="1" y="640"/>
                  </a:lnTo>
                  <a:lnTo>
                    <a:pt x="35" y="640"/>
                  </a:lnTo>
                  <a:lnTo>
                    <a:pt x="371" y="573"/>
                  </a:lnTo>
                  <a:lnTo>
                    <a:pt x="708" y="472"/>
                  </a:lnTo>
                  <a:lnTo>
                    <a:pt x="1381" y="303"/>
                  </a:lnTo>
                  <a:lnTo>
                    <a:pt x="138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5" name="Google Shape;1573;p10">
              <a:extLst>
                <a:ext uri="{FF2B5EF4-FFF2-40B4-BE49-F238E27FC236}">
                  <a16:creationId xmlns:a16="http://schemas.microsoft.com/office/drawing/2014/main" id="{4A16AAB3-5E5D-407B-8C3F-6AA80F99D645}"/>
                </a:ext>
              </a:extLst>
            </p:cNvPr>
            <p:cNvSpPr/>
            <p:nvPr/>
          </p:nvSpPr>
          <p:spPr>
            <a:xfrm>
              <a:off x="6726410" y="2055580"/>
              <a:ext cx="135745" cy="50307"/>
            </a:xfrm>
            <a:custGeom>
              <a:avLst/>
              <a:gdLst/>
              <a:ahLst/>
              <a:cxnLst/>
              <a:rect l="l" t="t" r="r" b="b"/>
              <a:pathLst>
                <a:path w="2728" h="1011" extrusionOk="0">
                  <a:moveTo>
                    <a:pt x="2727" y="1"/>
                  </a:moveTo>
                  <a:lnTo>
                    <a:pt x="1347" y="438"/>
                  </a:lnTo>
                  <a:lnTo>
                    <a:pt x="674" y="674"/>
                  </a:lnTo>
                  <a:lnTo>
                    <a:pt x="34" y="943"/>
                  </a:lnTo>
                  <a:lnTo>
                    <a:pt x="0" y="977"/>
                  </a:lnTo>
                  <a:lnTo>
                    <a:pt x="34" y="1011"/>
                  </a:lnTo>
                  <a:lnTo>
                    <a:pt x="404" y="1011"/>
                  </a:lnTo>
                  <a:lnTo>
                    <a:pt x="775" y="943"/>
                  </a:lnTo>
                  <a:lnTo>
                    <a:pt x="1145" y="809"/>
                  </a:lnTo>
                  <a:lnTo>
                    <a:pt x="1515" y="674"/>
                  </a:lnTo>
                  <a:lnTo>
                    <a:pt x="2121" y="438"/>
                  </a:lnTo>
                  <a:lnTo>
                    <a:pt x="2727" y="236"/>
                  </a:lnTo>
                  <a:lnTo>
                    <a:pt x="272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6" name="Google Shape;1574;p10">
              <a:extLst>
                <a:ext uri="{FF2B5EF4-FFF2-40B4-BE49-F238E27FC236}">
                  <a16:creationId xmlns:a16="http://schemas.microsoft.com/office/drawing/2014/main" id="{A5553897-7E8E-4B2C-8E3F-1E18D3C46813}"/>
                </a:ext>
              </a:extLst>
            </p:cNvPr>
            <p:cNvSpPr/>
            <p:nvPr/>
          </p:nvSpPr>
          <p:spPr>
            <a:xfrm>
              <a:off x="6776668" y="2268353"/>
              <a:ext cx="85488" cy="38564"/>
            </a:xfrm>
            <a:custGeom>
              <a:avLst/>
              <a:gdLst/>
              <a:ahLst/>
              <a:cxnLst/>
              <a:rect l="l" t="t" r="r" b="b"/>
              <a:pathLst>
                <a:path w="1718" h="775" extrusionOk="0">
                  <a:moveTo>
                    <a:pt x="1717" y="1"/>
                  </a:moveTo>
                  <a:lnTo>
                    <a:pt x="842" y="337"/>
                  </a:lnTo>
                  <a:lnTo>
                    <a:pt x="34" y="708"/>
                  </a:lnTo>
                  <a:lnTo>
                    <a:pt x="0" y="741"/>
                  </a:lnTo>
                  <a:lnTo>
                    <a:pt x="68" y="775"/>
                  </a:lnTo>
                  <a:lnTo>
                    <a:pt x="472" y="741"/>
                  </a:lnTo>
                  <a:lnTo>
                    <a:pt x="876" y="640"/>
                  </a:lnTo>
                  <a:lnTo>
                    <a:pt x="1313" y="506"/>
                  </a:lnTo>
                  <a:lnTo>
                    <a:pt x="1717" y="371"/>
                  </a:lnTo>
                  <a:lnTo>
                    <a:pt x="171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7" name="Google Shape;1575;p10">
              <a:extLst>
                <a:ext uri="{FF2B5EF4-FFF2-40B4-BE49-F238E27FC236}">
                  <a16:creationId xmlns:a16="http://schemas.microsoft.com/office/drawing/2014/main" id="{B9A49622-6DD3-4074-B706-E224512F0800}"/>
                </a:ext>
              </a:extLst>
            </p:cNvPr>
            <p:cNvSpPr/>
            <p:nvPr/>
          </p:nvSpPr>
          <p:spPr>
            <a:xfrm>
              <a:off x="5994291" y="2241533"/>
              <a:ext cx="321698" cy="110616"/>
            </a:xfrm>
            <a:custGeom>
              <a:avLst/>
              <a:gdLst/>
              <a:ahLst/>
              <a:cxnLst/>
              <a:rect l="l" t="t" r="r" b="b"/>
              <a:pathLst>
                <a:path w="6465" h="2223" extrusionOk="0">
                  <a:moveTo>
                    <a:pt x="6364" y="1"/>
                  </a:moveTo>
                  <a:lnTo>
                    <a:pt x="6128" y="102"/>
                  </a:lnTo>
                  <a:lnTo>
                    <a:pt x="5825" y="237"/>
                  </a:lnTo>
                  <a:lnTo>
                    <a:pt x="5252" y="540"/>
                  </a:lnTo>
                  <a:lnTo>
                    <a:pt x="4949" y="641"/>
                  </a:lnTo>
                  <a:lnTo>
                    <a:pt x="4646" y="708"/>
                  </a:lnTo>
                  <a:lnTo>
                    <a:pt x="4512" y="742"/>
                  </a:lnTo>
                  <a:lnTo>
                    <a:pt x="4343" y="742"/>
                  </a:lnTo>
                  <a:lnTo>
                    <a:pt x="4209" y="708"/>
                  </a:lnTo>
                  <a:lnTo>
                    <a:pt x="4074" y="641"/>
                  </a:lnTo>
                  <a:lnTo>
                    <a:pt x="4007" y="641"/>
                  </a:lnTo>
                  <a:lnTo>
                    <a:pt x="3939" y="674"/>
                  </a:lnTo>
                  <a:lnTo>
                    <a:pt x="3872" y="775"/>
                  </a:lnTo>
                  <a:lnTo>
                    <a:pt x="3805" y="876"/>
                  </a:lnTo>
                  <a:lnTo>
                    <a:pt x="3704" y="910"/>
                  </a:lnTo>
                  <a:lnTo>
                    <a:pt x="3636" y="944"/>
                  </a:lnTo>
                  <a:lnTo>
                    <a:pt x="3569" y="910"/>
                  </a:lnTo>
                  <a:lnTo>
                    <a:pt x="3502" y="843"/>
                  </a:lnTo>
                  <a:lnTo>
                    <a:pt x="3333" y="641"/>
                  </a:lnTo>
                  <a:lnTo>
                    <a:pt x="3367" y="472"/>
                  </a:lnTo>
                  <a:lnTo>
                    <a:pt x="3333" y="405"/>
                  </a:lnTo>
                  <a:lnTo>
                    <a:pt x="3300" y="371"/>
                  </a:lnTo>
                  <a:lnTo>
                    <a:pt x="3199" y="371"/>
                  </a:lnTo>
                  <a:lnTo>
                    <a:pt x="3030" y="506"/>
                  </a:lnTo>
                  <a:lnTo>
                    <a:pt x="2963" y="641"/>
                  </a:lnTo>
                  <a:lnTo>
                    <a:pt x="2929" y="775"/>
                  </a:lnTo>
                  <a:lnTo>
                    <a:pt x="2963" y="876"/>
                  </a:lnTo>
                  <a:lnTo>
                    <a:pt x="2828" y="1011"/>
                  </a:lnTo>
                  <a:lnTo>
                    <a:pt x="2727" y="1045"/>
                  </a:lnTo>
                  <a:lnTo>
                    <a:pt x="2593" y="1112"/>
                  </a:lnTo>
                  <a:lnTo>
                    <a:pt x="2458" y="1112"/>
                  </a:lnTo>
                  <a:lnTo>
                    <a:pt x="2391" y="1045"/>
                  </a:lnTo>
                  <a:lnTo>
                    <a:pt x="2391" y="977"/>
                  </a:lnTo>
                  <a:lnTo>
                    <a:pt x="2424" y="876"/>
                  </a:lnTo>
                  <a:lnTo>
                    <a:pt x="2424" y="843"/>
                  </a:lnTo>
                  <a:lnTo>
                    <a:pt x="2391" y="775"/>
                  </a:lnTo>
                  <a:lnTo>
                    <a:pt x="2323" y="742"/>
                  </a:lnTo>
                  <a:lnTo>
                    <a:pt x="2256" y="742"/>
                  </a:lnTo>
                  <a:lnTo>
                    <a:pt x="2222" y="809"/>
                  </a:lnTo>
                  <a:lnTo>
                    <a:pt x="2189" y="977"/>
                  </a:lnTo>
                  <a:lnTo>
                    <a:pt x="2088" y="1179"/>
                  </a:lnTo>
                  <a:lnTo>
                    <a:pt x="1919" y="1348"/>
                  </a:lnTo>
                  <a:lnTo>
                    <a:pt x="1751" y="1449"/>
                  </a:lnTo>
                  <a:lnTo>
                    <a:pt x="1515" y="1482"/>
                  </a:lnTo>
                  <a:lnTo>
                    <a:pt x="1313" y="1482"/>
                  </a:lnTo>
                  <a:lnTo>
                    <a:pt x="1179" y="1449"/>
                  </a:lnTo>
                  <a:lnTo>
                    <a:pt x="1347" y="1078"/>
                  </a:lnTo>
                  <a:lnTo>
                    <a:pt x="1414" y="809"/>
                  </a:lnTo>
                  <a:lnTo>
                    <a:pt x="1414" y="742"/>
                  </a:lnTo>
                  <a:lnTo>
                    <a:pt x="1381" y="708"/>
                  </a:lnTo>
                  <a:lnTo>
                    <a:pt x="1347" y="674"/>
                  </a:lnTo>
                  <a:lnTo>
                    <a:pt x="1280" y="708"/>
                  </a:lnTo>
                  <a:lnTo>
                    <a:pt x="1044" y="843"/>
                  </a:lnTo>
                  <a:lnTo>
                    <a:pt x="876" y="1078"/>
                  </a:lnTo>
                  <a:lnTo>
                    <a:pt x="842" y="1179"/>
                  </a:lnTo>
                  <a:lnTo>
                    <a:pt x="808" y="1280"/>
                  </a:lnTo>
                  <a:lnTo>
                    <a:pt x="808" y="1415"/>
                  </a:lnTo>
                  <a:lnTo>
                    <a:pt x="876" y="1516"/>
                  </a:lnTo>
                  <a:lnTo>
                    <a:pt x="606" y="1819"/>
                  </a:lnTo>
                  <a:lnTo>
                    <a:pt x="539" y="1886"/>
                  </a:lnTo>
                  <a:lnTo>
                    <a:pt x="472" y="1920"/>
                  </a:lnTo>
                  <a:lnTo>
                    <a:pt x="404" y="1920"/>
                  </a:lnTo>
                  <a:lnTo>
                    <a:pt x="371" y="1886"/>
                  </a:lnTo>
                  <a:lnTo>
                    <a:pt x="270" y="1819"/>
                  </a:lnTo>
                  <a:lnTo>
                    <a:pt x="202" y="1651"/>
                  </a:lnTo>
                  <a:lnTo>
                    <a:pt x="202" y="1482"/>
                  </a:lnTo>
                  <a:lnTo>
                    <a:pt x="236" y="1280"/>
                  </a:lnTo>
                  <a:lnTo>
                    <a:pt x="337" y="1112"/>
                  </a:lnTo>
                  <a:lnTo>
                    <a:pt x="404" y="1045"/>
                  </a:lnTo>
                  <a:lnTo>
                    <a:pt x="505" y="977"/>
                  </a:lnTo>
                  <a:lnTo>
                    <a:pt x="539" y="944"/>
                  </a:lnTo>
                  <a:lnTo>
                    <a:pt x="539" y="910"/>
                  </a:lnTo>
                  <a:lnTo>
                    <a:pt x="505" y="876"/>
                  </a:lnTo>
                  <a:lnTo>
                    <a:pt x="472" y="876"/>
                  </a:lnTo>
                  <a:lnTo>
                    <a:pt x="371" y="910"/>
                  </a:lnTo>
                  <a:lnTo>
                    <a:pt x="303" y="944"/>
                  </a:lnTo>
                  <a:lnTo>
                    <a:pt x="169" y="1078"/>
                  </a:lnTo>
                  <a:lnTo>
                    <a:pt x="68" y="1280"/>
                  </a:lnTo>
                  <a:lnTo>
                    <a:pt x="0" y="1516"/>
                  </a:lnTo>
                  <a:lnTo>
                    <a:pt x="0" y="1752"/>
                  </a:lnTo>
                  <a:lnTo>
                    <a:pt x="34" y="1954"/>
                  </a:lnTo>
                  <a:lnTo>
                    <a:pt x="68" y="2021"/>
                  </a:lnTo>
                  <a:lnTo>
                    <a:pt x="135" y="2122"/>
                  </a:lnTo>
                  <a:lnTo>
                    <a:pt x="202" y="2156"/>
                  </a:lnTo>
                  <a:lnTo>
                    <a:pt x="303" y="2189"/>
                  </a:lnTo>
                  <a:lnTo>
                    <a:pt x="404" y="2223"/>
                  </a:lnTo>
                  <a:lnTo>
                    <a:pt x="505" y="2189"/>
                  </a:lnTo>
                  <a:lnTo>
                    <a:pt x="606" y="2156"/>
                  </a:lnTo>
                  <a:lnTo>
                    <a:pt x="707" y="2088"/>
                  </a:lnTo>
                  <a:lnTo>
                    <a:pt x="909" y="1886"/>
                  </a:lnTo>
                  <a:lnTo>
                    <a:pt x="1078" y="1617"/>
                  </a:lnTo>
                  <a:lnTo>
                    <a:pt x="1145" y="1651"/>
                  </a:lnTo>
                  <a:lnTo>
                    <a:pt x="1313" y="1684"/>
                  </a:lnTo>
                  <a:lnTo>
                    <a:pt x="1482" y="1718"/>
                  </a:lnTo>
                  <a:lnTo>
                    <a:pt x="1650" y="1684"/>
                  </a:lnTo>
                  <a:lnTo>
                    <a:pt x="1818" y="1651"/>
                  </a:lnTo>
                  <a:lnTo>
                    <a:pt x="1953" y="1583"/>
                  </a:lnTo>
                  <a:lnTo>
                    <a:pt x="2088" y="1482"/>
                  </a:lnTo>
                  <a:lnTo>
                    <a:pt x="2189" y="1381"/>
                  </a:lnTo>
                  <a:lnTo>
                    <a:pt x="2290" y="1247"/>
                  </a:lnTo>
                  <a:lnTo>
                    <a:pt x="2357" y="1280"/>
                  </a:lnTo>
                  <a:lnTo>
                    <a:pt x="2458" y="1314"/>
                  </a:lnTo>
                  <a:lnTo>
                    <a:pt x="2660" y="1280"/>
                  </a:lnTo>
                  <a:lnTo>
                    <a:pt x="2896" y="1179"/>
                  </a:lnTo>
                  <a:lnTo>
                    <a:pt x="3098" y="1045"/>
                  </a:lnTo>
                  <a:lnTo>
                    <a:pt x="3232" y="1112"/>
                  </a:lnTo>
                  <a:lnTo>
                    <a:pt x="3401" y="1146"/>
                  </a:lnTo>
                  <a:lnTo>
                    <a:pt x="3603" y="1179"/>
                  </a:lnTo>
                  <a:lnTo>
                    <a:pt x="3771" y="1112"/>
                  </a:lnTo>
                  <a:lnTo>
                    <a:pt x="3906" y="1045"/>
                  </a:lnTo>
                  <a:lnTo>
                    <a:pt x="4007" y="977"/>
                  </a:lnTo>
                  <a:lnTo>
                    <a:pt x="4074" y="944"/>
                  </a:lnTo>
                  <a:lnTo>
                    <a:pt x="4209" y="910"/>
                  </a:lnTo>
                  <a:lnTo>
                    <a:pt x="4613" y="910"/>
                  </a:lnTo>
                  <a:lnTo>
                    <a:pt x="4983" y="809"/>
                  </a:lnTo>
                  <a:lnTo>
                    <a:pt x="5353" y="708"/>
                  </a:lnTo>
                  <a:lnTo>
                    <a:pt x="5757" y="540"/>
                  </a:lnTo>
                  <a:lnTo>
                    <a:pt x="6128" y="371"/>
                  </a:lnTo>
                  <a:lnTo>
                    <a:pt x="6296" y="237"/>
                  </a:lnTo>
                  <a:lnTo>
                    <a:pt x="6465" y="136"/>
                  </a:lnTo>
                  <a:lnTo>
                    <a:pt x="6465" y="68"/>
                  </a:lnTo>
                  <a:lnTo>
                    <a:pt x="6465" y="35"/>
                  </a:lnTo>
                  <a:lnTo>
                    <a:pt x="6431"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8" name="Google Shape;1576;p10">
              <a:extLst>
                <a:ext uri="{FF2B5EF4-FFF2-40B4-BE49-F238E27FC236}">
                  <a16:creationId xmlns:a16="http://schemas.microsoft.com/office/drawing/2014/main" id="{14DAF047-9979-42AB-B00D-C9B2FD91967E}"/>
                </a:ext>
              </a:extLst>
            </p:cNvPr>
            <p:cNvSpPr/>
            <p:nvPr/>
          </p:nvSpPr>
          <p:spPr>
            <a:xfrm>
              <a:off x="6123269" y="2578308"/>
              <a:ext cx="474163" cy="135745"/>
            </a:xfrm>
            <a:custGeom>
              <a:avLst/>
              <a:gdLst/>
              <a:ahLst/>
              <a:cxnLst/>
              <a:rect l="l" t="t" r="r" b="b"/>
              <a:pathLst>
                <a:path w="9529" h="2728" extrusionOk="0">
                  <a:moveTo>
                    <a:pt x="9360" y="0"/>
                  </a:moveTo>
                  <a:lnTo>
                    <a:pt x="8855" y="67"/>
                  </a:lnTo>
                  <a:lnTo>
                    <a:pt x="8350" y="168"/>
                  </a:lnTo>
                  <a:lnTo>
                    <a:pt x="7845" y="303"/>
                  </a:lnTo>
                  <a:lnTo>
                    <a:pt x="7340" y="471"/>
                  </a:lnTo>
                  <a:lnTo>
                    <a:pt x="6330" y="842"/>
                  </a:lnTo>
                  <a:lnTo>
                    <a:pt x="5825" y="1010"/>
                  </a:lnTo>
                  <a:lnTo>
                    <a:pt x="5320" y="1145"/>
                  </a:lnTo>
                  <a:lnTo>
                    <a:pt x="2694" y="1886"/>
                  </a:lnTo>
                  <a:lnTo>
                    <a:pt x="1516" y="2189"/>
                  </a:lnTo>
                  <a:lnTo>
                    <a:pt x="775" y="2357"/>
                  </a:lnTo>
                  <a:lnTo>
                    <a:pt x="539" y="2424"/>
                  </a:lnTo>
                  <a:lnTo>
                    <a:pt x="438" y="2424"/>
                  </a:lnTo>
                  <a:lnTo>
                    <a:pt x="337" y="2458"/>
                  </a:lnTo>
                  <a:lnTo>
                    <a:pt x="270" y="2525"/>
                  </a:lnTo>
                  <a:lnTo>
                    <a:pt x="203" y="2593"/>
                  </a:lnTo>
                  <a:lnTo>
                    <a:pt x="169" y="2559"/>
                  </a:lnTo>
                  <a:lnTo>
                    <a:pt x="1" y="2559"/>
                  </a:lnTo>
                  <a:lnTo>
                    <a:pt x="1" y="2593"/>
                  </a:lnTo>
                  <a:lnTo>
                    <a:pt x="1" y="2626"/>
                  </a:lnTo>
                  <a:lnTo>
                    <a:pt x="34" y="2694"/>
                  </a:lnTo>
                  <a:lnTo>
                    <a:pt x="68" y="2727"/>
                  </a:lnTo>
                  <a:lnTo>
                    <a:pt x="708" y="2660"/>
                  </a:lnTo>
                  <a:lnTo>
                    <a:pt x="1314" y="2559"/>
                  </a:lnTo>
                  <a:lnTo>
                    <a:pt x="1920" y="2424"/>
                  </a:lnTo>
                  <a:lnTo>
                    <a:pt x="2526" y="2290"/>
                  </a:lnTo>
                  <a:lnTo>
                    <a:pt x="3738" y="1919"/>
                  </a:lnTo>
                  <a:lnTo>
                    <a:pt x="4950" y="1549"/>
                  </a:lnTo>
                  <a:lnTo>
                    <a:pt x="5489" y="1414"/>
                  </a:lnTo>
                  <a:lnTo>
                    <a:pt x="6027" y="1212"/>
                  </a:lnTo>
                  <a:lnTo>
                    <a:pt x="7138" y="808"/>
                  </a:lnTo>
                  <a:lnTo>
                    <a:pt x="7677" y="640"/>
                  </a:lnTo>
                  <a:lnTo>
                    <a:pt x="8249" y="471"/>
                  </a:lnTo>
                  <a:lnTo>
                    <a:pt x="8822" y="370"/>
                  </a:lnTo>
                  <a:lnTo>
                    <a:pt x="9360" y="337"/>
                  </a:lnTo>
                  <a:lnTo>
                    <a:pt x="9428" y="303"/>
                  </a:lnTo>
                  <a:lnTo>
                    <a:pt x="9495" y="269"/>
                  </a:lnTo>
                  <a:lnTo>
                    <a:pt x="9495" y="236"/>
                  </a:lnTo>
                  <a:lnTo>
                    <a:pt x="9529" y="168"/>
                  </a:lnTo>
                  <a:lnTo>
                    <a:pt x="9495" y="101"/>
                  </a:lnTo>
                  <a:lnTo>
                    <a:pt x="9495" y="67"/>
                  </a:lnTo>
                  <a:lnTo>
                    <a:pt x="9428" y="34"/>
                  </a:lnTo>
                  <a:lnTo>
                    <a:pt x="9360"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9" name="Google Shape;1577;p10">
              <a:extLst>
                <a:ext uri="{FF2B5EF4-FFF2-40B4-BE49-F238E27FC236}">
                  <a16:creationId xmlns:a16="http://schemas.microsoft.com/office/drawing/2014/main" id="{1670643D-265D-4A08-AD23-6AAFF0CD48D4}"/>
                </a:ext>
              </a:extLst>
            </p:cNvPr>
            <p:cNvSpPr/>
            <p:nvPr/>
          </p:nvSpPr>
          <p:spPr>
            <a:xfrm>
              <a:off x="5691054" y="2422510"/>
              <a:ext cx="236260" cy="217800"/>
            </a:xfrm>
            <a:custGeom>
              <a:avLst/>
              <a:gdLst/>
              <a:ahLst/>
              <a:cxnLst/>
              <a:rect l="l" t="t" r="r" b="b"/>
              <a:pathLst>
                <a:path w="4748" h="4377" extrusionOk="0">
                  <a:moveTo>
                    <a:pt x="606" y="202"/>
                  </a:moveTo>
                  <a:lnTo>
                    <a:pt x="674" y="269"/>
                  </a:lnTo>
                  <a:lnTo>
                    <a:pt x="775" y="370"/>
                  </a:lnTo>
                  <a:lnTo>
                    <a:pt x="943" y="539"/>
                  </a:lnTo>
                  <a:lnTo>
                    <a:pt x="1482" y="1077"/>
                  </a:lnTo>
                  <a:lnTo>
                    <a:pt x="1987" y="1650"/>
                  </a:lnTo>
                  <a:lnTo>
                    <a:pt x="2559" y="2256"/>
                  </a:lnTo>
                  <a:lnTo>
                    <a:pt x="3165" y="2794"/>
                  </a:lnTo>
                  <a:lnTo>
                    <a:pt x="3333" y="2895"/>
                  </a:lnTo>
                  <a:lnTo>
                    <a:pt x="3502" y="3030"/>
                  </a:lnTo>
                  <a:lnTo>
                    <a:pt x="3872" y="3232"/>
                  </a:lnTo>
                  <a:lnTo>
                    <a:pt x="4040" y="3333"/>
                  </a:lnTo>
                  <a:lnTo>
                    <a:pt x="4209" y="3468"/>
                  </a:lnTo>
                  <a:lnTo>
                    <a:pt x="4310" y="3636"/>
                  </a:lnTo>
                  <a:lnTo>
                    <a:pt x="4377" y="3805"/>
                  </a:lnTo>
                  <a:lnTo>
                    <a:pt x="4243" y="3838"/>
                  </a:lnTo>
                  <a:lnTo>
                    <a:pt x="4141" y="3805"/>
                  </a:lnTo>
                  <a:lnTo>
                    <a:pt x="4007" y="3737"/>
                  </a:lnTo>
                  <a:lnTo>
                    <a:pt x="3906" y="3636"/>
                  </a:lnTo>
                  <a:lnTo>
                    <a:pt x="3805" y="3501"/>
                  </a:lnTo>
                  <a:lnTo>
                    <a:pt x="3704" y="3400"/>
                  </a:lnTo>
                  <a:lnTo>
                    <a:pt x="3468" y="3198"/>
                  </a:lnTo>
                  <a:lnTo>
                    <a:pt x="3199" y="2996"/>
                  </a:lnTo>
                  <a:lnTo>
                    <a:pt x="2929" y="2828"/>
                  </a:lnTo>
                  <a:lnTo>
                    <a:pt x="2357" y="2525"/>
                  </a:lnTo>
                  <a:lnTo>
                    <a:pt x="2020" y="2289"/>
                  </a:lnTo>
                  <a:lnTo>
                    <a:pt x="1684" y="2020"/>
                  </a:lnTo>
                  <a:lnTo>
                    <a:pt x="1381" y="1751"/>
                  </a:lnTo>
                  <a:lnTo>
                    <a:pt x="1078" y="1448"/>
                  </a:lnTo>
                  <a:lnTo>
                    <a:pt x="640" y="943"/>
                  </a:lnTo>
                  <a:lnTo>
                    <a:pt x="404" y="707"/>
                  </a:lnTo>
                  <a:lnTo>
                    <a:pt x="169" y="505"/>
                  </a:lnTo>
                  <a:lnTo>
                    <a:pt x="202" y="471"/>
                  </a:lnTo>
                  <a:lnTo>
                    <a:pt x="337" y="337"/>
                  </a:lnTo>
                  <a:lnTo>
                    <a:pt x="472" y="269"/>
                  </a:lnTo>
                  <a:lnTo>
                    <a:pt x="606" y="202"/>
                  </a:lnTo>
                  <a:close/>
                  <a:moveTo>
                    <a:pt x="505" y="0"/>
                  </a:moveTo>
                  <a:lnTo>
                    <a:pt x="371" y="67"/>
                  </a:lnTo>
                  <a:lnTo>
                    <a:pt x="169" y="202"/>
                  </a:lnTo>
                  <a:lnTo>
                    <a:pt x="34" y="370"/>
                  </a:lnTo>
                  <a:lnTo>
                    <a:pt x="0" y="404"/>
                  </a:lnTo>
                  <a:lnTo>
                    <a:pt x="0" y="471"/>
                  </a:lnTo>
                  <a:lnTo>
                    <a:pt x="34" y="505"/>
                  </a:lnTo>
                  <a:lnTo>
                    <a:pt x="68" y="539"/>
                  </a:lnTo>
                  <a:lnTo>
                    <a:pt x="135" y="505"/>
                  </a:lnTo>
                  <a:lnTo>
                    <a:pt x="303" y="707"/>
                  </a:lnTo>
                  <a:lnTo>
                    <a:pt x="505" y="943"/>
                  </a:lnTo>
                  <a:lnTo>
                    <a:pt x="808" y="1414"/>
                  </a:lnTo>
                  <a:lnTo>
                    <a:pt x="1246" y="1885"/>
                  </a:lnTo>
                  <a:lnTo>
                    <a:pt x="1717" y="2323"/>
                  </a:lnTo>
                  <a:lnTo>
                    <a:pt x="2020" y="2525"/>
                  </a:lnTo>
                  <a:lnTo>
                    <a:pt x="2323" y="2727"/>
                  </a:lnTo>
                  <a:lnTo>
                    <a:pt x="2929" y="3097"/>
                  </a:lnTo>
                  <a:lnTo>
                    <a:pt x="3199" y="3299"/>
                  </a:lnTo>
                  <a:lnTo>
                    <a:pt x="3468" y="3501"/>
                  </a:lnTo>
                  <a:lnTo>
                    <a:pt x="3737" y="3771"/>
                  </a:lnTo>
                  <a:lnTo>
                    <a:pt x="3939" y="4074"/>
                  </a:lnTo>
                  <a:lnTo>
                    <a:pt x="4040" y="4209"/>
                  </a:lnTo>
                  <a:lnTo>
                    <a:pt x="4141" y="4276"/>
                  </a:lnTo>
                  <a:lnTo>
                    <a:pt x="4243" y="4343"/>
                  </a:lnTo>
                  <a:lnTo>
                    <a:pt x="4344" y="4377"/>
                  </a:lnTo>
                  <a:lnTo>
                    <a:pt x="4411" y="4377"/>
                  </a:lnTo>
                  <a:lnTo>
                    <a:pt x="4512" y="4343"/>
                  </a:lnTo>
                  <a:lnTo>
                    <a:pt x="4647" y="4209"/>
                  </a:lnTo>
                  <a:lnTo>
                    <a:pt x="4748" y="4074"/>
                  </a:lnTo>
                  <a:lnTo>
                    <a:pt x="4748" y="3872"/>
                  </a:lnTo>
                  <a:lnTo>
                    <a:pt x="4748" y="3805"/>
                  </a:lnTo>
                  <a:lnTo>
                    <a:pt x="4680" y="3704"/>
                  </a:lnTo>
                  <a:lnTo>
                    <a:pt x="4613" y="3636"/>
                  </a:lnTo>
                  <a:lnTo>
                    <a:pt x="4512" y="3569"/>
                  </a:lnTo>
                  <a:lnTo>
                    <a:pt x="4445" y="3434"/>
                  </a:lnTo>
                  <a:lnTo>
                    <a:pt x="4310" y="3266"/>
                  </a:lnTo>
                  <a:lnTo>
                    <a:pt x="4209" y="3165"/>
                  </a:lnTo>
                  <a:lnTo>
                    <a:pt x="4074" y="3097"/>
                  </a:lnTo>
                  <a:lnTo>
                    <a:pt x="3771" y="2963"/>
                  </a:lnTo>
                  <a:lnTo>
                    <a:pt x="3535" y="2828"/>
                  </a:lnTo>
                  <a:lnTo>
                    <a:pt x="3300" y="2660"/>
                  </a:lnTo>
                  <a:lnTo>
                    <a:pt x="2828" y="2256"/>
                  </a:lnTo>
                  <a:lnTo>
                    <a:pt x="2189" y="1582"/>
                  </a:lnTo>
                  <a:lnTo>
                    <a:pt x="1549" y="875"/>
                  </a:lnTo>
                  <a:lnTo>
                    <a:pt x="1111" y="471"/>
                  </a:lnTo>
                  <a:lnTo>
                    <a:pt x="909" y="269"/>
                  </a:lnTo>
                  <a:lnTo>
                    <a:pt x="674" y="101"/>
                  </a:lnTo>
                  <a:lnTo>
                    <a:pt x="640" y="34"/>
                  </a:lnTo>
                  <a:lnTo>
                    <a:pt x="606"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0" name="Google Shape;1578;p10">
              <a:extLst>
                <a:ext uri="{FF2B5EF4-FFF2-40B4-BE49-F238E27FC236}">
                  <a16:creationId xmlns:a16="http://schemas.microsoft.com/office/drawing/2014/main" id="{CBF7C69A-23C3-4A5D-B390-B599E888C54D}"/>
                </a:ext>
              </a:extLst>
            </p:cNvPr>
            <p:cNvSpPr/>
            <p:nvPr/>
          </p:nvSpPr>
          <p:spPr>
            <a:xfrm>
              <a:off x="6800105" y="2340406"/>
              <a:ext cx="62051" cy="30204"/>
            </a:xfrm>
            <a:custGeom>
              <a:avLst/>
              <a:gdLst/>
              <a:ahLst/>
              <a:cxnLst/>
              <a:rect l="l" t="t" r="r" b="b"/>
              <a:pathLst>
                <a:path w="1247" h="607" extrusionOk="0">
                  <a:moveTo>
                    <a:pt x="1246" y="0"/>
                  </a:moveTo>
                  <a:lnTo>
                    <a:pt x="607" y="202"/>
                  </a:lnTo>
                  <a:lnTo>
                    <a:pt x="304" y="337"/>
                  </a:lnTo>
                  <a:lnTo>
                    <a:pt x="1" y="505"/>
                  </a:lnTo>
                  <a:lnTo>
                    <a:pt x="1" y="539"/>
                  </a:lnTo>
                  <a:lnTo>
                    <a:pt x="1" y="573"/>
                  </a:lnTo>
                  <a:lnTo>
                    <a:pt x="1" y="606"/>
                  </a:lnTo>
                  <a:lnTo>
                    <a:pt x="34" y="606"/>
                  </a:lnTo>
                  <a:lnTo>
                    <a:pt x="1246" y="303"/>
                  </a:lnTo>
                  <a:lnTo>
                    <a:pt x="1246"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1" name="Google Shape;1579;p10">
              <a:extLst>
                <a:ext uri="{FF2B5EF4-FFF2-40B4-BE49-F238E27FC236}">
                  <a16:creationId xmlns:a16="http://schemas.microsoft.com/office/drawing/2014/main" id="{1667EBA7-C045-4E73-8B11-4F728A7503E5}"/>
                </a:ext>
              </a:extLst>
            </p:cNvPr>
            <p:cNvSpPr/>
            <p:nvPr/>
          </p:nvSpPr>
          <p:spPr>
            <a:xfrm>
              <a:off x="5654182" y="1903115"/>
              <a:ext cx="1207974" cy="1445876"/>
            </a:xfrm>
            <a:custGeom>
              <a:avLst/>
              <a:gdLst/>
              <a:ahLst/>
              <a:cxnLst/>
              <a:rect l="l" t="t" r="r" b="b"/>
              <a:pathLst>
                <a:path w="24276" h="29057" extrusionOk="0">
                  <a:moveTo>
                    <a:pt x="236" y="10909"/>
                  </a:moveTo>
                  <a:lnTo>
                    <a:pt x="203" y="10943"/>
                  </a:lnTo>
                  <a:lnTo>
                    <a:pt x="203" y="10909"/>
                  </a:lnTo>
                  <a:close/>
                  <a:moveTo>
                    <a:pt x="1246" y="9933"/>
                  </a:moveTo>
                  <a:lnTo>
                    <a:pt x="1650" y="10202"/>
                  </a:lnTo>
                  <a:lnTo>
                    <a:pt x="1987" y="10472"/>
                  </a:lnTo>
                  <a:lnTo>
                    <a:pt x="2660" y="11078"/>
                  </a:lnTo>
                  <a:lnTo>
                    <a:pt x="3064" y="11448"/>
                  </a:lnTo>
                  <a:lnTo>
                    <a:pt x="3468" y="11785"/>
                  </a:lnTo>
                  <a:lnTo>
                    <a:pt x="3872" y="12121"/>
                  </a:lnTo>
                  <a:lnTo>
                    <a:pt x="4243" y="12458"/>
                  </a:lnTo>
                  <a:lnTo>
                    <a:pt x="4916" y="13131"/>
                  </a:lnTo>
                  <a:lnTo>
                    <a:pt x="5556" y="13838"/>
                  </a:lnTo>
                  <a:lnTo>
                    <a:pt x="5724" y="14007"/>
                  </a:lnTo>
                  <a:lnTo>
                    <a:pt x="5724" y="14074"/>
                  </a:lnTo>
                  <a:lnTo>
                    <a:pt x="5792" y="14142"/>
                  </a:lnTo>
                  <a:lnTo>
                    <a:pt x="5859" y="14142"/>
                  </a:lnTo>
                  <a:lnTo>
                    <a:pt x="6364" y="14613"/>
                  </a:lnTo>
                  <a:lnTo>
                    <a:pt x="6600" y="14882"/>
                  </a:lnTo>
                  <a:lnTo>
                    <a:pt x="6835" y="15118"/>
                  </a:lnTo>
                  <a:lnTo>
                    <a:pt x="6734" y="15253"/>
                  </a:lnTo>
                  <a:lnTo>
                    <a:pt x="6633" y="15387"/>
                  </a:lnTo>
                  <a:lnTo>
                    <a:pt x="6465" y="15623"/>
                  </a:lnTo>
                  <a:lnTo>
                    <a:pt x="6162" y="15960"/>
                  </a:lnTo>
                  <a:lnTo>
                    <a:pt x="6027" y="16162"/>
                  </a:lnTo>
                  <a:lnTo>
                    <a:pt x="5893" y="16330"/>
                  </a:lnTo>
                  <a:lnTo>
                    <a:pt x="5590" y="15960"/>
                  </a:lnTo>
                  <a:lnTo>
                    <a:pt x="5287" y="15657"/>
                  </a:lnTo>
                  <a:lnTo>
                    <a:pt x="4950" y="15320"/>
                  </a:lnTo>
                  <a:lnTo>
                    <a:pt x="4613" y="15017"/>
                  </a:lnTo>
                  <a:lnTo>
                    <a:pt x="3738" y="14209"/>
                  </a:lnTo>
                  <a:lnTo>
                    <a:pt x="3300" y="13838"/>
                  </a:lnTo>
                  <a:lnTo>
                    <a:pt x="2829" y="13502"/>
                  </a:lnTo>
                  <a:lnTo>
                    <a:pt x="2391" y="13165"/>
                  </a:lnTo>
                  <a:lnTo>
                    <a:pt x="1953" y="12761"/>
                  </a:lnTo>
                  <a:lnTo>
                    <a:pt x="1583" y="12323"/>
                  </a:lnTo>
                  <a:lnTo>
                    <a:pt x="1213" y="11886"/>
                  </a:lnTo>
                  <a:lnTo>
                    <a:pt x="1044" y="11684"/>
                  </a:lnTo>
                  <a:lnTo>
                    <a:pt x="708" y="11313"/>
                  </a:lnTo>
                  <a:lnTo>
                    <a:pt x="405" y="11010"/>
                  </a:lnTo>
                  <a:lnTo>
                    <a:pt x="270" y="10943"/>
                  </a:lnTo>
                  <a:lnTo>
                    <a:pt x="236" y="10909"/>
                  </a:lnTo>
                  <a:lnTo>
                    <a:pt x="270" y="10909"/>
                  </a:lnTo>
                  <a:lnTo>
                    <a:pt x="304" y="10876"/>
                  </a:lnTo>
                  <a:lnTo>
                    <a:pt x="438" y="10775"/>
                  </a:lnTo>
                  <a:lnTo>
                    <a:pt x="607" y="10505"/>
                  </a:lnTo>
                  <a:lnTo>
                    <a:pt x="910" y="10202"/>
                  </a:lnTo>
                  <a:lnTo>
                    <a:pt x="1044" y="10068"/>
                  </a:lnTo>
                  <a:lnTo>
                    <a:pt x="1246" y="9933"/>
                  </a:lnTo>
                  <a:close/>
                  <a:moveTo>
                    <a:pt x="17003" y="3098"/>
                  </a:moveTo>
                  <a:lnTo>
                    <a:pt x="17138" y="3502"/>
                  </a:lnTo>
                  <a:lnTo>
                    <a:pt x="17272" y="3906"/>
                  </a:lnTo>
                  <a:lnTo>
                    <a:pt x="17609" y="4681"/>
                  </a:lnTo>
                  <a:lnTo>
                    <a:pt x="17744" y="4984"/>
                  </a:lnTo>
                  <a:lnTo>
                    <a:pt x="17845" y="5320"/>
                  </a:lnTo>
                  <a:lnTo>
                    <a:pt x="18013" y="5960"/>
                  </a:lnTo>
                  <a:lnTo>
                    <a:pt x="18249" y="7307"/>
                  </a:lnTo>
                  <a:lnTo>
                    <a:pt x="18518" y="8721"/>
                  </a:lnTo>
                  <a:lnTo>
                    <a:pt x="18282" y="8755"/>
                  </a:lnTo>
                  <a:lnTo>
                    <a:pt x="18047" y="8788"/>
                  </a:lnTo>
                  <a:lnTo>
                    <a:pt x="17575" y="8923"/>
                  </a:lnTo>
                  <a:lnTo>
                    <a:pt x="16700" y="9260"/>
                  </a:lnTo>
                  <a:lnTo>
                    <a:pt x="15959" y="9495"/>
                  </a:lnTo>
                  <a:lnTo>
                    <a:pt x="15219" y="9697"/>
                  </a:lnTo>
                  <a:lnTo>
                    <a:pt x="13670" y="10034"/>
                  </a:lnTo>
                  <a:lnTo>
                    <a:pt x="12895" y="10202"/>
                  </a:lnTo>
                  <a:lnTo>
                    <a:pt x="12087" y="10404"/>
                  </a:lnTo>
                  <a:lnTo>
                    <a:pt x="10539" y="10876"/>
                  </a:lnTo>
                  <a:lnTo>
                    <a:pt x="9933" y="11044"/>
                  </a:lnTo>
                  <a:lnTo>
                    <a:pt x="9293" y="11179"/>
                  </a:lnTo>
                  <a:lnTo>
                    <a:pt x="8956" y="11280"/>
                  </a:lnTo>
                  <a:lnTo>
                    <a:pt x="8653" y="11381"/>
                  </a:lnTo>
                  <a:lnTo>
                    <a:pt x="8384" y="11482"/>
                  </a:lnTo>
                  <a:lnTo>
                    <a:pt x="8115" y="11650"/>
                  </a:lnTo>
                  <a:lnTo>
                    <a:pt x="8081" y="11684"/>
                  </a:lnTo>
                  <a:lnTo>
                    <a:pt x="8081" y="11751"/>
                  </a:lnTo>
                  <a:lnTo>
                    <a:pt x="8115" y="11818"/>
                  </a:lnTo>
                  <a:lnTo>
                    <a:pt x="8182" y="11818"/>
                  </a:lnTo>
                  <a:lnTo>
                    <a:pt x="8788" y="11616"/>
                  </a:lnTo>
                  <a:lnTo>
                    <a:pt x="9394" y="11482"/>
                  </a:lnTo>
                  <a:lnTo>
                    <a:pt x="10000" y="11347"/>
                  </a:lnTo>
                  <a:lnTo>
                    <a:pt x="10606" y="11179"/>
                  </a:lnTo>
                  <a:lnTo>
                    <a:pt x="12054" y="10741"/>
                  </a:lnTo>
                  <a:lnTo>
                    <a:pt x="13502" y="10371"/>
                  </a:lnTo>
                  <a:lnTo>
                    <a:pt x="14983" y="10068"/>
                  </a:lnTo>
                  <a:lnTo>
                    <a:pt x="15690" y="9899"/>
                  </a:lnTo>
                  <a:lnTo>
                    <a:pt x="16397" y="9697"/>
                  </a:lnTo>
                  <a:lnTo>
                    <a:pt x="16936" y="9495"/>
                  </a:lnTo>
                  <a:lnTo>
                    <a:pt x="17474" y="9293"/>
                  </a:lnTo>
                  <a:lnTo>
                    <a:pt x="18013" y="9125"/>
                  </a:lnTo>
                  <a:lnTo>
                    <a:pt x="18282" y="9058"/>
                  </a:lnTo>
                  <a:lnTo>
                    <a:pt x="18585" y="9024"/>
                  </a:lnTo>
                  <a:lnTo>
                    <a:pt x="18686" y="9529"/>
                  </a:lnTo>
                  <a:lnTo>
                    <a:pt x="18484" y="9529"/>
                  </a:lnTo>
                  <a:lnTo>
                    <a:pt x="18249" y="9563"/>
                  </a:lnTo>
                  <a:lnTo>
                    <a:pt x="17845" y="9664"/>
                  </a:lnTo>
                  <a:lnTo>
                    <a:pt x="17037" y="9967"/>
                  </a:lnTo>
                  <a:lnTo>
                    <a:pt x="16363" y="10202"/>
                  </a:lnTo>
                  <a:lnTo>
                    <a:pt x="15656" y="10404"/>
                  </a:lnTo>
                  <a:lnTo>
                    <a:pt x="14276" y="10775"/>
                  </a:lnTo>
                  <a:lnTo>
                    <a:pt x="11313" y="11583"/>
                  </a:lnTo>
                  <a:lnTo>
                    <a:pt x="9832" y="11953"/>
                  </a:lnTo>
                  <a:lnTo>
                    <a:pt x="8350" y="12323"/>
                  </a:lnTo>
                  <a:lnTo>
                    <a:pt x="8283" y="12357"/>
                  </a:lnTo>
                  <a:lnTo>
                    <a:pt x="8283" y="12458"/>
                  </a:lnTo>
                  <a:lnTo>
                    <a:pt x="8317" y="12525"/>
                  </a:lnTo>
                  <a:lnTo>
                    <a:pt x="8384" y="12559"/>
                  </a:lnTo>
                  <a:lnTo>
                    <a:pt x="9091" y="12458"/>
                  </a:lnTo>
                  <a:lnTo>
                    <a:pt x="9764" y="12357"/>
                  </a:lnTo>
                  <a:lnTo>
                    <a:pt x="10471" y="12189"/>
                  </a:lnTo>
                  <a:lnTo>
                    <a:pt x="11145" y="12020"/>
                  </a:lnTo>
                  <a:lnTo>
                    <a:pt x="12525" y="11616"/>
                  </a:lnTo>
                  <a:lnTo>
                    <a:pt x="13872" y="11212"/>
                  </a:lnTo>
                  <a:lnTo>
                    <a:pt x="15320" y="10808"/>
                  </a:lnTo>
                  <a:lnTo>
                    <a:pt x="16767" y="10371"/>
                  </a:lnTo>
                  <a:lnTo>
                    <a:pt x="17744" y="10068"/>
                  </a:lnTo>
                  <a:lnTo>
                    <a:pt x="18249" y="9933"/>
                  </a:lnTo>
                  <a:lnTo>
                    <a:pt x="18754" y="9832"/>
                  </a:lnTo>
                  <a:lnTo>
                    <a:pt x="18855" y="10371"/>
                  </a:lnTo>
                  <a:lnTo>
                    <a:pt x="17542" y="10775"/>
                  </a:lnTo>
                  <a:lnTo>
                    <a:pt x="16229" y="11179"/>
                  </a:lnTo>
                  <a:lnTo>
                    <a:pt x="14882" y="11515"/>
                  </a:lnTo>
                  <a:lnTo>
                    <a:pt x="13569" y="11818"/>
                  </a:lnTo>
                  <a:lnTo>
                    <a:pt x="12256" y="12121"/>
                  </a:lnTo>
                  <a:lnTo>
                    <a:pt x="10976" y="12458"/>
                  </a:lnTo>
                  <a:lnTo>
                    <a:pt x="9731" y="12761"/>
                  </a:lnTo>
                  <a:lnTo>
                    <a:pt x="9428" y="12862"/>
                  </a:lnTo>
                  <a:lnTo>
                    <a:pt x="9125" y="12963"/>
                  </a:lnTo>
                  <a:lnTo>
                    <a:pt x="8923" y="13098"/>
                  </a:lnTo>
                  <a:lnTo>
                    <a:pt x="8788" y="13131"/>
                  </a:lnTo>
                  <a:lnTo>
                    <a:pt x="8721" y="13165"/>
                  </a:lnTo>
                  <a:lnTo>
                    <a:pt x="8653" y="13199"/>
                  </a:lnTo>
                  <a:lnTo>
                    <a:pt x="8620" y="13232"/>
                  </a:lnTo>
                  <a:lnTo>
                    <a:pt x="8620" y="13300"/>
                  </a:lnTo>
                  <a:lnTo>
                    <a:pt x="8687" y="13333"/>
                  </a:lnTo>
                  <a:lnTo>
                    <a:pt x="8754" y="13401"/>
                  </a:lnTo>
                  <a:lnTo>
                    <a:pt x="8855" y="13401"/>
                  </a:lnTo>
                  <a:lnTo>
                    <a:pt x="9024" y="13300"/>
                  </a:lnTo>
                  <a:lnTo>
                    <a:pt x="9394" y="13165"/>
                  </a:lnTo>
                  <a:lnTo>
                    <a:pt x="9731" y="13064"/>
                  </a:lnTo>
                  <a:lnTo>
                    <a:pt x="10438" y="12896"/>
                  </a:lnTo>
                  <a:lnTo>
                    <a:pt x="11784" y="12525"/>
                  </a:lnTo>
                  <a:lnTo>
                    <a:pt x="12458" y="12357"/>
                  </a:lnTo>
                  <a:lnTo>
                    <a:pt x="13165" y="12222"/>
                  </a:lnTo>
                  <a:lnTo>
                    <a:pt x="14613" y="11886"/>
                  </a:lnTo>
                  <a:lnTo>
                    <a:pt x="16060" y="11515"/>
                  </a:lnTo>
                  <a:lnTo>
                    <a:pt x="17508" y="11111"/>
                  </a:lnTo>
                  <a:lnTo>
                    <a:pt x="18922" y="10674"/>
                  </a:lnTo>
                  <a:lnTo>
                    <a:pt x="19023" y="11078"/>
                  </a:lnTo>
                  <a:lnTo>
                    <a:pt x="17676" y="11414"/>
                  </a:lnTo>
                  <a:lnTo>
                    <a:pt x="16330" y="11785"/>
                  </a:lnTo>
                  <a:lnTo>
                    <a:pt x="14983" y="12155"/>
                  </a:lnTo>
                  <a:lnTo>
                    <a:pt x="13636" y="12424"/>
                  </a:lnTo>
                  <a:lnTo>
                    <a:pt x="12996" y="12593"/>
                  </a:lnTo>
                  <a:lnTo>
                    <a:pt x="12390" y="12761"/>
                  </a:lnTo>
                  <a:lnTo>
                    <a:pt x="11212" y="13165"/>
                  </a:lnTo>
                  <a:lnTo>
                    <a:pt x="10640" y="13300"/>
                  </a:lnTo>
                  <a:lnTo>
                    <a:pt x="10034" y="13434"/>
                  </a:lnTo>
                  <a:lnTo>
                    <a:pt x="9461" y="13569"/>
                  </a:lnTo>
                  <a:lnTo>
                    <a:pt x="9192" y="13670"/>
                  </a:lnTo>
                  <a:lnTo>
                    <a:pt x="8923" y="13805"/>
                  </a:lnTo>
                  <a:lnTo>
                    <a:pt x="8923" y="13838"/>
                  </a:lnTo>
                  <a:lnTo>
                    <a:pt x="8923" y="13906"/>
                  </a:lnTo>
                  <a:lnTo>
                    <a:pt x="8923" y="13939"/>
                  </a:lnTo>
                  <a:lnTo>
                    <a:pt x="8990" y="13939"/>
                  </a:lnTo>
                  <a:lnTo>
                    <a:pt x="9596" y="13838"/>
                  </a:lnTo>
                  <a:lnTo>
                    <a:pt x="10168" y="13704"/>
                  </a:lnTo>
                  <a:lnTo>
                    <a:pt x="11347" y="13367"/>
                  </a:lnTo>
                  <a:lnTo>
                    <a:pt x="12525" y="12997"/>
                  </a:lnTo>
                  <a:lnTo>
                    <a:pt x="13097" y="12828"/>
                  </a:lnTo>
                  <a:lnTo>
                    <a:pt x="13704" y="12694"/>
                  </a:lnTo>
                  <a:lnTo>
                    <a:pt x="15050" y="12424"/>
                  </a:lnTo>
                  <a:lnTo>
                    <a:pt x="15724" y="12256"/>
                  </a:lnTo>
                  <a:lnTo>
                    <a:pt x="16397" y="12088"/>
                  </a:lnTo>
                  <a:lnTo>
                    <a:pt x="17744" y="11717"/>
                  </a:lnTo>
                  <a:lnTo>
                    <a:pt x="19090" y="11347"/>
                  </a:lnTo>
                  <a:lnTo>
                    <a:pt x="19225" y="11818"/>
                  </a:lnTo>
                  <a:lnTo>
                    <a:pt x="19191" y="11818"/>
                  </a:lnTo>
                  <a:lnTo>
                    <a:pt x="18484" y="11919"/>
                  </a:lnTo>
                  <a:lnTo>
                    <a:pt x="17811" y="12088"/>
                  </a:lnTo>
                  <a:lnTo>
                    <a:pt x="17138" y="12256"/>
                  </a:lnTo>
                  <a:lnTo>
                    <a:pt x="16431" y="12458"/>
                  </a:lnTo>
                  <a:lnTo>
                    <a:pt x="15084" y="12929"/>
                  </a:lnTo>
                  <a:lnTo>
                    <a:pt x="14411" y="13131"/>
                  </a:lnTo>
                  <a:lnTo>
                    <a:pt x="13737" y="13333"/>
                  </a:lnTo>
                  <a:lnTo>
                    <a:pt x="11010" y="14007"/>
                  </a:lnTo>
                  <a:lnTo>
                    <a:pt x="10471" y="14142"/>
                  </a:lnTo>
                  <a:lnTo>
                    <a:pt x="9865" y="14276"/>
                  </a:lnTo>
                  <a:lnTo>
                    <a:pt x="9562" y="14377"/>
                  </a:lnTo>
                  <a:lnTo>
                    <a:pt x="9293" y="14478"/>
                  </a:lnTo>
                  <a:lnTo>
                    <a:pt x="9057" y="14613"/>
                  </a:lnTo>
                  <a:lnTo>
                    <a:pt x="8855" y="14781"/>
                  </a:lnTo>
                  <a:lnTo>
                    <a:pt x="8855" y="14815"/>
                  </a:lnTo>
                  <a:lnTo>
                    <a:pt x="8889" y="14849"/>
                  </a:lnTo>
                  <a:lnTo>
                    <a:pt x="9125" y="14849"/>
                  </a:lnTo>
                  <a:lnTo>
                    <a:pt x="9428" y="14815"/>
                  </a:lnTo>
                  <a:lnTo>
                    <a:pt x="9697" y="14748"/>
                  </a:lnTo>
                  <a:lnTo>
                    <a:pt x="10000" y="14647"/>
                  </a:lnTo>
                  <a:lnTo>
                    <a:pt x="10539" y="14478"/>
                  </a:lnTo>
                  <a:lnTo>
                    <a:pt x="11077" y="14310"/>
                  </a:lnTo>
                  <a:lnTo>
                    <a:pt x="13603" y="13670"/>
                  </a:lnTo>
                  <a:lnTo>
                    <a:pt x="14310" y="13468"/>
                  </a:lnTo>
                  <a:lnTo>
                    <a:pt x="14983" y="13266"/>
                  </a:lnTo>
                  <a:lnTo>
                    <a:pt x="16363" y="12828"/>
                  </a:lnTo>
                  <a:lnTo>
                    <a:pt x="17070" y="12593"/>
                  </a:lnTo>
                  <a:lnTo>
                    <a:pt x="17777" y="12424"/>
                  </a:lnTo>
                  <a:lnTo>
                    <a:pt x="18484" y="12256"/>
                  </a:lnTo>
                  <a:lnTo>
                    <a:pt x="19191" y="12155"/>
                  </a:lnTo>
                  <a:lnTo>
                    <a:pt x="19292" y="12121"/>
                  </a:lnTo>
                  <a:lnTo>
                    <a:pt x="19427" y="12660"/>
                  </a:lnTo>
                  <a:lnTo>
                    <a:pt x="19158" y="12660"/>
                  </a:lnTo>
                  <a:lnTo>
                    <a:pt x="18888" y="12727"/>
                  </a:lnTo>
                  <a:lnTo>
                    <a:pt x="18215" y="12929"/>
                  </a:lnTo>
                  <a:lnTo>
                    <a:pt x="17542" y="13131"/>
                  </a:lnTo>
                  <a:lnTo>
                    <a:pt x="16633" y="13401"/>
                  </a:lnTo>
                  <a:lnTo>
                    <a:pt x="15757" y="13670"/>
                  </a:lnTo>
                  <a:lnTo>
                    <a:pt x="14848" y="13939"/>
                  </a:lnTo>
                  <a:lnTo>
                    <a:pt x="13973" y="14209"/>
                  </a:lnTo>
                  <a:lnTo>
                    <a:pt x="11549" y="14849"/>
                  </a:lnTo>
                  <a:lnTo>
                    <a:pt x="10269" y="15152"/>
                  </a:lnTo>
                  <a:lnTo>
                    <a:pt x="9933" y="15253"/>
                  </a:lnTo>
                  <a:lnTo>
                    <a:pt x="9731" y="15286"/>
                  </a:lnTo>
                  <a:lnTo>
                    <a:pt x="9529" y="15286"/>
                  </a:lnTo>
                  <a:lnTo>
                    <a:pt x="9495" y="15320"/>
                  </a:lnTo>
                  <a:lnTo>
                    <a:pt x="9495" y="15354"/>
                  </a:lnTo>
                  <a:lnTo>
                    <a:pt x="9495" y="15387"/>
                  </a:lnTo>
                  <a:lnTo>
                    <a:pt x="9630" y="15455"/>
                  </a:lnTo>
                  <a:lnTo>
                    <a:pt x="9764" y="15488"/>
                  </a:lnTo>
                  <a:lnTo>
                    <a:pt x="9933" y="15488"/>
                  </a:lnTo>
                  <a:lnTo>
                    <a:pt x="10101" y="15455"/>
                  </a:lnTo>
                  <a:lnTo>
                    <a:pt x="10438" y="15387"/>
                  </a:lnTo>
                  <a:lnTo>
                    <a:pt x="10707" y="15320"/>
                  </a:lnTo>
                  <a:lnTo>
                    <a:pt x="12054" y="14983"/>
                  </a:lnTo>
                  <a:lnTo>
                    <a:pt x="13401" y="14647"/>
                  </a:lnTo>
                  <a:lnTo>
                    <a:pt x="14882" y="14243"/>
                  </a:lnTo>
                  <a:lnTo>
                    <a:pt x="15623" y="14040"/>
                  </a:lnTo>
                  <a:lnTo>
                    <a:pt x="16330" y="13805"/>
                  </a:lnTo>
                  <a:lnTo>
                    <a:pt x="18114" y="13266"/>
                  </a:lnTo>
                  <a:lnTo>
                    <a:pt x="18754" y="13030"/>
                  </a:lnTo>
                  <a:lnTo>
                    <a:pt x="19090" y="12929"/>
                  </a:lnTo>
                  <a:lnTo>
                    <a:pt x="19494" y="12929"/>
                  </a:lnTo>
                  <a:lnTo>
                    <a:pt x="19999" y="14882"/>
                  </a:lnTo>
                  <a:lnTo>
                    <a:pt x="17508" y="15623"/>
                  </a:lnTo>
                  <a:lnTo>
                    <a:pt x="15017" y="16364"/>
                  </a:lnTo>
                  <a:lnTo>
                    <a:pt x="12559" y="17003"/>
                  </a:lnTo>
                  <a:lnTo>
                    <a:pt x="11885" y="17172"/>
                  </a:lnTo>
                  <a:lnTo>
                    <a:pt x="11212" y="17306"/>
                  </a:lnTo>
                  <a:lnTo>
                    <a:pt x="10539" y="17475"/>
                  </a:lnTo>
                  <a:lnTo>
                    <a:pt x="9899" y="17677"/>
                  </a:lnTo>
                  <a:lnTo>
                    <a:pt x="9865" y="17710"/>
                  </a:lnTo>
                  <a:lnTo>
                    <a:pt x="9865" y="17744"/>
                  </a:lnTo>
                  <a:lnTo>
                    <a:pt x="9865" y="17778"/>
                  </a:lnTo>
                  <a:lnTo>
                    <a:pt x="9899" y="17778"/>
                  </a:lnTo>
                  <a:lnTo>
                    <a:pt x="10471" y="17744"/>
                  </a:lnTo>
                  <a:lnTo>
                    <a:pt x="11044" y="17677"/>
                  </a:lnTo>
                  <a:lnTo>
                    <a:pt x="12121" y="17407"/>
                  </a:lnTo>
                  <a:lnTo>
                    <a:pt x="13502" y="17071"/>
                  </a:lnTo>
                  <a:lnTo>
                    <a:pt x="14848" y="16700"/>
                  </a:lnTo>
                  <a:lnTo>
                    <a:pt x="17474" y="15960"/>
                  </a:lnTo>
                  <a:lnTo>
                    <a:pt x="20067" y="15185"/>
                  </a:lnTo>
                  <a:lnTo>
                    <a:pt x="20168" y="15657"/>
                  </a:lnTo>
                  <a:lnTo>
                    <a:pt x="19629" y="15825"/>
                  </a:lnTo>
                  <a:lnTo>
                    <a:pt x="19090" y="15960"/>
                  </a:lnTo>
                  <a:lnTo>
                    <a:pt x="18552" y="16094"/>
                  </a:lnTo>
                  <a:lnTo>
                    <a:pt x="18013" y="16229"/>
                  </a:lnTo>
                  <a:lnTo>
                    <a:pt x="16666" y="16633"/>
                  </a:lnTo>
                  <a:lnTo>
                    <a:pt x="15993" y="16835"/>
                  </a:lnTo>
                  <a:lnTo>
                    <a:pt x="15320" y="17037"/>
                  </a:lnTo>
                  <a:lnTo>
                    <a:pt x="12862" y="17643"/>
                  </a:lnTo>
                  <a:lnTo>
                    <a:pt x="11616" y="17946"/>
                  </a:lnTo>
                  <a:lnTo>
                    <a:pt x="11010" y="18114"/>
                  </a:lnTo>
                  <a:lnTo>
                    <a:pt x="10404" y="18316"/>
                  </a:lnTo>
                  <a:lnTo>
                    <a:pt x="10303" y="18350"/>
                  </a:lnTo>
                  <a:lnTo>
                    <a:pt x="9630" y="17677"/>
                  </a:lnTo>
                  <a:lnTo>
                    <a:pt x="9125" y="17104"/>
                  </a:lnTo>
                  <a:lnTo>
                    <a:pt x="8552" y="16498"/>
                  </a:lnTo>
                  <a:lnTo>
                    <a:pt x="8249" y="16229"/>
                  </a:lnTo>
                  <a:lnTo>
                    <a:pt x="7946" y="15960"/>
                  </a:lnTo>
                  <a:lnTo>
                    <a:pt x="7610" y="15724"/>
                  </a:lnTo>
                  <a:lnTo>
                    <a:pt x="7273" y="15556"/>
                  </a:lnTo>
                  <a:lnTo>
                    <a:pt x="7172" y="15185"/>
                  </a:lnTo>
                  <a:lnTo>
                    <a:pt x="7172" y="15118"/>
                  </a:lnTo>
                  <a:lnTo>
                    <a:pt x="7138" y="15084"/>
                  </a:lnTo>
                  <a:lnTo>
                    <a:pt x="7105" y="15051"/>
                  </a:lnTo>
                  <a:lnTo>
                    <a:pt x="6768" y="14074"/>
                  </a:lnTo>
                  <a:lnTo>
                    <a:pt x="6600" y="13569"/>
                  </a:lnTo>
                  <a:lnTo>
                    <a:pt x="6465" y="13064"/>
                  </a:lnTo>
                  <a:lnTo>
                    <a:pt x="6095" y="11616"/>
                  </a:lnTo>
                  <a:lnTo>
                    <a:pt x="5792" y="10135"/>
                  </a:lnTo>
                  <a:lnTo>
                    <a:pt x="5489" y="8755"/>
                  </a:lnTo>
                  <a:lnTo>
                    <a:pt x="5320" y="8048"/>
                  </a:lnTo>
                  <a:lnTo>
                    <a:pt x="5219" y="7374"/>
                  </a:lnTo>
                  <a:lnTo>
                    <a:pt x="5219" y="7105"/>
                  </a:lnTo>
                  <a:lnTo>
                    <a:pt x="5253" y="6869"/>
                  </a:lnTo>
                  <a:lnTo>
                    <a:pt x="5320" y="6667"/>
                  </a:lnTo>
                  <a:lnTo>
                    <a:pt x="5421" y="6465"/>
                  </a:lnTo>
                  <a:lnTo>
                    <a:pt x="5556" y="6297"/>
                  </a:lnTo>
                  <a:lnTo>
                    <a:pt x="5724" y="6162"/>
                  </a:lnTo>
                  <a:lnTo>
                    <a:pt x="5926" y="6027"/>
                  </a:lnTo>
                  <a:lnTo>
                    <a:pt x="6128" y="5926"/>
                  </a:lnTo>
                  <a:lnTo>
                    <a:pt x="6398" y="5825"/>
                  </a:lnTo>
                  <a:lnTo>
                    <a:pt x="6499" y="5758"/>
                  </a:lnTo>
                  <a:lnTo>
                    <a:pt x="6566" y="5657"/>
                  </a:lnTo>
                  <a:lnTo>
                    <a:pt x="6600" y="5657"/>
                  </a:lnTo>
                  <a:lnTo>
                    <a:pt x="7071" y="5623"/>
                  </a:lnTo>
                  <a:lnTo>
                    <a:pt x="7542" y="5522"/>
                  </a:lnTo>
                  <a:lnTo>
                    <a:pt x="8485" y="5253"/>
                  </a:lnTo>
                  <a:lnTo>
                    <a:pt x="9259" y="5051"/>
                  </a:lnTo>
                  <a:lnTo>
                    <a:pt x="10000" y="4849"/>
                  </a:lnTo>
                  <a:lnTo>
                    <a:pt x="10774" y="4613"/>
                  </a:lnTo>
                  <a:lnTo>
                    <a:pt x="11549" y="4445"/>
                  </a:lnTo>
                  <a:lnTo>
                    <a:pt x="12929" y="4142"/>
                  </a:lnTo>
                  <a:lnTo>
                    <a:pt x="14310" y="3839"/>
                  </a:lnTo>
                  <a:lnTo>
                    <a:pt x="15656" y="3536"/>
                  </a:lnTo>
                  <a:lnTo>
                    <a:pt x="16330" y="3334"/>
                  </a:lnTo>
                  <a:lnTo>
                    <a:pt x="17003" y="3098"/>
                  </a:lnTo>
                  <a:close/>
                  <a:moveTo>
                    <a:pt x="20235" y="15892"/>
                  </a:moveTo>
                  <a:lnTo>
                    <a:pt x="20336" y="16397"/>
                  </a:lnTo>
                  <a:lnTo>
                    <a:pt x="18181" y="16835"/>
                  </a:lnTo>
                  <a:lnTo>
                    <a:pt x="17104" y="17104"/>
                  </a:lnTo>
                  <a:lnTo>
                    <a:pt x="16027" y="17374"/>
                  </a:lnTo>
                  <a:lnTo>
                    <a:pt x="14815" y="17710"/>
                  </a:lnTo>
                  <a:lnTo>
                    <a:pt x="13636" y="18114"/>
                  </a:lnTo>
                  <a:lnTo>
                    <a:pt x="13064" y="18283"/>
                  </a:lnTo>
                  <a:lnTo>
                    <a:pt x="12491" y="18451"/>
                  </a:lnTo>
                  <a:lnTo>
                    <a:pt x="11919" y="18619"/>
                  </a:lnTo>
                  <a:lnTo>
                    <a:pt x="11347" y="18821"/>
                  </a:lnTo>
                  <a:lnTo>
                    <a:pt x="11111" y="18855"/>
                  </a:lnTo>
                  <a:lnTo>
                    <a:pt x="10909" y="18956"/>
                  </a:lnTo>
                  <a:lnTo>
                    <a:pt x="10471" y="18518"/>
                  </a:lnTo>
                  <a:lnTo>
                    <a:pt x="10606" y="18485"/>
                  </a:lnTo>
                  <a:lnTo>
                    <a:pt x="10741" y="18451"/>
                  </a:lnTo>
                  <a:lnTo>
                    <a:pt x="10842" y="18384"/>
                  </a:lnTo>
                  <a:lnTo>
                    <a:pt x="11380" y="18283"/>
                  </a:lnTo>
                  <a:lnTo>
                    <a:pt x="11885" y="18182"/>
                  </a:lnTo>
                  <a:lnTo>
                    <a:pt x="12929" y="17879"/>
                  </a:lnTo>
                  <a:lnTo>
                    <a:pt x="15623" y="17205"/>
                  </a:lnTo>
                  <a:lnTo>
                    <a:pt x="16296" y="17003"/>
                  </a:lnTo>
                  <a:lnTo>
                    <a:pt x="16936" y="16801"/>
                  </a:lnTo>
                  <a:lnTo>
                    <a:pt x="18282" y="16397"/>
                  </a:lnTo>
                  <a:lnTo>
                    <a:pt x="19259" y="16162"/>
                  </a:lnTo>
                  <a:lnTo>
                    <a:pt x="19764" y="16061"/>
                  </a:lnTo>
                  <a:lnTo>
                    <a:pt x="20235" y="15892"/>
                  </a:lnTo>
                  <a:close/>
                  <a:moveTo>
                    <a:pt x="20403" y="16667"/>
                  </a:moveTo>
                  <a:lnTo>
                    <a:pt x="20504" y="17138"/>
                  </a:lnTo>
                  <a:lnTo>
                    <a:pt x="19393" y="17407"/>
                  </a:lnTo>
                  <a:lnTo>
                    <a:pt x="18282" y="17677"/>
                  </a:lnTo>
                  <a:lnTo>
                    <a:pt x="17205" y="18013"/>
                  </a:lnTo>
                  <a:lnTo>
                    <a:pt x="16128" y="18384"/>
                  </a:lnTo>
                  <a:lnTo>
                    <a:pt x="15118" y="18754"/>
                  </a:lnTo>
                  <a:lnTo>
                    <a:pt x="14074" y="19124"/>
                  </a:lnTo>
                  <a:lnTo>
                    <a:pt x="13502" y="19293"/>
                  </a:lnTo>
                  <a:lnTo>
                    <a:pt x="12929" y="19394"/>
                  </a:lnTo>
                  <a:lnTo>
                    <a:pt x="11751" y="19596"/>
                  </a:lnTo>
                  <a:lnTo>
                    <a:pt x="11717" y="19629"/>
                  </a:lnTo>
                  <a:lnTo>
                    <a:pt x="11683" y="19663"/>
                  </a:lnTo>
                  <a:lnTo>
                    <a:pt x="11212" y="19259"/>
                  </a:lnTo>
                  <a:lnTo>
                    <a:pt x="11111" y="19158"/>
                  </a:lnTo>
                  <a:lnTo>
                    <a:pt x="11313" y="19091"/>
                  </a:lnTo>
                  <a:lnTo>
                    <a:pt x="11515" y="19023"/>
                  </a:lnTo>
                  <a:lnTo>
                    <a:pt x="12020" y="18889"/>
                  </a:lnTo>
                  <a:lnTo>
                    <a:pt x="12289" y="18855"/>
                  </a:lnTo>
                  <a:lnTo>
                    <a:pt x="12424" y="18821"/>
                  </a:lnTo>
                  <a:lnTo>
                    <a:pt x="12525" y="18754"/>
                  </a:lnTo>
                  <a:lnTo>
                    <a:pt x="12559" y="18754"/>
                  </a:lnTo>
                  <a:lnTo>
                    <a:pt x="13468" y="18451"/>
                  </a:lnTo>
                  <a:lnTo>
                    <a:pt x="14680" y="18047"/>
                  </a:lnTo>
                  <a:lnTo>
                    <a:pt x="15858" y="17677"/>
                  </a:lnTo>
                  <a:lnTo>
                    <a:pt x="17003" y="17407"/>
                  </a:lnTo>
                  <a:lnTo>
                    <a:pt x="18114" y="17138"/>
                  </a:lnTo>
                  <a:lnTo>
                    <a:pt x="20403" y="16667"/>
                  </a:lnTo>
                  <a:close/>
                  <a:moveTo>
                    <a:pt x="6835" y="15556"/>
                  </a:moveTo>
                  <a:lnTo>
                    <a:pt x="7239" y="15825"/>
                  </a:lnTo>
                  <a:lnTo>
                    <a:pt x="7610" y="16094"/>
                  </a:lnTo>
                  <a:lnTo>
                    <a:pt x="7980" y="16397"/>
                  </a:lnTo>
                  <a:lnTo>
                    <a:pt x="8317" y="16700"/>
                  </a:lnTo>
                  <a:lnTo>
                    <a:pt x="8990" y="17340"/>
                  </a:lnTo>
                  <a:lnTo>
                    <a:pt x="9630" y="18013"/>
                  </a:lnTo>
                  <a:lnTo>
                    <a:pt x="10337" y="18754"/>
                  </a:lnTo>
                  <a:lnTo>
                    <a:pt x="11044" y="19461"/>
                  </a:lnTo>
                  <a:lnTo>
                    <a:pt x="11380" y="19730"/>
                  </a:lnTo>
                  <a:lnTo>
                    <a:pt x="11717" y="20000"/>
                  </a:lnTo>
                  <a:lnTo>
                    <a:pt x="12054" y="20303"/>
                  </a:lnTo>
                  <a:lnTo>
                    <a:pt x="12357" y="20572"/>
                  </a:lnTo>
                  <a:lnTo>
                    <a:pt x="12289" y="20639"/>
                  </a:lnTo>
                  <a:lnTo>
                    <a:pt x="12256" y="20707"/>
                  </a:lnTo>
                  <a:lnTo>
                    <a:pt x="12256" y="20740"/>
                  </a:lnTo>
                  <a:lnTo>
                    <a:pt x="12054" y="20976"/>
                  </a:lnTo>
                  <a:lnTo>
                    <a:pt x="11852" y="21178"/>
                  </a:lnTo>
                  <a:lnTo>
                    <a:pt x="11650" y="21346"/>
                  </a:lnTo>
                  <a:lnTo>
                    <a:pt x="11414" y="21212"/>
                  </a:lnTo>
                  <a:lnTo>
                    <a:pt x="11212" y="21077"/>
                  </a:lnTo>
                  <a:lnTo>
                    <a:pt x="10842" y="20740"/>
                  </a:lnTo>
                  <a:lnTo>
                    <a:pt x="10438" y="20404"/>
                  </a:lnTo>
                  <a:lnTo>
                    <a:pt x="10034" y="20067"/>
                  </a:lnTo>
                  <a:lnTo>
                    <a:pt x="9226" y="19293"/>
                  </a:lnTo>
                  <a:lnTo>
                    <a:pt x="8384" y="18552"/>
                  </a:lnTo>
                  <a:lnTo>
                    <a:pt x="7643" y="17946"/>
                  </a:lnTo>
                  <a:lnTo>
                    <a:pt x="7273" y="17643"/>
                  </a:lnTo>
                  <a:lnTo>
                    <a:pt x="6936" y="17273"/>
                  </a:lnTo>
                  <a:lnTo>
                    <a:pt x="6566" y="16835"/>
                  </a:lnTo>
                  <a:lnTo>
                    <a:pt x="6364" y="16633"/>
                  </a:lnTo>
                  <a:lnTo>
                    <a:pt x="6128" y="16465"/>
                  </a:lnTo>
                  <a:lnTo>
                    <a:pt x="6398" y="16128"/>
                  </a:lnTo>
                  <a:lnTo>
                    <a:pt x="6701" y="15791"/>
                  </a:lnTo>
                  <a:lnTo>
                    <a:pt x="6835" y="15556"/>
                  </a:lnTo>
                  <a:close/>
                  <a:moveTo>
                    <a:pt x="20538" y="17407"/>
                  </a:moveTo>
                  <a:lnTo>
                    <a:pt x="20673" y="18081"/>
                  </a:lnTo>
                  <a:lnTo>
                    <a:pt x="20942" y="19562"/>
                  </a:lnTo>
                  <a:lnTo>
                    <a:pt x="18619" y="20134"/>
                  </a:lnTo>
                  <a:lnTo>
                    <a:pt x="16296" y="20707"/>
                  </a:lnTo>
                  <a:lnTo>
                    <a:pt x="14916" y="21077"/>
                  </a:lnTo>
                  <a:lnTo>
                    <a:pt x="13535" y="21481"/>
                  </a:lnTo>
                  <a:lnTo>
                    <a:pt x="12862" y="21683"/>
                  </a:lnTo>
                  <a:lnTo>
                    <a:pt x="12963" y="21616"/>
                  </a:lnTo>
                  <a:lnTo>
                    <a:pt x="13030" y="21515"/>
                  </a:lnTo>
                  <a:lnTo>
                    <a:pt x="13064" y="21414"/>
                  </a:lnTo>
                  <a:lnTo>
                    <a:pt x="13064" y="21279"/>
                  </a:lnTo>
                  <a:lnTo>
                    <a:pt x="12996" y="21178"/>
                  </a:lnTo>
                  <a:lnTo>
                    <a:pt x="12895" y="21077"/>
                  </a:lnTo>
                  <a:lnTo>
                    <a:pt x="12794" y="20976"/>
                  </a:lnTo>
                  <a:lnTo>
                    <a:pt x="12559" y="20774"/>
                  </a:lnTo>
                  <a:lnTo>
                    <a:pt x="12660" y="20572"/>
                  </a:lnTo>
                  <a:lnTo>
                    <a:pt x="12660" y="20505"/>
                  </a:lnTo>
                  <a:lnTo>
                    <a:pt x="12592" y="20471"/>
                  </a:lnTo>
                  <a:lnTo>
                    <a:pt x="12592" y="20437"/>
                  </a:lnTo>
                  <a:lnTo>
                    <a:pt x="12929" y="20404"/>
                  </a:lnTo>
                  <a:lnTo>
                    <a:pt x="13266" y="20336"/>
                  </a:lnTo>
                  <a:lnTo>
                    <a:pt x="13973" y="20168"/>
                  </a:lnTo>
                  <a:lnTo>
                    <a:pt x="14646" y="19966"/>
                  </a:lnTo>
                  <a:lnTo>
                    <a:pt x="15286" y="19764"/>
                  </a:lnTo>
                  <a:lnTo>
                    <a:pt x="15690" y="19629"/>
                  </a:lnTo>
                  <a:lnTo>
                    <a:pt x="16094" y="19461"/>
                  </a:lnTo>
                  <a:lnTo>
                    <a:pt x="16868" y="19091"/>
                  </a:lnTo>
                  <a:lnTo>
                    <a:pt x="17239" y="18956"/>
                  </a:lnTo>
                  <a:lnTo>
                    <a:pt x="17643" y="18821"/>
                  </a:lnTo>
                  <a:lnTo>
                    <a:pt x="18047" y="18720"/>
                  </a:lnTo>
                  <a:lnTo>
                    <a:pt x="18484" y="18687"/>
                  </a:lnTo>
                  <a:lnTo>
                    <a:pt x="18552" y="18687"/>
                  </a:lnTo>
                  <a:lnTo>
                    <a:pt x="18585" y="18653"/>
                  </a:lnTo>
                  <a:lnTo>
                    <a:pt x="18619" y="18552"/>
                  </a:lnTo>
                  <a:lnTo>
                    <a:pt x="18585" y="18451"/>
                  </a:lnTo>
                  <a:lnTo>
                    <a:pt x="18552" y="18417"/>
                  </a:lnTo>
                  <a:lnTo>
                    <a:pt x="18484" y="18384"/>
                  </a:lnTo>
                  <a:lnTo>
                    <a:pt x="18114" y="18417"/>
                  </a:lnTo>
                  <a:lnTo>
                    <a:pt x="17777" y="18485"/>
                  </a:lnTo>
                  <a:lnTo>
                    <a:pt x="17407" y="18552"/>
                  </a:lnTo>
                  <a:lnTo>
                    <a:pt x="17070" y="18687"/>
                  </a:lnTo>
                  <a:lnTo>
                    <a:pt x="16397" y="18956"/>
                  </a:lnTo>
                  <a:lnTo>
                    <a:pt x="15757" y="19259"/>
                  </a:lnTo>
                  <a:lnTo>
                    <a:pt x="15353" y="19427"/>
                  </a:lnTo>
                  <a:lnTo>
                    <a:pt x="14916" y="19562"/>
                  </a:lnTo>
                  <a:lnTo>
                    <a:pt x="14108" y="19798"/>
                  </a:lnTo>
                  <a:lnTo>
                    <a:pt x="13232" y="20000"/>
                  </a:lnTo>
                  <a:lnTo>
                    <a:pt x="12828" y="20134"/>
                  </a:lnTo>
                  <a:lnTo>
                    <a:pt x="12424" y="20269"/>
                  </a:lnTo>
                  <a:lnTo>
                    <a:pt x="11784" y="19730"/>
                  </a:lnTo>
                  <a:lnTo>
                    <a:pt x="12054" y="19764"/>
                  </a:lnTo>
                  <a:lnTo>
                    <a:pt x="12323" y="19764"/>
                  </a:lnTo>
                  <a:lnTo>
                    <a:pt x="12828" y="19730"/>
                  </a:lnTo>
                  <a:lnTo>
                    <a:pt x="13367" y="19629"/>
                  </a:lnTo>
                  <a:lnTo>
                    <a:pt x="13906" y="19461"/>
                  </a:lnTo>
                  <a:lnTo>
                    <a:pt x="14444" y="19293"/>
                  </a:lnTo>
                  <a:lnTo>
                    <a:pt x="14983" y="19091"/>
                  </a:lnTo>
                  <a:lnTo>
                    <a:pt x="15959" y="18720"/>
                  </a:lnTo>
                  <a:lnTo>
                    <a:pt x="17070" y="18316"/>
                  </a:lnTo>
                  <a:lnTo>
                    <a:pt x="18215" y="17980"/>
                  </a:lnTo>
                  <a:lnTo>
                    <a:pt x="19393" y="17677"/>
                  </a:lnTo>
                  <a:lnTo>
                    <a:pt x="20538" y="17407"/>
                  </a:lnTo>
                  <a:close/>
                  <a:moveTo>
                    <a:pt x="12458" y="20909"/>
                  </a:moveTo>
                  <a:lnTo>
                    <a:pt x="12559" y="21010"/>
                  </a:lnTo>
                  <a:lnTo>
                    <a:pt x="12761" y="21178"/>
                  </a:lnTo>
                  <a:lnTo>
                    <a:pt x="12862" y="21245"/>
                  </a:lnTo>
                  <a:lnTo>
                    <a:pt x="12895" y="21313"/>
                  </a:lnTo>
                  <a:lnTo>
                    <a:pt x="12895" y="21380"/>
                  </a:lnTo>
                  <a:lnTo>
                    <a:pt x="12794" y="21447"/>
                  </a:lnTo>
                  <a:lnTo>
                    <a:pt x="12693" y="21582"/>
                  </a:lnTo>
                  <a:lnTo>
                    <a:pt x="12559" y="21649"/>
                  </a:lnTo>
                  <a:lnTo>
                    <a:pt x="12390" y="21717"/>
                  </a:lnTo>
                  <a:lnTo>
                    <a:pt x="12222" y="21717"/>
                  </a:lnTo>
                  <a:lnTo>
                    <a:pt x="12020" y="21616"/>
                  </a:lnTo>
                  <a:lnTo>
                    <a:pt x="11919" y="21548"/>
                  </a:lnTo>
                  <a:lnTo>
                    <a:pt x="11852" y="21481"/>
                  </a:lnTo>
                  <a:lnTo>
                    <a:pt x="12020" y="21346"/>
                  </a:lnTo>
                  <a:lnTo>
                    <a:pt x="12155" y="21212"/>
                  </a:lnTo>
                  <a:lnTo>
                    <a:pt x="12458" y="20909"/>
                  </a:lnTo>
                  <a:close/>
                  <a:moveTo>
                    <a:pt x="17979" y="2661"/>
                  </a:moveTo>
                  <a:lnTo>
                    <a:pt x="18047" y="2762"/>
                  </a:lnTo>
                  <a:lnTo>
                    <a:pt x="18148" y="2762"/>
                  </a:lnTo>
                  <a:lnTo>
                    <a:pt x="18080" y="2829"/>
                  </a:lnTo>
                  <a:lnTo>
                    <a:pt x="18080" y="2964"/>
                  </a:lnTo>
                  <a:lnTo>
                    <a:pt x="18181" y="3300"/>
                  </a:lnTo>
                  <a:lnTo>
                    <a:pt x="18417" y="3940"/>
                  </a:lnTo>
                  <a:lnTo>
                    <a:pt x="18787" y="5085"/>
                  </a:lnTo>
                  <a:lnTo>
                    <a:pt x="19124" y="6230"/>
                  </a:lnTo>
                  <a:lnTo>
                    <a:pt x="19427" y="7576"/>
                  </a:lnTo>
                  <a:lnTo>
                    <a:pt x="19595" y="8250"/>
                  </a:lnTo>
                  <a:lnTo>
                    <a:pt x="19764" y="8923"/>
                  </a:lnTo>
                  <a:lnTo>
                    <a:pt x="20134" y="10236"/>
                  </a:lnTo>
                  <a:lnTo>
                    <a:pt x="20302" y="10876"/>
                  </a:lnTo>
                  <a:lnTo>
                    <a:pt x="20471" y="11549"/>
                  </a:lnTo>
                  <a:lnTo>
                    <a:pt x="20605" y="12222"/>
                  </a:lnTo>
                  <a:lnTo>
                    <a:pt x="20706" y="12929"/>
                  </a:lnTo>
                  <a:lnTo>
                    <a:pt x="20807" y="13636"/>
                  </a:lnTo>
                  <a:lnTo>
                    <a:pt x="20942" y="14344"/>
                  </a:lnTo>
                  <a:lnTo>
                    <a:pt x="21211" y="15724"/>
                  </a:lnTo>
                  <a:lnTo>
                    <a:pt x="21548" y="17104"/>
                  </a:lnTo>
                  <a:lnTo>
                    <a:pt x="21885" y="18350"/>
                  </a:lnTo>
                  <a:lnTo>
                    <a:pt x="22289" y="19596"/>
                  </a:lnTo>
                  <a:lnTo>
                    <a:pt x="22659" y="20841"/>
                  </a:lnTo>
                  <a:lnTo>
                    <a:pt x="23063" y="22087"/>
                  </a:lnTo>
                  <a:lnTo>
                    <a:pt x="22895" y="21952"/>
                  </a:lnTo>
                  <a:lnTo>
                    <a:pt x="22760" y="21784"/>
                  </a:lnTo>
                  <a:lnTo>
                    <a:pt x="22727" y="21750"/>
                  </a:lnTo>
                  <a:lnTo>
                    <a:pt x="22659" y="21717"/>
                  </a:lnTo>
                  <a:lnTo>
                    <a:pt x="22592" y="21750"/>
                  </a:lnTo>
                  <a:lnTo>
                    <a:pt x="22558" y="21784"/>
                  </a:lnTo>
                  <a:lnTo>
                    <a:pt x="22424" y="21986"/>
                  </a:lnTo>
                  <a:lnTo>
                    <a:pt x="22356" y="22188"/>
                  </a:lnTo>
                  <a:lnTo>
                    <a:pt x="22222" y="22559"/>
                  </a:lnTo>
                  <a:lnTo>
                    <a:pt x="21986" y="22053"/>
                  </a:lnTo>
                  <a:lnTo>
                    <a:pt x="21784" y="21515"/>
                  </a:lnTo>
                  <a:lnTo>
                    <a:pt x="21616" y="20976"/>
                  </a:lnTo>
                  <a:lnTo>
                    <a:pt x="21447" y="20437"/>
                  </a:lnTo>
                  <a:lnTo>
                    <a:pt x="21481" y="20404"/>
                  </a:lnTo>
                  <a:lnTo>
                    <a:pt x="21447" y="20336"/>
                  </a:lnTo>
                  <a:lnTo>
                    <a:pt x="21447" y="20303"/>
                  </a:lnTo>
                  <a:lnTo>
                    <a:pt x="21380" y="20269"/>
                  </a:lnTo>
                  <a:lnTo>
                    <a:pt x="21245" y="19629"/>
                  </a:lnTo>
                  <a:lnTo>
                    <a:pt x="21077" y="18821"/>
                  </a:lnTo>
                  <a:lnTo>
                    <a:pt x="20908" y="18013"/>
                  </a:lnTo>
                  <a:lnTo>
                    <a:pt x="20774" y="17340"/>
                  </a:lnTo>
                  <a:lnTo>
                    <a:pt x="20807" y="17273"/>
                  </a:lnTo>
                  <a:lnTo>
                    <a:pt x="20807" y="17239"/>
                  </a:lnTo>
                  <a:lnTo>
                    <a:pt x="20774" y="17172"/>
                  </a:lnTo>
                  <a:lnTo>
                    <a:pt x="20740" y="17138"/>
                  </a:lnTo>
                  <a:lnTo>
                    <a:pt x="20471" y="15791"/>
                  </a:lnTo>
                  <a:lnTo>
                    <a:pt x="20504" y="15758"/>
                  </a:lnTo>
                  <a:lnTo>
                    <a:pt x="20504" y="15690"/>
                  </a:lnTo>
                  <a:lnTo>
                    <a:pt x="20471" y="15657"/>
                  </a:lnTo>
                  <a:lnTo>
                    <a:pt x="20403" y="15589"/>
                  </a:lnTo>
                  <a:lnTo>
                    <a:pt x="20302" y="15118"/>
                  </a:lnTo>
                  <a:lnTo>
                    <a:pt x="20336" y="15017"/>
                  </a:lnTo>
                  <a:lnTo>
                    <a:pt x="20336" y="14950"/>
                  </a:lnTo>
                  <a:lnTo>
                    <a:pt x="20302" y="14882"/>
                  </a:lnTo>
                  <a:lnTo>
                    <a:pt x="20235" y="14849"/>
                  </a:lnTo>
                  <a:lnTo>
                    <a:pt x="19764" y="12963"/>
                  </a:lnTo>
                  <a:lnTo>
                    <a:pt x="19326" y="11246"/>
                  </a:lnTo>
                  <a:lnTo>
                    <a:pt x="19326" y="11145"/>
                  </a:lnTo>
                  <a:lnTo>
                    <a:pt x="19259" y="11078"/>
                  </a:lnTo>
                  <a:lnTo>
                    <a:pt x="18956" y="9731"/>
                  </a:lnTo>
                  <a:lnTo>
                    <a:pt x="18956" y="9630"/>
                  </a:lnTo>
                  <a:lnTo>
                    <a:pt x="18787" y="8957"/>
                  </a:lnTo>
                  <a:lnTo>
                    <a:pt x="18821" y="8856"/>
                  </a:lnTo>
                  <a:lnTo>
                    <a:pt x="18787" y="8788"/>
                  </a:lnTo>
                  <a:lnTo>
                    <a:pt x="18754" y="8755"/>
                  </a:lnTo>
                  <a:lnTo>
                    <a:pt x="18552" y="7745"/>
                  </a:lnTo>
                  <a:lnTo>
                    <a:pt x="18316" y="6364"/>
                  </a:lnTo>
                  <a:lnTo>
                    <a:pt x="18148" y="5691"/>
                  </a:lnTo>
                  <a:lnTo>
                    <a:pt x="17979" y="4984"/>
                  </a:lnTo>
                  <a:lnTo>
                    <a:pt x="17777" y="4512"/>
                  </a:lnTo>
                  <a:lnTo>
                    <a:pt x="17575" y="4007"/>
                  </a:lnTo>
                  <a:lnTo>
                    <a:pt x="17340" y="3536"/>
                  </a:lnTo>
                  <a:lnTo>
                    <a:pt x="17239" y="3267"/>
                  </a:lnTo>
                  <a:lnTo>
                    <a:pt x="17171" y="3031"/>
                  </a:lnTo>
                  <a:lnTo>
                    <a:pt x="17205" y="2930"/>
                  </a:lnTo>
                  <a:lnTo>
                    <a:pt x="17171" y="2896"/>
                  </a:lnTo>
                  <a:lnTo>
                    <a:pt x="17138" y="2863"/>
                  </a:lnTo>
                  <a:lnTo>
                    <a:pt x="17138" y="2829"/>
                  </a:lnTo>
                  <a:lnTo>
                    <a:pt x="17171" y="2829"/>
                  </a:lnTo>
                  <a:lnTo>
                    <a:pt x="17441" y="2728"/>
                  </a:lnTo>
                  <a:lnTo>
                    <a:pt x="17710" y="2694"/>
                  </a:lnTo>
                  <a:lnTo>
                    <a:pt x="17979" y="2661"/>
                  </a:lnTo>
                  <a:close/>
                  <a:moveTo>
                    <a:pt x="24275" y="1"/>
                  </a:moveTo>
                  <a:lnTo>
                    <a:pt x="22626" y="506"/>
                  </a:lnTo>
                  <a:lnTo>
                    <a:pt x="20976" y="977"/>
                  </a:lnTo>
                  <a:lnTo>
                    <a:pt x="19326" y="1381"/>
                  </a:lnTo>
                  <a:lnTo>
                    <a:pt x="17643" y="1785"/>
                  </a:lnTo>
                  <a:lnTo>
                    <a:pt x="14310" y="2593"/>
                  </a:lnTo>
                  <a:lnTo>
                    <a:pt x="12626" y="2997"/>
                  </a:lnTo>
                  <a:lnTo>
                    <a:pt x="10976" y="3401"/>
                  </a:lnTo>
                  <a:lnTo>
                    <a:pt x="9630" y="3772"/>
                  </a:lnTo>
                  <a:lnTo>
                    <a:pt x="8317" y="4176"/>
                  </a:lnTo>
                  <a:lnTo>
                    <a:pt x="5691" y="5017"/>
                  </a:lnTo>
                  <a:lnTo>
                    <a:pt x="5051" y="5253"/>
                  </a:lnTo>
                  <a:lnTo>
                    <a:pt x="4714" y="5388"/>
                  </a:lnTo>
                  <a:lnTo>
                    <a:pt x="4377" y="5590"/>
                  </a:lnTo>
                  <a:lnTo>
                    <a:pt x="4108" y="5792"/>
                  </a:lnTo>
                  <a:lnTo>
                    <a:pt x="3973" y="5926"/>
                  </a:lnTo>
                  <a:lnTo>
                    <a:pt x="3906" y="6061"/>
                  </a:lnTo>
                  <a:lnTo>
                    <a:pt x="3839" y="6230"/>
                  </a:lnTo>
                  <a:lnTo>
                    <a:pt x="3805" y="6364"/>
                  </a:lnTo>
                  <a:lnTo>
                    <a:pt x="3771" y="6533"/>
                  </a:lnTo>
                  <a:lnTo>
                    <a:pt x="3805" y="6735"/>
                  </a:lnTo>
                  <a:lnTo>
                    <a:pt x="3771" y="7105"/>
                  </a:lnTo>
                  <a:lnTo>
                    <a:pt x="3805" y="7509"/>
                  </a:lnTo>
                  <a:lnTo>
                    <a:pt x="3906" y="7913"/>
                  </a:lnTo>
                  <a:lnTo>
                    <a:pt x="4007" y="8317"/>
                  </a:lnTo>
                  <a:lnTo>
                    <a:pt x="4310" y="9125"/>
                  </a:lnTo>
                  <a:lnTo>
                    <a:pt x="4546" y="9866"/>
                  </a:lnTo>
                  <a:lnTo>
                    <a:pt x="5556" y="13434"/>
                  </a:lnTo>
                  <a:lnTo>
                    <a:pt x="4916" y="12761"/>
                  </a:lnTo>
                  <a:lnTo>
                    <a:pt x="4243" y="12121"/>
                  </a:lnTo>
                  <a:lnTo>
                    <a:pt x="3839" y="11717"/>
                  </a:lnTo>
                  <a:lnTo>
                    <a:pt x="3401" y="11381"/>
                  </a:lnTo>
                  <a:lnTo>
                    <a:pt x="2963" y="11010"/>
                  </a:lnTo>
                  <a:lnTo>
                    <a:pt x="2559" y="10606"/>
                  </a:lnTo>
                  <a:lnTo>
                    <a:pt x="2290" y="10371"/>
                  </a:lnTo>
                  <a:lnTo>
                    <a:pt x="1987" y="10101"/>
                  </a:lnTo>
                  <a:lnTo>
                    <a:pt x="1819" y="9967"/>
                  </a:lnTo>
                  <a:lnTo>
                    <a:pt x="1650" y="9899"/>
                  </a:lnTo>
                  <a:lnTo>
                    <a:pt x="1482" y="9866"/>
                  </a:lnTo>
                  <a:lnTo>
                    <a:pt x="1280" y="9899"/>
                  </a:lnTo>
                  <a:lnTo>
                    <a:pt x="1280" y="9832"/>
                  </a:lnTo>
                  <a:lnTo>
                    <a:pt x="1246" y="9765"/>
                  </a:lnTo>
                  <a:lnTo>
                    <a:pt x="1179" y="9731"/>
                  </a:lnTo>
                  <a:lnTo>
                    <a:pt x="1112" y="9731"/>
                  </a:lnTo>
                  <a:lnTo>
                    <a:pt x="943" y="9832"/>
                  </a:lnTo>
                  <a:lnTo>
                    <a:pt x="775" y="10000"/>
                  </a:lnTo>
                  <a:lnTo>
                    <a:pt x="506" y="10303"/>
                  </a:lnTo>
                  <a:lnTo>
                    <a:pt x="270" y="10573"/>
                  </a:lnTo>
                  <a:lnTo>
                    <a:pt x="169" y="10741"/>
                  </a:lnTo>
                  <a:lnTo>
                    <a:pt x="135" y="10808"/>
                  </a:lnTo>
                  <a:lnTo>
                    <a:pt x="135" y="10876"/>
                  </a:lnTo>
                  <a:lnTo>
                    <a:pt x="102" y="10876"/>
                  </a:lnTo>
                  <a:lnTo>
                    <a:pt x="68" y="10909"/>
                  </a:lnTo>
                  <a:lnTo>
                    <a:pt x="34" y="10943"/>
                  </a:lnTo>
                  <a:lnTo>
                    <a:pt x="1" y="10977"/>
                  </a:lnTo>
                  <a:lnTo>
                    <a:pt x="34" y="11010"/>
                  </a:lnTo>
                  <a:lnTo>
                    <a:pt x="68" y="11044"/>
                  </a:lnTo>
                  <a:lnTo>
                    <a:pt x="236" y="11145"/>
                  </a:lnTo>
                  <a:lnTo>
                    <a:pt x="371" y="11280"/>
                  </a:lnTo>
                  <a:lnTo>
                    <a:pt x="640" y="11549"/>
                  </a:lnTo>
                  <a:lnTo>
                    <a:pt x="1145" y="12155"/>
                  </a:lnTo>
                  <a:lnTo>
                    <a:pt x="1448" y="12525"/>
                  </a:lnTo>
                  <a:lnTo>
                    <a:pt x="1785" y="12896"/>
                  </a:lnTo>
                  <a:lnTo>
                    <a:pt x="2155" y="13232"/>
                  </a:lnTo>
                  <a:lnTo>
                    <a:pt x="2526" y="13569"/>
                  </a:lnTo>
                  <a:lnTo>
                    <a:pt x="3401" y="14243"/>
                  </a:lnTo>
                  <a:lnTo>
                    <a:pt x="4276" y="14983"/>
                  </a:lnTo>
                  <a:lnTo>
                    <a:pt x="4680" y="15354"/>
                  </a:lnTo>
                  <a:lnTo>
                    <a:pt x="5085" y="15758"/>
                  </a:lnTo>
                  <a:lnTo>
                    <a:pt x="5455" y="16195"/>
                  </a:lnTo>
                  <a:lnTo>
                    <a:pt x="5792" y="16633"/>
                  </a:lnTo>
                  <a:lnTo>
                    <a:pt x="5859" y="16700"/>
                  </a:lnTo>
                  <a:lnTo>
                    <a:pt x="5994" y="16700"/>
                  </a:lnTo>
                  <a:lnTo>
                    <a:pt x="6027" y="16633"/>
                  </a:lnTo>
                  <a:lnTo>
                    <a:pt x="6061" y="16599"/>
                  </a:lnTo>
                  <a:lnTo>
                    <a:pt x="6162" y="16734"/>
                  </a:lnTo>
                  <a:lnTo>
                    <a:pt x="6263" y="16835"/>
                  </a:lnTo>
                  <a:lnTo>
                    <a:pt x="6330" y="16869"/>
                  </a:lnTo>
                  <a:lnTo>
                    <a:pt x="6330" y="16902"/>
                  </a:lnTo>
                  <a:lnTo>
                    <a:pt x="6600" y="17744"/>
                  </a:lnTo>
                  <a:lnTo>
                    <a:pt x="6869" y="18619"/>
                  </a:lnTo>
                  <a:lnTo>
                    <a:pt x="7071" y="19461"/>
                  </a:lnTo>
                  <a:lnTo>
                    <a:pt x="7239" y="20336"/>
                  </a:lnTo>
                  <a:lnTo>
                    <a:pt x="7610" y="22087"/>
                  </a:lnTo>
                  <a:lnTo>
                    <a:pt x="7812" y="22963"/>
                  </a:lnTo>
                  <a:lnTo>
                    <a:pt x="8081" y="23838"/>
                  </a:lnTo>
                  <a:lnTo>
                    <a:pt x="8653" y="25656"/>
                  </a:lnTo>
                  <a:lnTo>
                    <a:pt x="9226" y="27474"/>
                  </a:lnTo>
                  <a:lnTo>
                    <a:pt x="9327" y="27710"/>
                  </a:lnTo>
                  <a:lnTo>
                    <a:pt x="9428" y="27912"/>
                  </a:lnTo>
                  <a:lnTo>
                    <a:pt x="9529" y="28114"/>
                  </a:lnTo>
                  <a:lnTo>
                    <a:pt x="9663" y="28316"/>
                  </a:lnTo>
                  <a:lnTo>
                    <a:pt x="9832" y="28484"/>
                  </a:lnTo>
                  <a:lnTo>
                    <a:pt x="10000" y="28652"/>
                  </a:lnTo>
                  <a:lnTo>
                    <a:pt x="10202" y="28787"/>
                  </a:lnTo>
                  <a:lnTo>
                    <a:pt x="10438" y="28888"/>
                  </a:lnTo>
                  <a:lnTo>
                    <a:pt x="10707" y="28955"/>
                  </a:lnTo>
                  <a:lnTo>
                    <a:pt x="11010" y="29023"/>
                  </a:lnTo>
                  <a:lnTo>
                    <a:pt x="11313" y="29056"/>
                  </a:lnTo>
                  <a:lnTo>
                    <a:pt x="11616" y="29056"/>
                  </a:lnTo>
                  <a:lnTo>
                    <a:pt x="11919" y="29023"/>
                  </a:lnTo>
                  <a:lnTo>
                    <a:pt x="12222" y="28989"/>
                  </a:lnTo>
                  <a:lnTo>
                    <a:pt x="12828" y="28854"/>
                  </a:lnTo>
                  <a:lnTo>
                    <a:pt x="13434" y="28686"/>
                  </a:lnTo>
                  <a:lnTo>
                    <a:pt x="14040" y="28484"/>
                  </a:lnTo>
                  <a:lnTo>
                    <a:pt x="15151" y="28080"/>
                  </a:lnTo>
                  <a:lnTo>
                    <a:pt x="17104" y="27541"/>
                  </a:lnTo>
                  <a:lnTo>
                    <a:pt x="19057" y="27003"/>
                  </a:lnTo>
                  <a:lnTo>
                    <a:pt x="20067" y="26666"/>
                  </a:lnTo>
                  <a:lnTo>
                    <a:pt x="21110" y="26329"/>
                  </a:lnTo>
                  <a:lnTo>
                    <a:pt x="21616" y="26161"/>
                  </a:lnTo>
                  <a:lnTo>
                    <a:pt x="22154" y="26026"/>
                  </a:lnTo>
                  <a:lnTo>
                    <a:pt x="22659" y="25892"/>
                  </a:lnTo>
                  <a:lnTo>
                    <a:pt x="23198" y="25824"/>
                  </a:lnTo>
                  <a:lnTo>
                    <a:pt x="23265" y="25791"/>
                  </a:lnTo>
                  <a:lnTo>
                    <a:pt x="23333" y="25690"/>
                  </a:lnTo>
                  <a:lnTo>
                    <a:pt x="23467" y="25690"/>
                  </a:lnTo>
                  <a:lnTo>
                    <a:pt x="23636" y="25656"/>
                  </a:lnTo>
                  <a:lnTo>
                    <a:pt x="23972" y="25589"/>
                  </a:lnTo>
                  <a:lnTo>
                    <a:pt x="24275" y="25488"/>
                  </a:lnTo>
                  <a:lnTo>
                    <a:pt x="24275" y="25151"/>
                  </a:lnTo>
                  <a:lnTo>
                    <a:pt x="23636" y="25353"/>
                  </a:lnTo>
                  <a:lnTo>
                    <a:pt x="23366" y="25454"/>
                  </a:lnTo>
                  <a:lnTo>
                    <a:pt x="23198" y="25555"/>
                  </a:lnTo>
                  <a:lnTo>
                    <a:pt x="22760" y="25589"/>
                  </a:lnTo>
                  <a:lnTo>
                    <a:pt x="22356" y="25690"/>
                  </a:lnTo>
                  <a:lnTo>
                    <a:pt x="21548" y="25892"/>
                  </a:lnTo>
                  <a:lnTo>
                    <a:pt x="19966" y="26430"/>
                  </a:lnTo>
                  <a:lnTo>
                    <a:pt x="19057" y="26700"/>
                  </a:lnTo>
                  <a:lnTo>
                    <a:pt x="18148" y="26969"/>
                  </a:lnTo>
                  <a:lnTo>
                    <a:pt x="16296" y="27474"/>
                  </a:lnTo>
                  <a:lnTo>
                    <a:pt x="14882" y="27912"/>
                  </a:lnTo>
                  <a:lnTo>
                    <a:pt x="13468" y="28349"/>
                  </a:lnTo>
                  <a:lnTo>
                    <a:pt x="12895" y="28518"/>
                  </a:lnTo>
                  <a:lnTo>
                    <a:pt x="12323" y="28686"/>
                  </a:lnTo>
                  <a:lnTo>
                    <a:pt x="11717" y="28753"/>
                  </a:lnTo>
                  <a:lnTo>
                    <a:pt x="11414" y="28787"/>
                  </a:lnTo>
                  <a:lnTo>
                    <a:pt x="11111" y="28787"/>
                  </a:lnTo>
                  <a:lnTo>
                    <a:pt x="10741" y="28720"/>
                  </a:lnTo>
                  <a:lnTo>
                    <a:pt x="10438" y="28585"/>
                  </a:lnTo>
                  <a:lnTo>
                    <a:pt x="10202" y="28417"/>
                  </a:lnTo>
                  <a:lnTo>
                    <a:pt x="9966" y="28181"/>
                  </a:lnTo>
                  <a:lnTo>
                    <a:pt x="9798" y="27912"/>
                  </a:lnTo>
                  <a:lnTo>
                    <a:pt x="9630" y="27609"/>
                  </a:lnTo>
                  <a:lnTo>
                    <a:pt x="9495" y="27306"/>
                  </a:lnTo>
                  <a:lnTo>
                    <a:pt x="9394" y="26969"/>
                  </a:lnTo>
                  <a:lnTo>
                    <a:pt x="9125" y="26094"/>
                  </a:lnTo>
                  <a:lnTo>
                    <a:pt x="8822" y="25252"/>
                  </a:lnTo>
                  <a:lnTo>
                    <a:pt x="8249" y="23535"/>
                  </a:lnTo>
                  <a:lnTo>
                    <a:pt x="8014" y="22761"/>
                  </a:lnTo>
                  <a:lnTo>
                    <a:pt x="7812" y="21986"/>
                  </a:lnTo>
                  <a:lnTo>
                    <a:pt x="7475" y="20437"/>
                  </a:lnTo>
                  <a:lnTo>
                    <a:pt x="7138" y="18855"/>
                  </a:lnTo>
                  <a:lnTo>
                    <a:pt x="6936" y="18114"/>
                  </a:lnTo>
                  <a:lnTo>
                    <a:pt x="6667" y="17340"/>
                  </a:lnTo>
                  <a:lnTo>
                    <a:pt x="6768" y="17441"/>
                  </a:lnTo>
                  <a:lnTo>
                    <a:pt x="7037" y="17744"/>
                  </a:lnTo>
                  <a:lnTo>
                    <a:pt x="7307" y="18047"/>
                  </a:lnTo>
                  <a:lnTo>
                    <a:pt x="7946" y="18586"/>
                  </a:lnTo>
                  <a:lnTo>
                    <a:pt x="8115" y="18956"/>
                  </a:lnTo>
                  <a:lnTo>
                    <a:pt x="8216" y="19360"/>
                  </a:lnTo>
                  <a:lnTo>
                    <a:pt x="8418" y="20168"/>
                  </a:lnTo>
                  <a:lnTo>
                    <a:pt x="8586" y="21010"/>
                  </a:lnTo>
                  <a:lnTo>
                    <a:pt x="8721" y="21818"/>
                  </a:lnTo>
                  <a:lnTo>
                    <a:pt x="8923" y="23030"/>
                  </a:lnTo>
                  <a:lnTo>
                    <a:pt x="9192" y="24242"/>
                  </a:lnTo>
                  <a:lnTo>
                    <a:pt x="9394" y="25319"/>
                  </a:lnTo>
                  <a:lnTo>
                    <a:pt x="9562" y="25892"/>
                  </a:lnTo>
                  <a:lnTo>
                    <a:pt x="9731" y="26498"/>
                  </a:lnTo>
                  <a:lnTo>
                    <a:pt x="10000" y="27036"/>
                  </a:lnTo>
                  <a:lnTo>
                    <a:pt x="10135" y="27272"/>
                  </a:lnTo>
                  <a:lnTo>
                    <a:pt x="10303" y="27508"/>
                  </a:lnTo>
                  <a:lnTo>
                    <a:pt x="10505" y="27710"/>
                  </a:lnTo>
                  <a:lnTo>
                    <a:pt x="10707" y="27878"/>
                  </a:lnTo>
                  <a:lnTo>
                    <a:pt x="10943" y="28013"/>
                  </a:lnTo>
                  <a:lnTo>
                    <a:pt x="11178" y="28147"/>
                  </a:lnTo>
                  <a:lnTo>
                    <a:pt x="11515" y="28215"/>
                  </a:lnTo>
                  <a:lnTo>
                    <a:pt x="11852" y="28248"/>
                  </a:lnTo>
                  <a:lnTo>
                    <a:pt x="12188" y="28248"/>
                  </a:lnTo>
                  <a:lnTo>
                    <a:pt x="12525" y="28215"/>
                  </a:lnTo>
                  <a:lnTo>
                    <a:pt x="12862" y="28147"/>
                  </a:lnTo>
                  <a:lnTo>
                    <a:pt x="13199" y="28046"/>
                  </a:lnTo>
                  <a:lnTo>
                    <a:pt x="13838" y="27878"/>
                  </a:lnTo>
                  <a:lnTo>
                    <a:pt x="14613" y="27609"/>
                  </a:lnTo>
                  <a:lnTo>
                    <a:pt x="15387" y="27306"/>
                  </a:lnTo>
                  <a:lnTo>
                    <a:pt x="16195" y="27003"/>
                  </a:lnTo>
                  <a:lnTo>
                    <a:pt x="16969" y="26733"/>
                  </a:lnTo>
                  <a:lnTo>
                    <a:pt x="21279" y="25488"/>
                  </a:lnTo>
                  <a:lnTo>
                    <a:pt x="22356" y="25151"/>
                  </a:lnTo>
                  <a:lnTo>
                    <a:pt x="23467" y="24814"/>
                  </a:lnTo>
                  <a:lnTo>
                    <a:pt x="24275" y="24579"/>
                  </a:lnTo>
                  <a:lnTo>
                    <a:pt x="24275" y="24276"/>
                  </a:lnTo>
                  <a:lnTo>
                    <a:pt x="22929" y="24713"/>
                  </a:lnTo>
                  <a:lnTo>
                    <a:pt x="20807" y="25387"/>
                  </a:lnTo>
                  <a:lnTo>
                    <a:pt x="18686" y="25993"/>
                  </a:lnTo>
                  <a:lnTo>
                    <a:pt x="16936" y="26531"/>
                  </a:lnTo>
                  <a:lnTo>
                    <a:pt x="16094" y="26801"/>
                  </a:lnTo>
                  <a:lnTo>
                    <a:pt x="15252" y="27104"/>
                  </a:lnTo>
                  <a:lnTo>
                    <a:pt x="14444" y="27407"/>
                  </a:lnTo>
                  <a:lnTo>
                    <a:pt x="13670" y="27676"/>
                  </a:lnTo>
                  <a:lnTo>
                    <a:pt x="13232" y="27811"/>
                  </a:lnTo>
                  <a:lnTo>
                    <a:pt x="12828" y="27878"/>
                  </a:lnTo>
                  <a:lnTo>
                    <a:pt x="12424" y="27945"/>
                  </a:lnTo>
                  <a:lnTo>
                    <a:pt x="12020" y="27979"/>
                  </a:lnTo>
                  <a:lnTo>
                    <a:pt x="11650" y="27979"/>
                  </a:lnTo>
                  <a:lnTo>
                    <a:pt x="11313" y="27878"/>
                  </a:lnTo>
                  <a:lnTo>
                    <a:pt x="11044" y="27777"/>
                  </a:lnTo>
                  <a:lnTo>
                    <a:pt x="10774" y="27575"/>
                  </a:lnTo>
                  <a:lnTo>
                    <a:pt x="10539" y="27373"/>
                  </a:lnTo>
                  <a:lnTo>
                    <a:pt x="10337" y="27104"/>
                  </a:lnTo>
                  <a:lnTo>
                    <a:pt x="10168" y="26834"/>
                  </a:lnTo>
                  <a:lnTo>
                    <a:pt x="10034" y="26531"/>
                  </a:lnTo>
                  <a:lnTo>
                    <a:pt x="9899" y="26195"/>
                  </a:lnTo>
                  <a:lnTo>
                    <a:pt x="9764" y="25858"/>
                  </a:lnTo>
                  <a:lnTo>
                    <a:pt x="9596" y="25185"/>
                  </a:lnTo>
                  <a:lnTo>
                    <a:pt x="9461" y="24511"/>
                  </a:lnTo>
                  <a:lnTo>
                    <a:pt x="9327" y="23872"/>
                  </a:lnTo>
                  <a:lnTo>
                    <a:pt x="9125" y="22626"/>
                  </a:lnTo>
                  <a:lnTo>
                    <a:pt x="8923" y="21346"/>
                  </a:lnTo>
                  <a:lnTo>
                    <a:pt x="8822" y="20707"/>
                  </a:lnTo>
                  <a:lnTo>
                    <a:pt x="8687" y="20101"/>
                  </a:lnTo>
                  <a:lnTo>
                    <a:pt x="8519" y="19495"/>
                  </a:lnTo>
                  <a:lnTo>
                    <a:pt x="8317" y="18889"/>
                  </a:lnTo>
                  <a:lnTo>
                    <a:pt x="8350" y="18922"/>
                  </a:lnTo>
                  <a:lnTo>
                    <a:pt x="9259" y="19764"/>
                  </a:lnTo>
                  <a:lnTo>
                    <a:pt x="9697" y="20168"/>
                  </a:lnTo>
                  <a:lnTo>
                    <a:pt x="10135" y="20572"/>
                  </a:lnTo>
                  <a:lnTo>
                    <a:pt x="10539" y="20875"/>
                  </a:lnTo>
                  <a:lnTo>
                    <a:pt x="10741" y="21043"/>
                  </a:lnTo>
                  <a:lnTo>
                    <a:pt x="10909" y="21178"/>
                  </a:lnTo>
                  <a:lnTo>
                    <a:pt x="11212" y="21447"/>
                  </a:lnTo>
                  <a:lnTo>
                    <a:pt x="11347" y="21548"/>
                  </a:lnTo>
                  <a:lnTo>
                    <a:pt x="11549" y="21616"/>
                  </a:lnTo>
                  <a:lnTo>
                    <a:pt x="11616" y="21649"/>
                  </a:lnTo>
                  <a:lnTo>
                    <a:pt x="11683" y="21616"/>
                  </a:lnTo>
                  <a:lnTo>
                    <a:pt x="11717" y="21582"/>
                  </a:lnTo>
                  <a:lnTo>
                    <a:pt x="11717" y="21616"/>
                  </a:lnTo>
                  <a:lnTo>
                    <a:pt x="11751" y="21649"/>
                  </a:lnTo>
                  <a:lnTo>
                    <a:pt x="11919" y="21784"/>
                  </a:lnTo>
                  <a:lnTo>
                    <a:pt x="12121" y="21885"/>
                  </a:lnTo>
                  <a:lnTo>
                    <a:pt x="11616" y="21986"/>
                  </a:lnTo>
                  <a:lnTo>
                    <a:pt x="11380" y="22053"/>
                  </a:lnTo>
                  <a:lnTo>
                    <a:pt x="11178" y="22155"/>
                  </a:lnTo>
                  <a:lnTo>
                    <a:pt x="11111" y="22222"/>
                  </a:lnTo>
                  <a:lnTo>
                    <a:pt x="11111" y="22289"/>
                  </a:lnTo>
                  <a:lnTo>
                    <a:pt x="11178" y="22357"/>
                  </a:lnTo>
                  <a:lnTo>
                    <a:pt x="11246" y="22357"/>
                  </a:lnTo>
                  <a:lnTo>
                    <a:pt x="12525" y="22020"/>
                  </a:lnTo>
                  <a:lnTo>
                    <a:pt x="13805" y="21683"/>
                  </a:lnTo>
                  <a:lnTo>
                    <a:pt x="15084" y="21313"/>
                  </a:lnTo>
                  <a:lnTo>
                    <a:pt x="16363" y="20976"/>
                  </a:lnTo>
                  <a:lnTo>
                    <a:pt x="18686" y="20404"/>
                  </a:lnTo>
                  <a:lnTo>
                    <a:pt x="21009" y="19831"/>
                  </a:lnTo>
                  <a:lnTo>
                    <a:pt x="21110" y="20235"/>
                  </a:lnTo>
                  <a:lnTo>
                    <a:pt x="20841" y="20269"/>
                  </a:lnTo>
                  <a:lnTo>
                    <a:pt x="20538" y="20303"/>
                  </a:lnTo>
                  <a:lnTo>
                    <a:pt x="19932" y="20437"/>
                  </a:lnTo>
                  <a:lnTo>
                    <a:pt x="18821" y="20740"/>
                  </a:lnTo>
                  <a:lnTo>
                    <a:pt x="18013" y="20942"/>
                  </a:lnTo>
                  <a:lnTo>
                    <a:pt x="17239" y="21178"/>
                  </a:lnTo>
                  <a:lnTo>
                    <a:pt x="15690" y="21649"/>
                  </a:lnTo>
                  <a:lnTo>
                    <a:pt x="14108" y="22155"/>
                  </a:lnTo>
                  <a:lnTo>
                    <a:pt x="13333" y="22424"/>
                  </a:lnTo>
                  <a:lnTo>
                    <a:pt x="12525" y="22660"/>
                  </a:lnTo>
                  <a:lnTo>
                    <a:pt x="12188" y="22693"/>
                  </a:lnTo>
                  <a:lnTo>
                    <a:pt x="11852" y="22761"/>
                  </a:lnTo>
                  <a:lnTo>
                    <a:pt x="11683" y="22794"/>
                  </a:lnTo>
                  <a:lnTo>
                    <a:pt x="11515" y="22895"/>
                  </a:lnTo>
                  <a:lnTo>
                    <a:pt x="11414" y="22996"/>
                  </a:lnTo>
                  <a:lnTo>
                    <a:pt x="11313" y="23131"/>
                  </a:lnTo>
                  <a:lnTo>
                    <a:pt x="11313" y="23165"/>
                  </a:lnTo>
                  <a:lnTo>
                    <a:pt x="11347" y="23165"/>
                  </a:lnTo>
                  <a:lnTo>
                    <a:pt x="11784" y="23030"/>
                  </a:lnTo>
                  <a:lnTo>
                    <a:pt x="12222" y="22929"/>
                  </a:lnTo>
                  <a:lnTo>
                    <a:pt x="12660" y="22862"/>
                  </a:lnTo>
                  <a:lnTo>
                    <a:pt x="13097" y="22727"/>
                  </a:lnTo>
                  <a:lnTo>
                    <a:pt x="14545" y="22289"/>
                  </a:lnTo>
                  <a:lnTo>
                    <a:pt x="15993" y="21818"/>
                  </a:lnTo>
                  <a:lnTo>
                    <a:pt x="17306" y="21414"/>
                  </a:lnTo>
                  <a:lnTo>
                    <a:pt x="18653" y="21043"/>
                  </a:lnTo>
                  <a:lnTo>
                    <a:pt x="19259" y="20841"/>
                  </a:lnTo>
                  <a:lnTo>
                    <a:pt x="19898" y="20673"/>
                  </a:lnTo>
                  <a:lnTo>
                    <a:pt x="20538" y="20538"/>
                  </a:lnTo>
                  <a:lnTo>
                    <a:pt x="20875" y="20505"/>
                  </a:lnTo>
                  <a:lnTo>
                    <a:pt x="21178" y="20505"/>
                  </a:lnTo>
                  <a:lnTo>
                    <a:pt x="21346" y="21043"/>
                  </a:lnTo>
                  <a:lnTo>
                    <a:pt x="20740" y="21144"/>
                  </a:lnTo>
                  <a:lnTo>
                    <a:pt x="20134" y="21279"/>
                  </a:lnTo>
                  <a:lnTo>
                    <a:pt x="18922" y="21582"/>
                  </a:lnTo>
                  <a:lnTo>
                    <a:pt x="16498" y="22256"/>
                  </a:lnTo>
                  <a:lnTo>
                    <a:pt x="15252" y="22592"/>
                  </a:lnTo>
                  <a:lnTo>
                    <a:pt x="14007" y="22963"/>
                  </a:lnTo>
                  <a:lnTo>
                    <a:pt x="12761" y="23400"/>
                  </a:lnTo>
                  <a:lnTo>
                    <a:pt x="11549" y="23838"/>
                  </a:lnTo>
                  <a:lnTo>
                    <a:pt x="11515" y="23872"/>
                  </a:lnTo>
                  <a:lnTo>
                    <a:pt x="11515" y="23905"/>
                  </a:lnTo>
                  <a:lnTo>
                    <a:pt x="11549" y="23973"/>
                  </a:lnTo>
                  <a:lnTo>
                    <a:pt x="11582" y="23973"/>
                  </a:lnTo>
                  <a:lnTo>
                    <a:pt x="12188" y="23872"/>
                  </a:lnTo>
                  <a:lnTo>
                    <a:pt x="12794" y="23737"/>
                  </a:lnTo>
                  <a:lnTo>
                    <a:pt x="13367" y="23569"/>
                  </a:lnTo>
                  <a:lnTo>
                    <a:pt x="13973" y="23333"/>
                  </a:lnTo>
                  <a:lnTo>
                    <a:pt x="15151" y="22929"/>
                  </a:lnTo>
                  <a:lnTo>
                    <a:pt x="15724" y="22727"/>
                  </a:lnTo>
                  <a:lnTo>
                    <a:pt x="16330" y="22559"/>
                  </a:lnTo>
                  <a:lnTo>
                    <a:pt x="17575" y="22222"/>
                  </a:lnTo>
                  <a:lnTo>
                    <a:pt x="18855" y="21851"/>
                  </a:lnTo>
                  <a:lnTo>
                    <a:pt x="20134" y="21548"/>
                  </a:lnTo>
                  <a:lnTo>
                    <a:pt x="20774" y="21414"/>
                  </a:lnTo>
                  <a:lnTo>
                    <a:pt x="21414" y="21279"/>
                  </a:lnTo>
                  <a:lnTo>
                    <a:pt x="21750" y="22155"/>
                  </a:lnTo>
                  <a:lnTo>
                    <a:pt x="21919" y="22592"/>
                  </a:lnTo>
                  <a:lnTo>
                    <a:pt x="22154" y="22996"/>
                  </a:lnTo>
                  <a:lnTo>
                    <a:pt x="22188" y="23064"/>
                  </a:lnTo>
                  <a:lnTo>
                    <a:pt x="22255" y="23064"/>
                  </a:lnTo>
                  <a:lnTo>
                    <a:pt x="22356" y="23030"/>
                  </a:lnTo>
                  <a:lnTo>
                    <a:pt x="22390" y="22963"/>
                  </a:lnTo>
                  <a:lnTo>
                    <a:pt x="22525" y="22525"/>
                  </a:lnTo>
                  <a:lnTo>
                    <a:pt x="22592" y="22323"/>
                  </a:lnTo>
                  <a:lnTo>
                    <a:pt x="22659" y="22121"/>
                  </a:lnTo>
                  <a:lnTo>
                    <a:pt x="22760" y="22222"/>
                  </a:lnTo>
                  <a:lnTo>
                    <a:pt x="22861" y="22289"/>
                  </a:lnTo>
                  <a:lnTo>
                    <a:pt x="23131" y="22390"/>
                  </a:lnTo>
                  <a:lnTo>
                    <a:pt x="23164" y="22491"/>
                  </a:lnTo>
                  <a:lnTo>
                    <a:pt x="23198" y="22525"/>
                  </a:lnTo>
                  <a:lnTo>
                    <a:pt x="23232" y="22559"/>
                  </a:lnTo>
                  <a:lnTo>
                    <a:pt x="23333" y="22559"/>
                  </a:lnTo>
                  <a:lnTo>
                    <a:pt x="23400" y="22525"/>
                  </a:lnTo>
                  <a:lnTo>
                    <a:pt x="23434" y="22458"/>
                  </a:lnTo>
                  <a:lnTo>
                    <a:pt x="23434" y="22424"/>
                  </a:lnTo>
                  <a:lnTo>
                    <a:pt x="23400" y="22357"/>
                  </a:lnTo>
                  <a:lnTo>
                    <a:pt x="23400" y="22256"/>
                  </a:lnTo>
                  <a:lnTo>
                    <a:pt x="23366" y="22188"/>
                  </a:lnTo>
                  <a:lnTo>
                    <a:pt x="22962" y="20841"/>
                  </a:lnTo>
                  <a:lnTo>
                    <a:pt x="22558" y="19495"/>
                  </a:lnTo>
                  <a:lnTo>
                    <a:pt x="22121" y="18114"/>
                  </a:lnTo>
                  <a:lnTo>
                    <a:pt x="21750" y="16768"/>
                  </a:lnTo>
                  <a:lnTo>
                    <a:pt x="21582" y="16061"/>
                  </a:lnTo>
                  <a:lnTo>
                    <a:pt x="21414" y="15320"/>
                  </a:lnTo>
                  <a:lnTo>
                    <a:pt x="21178" y="13872"/>
                  </a:lnTo>
                  <a:lnTo>
                    <a:pt x="20908" y="12424"/>
                  </a:lnTo>
                  <a:lnTo>
                    <a:pt x="20774" y="11717"/>
                  </a:lnTo>
                  <a:lnTo>
                    <a:pt x="20639" y="10977"/>
                  </a:lnTo>
                  <a:lnTo>
                    <a:pt x="20437" y="10337"/>
                  </a:lnTo>
                  <a:lnTo>
                    <a:pt x="20269" y="9664"/>
                  </a:lnTo>
                  <a:lnTo>
                    <a:pt x="19898" y="8384"/>
                  </a:lnTo>
                  <a:lnTo>
                    <a:pt x="19528" y="6903"/>
                  </a:lnTo>
                  <a:lnTo>
                    <a:pt x="19360" y="6162"/>
                  </a:lnTo>
                  <a:lnTo>
                    <a:pt x="19158" y="5421"/>
                  </a:lnTo>
                  <a:lnTo>
                    <a:pt x="18855" y="4479"/>
                  </a:lnTo>
                  <a:lnTo>
                    <a:pt x="18552" y="3570"/>
                  </a:lnTo>
                  <a:lnTo>
                    <a:pt x="18451" y="3132"/>
                  </a:lnTo>
                  <a:lnTo>
                    <a:pt x="18350" y="2896"/>
                  </a:lnTo>
                  <a:lnTo>
                    <a:pt x="18282" y="2694"/>
                  </a:lnTo>
                  <a:lnTo>
                    <a:pt x="18518" y="2728"/>
                  </a:lnTo>
                  <a:lnTo>
                    <a:pt x="18821" y="2694"/>
                  </a:lnTo>
                  <a:lnTo>
                    <a:pt x="19494" y="2560"/>
                  </a:lnTo>
                  <a:lnTo>
                    <a:pt x="19494" y="2795"/>
                  </a:lnTo>
                  <a:lnTo>
                    <a:pt x="19528" y="3065"/>
                  </a:lnTo>
                  <a:lnTo>
                    <a:pt x="19629" y="3570"/>
                  </a:lnTo>
                  <a:lnTo>
                    <a:pt x="19764" y="4075"/>
                  </a:lnTo>
                  <a:lnTo>
                    <a:pt x="19932" y="4580"/>
                  </a:lnTo>
                  <a:lnTo>
                    <a:pt x="20100" y="5287"/>
                  </a:lnTo>
                  <a:lnTo>
                    <a:pt x="20269" y="5994"/>
                  </a:lnTo>
                  <a:lnTo>
                    <a:pt x="20572" y="7442"/>
                  </a:lnTo>
                  <a:lnTo>
                    <a:pt x="20740" y="8182"/>
                  </a:lnTo>
                  <a:lnTo>
                    <a:pt x="20908" y="8889"/>
                  </a:lnTo>
                  <a:lnTo>
                    <a:pt x="21312" y="10371"/>
                  </a:lnTo>
                  <a:lnTo>
                    <a:pt x="22154" y="13232"/>
                  </a:lnTo>
                  <a:lnTo>
                    <a:pt x="22962" y="16061"/>
                  </a:lnTo>
                  <a:lnTo>
                    <a:pt x="23366" y="17441"/>
                  </a:lnTo>
                  <a:lnTo>
                    <a:pt x="23737" y="18855"/>
                  </a:lnTo>
                  <a:lnTo>
                    <a:pt x="23972" y="19663"/>
                  </a:lnTo>
                  <a:lnTo>
                    <a:pt x="24275" y="20471"/>
                  </a:lnTo>
                  <a:lnTo>
                    <a:pt x="24275" y="19697"/>
                  </a:lnTo>
                  <a:lnTo>
                    <a:pt x="24107" y="19259"/>
                  </a:lnTo>
                  <a:lnTo>
                    <a:pt x="23972" y="18788"/>
                  </a:lnTo>
                  <a:lnTo>
                    <a:pt x="23602" y="17441"/>
                  </a:lnTo>
                  <a:lnTo>
                    <a:pt x="23232" y="16094"/>
                  </a:lnTo>
                  <a:lnTo>
                    <a:pt x="22457" y="13434"/>
                  </a:lnTo>
                  <a:lnTo>
                    <a:pt x="21649" y="10674"/>
                  </a:lnTo>
                  <a:lnTo>
                    <a:pt x="21245" y="9260"/>
                  </a:lnTo>
                  <a:lnTo>
                    <a:pt x="20875" y="7879"/>
                  </a:lnTo>
                  <a:lnTo>
                    <a:pt x="20605" y="6499"/>
                  </a:lnTo>
                  <a:lnTo>
                    <a:pt x="20302" y="5152"/>
                  </a:lnTo>
                  <a:lnTo>
                    <a:pt x="20134" y="4479"/>
                  </a:lnTo>
                  <a:lnTo>
                    <a:pt x="19932" y="3839"/>
                  </a:lnTo>
                  <a:lnTo>
                    <a:pt x="19764" y="3166"/>
                  </a:lnTo>
                  <a:lnTo>
                    <a:pt x="19629" y="2492"/>
                  </a:lnTo>
                  <a:lnTo>
                    <a:pt x="20504" y="2257"/>
                  </a:lnTo>
                  <a:lnTo>
                    <a:pt x="20976" y="2088"/>
                  </a:lnTo>
                  <a:lnTo>
                    <a:pt x="21818" y="1819"/>
                  </a:lnTo>
                  <a:lnTo>
                    <a:pt x="22626" y="1516"/>
                  </a:lnTo>
                  <a:lnTo>
                    <a:pt x="23434" y="1247"/>
                  </a:lnTo>
                  <a:lnTo>
                    <a:pt x="24275" y="1011"/>
                  </a:lnTo>
                  <a:lnTo>
                    <a:pt x="24275" y="742"/>
                  </a:lnTo>
                  <a:lnTo>
                    <a:pt x="24141" y="809"/>
                  </a:lnTo>
                  <a:lnTo>
                    <a:pt x="21851" y="1583"/>
                  </a:lnTo>
                  <a:lnTo>
                    <a:pt x="20706" y="1954"/>
                  </a:lnTo>
                  <a:lnTo>
                    <a:pt x="19595" y="2290"/>
                  </a:lnTo>
                  <a:lnTo>
                    <a:pt x="18922" y="2492"/>
                  </a:lnTo>
                  <a:lnTo>
                    <a:pt x="18518" y="2560"/>
                  </a:lnTo>
                  <a:lnTo>
                    <a:pt x="18350" y="2560"/>
                  </a:lnTo>
                  <a:lnTo>
                    <a:pt x="18215" y="2526"/>
                  </a:lnTo>
                  <a:lnTo>
                    <a:pt x="18181" y="2492"/>
                  </a:lnTo>
                  <a:lnTo>
                    <a:pt x="18047" y="2459"/>
                  </a:lnTo>
                  <a:lnTo>
                    <a:pt x="17609" y="2459"/>
                  </a:lnTo>
                  <a:lnTo>
                    <a:pt x="17340" y="2526"/>
                  </a:lnTo>
                  <a:lnTo>
                    <a:pt x="17205" y="2593"/>
                  </a:lnTo>
                  <a:lnTo>
                    <a:pt x="17104" y="2661"/>
                  </a:lnTo>
                  <a:lnTo>
                    <a:pt x="17003" y="2661"/>
                  </a:lnTo>
                  <a:lnTo>
                    <a:pt x="16969" y="2694"/>
                  </a:lnTo>
                  <a:lnTo>
                    <a:pt x="16969" y="2728"/>
                  </a:lnTo>
                  <a:lnTo>
                    <a:pt x="16969" y="2863"/>
                  </a:lnTo>
                  <a:lnTo>
                    <a:pt x="16969" y="2896"/>
                  </a:lnTo>
                  <a:lnTo>
                    <a:pt x="16296" y="3098"/>
                  </a:lnTo>
                  <a:lnTo>
                    <a:pt x="15623" y="3300"/>
                  </a:lnTo>
                  <a:lnTo>
                    <a:pt x="14242" y="3637"/>
                  </a:lnTo>
                  <a:lnTo>
                    <a:pt x="12862" y="3906"/>
                  </a:lnTo>
                  <a:lnTo>
                    <a:pt x="11481" y="4209"/>
                  </a:lnTo>
                  <a:lnTo>
                    <a:pt x="10707" y="4411"/>
                  </a:lnTo>
                  <a:lnTo>
                    <a:pt x="9933" y="4647"/>
                  </a:lnTo>
                  <a:lnTo>
                    <a:pt x="8418" y="5051"/>
                  </a:lnTo>
                  <a:lnTo>
                    <a:pt x="7812" y="5219"/>
                  </a:lnTo>
                  <a:lnTo>
                    <a:pt x="7239" y="5354"/>
                  </a:lnTo>
                  <a:lnTo>
                    <a:pt x="6869" y="5455"/>
                  </a:lnTo>
                  <a:lnTo>
                    <a:pt x="6667" y="5522"/>
                  </a:lnTo>
                  <a:lnTo>
                    <a:pt x="6532" y="5522"/>
                  </a:lnTo>
                  <a:lnTo>
                    <a:pt x="6532" y="5556"/>
                  </a:lnTo>
                  <a:lnTo>
                    <a:pt x="6532" y="5623"/>
                  </a:lnTo>
                  <a:lnTo>
                    <a:pt x="6095" y="5758"/>
                  </a:lnTo>
                  <a:lnTo>
                    <a:pt x="5859" y="5859"/>
                  </a:lnTo>
                  <a:lnTo>
                    <a:pt x="5657" y="5994"/>
                  </a:lnTo>
                  <a:lnTo>
                    <a:pt x="5489" y="6129"/>
                  </a:lnTo>
                  <a:lnTo>
                    <a:pt x="5320" y="6263"/>
                  </a:lnTo>
                  <a:lnTo>
                    <a:pt x="5186" y="6465"/>
                  </a:lnTo>
                  <a:lnTo>
                    <a:pt x="5085" y="6701"/>
                  </a:lnTo>
                  <a:lnTo>
                    <a:pt x="5017" y="6937"/>
                  </a:lnTo>
                  <a:lnTo>
                    <a:pt x="4984" y="7240"/>
                  </a:lnTo>
                  <a:lnTo>
                    <a:pt x="5017" y="7543"/>
                  </a:lnTo>
                  <a:lnTo>
                    <a:pt x="5051" y="7846"/>
                  </a:lnTo>
                  <a:lnTo>
                    <a:pt x="5219" y="8418"/>
                  </a:lnTo>
                  <a:lnTo>
                    <a:pt x="5354" y="8957"/>
                  </a:lnTo>
                  <a:lnTo>
                    <a:pt x="5691" y="10674"/>
                  </a:lnTo>
                  <a:lnTo>
                    <a:pt x="6095" y="12391"/>
                  </a:lnTo>
                  <a:lnTo>
                    <a:pt x="6229" y="12963"/>
                  </a:lnTo>
                  <a:lnTo>
                    <a:pt x="6398" y="13535"/>
                  </a:lnTo>
                  <a:lnTo>
                    <a:pt x="6768" y="14647"/>
                  </a:lnTo>
                  <a:lnTo>
                    <a:pt x="6330" y="14243"/>
                  </a:lnTo>
                  <a:lnTo>
                    <a:pt x="5893" y="13805"/>
                  </a:lnTo>
                  <a:lnTo>
                    <a:pt x="5792" y="13333"/>
                  </a:lnTo>
                  <a:lnTo>
                    <a:pt x="5691" y="12862"/>
                  </a:lnTo>
                  <a:lnTo>
                    <a:pt x="5421" y="11919"/>
                  </a:lnTo>
                  <a:lnTo>
                    <a:pt x="5118" y="10977"/>
                  </a:lnTo>
                  <a:lnTo>
                    <a:pt x="4815" y="10034"/>
                  </a:lnTo>
                  <a:lnTo>
                    <a:pt x="4579" y="9226"/>
                  </a:lnTo>
                  <a:lnTo>
                    <a:pt x="4310" y="8384"/>
                  </a:lnTo>
                  <a:lnTo>
                    <a:pt x="4209" y="8014"/>
                  </a:lnTo>
                  <a:lnTo>
                    <a:pt x="4142" y="7644"/>
                  </a:lnTo>
                  <a:lnTo>
                    <a:pt x="4007" y="6903"/>
                  </a:lnTo>
                  <a:lnTo>
                    <a:pt x="4041" y="6869"/>
                  </a:lnTo>
                  <a:lnTo>
                    <a:pt x="4041" y="6802"/>
                  </a:lnTo>
                  <a:lnTo>
                    <a:pt x="4007" y="6566"/>
                  </a:lnTo>
                  <a:lnTo>
                    <a:pt x="4041" y="6364"/>
                  </a:lnTo>
                  <a:lnTo>
                    <a:pt x="4108" y="6196"/>
                  </a:lnTo>
                  <a:lnTo>
                    <a:pt x="4243" y="6027"/>
                  </a:lnTo>
                  <a:lnTo>
                    <a:pt x="4411" y="5859"/>
                  </a:lnTo>
                  <a:lnTo>
                    <a:pt x="4579" y="5724"/>
                  </a:lnTo>
                  <a:lnTo>
                    <a:pt x="4815" y="5590"/>
                  </a:lnTo>
                  <a:lnTo>
                    <a:pt x="5051" y="5489"/>
                  </a:lnTo>
                  <a:lnTo>
                    <a:pt x="5556" y="5287"/>
                  </a:lnTo>
                  <a:lnTo>
                    <a:pt x="6095" y="5152"/>
                  </a:lnTo>
                  <a:lnTo>
                    <a:pt x="6903" y="4916"/>
                  </a:lnTo>
                  <a:lnTo>
                    <a:pt x="9663" y="4075"/>
                  </a:lnTo>
                  <a:lnTo>
                    <a:pt x="11077" y="3671"/>
                  </a:lnTo>
                  <a:lnTo>
                    <a:pt x="12458" y="3300"/>
                  </a:lnTo>
                  <a:lnTo>
                    <a:pt x="15421" y="2593"/>
                  </a:lnTo>
                  <a:lnTo>
                    <a:pt x="18383" y="1886"/>
                  </a:lnTo>
                  <a:lnTo>
                    <a:pt x="19865" y="1516"/>
                  </a:lnTo>
                  <a:lnTo>
                    <a:pt x="21346" y="1146"/>
                  </a:lnTo>
                  <a:lnTo>
                    <a:pt x="22828" y="742"/>
                  </a:lnTo>
                  <a:lnTo>
                    <a:pt x="24275" y="304"/>
                  </a:lnTo>
                  <a:lnTo>
                    <a:pt x="2427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2" name="Google Shape;1580;p10">
              <a:extLst>
                <a:ext uri="{FF2B5EF4-FFF2-40B4-BE49-F238E27FC236}">
                  <a16:creationId xmlns:a16="http://schemas.microsoft.com/office/drawing/2014/main" id="{A7A64803-6B68-4BA3-8741-37A8B0CF6B59}"/>
                </a:ext>
              </a:extLst>
            </p:cNvPr>
            <p:cNvSpPr/>
            <p:nvPr/>
          </p:nvSpPr>
          <p:spPr>
            <a:xfrm>
              <a:off x="6823542" y="2472767"/>
              <a:ext cx="38614" cy="16769"/>
            </a:xfrm>
            <a:custGeom>
              <a:avLst/>
              <a:gdLst/>
              <a:ahLst/>
              <a:cxnLst/>
              <a:rect l="l" t="t" r="r" b="b"/>
              <a:pathLst>
                <a:path w="776" h="337" extrusionOk="0">
                  <a:moveTo>
                    <a:pt x="775" y="0"/>
                  </a:moveTo>
                  <a:lnTo>
                    <a:pt x="371" y="101"/>
                  </a:lnTo>
                  <a:lnTo>
                    <a:pt x="203" y="202"/>
                  </a:lnTo>
                  <a:lnTo>
                    <a:pt x="1" y="303"/>
                  </a:lnTo>
                  <a:lnTo>
                    <a:pt x="1" y="337"/>
                  </a:lnTo>
                  <a:lnTo>
                    <a:pt x="405" y="337"/>
                  </a:lnTo>
                  <a:lnTo>
                    <a:pt x="775" y="269"/>
                  </a:lnTo>
                  <a:lnTo>
                    <a:pt x="775"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3" name="Google Shape;1581;p10">
              <a:extLst>
                <a:ext uri="{FF2B5EF4-FFF2-40B4-BE49-F238E27FC236}">
                  <a16:creationId xmlns:a16="http://schemas.microsoft.com/office/drawing/2014/main" id="{EBB731F7-047C-488E-8157-8CCE71A85300}"/>
                </a:ext>
              </a:extLst>
            </p:cNvPr>
            <p:cNvSpPr/>
            <p:nvPr/>
          </p:nvSpPr>
          <p:spPr>
            <a:xfrm>
              <a:off x="6810156" y="2378920"/>
              <a:ext cx="51999" cy="28512"/>
            </a:xfrm>
            <a:custGeom>
              <a:avLst/>
              <a:gdLst/>
              <a:ahLst/>
              <a:cxnLst/>
              <a:rect l="l" t="t" r="r" b="b"/>
              <a:pathLst>
                <a:path w="1045" h="573" extrusionOk="0">
                  <a:moveTo>
                    <a:pt x="1044" y="1"/>
                  </a:moveTo>
                  <a:lnTo>
                    <a:pt x="573" y="236"/>
                  </a:lnTo>
                  <a:lnTo>
                    <a:pt x="337" y="304"/>
                  </a:lnTo>
                  <a:lnTo>
                    <a:pt x="68" y="371"/>
                  </a:lnTo>
                  <a:lnTo>
                    <a:pt x="1" y="405"/>
                  </a:lnTo>
                  <a:lnTo>
                    <a:pt x="1" y="472"/>
                  </a:lnTo>
                  <a:lnTo>
                    <a:pt x="34" y="506"/>
                  </a:lnTo>
                  <a:lnTo>
                    <a:pt x="68" y="573"/>
                  </a:lnTo>
                  <a:lnTo>
                    <a:pt x="304" y="573"/>
                  </a:lnTo>
                  <a:lnTo>
                    <a:pt x="573" y="539"/>
                  </a:lnTo>
                  <a:lnTo>
                    <a:pt x="809" y="438"/>
                  </a:lnTo>
                  <a:lnTo>
                    <a:pt x="1044" y="337"/>
                  </a:lnTo>
                  <a:lnTo>
                    <a:pt x="1044"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4" name="Google Shape;1582;p10">
              <a:extLst>
                <a:ext uri="{FF2B5EF4-FFF2-40B4-BE49-F238E27FC236}">
                  <a16:creationId xmlns:a16="http://schemas.microsoft.com/office/drawing/2014/main" id="{59A84C6F-501D-4C86-9CB6-FEBBEAF1ED1C}"/>
                </a:ext>
              </a:extLst>
            </p:cNvPr>
            <p:cNvSpPr/>
            <p:nvPr/>
          </p:nvSpPr>
          <p:spPr>
            <a:xfrm>
              <a:off x="6842003" y="2509590"/>
              <a:ext cx="20153" cy="16819"/>
            </a:xfrm>
            <a:custGeom>
              <a:avLst/>
              <a:gdLst/>
              <a:ahLst/>
              <a:cxnLst/>
              <a:rect l="l" t="t" r="r" b="b"/>
              <a:pathLst>
                <a:path w="405" h="338" extrusionOk="0">
                  <a:moveTo>
                    <a:pt x="404" y="1"/>
                  </a:moveTo>
                  <a:lnTo>
                    <a:pt x="236" y="68"/>
                  </a:lnTo>
                  <a:lnTo>
                    <a:pt x="68" y="135"/>
                  </a:lnTo>
                  <a:lnTo>
                    <a:pt x="0" y="203"/>
                  </a:lnTo>
                  <a:lnTo>
                    <a:pt x="0" y="270"/>
                  </a:lnTo>
                  <a:lnTo>
                    <a:pt x="34" y="304"/>
                  </a:lnTo>
                  <a:lnTo>
                    <a:pt x="101" y="337"/>
                  </a:lnTo>
                  <a:lnTo>
                    <a:pt x="270" y="337"/>
                  </a:lnTo>
                  <a:lnTo>
                    <a:pt x="404" y="304"/>
                  </a:lnTo>
                  <a:lnTo>
                    <a:pt x="404"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95" name="Google Shape;1583;p10">
            <a:extLst>
              <a:ext uri="{FF2B5EF4-FFF2-40B4-BE49-F238E27FC236}">
                <a16:creationId xmlns:a16="http://schemas.microsoft.com/office/drawing/2014/main" id="{314D696A-214F-40EE-8A96-A77CC9952978}"/>
              </a:ext>
            </a:extLst>
          </p:cNvPr>
          <p:cNvGrpSpPr/>
          <p:nvPr userDrawn="1"/>
        </p:nvGrpSpPr>
        <p:grpSpPr>
          <a:xfrm>
            <a:off x="8106707" y="3508074"/>
            <a:ext cx="1037098" cy="1476031"/>
            <a:chOff x="5825057" y="3508074"/>
            <a:chExt cx="1037098" cy="1476031"/>
          </a:xfrm>
        </p:grpSpPr>
        <p:sp>
          <p:nvSpPr>
            <p:cNvPr id="296" name="Google Shape;1584;p10">
              <a:extLst>
                <a:ext uri="{FF2B5EF4-FFF2-40B4-BE49-F238E27FC236}">
                  <a16:creationId xmlns:a16="http://schemas.microsoft.com/office/drawing/2014/main" id="{412774D4-4005-4E71-A526-10E123382BB6}"/>
                </a:ext>
              </a:extLst>
            </p:cNvPr>
            <p:cNvSpPr/>
            <p:nvPr/>
          </p:nvSpPr>
          <p:spPr>
            <a:xfrm>
              <a:off x="5825057" y="3508074"/>
              <a:ext cx="1037098" cy="1476031"/>
            </a:xfrm>
            <a:custGeom>
              <a:avLst/>
              <a:gdLst/>
              <a:ahLst/>
              <a:cxnLst/>
              <a:rect l="l" t="t" r="r" b="b"/>
              <a:pathLst>
                <a:path w="20842" h="29663" extrusionOk="0">
                  <a:moveTo>
                    <a:pt x="19394" y="10707"/>
                  </a:moveTo>
                  <a:lnTo>
                    <a:pt x="19427" y="10876"/>
                  </a:lnTo>
                  <a:lnTo>
                    <a:pt x="19495" y="11044"/>
                  </a:lnTo>
                  <a:lnTo>
                    <a:pt x="19663" y="11347"/>
                  </a:lnTo>
                  <a:lnTo>
                    <a:pt x="19865" y="11616"/>
                  </a:lnTo>
                  <a:lnTo>
                    <a:pt x="19966" y="11717"/>
                  </a:lnTo>
                  <a:lnTo>
                    <a:pt x="20101" y="11818"/>
                  </a:lnTo>
                  <a:lnTo>
                    <a:pt x="19865" y="12458"/>
                  </a:lnTo>
                  <a:lnTo>
                    <a:pt x="19798" y="12357"/>
                  </a:lnTo>
                  <a:lnTo>
                    <a:pt x="19730" y="12222"/>
                  </a:lnTo>
                  <a:lnTo>
                    <a:pt x="19495" y="11785"/>
                  </a:lnTo>
                  <a:lnTo>
                    <a:pt x="19326" y="11549"/>
                  </a:lnTo>
                  <a:lnTo>
                    <a:pt x="19225" y="11414"/>
                  </a:lnTo>
                  <a:lnTo>
                    <a:pt x="19091" y="11347"/>
                  </a:lnTo>
                  <a:lnTo>
                    <a:pt x="19394" y="10707"/>
                  </a:lnTo>
                  <a:close/>
                  <a:moveTo>
                    <a:pt x="19023" y="11448"/>
                  </a:moveTo>
                  <a:lnTo>
                    <a:pt x="19225" y="11717"/>
                  </a:lnTo>
                  <a:lnTo>
                    <a:pt x="19394" y="12020"/>
                  </a:lnTo>
                  <a:lnTo>
                    <a:pt x="19528" y="12357"/>
                  </a:lnTo>
                  <a:lnTo>
                    <a:pt x="19629" y="12525"/>
                  </a:lnTo>
                  <a:lnTo>
                    <a:pt x="19764" y="12626"/>
                  </a:lnTo>
                  <a:lnTo>
                    <a:pt x="19798" y="12626"/>
                  </a:lnTo>
                  <a:lnTo>
                    <a:pt x="19629" y="13165"/>
                  </a:lnTo>
                  <a:lnTo>
                    <a:pt x="19394" y="12828"/>
                  </a:lnTo>
                  <a:lnTo>
                    <a:pt x="19192" y="12424"/>
                  </a:lnTo>
                  <a:lnTo>
                    <a:pt x="18990" y="12020"/>
                  </a:lnTo>
                  <a:lnTo>
                    <a:pt x="18956" y="12020"/>
                  </a:lnTo>
                  <a:lnTo>
                    <a:pt x="18922" y="12054"/>
                  </a:lnTo>
                  <a:lnTo>
                    <a:pt x="18956" y="12256"/>
                  </a:lnTo>
                  <a:lnTo>
                    <a:pt x="19023" y="12458"/>
                  </a:lnTo>
                  <a:lnTo>
                    <a:pt x="19192" y="12828"/>
                  </a:lnTo>
                  <a:lnTo>
                    <a:pt x="19360" y="13098"/>
                  </a:lnTo>
                  <a:lnTo>
                    <a:pt x="19427" y="13266"/>
                  </a:lnTo>
                  <a:lnTo>
                    <a:pt x="19562" y="13367"/>
                  </a:lnTo>
                  <a:lnTo>
                    <a:pt x="19259" y="14108"/>
                  </a:lnTo>
                  <a:lnTo>
                    <a:pt x="19192" y="13973"/>
                  </a:lnTo>
                  <a:lnTo>
                    <a:pt x="19091" y="13805"/>
                  </a:lnTo>
                  <a:lnTo>
                    <a:pt x="18922" y="13535"/>
                  </a:lnTo>
                  <a:lnTo>
                    <a:pt x="18687" y="13098"/>
                  </a:lnTo>
                  <a:lnTo>
                    <a:pt x="18417" y="12694"/>
                  </a:lnTo>
                  <a:lnTo>
                    <a:pt x="18821" y="11919"/>
                  </a:lnTo>
                  <a:lnTo>
                    <a:pt x="19023" y="11448"/>
                  </a:lnTo>
                  <a:close/>
                  <a:moveTo>
                    <a:pt x="18350" y="12828"/>
                  </a:moveTo>
                  <a:lnTo>
                    <a:pt x="18518" y="13199"/>
                  </a:lnTo>
                  <a:lnTo>
                    <a:pt x="18687" y="13535"/>
                  </a:lnTo>
                  <a:lnTo>
                    <a:pt x="18889" y="13939"/>
                  </a:lnTo>
                  <a:lnTo>
                    <a:pt x="19023" y="14142"/>
                  </a:lnTo>
                  <a:lnTo>
                    <a:pt x="19158" y="14276"/>
                  </a:lnTo>
                  <a:lnTo>
                    <a:pt x="19124" y="14377"/>
                  </a:lnTo>
                  <a:lnTo>
                    <a:pt x="18922" y="14781"/>
                  </a:lnTo>
                  <a:lnTo>
                    <a:pt x="18788" y="14512"/>
                  </a:lnTo>
                  <a:lnTo>
                    <a:pt x="18653" y="14310"/>
                  </a:lnTo>
                  <a:lnTo>
                    <a:pt x="18384" y="13805"/>
                  </a:lnTo>
                  <a:lnTo>
                    <a:pt x="18249" y="13535"/>
                  </a:lnTo>
                  <a:lnTo>
                    <a:pt x="18215" y="13401"/>
                  </a:lnTo>
                  <a:lnTo>
                    <a:pt x="18215" y="13266"/>
                  </a:lnTo>
                  <a:lnTo>
                    <a:pt x="18215" y="13232"/>
                  </a:lnTo>
                  <a:lnTo>
                    <a:pt x="18182" y="13266"/>
                  </a:lnTo>
                  <a:lnTo>
                    <a:pt x="18182" y="13266"/>
                  </a:lnTo>
                  <a:lnTo>
                    <a:pt x="18350" y="12828"/>
                  </a:lnTo>
                  <a:close/>
                  <a:moveTo>
                    <a:pt x="18182" y="13266"/>
                  </a:moveTo>
                  <a:lnTo>
                    <a:pt x="18148" y="13468"/>
                  </a:lnTo>
                  <a:lnTo>
                    <a:pt x="18148" y="13670"/>
                  </a:lnTo>
                  <a:lnTo>
                    <a:pt x="18215" y="13872"/>
                  </a:lnTo>
                  <a:lnTo>
                    <a:pt x="18316" y="14074"/>
                  </a:lnTo>
                  <a:lnTo>
                    <a:pt x="18518" y="14546"/>
                  </a:lnTo>
                  <a:lnTo>
                    <a:pt x="18653" y="14781"/>
                  </a:lnTo>
                  <a:lnTo>
                    <a:pt x="18788" y="15017"/>
                  </a:lnTo>
                  <a:lnTo>
                    <a:pt x="18619" y="15387"/>
                  </a:lnTo>
                  <a:lnTo>
                    <a:pt x="18552" y="15185"/>
                  </a:lnTo>
                  <a:lnTo>
                    <a:pt x="18451" y="14983"/>
                  </a:lnTo>
                  <a:lnTo>
                    <a:pt x="18249" y="14613"/>
                  </a:lnTo>
                  <a:lnTo>
                    <a:pt x="18081" y="14310"/>
                  </a:lnTo>
                  <a:lnTo>
                    <a:pt x="17980" y="14175"/>
                  </a:lnTo>
                  <a:lnTo>
                    <a:pt x="17845" y="14041"/>
                  </a:lnTo>
                  <a:lnTo>
                    <a:pt x="18182" y="13266"/>
                  </a:lnTo>
                  <a:close/>
                  <a:moveTo>
                    <a:pt x="17777" y="14209"/>
                  </a:moveTo>
                  <a:lnTo>
                    <a:pt x="17946" y="14512"/>
                  </a:lnTo>
                  <a:lnTo>
                    <a:pt x="18114" y="14781"/>
                  </a:lnTo>
                  <a:lnTo>
                    <a:pt x="18283" y="15185"/>
                  </a:lnTo>
                  <a:lnTo>
                    <a:pt x="18384" y="15387"/>
                  </a:lnTo>
                  <a:lnTo>
                    <a:pt x="18485" y="15589"/>
                  </a:lnTo>
                  <a:lnTo>
                    <a:pt x="18518" y="15589"/>
                  </a:lnTo>
                  <a:lnTo>
                    <a:pt x="18283" y="16094"/>
                  </a:lnTo>
                  <a:lnTo>
                    <a:pt x="18081" y="15758"/>
                  </a:lnTo>
                  <a:lnTo>
                    <a:pt x="17845" y="15286"/>
                  </a:lnTo>
                  <a:lnTo>
                    <a:pt x="17609" y="14815"/>
                  </a:lnTo>
                  <a:lnTo>
                    <a:pt x="17575" y="14781"/>
                  </a:lnTo>
                  <a:lnTo>
                    <a:pt x="17542" y="14781"/>
                  </a:lnTo>
                  <a:lnTo>
                    <a:pt x="17777" y="14209"/>
                  </a:lnTo>
                  <a:close/>
                  <a:moveTo>
                    <a:pt x="17508" y="14882"/>
                  </a:moveTo>
                  <a:lnTo>
                    <a:pt x="17575" y="15084"/>
                  </a:lnTo>
                  <a:lnTo>
                    <a:pt x="17643" y="15286"/>
                  </a:lnTo>
                  <a:lnTo>
                    <a:pt x="17811" y="15657"/>
                  </a:lnTo>
                  <a:lnTo>
                    <a:pt x="18148" y="16364"/>
                  </a:lnTo>
                  <a:lnTo>
                    <a:pt x="17878" y="16970"/>
                  </a:lnTo>
                  <a:lnTo>
                    <a:pt x="17643" y="16532"/>
                  </a:lnTo>
                  <a:lnTo>
                    <a:pt x="17407" y="16128"/>
                  </a:lnTo>
                  <a:lnTo>
                    <a:pt x="17205" y="15758"/>
                  </a:lnTo>
                  <a:lnTo>
                    <a:pt x="17508" y="14882"/>
                  </a:lnTo>
                  <a:close/>
                  <a:moveTo>
                    <a:pt x="17138" y="15892"/>
                  </a:moveTo>
                  <a:lnTo>
                    <a:pt x="17474" y="16633"/>
                  </a:lnTo>
                  <a:lnTo>
                    <a:pt x="17609" y="16902"/>
                  </a:lnTo>
                  <a:lnTo>
                    <a:pt x="17777" y="17205"/>
                  </a:lnTo>
                  <a:lnTo>
                    <a:pt x="17643" y="17441"/>
                  </a:lnTo>
                  <a:lnTo>
                    <a:pt x="17373" y="16936"/>
                  </a:lnTo>
                  <a:lnTo>
                    <a:pt x="17003" y="16229"/>
                  </a:lnTo>
                  <a:lnTo>
                    <a:pt x="17138" y="15892"/>
                  </a:lnTo>
                  <a:close/>
                  <a:moveTo>
                    <a:pt x="16936" y="16431"/>
                  </a:moveTo>
                  <a:lnTo>
                    <a:pt x="17037" y="16768"/>
                  </a:lnTo>
                  <a:lnTo>
                    <a:pt x="17171" y="17104"/>
                  </a:lnTo>
                  <a:lnTo>
                    <a:pt x="17340" y="17441"/>
                  </a:lnTo>
                  <a:lnTo>
                    <a:pt x="17441" y="17576"/>
                  </a:lnTo>
                  <a:lnTo>
                    <a:pt x="17542" y="17677"/>
                  </a:lnTo>
                  <a:lnTo>
                    <a:pt x="17340" y="18114"/>
                  </a:lnTo>
                  <a:lnTo>
                    <a:pt x="17104" y="17677"/>
                  </a:lnTo>
                  <a:lnTo>
                    <a:pt x="16936" y="17374"/>
                  </a:lnTo>
                  <a:lnTo>
                    <a:pt x="16700" y="17037"/>
                  </a:lnTo>
                  <a:lnTo>
                    <a:pt x="16936" y="16431"/>
                  </a:lnTo>
                  <a:close/>
                  <a:moveTo>
                    <a:pt x="16666" y="17172"/>
                  </a:moveTo>
                  <a:lnTo>
                    <a:pt x="16868" y="17542"/>
                  </a:lnTo>
                  <a:lnTo>
                    <a:pt x="17037" y="17912"/>
                  </a:lnTo>
                  <a:lnTo>
                    <a:pt x="17104" y="18148"/>
                  </a:lnTo>
                  <a:lnTo>
                    <a:pt x="17239" y="18384"/>
                  </a:lnTo>
                  <a:lnTo>
                    <a:pt x="16902" y="19124"/>
                  </a:lnTo>
                  <a:lnTo>
                    <a:pt x="16767" y="18922"/>
                  </a:lnTo>
                  <a:lnTo>
                    <a:pt x="16532" y="18316"/>
                  </a:lnTo>
                  <a:lnTo>
                    <a:pt x="16464" y="18148"/>
                  </a:lnTo>
                  <a:lnTo>
                    <a:pt x="16397" y="18081"/>
                  </a:lnTo>
                  <a:lnTo>
                    <a:pt x="16363" y="18013"/>
                  </a:lnTo>
                  <a:lnTo>
                    <a:pt x="16464" y="17744"/>
                  </a:lnTo>
                  <a:lnTo>
                    <a:pt x="16666" y="17172"/>
                  </a:lnTo>
                  <a:close/>
                  <a:moveTo>
                    <a:pt x="6499" y="8654"/>
                  </a:moveTo>
                  <a:lnTo>
                    <a:pt x="9428" y="9866"/>
                  </a:lnTo>
                  <a:lnTo>
                    <a:pt x="10876" y="10472"/>
                  </a:lnTo>
                  <a:lnTo>
                    <a:pt x="12323" y="11111"/>
                  </a:lnTo>
                  <a:lnTo>
                    <a:pt x="13030" y="11414"/>
                  </a:lnTo>
                  <a:lnTo>
                    <a:pt x="13771" y="11684"/>
                  </a:lnTo>
                  <a:lnTo>
                    <a:pt x="14478" y="11987"/>
                  </a:lnTo>
                  <a:lnTo>
                    <a:pt x="15185" y="12290"/>
                  </a:lnTo>
                  <a:lnTo>
                    <a:pt x="16464" y="12963"/>
                  </a:lnTo>
                  <a:lnTo>
                    <a:pt x="17104" y="13232"/>
                  </a:lnTo>
                  <a:lnTo>
                    <a:pt x="17441" y="13367"/>
                  </a:lnTo>
                  <a:lnTo>
                    <a:pt x="17811" y="13468"/>
                  </a:lnTo>
                  <a:lnTo>
                    <a:pt x="17138" y="15084"/>
                  </a:lnTo>
                  <a:lnTo>
                    <a:pt x="16801" y="15892"/>
                  </a:lnTo>
                  <a:lnTo>
                    <a:pt x="16532" y="16734"/>
                  </a:lnTo>
                  <a:lnTo>
                    <a:pt x="16027" y="18047"/>
                  </a:lnTo>
                  <a:lnTo>
                    <a:pt x="15488" y="19326"/>
                  </a:lnTo>
                  <a:lnTo>
                    <a:pt x="14882" y="19023"/>
                  </a:lnTo>
                  <a:lnTo>
                    <a:pt x="14276" y="18788"/>
                  </a:lnTo>
                  <a:lnTo>
                    <a:pt x="13030" y="18316"/>
                  </a:lnTo>
                  <a:lnTo>
                    <a:pt x="12290" y="17980"/>
                  </a:lnTo>
                  <a:lnTo>
                    <a:pt x="11583" y="17643"/>
                  </a:lnTo>
                  <a:lnTo>
                    <a:pt x="10876" y="17273"/>
                  </a:lnTo>
                  <a:lnTo>
                    <a:pt x="10135" y="16970"/>
                  </a:lnTo>
                  <a:lnTo>
                    <a:pt x="8586" y="16330"/>
                  </a:lnTo>
                  <a:lnTo>
                    <a:pt x="7037" y="15657"/>
                  </a:lnTo>
                  <a:lnTo>
                    <a:pt x="5455" y="14983"/>
                  </a:lnTo>
                  <a:lnTo>
                    <a:pt x="4681" y="14680"/>
                  </a:lnTo>
                  <a:lnTo>
                    <a:pt x="3873" y="14377"/>
                  </a:lnTo>
                  <a:lnTo>
                    <a:pt x="3906" y="14310"/>
                  </a:lnTo>
                  <a:lnTo>
                    <a:pt x="4815" y="12290"/>
                  </a:lnTo>
                  <a:lnTo>
                    <a:pt x="5724" y="10303"/>
                  </a:lnTo>
                  <a:lnTo>
                    <a:pt x="6499" y="8654"/>
                  </a:lnTo>
                  <a:close/>
                  <a:moveTo>
                    <a:pt x="16262" y="18215"/>
                  </a:moveTo>
                  <a:lnTo>
                    <a:pt x="16330" y="18485"/>
                  </a:lnTo>
                  <a:lnTo>
                    <a:pt x="16431" y="18821"/>
                  </a:lnTo>
                  <a:lnTo>
                    <a:pt x="16599" y="19158"/>
                  </a:lnTo>
                  <a:lnTo>
                    <a:pt x="16767" y="19427"/>
                  </a:lnTo>
                  <a:lnTo>
                    <a:pt x="16599" y="19730"/>
                  </a:lnTo>
                  <a:lnTo>
                    <a:pt x="16397" y="19192"/>
                  </a:lnTo>
                  <a:lnTo>
                    <a:pt x="16229" y="18922"/>
                  </a:lnTo>
                  <a:lnTo>
                    <a:pt x="16060" y="18720"/>
                  </a:lnTo>
                  <a:lnTo>
                    <a:pt x="16262" y="18215"/>
                  </a:lnTo>
                  <a:close/>
                  <a:moveTo>
                    <a:pt x="15993" y="18855"/>
                  </a:moveTo>
                  <a:lnTo>
                    <a:pt x="16229" y="19427"/>
                  </a:lnTo>
                  <a:lnTo>
                    <a:pt x="16363" y="19730"/>
                  </a:lnTo>
                  <a:lnTo>
                    <a:pt x="16498" y="20000"/>
                  </a:lnTo>
                  <a:lnTo>
                    <a:pt x="16363" y="20303"/>
                  </a:lnTo>
                  <a:lnTo>
                    <a:pt x="16195" y="20000"/>
                  </a:lnTo>
                  <a:lnTo>
                    <a:pt x="16027" y="19596"/>
                  </a:lnTo>
                  <a:lnTo>
                    <a:pt x="15892" y="19158"/>
                  </a:lnTo>
                  <a:lnTo>
                    <a:pt x="15993" y="18855"/>
                  </a:lnTo>
                  <a:close/>
                  <a:moveTo>
                    <a:pt x="15791" y="19394"/>
                  </a:moveTo>
                  <a:lnTo>
                    <a:pt x="15858" y="19764"/>
                  </a:lnTo>
                  <a:lnTo>
                    <a:pt x="15926" y="20067"/>
                  </a:lnTo>
                  <a:lnTo>
                    <a:pt x="16027" y="20370"/>
                  </a:lnTo>
                  <a:lnTo>
                    <a:pt x="16094" y="20505"/>
                  </a:lnTo>
                  <a:lnTo>
                    <a:pt x="16195" y="20639"/>
                  </a:lnTo>
                  <a:lnTo>
                    <a:pt x="16060" y="20942"/>
                  </a:lnTo>
                  <a:lnTo>
                    <a:pt x="15858" y="20505"/>
                  </a:lnTo>
                  <a:lnTo>
                    <a:pt x="15724" y="20235"/>
                  </a:lnTo>
                  <a:lnTo>
                    <a:pt x="15589" y="19932"/>
                  </a:lnTo>
                  <a:lnTo>
                    <a:pt x="15791" y="19394"/>
                  </a:lnTo>
                  <a:close/>
                  <a:moveTo>
                    <a:pt x="15522" y="20067"/>
                  </a:moveTo>
                  <a:lnTo>
                    <a:pt x="15757" y="20740"/>
                  </a:lnTo>
                  <a:lnTo>
                    <a:pt x="15825" y="20976"/>
                  </a:lnTo>
                  <a:lnTo>
                    <a:pt x="15892" y="21111"/>
                  </a:lnTo>
                  <a:lnTo>
                    <a:pt x="15959" y="21212"/>
                  </a:lnTo>
                  <a:lnTo>
                    <a:pt x="15858" y="21447"/>
                  </a:lnTo>
                  <a:lnTo>
                    <a:pt x="15690" y="21144"/>
                  </a:lnTo>
                  <a:lnTo>
                    <a:pt x="15353" y="20437"/>
                  </a:lnTo>
                  <a:lnTo>
                    <a:pt x="15522" y="20067"/>
                  </a:lnTo>
                  <a:close/>
                  <a:moveTo>
                    <a:pt x="15286" y="20606"/>
                  </a:moveTo>
                  <a:lnTo>
                    <a:pt x="15488" y="21245"/>
                  </a:lnTo>
                  <a:lnTo>
                    <a:pt x="15589" y="21515"/>
                  </a:lnTo>
                  <a:lnTo>
                    <a:pt x="15724" y="21750"/>
                  </a:lnTo>
                  <a:lnTo>
                    <a:pt x="15555" y="22155"/>
                  </a:lnTo>
                  <a:lnTo>
                    <a:pt x="15454" y="21919"/>
                  </a:lnTo>
                  <a:lnTo>
                    <a:pt x="15353" y="21683"/>
                  </a:lnTo>
                  <a:lnTo>
                    <a:pt x="15219" y="21414"/>
                  </a:lnTo>
                  <a:lnTo>
                    <a:pt x="15084" y="21144"/>
                  </a:lnTo>
                  <a:lnTo>
                    <a:pt x="15286" y="20606"/>
                  </a:lnTo>
                  <a:close/>
                  <a:moveTo>
                    <a:pt x="15017" y="21279"/>
                  </a:moveTo>
                  <a:lnTo>
                    <a:pt x="15185" y="21750"/>
                  </a:lnTo>
                  <a:lnTo>
                    <a:pt x="15286" y="22087"/>
                  </a:lnTo>
                  <a:lnTo>
                    <a:pt x="15353" y="22222"/>
                  </a:lnTo>
                  <a:lnTo>
                    <a:pt x="15454" y="22357"/>
                  </a:lnTo>
                  <a:lnTo>
                    <a:pt x="15488" y="22357"/>
                  </a:lnTo>
                  <a:lnTo>
                    <a:pt x="15320" y="22794"/>
                  </a:lnTo>
                  <a:lnTo>
                    <a:pt x="15151" y="22525"/>
                  </a:lnTo>
                  <a:lnTo>
                    <a:pt x="14949" y="22188"/>
                  </a:lnTo>
                  <a:lnTo>
                    <a:pt x="14781" y="21885"/>
                  </a:lnTo>
                  <a:lnTo>
                    <a:pt x="15017" y="21279"/>
                  </a:lnTo>
                  <a:close/>
                  <a:moveTo>
                    <a:pt x="14747" y="21986"/>
                  </a:moveTo>
                  <a:lnTo>
                    <a:pt x="14815" y="22289"/>
                  </a:lnTo>
                  <a:lnTo>
                    <a:pt x="14949" y="22525"/>
                  </a:lnTo>
                  <a:lnTo>
                    <a:pt x="15050" y="22794"/>
                  </a:lnTo>
                  <a:lnTo>
                    <a:pt x="15219" y="23064"/>
                  </a:lnTo>
                  <a:lnTo>
                    <a:pt x="15050" y="23400"/>
                  </a:lnTo>
                  <a:lnTo>
                    <a:pt x="14949" y="23198"/>
                  </a:lnTo>
                  <a:lnTo>
                    <a:pt x="14882" y="22996"/>
                  </a:lnTo>
                  <a:lnTo>
                    <a:pt x="14747" y="22693"/>
                  </a:lnTo>
                  <a:lnTo>
                    <a:pt x="14579" y="22390"/>
                  </a:lnTo>
                  <a:lnTo>
                    <a:pt x="14747" y="21986"/>
                  </a:lnTo>
                  <a:close/>
                  <a:moveTo>
                    <a:pt x="14545" y="22458"/>
                  </a:moveTo>
                  <a:lnTo>
                    <a:pt x="14680" y="23097"/>
                  </a:lnTo>
                  <a:lnTo>
                    <a:pt x="14815" y="23400"/>
                  </a:lnTo>
                  <a:lnTo>
                    <a:pt x="14882" y="23535"/>
                  </a:lnTo>
                  <a:lnTo>
                    <a:pt x="14983" y="23670"/>
                  </a:lnTo>
                  <a:lnTo>
                    <a:pt x="14815" y="24074"/>
                  </a:lnTo>
                  <a:lnTo>
                    <a:pt x="14680" y="23771"/>
                  </a:lnTo>
                  <a:lnTo>
                    <a:pt x="14478" y="23434"/>
                  </a:lnTo>
                  <a:lnTo>
                    <a:pt x="14377" y="23299"/>
                  </a:lnTo>
                  <a:lnTo>
                    <a:pt x="14276" y="23131"/>
                  </a:lnTo>
                  <a:lnTo>
                    <a:pt x="14545" y="22458"/>
                  </a:lnTo>
                  <a:close/>
                  <a:moveTo>
                    <a:pt x="14242" y="23198"/>
                  </a:moveTo>
                  <a:lnTo>
                    <a:pt x="14512" y="23905"/>
                  </a:lnTo>
                  <a:lnTo>
                    <a:pt x="14613" y="24141"/>
                  </a:lnTo>
                  <a:lnTo>
                    <a:pt x="14714" y="24343"/>
                  </a:lnTo>
                  <a:lnTo>
                    <a:pt x="14613" y="24713"/>
                  </a:lnTo>
                  <a:lnTo>
                    <a:pt x="14478" y="24444"/>
                  </a:lnTo>
                  <a:lnTo>
                    <a:pt x="14377" y="24175"/>
                  </a:lnTo>
                  <a:lnTo>
                    <a:pt x="14242" y="23905"/>
                  </a:lnTo>
                  <a:lnTo>
                    <a:pt x="14074" y="23670"/>
                  </a:lnTo>
                  <a:lnTo>
                    <a:pt x="14108" y="23569"/>
                  </a:lnTo>
                  <a:lnTo>
                    <a:pt x="14242" y="23198"/>
                  </a:lnTo>
                  <a:close/>
                  <a:moveTo>
                    <a:pt x="13973" y="23838"/>
                  </a:moveTo>
                  <a:lnTo>
                    <a:pt x="14007" y="23939"/>
                  </a:lnTo>
                  <a:lnTo>
                    <a:pt x="14242" y="24511"/>
                  </a:lnTo>
                  <a:lnTo>
                    <a:pt x="14343" y="24747"/>
                  </a:lnTo>
                  <a:lnTo>
                    <a:pt x="14411" y="24882"/>
                  </a:lnTo>
                  <a:lnTo>
                    <a:pt x="14478" y="25016"/>
                  </a:lnTo>
                  <a:lnTo>
                    <a:pt x="14343" y="25420"/>
                  </a:lnTo>
                  <a:lnTo>
                    <a:pt x="14276" y="25319"/>
                  </a:lnTo>
                  <a:lnTo>
                    <a:pt x="14209" y="25218"/>
                  </a:lnTo>
                  <a:lnTo>
                    <a:pt x="14141" y="25117"/>
                  </a:lnTo>
                  <a:lnTo>
                    <a:pt x="14040" y="24915"/>
                  </a:lnTo>
                  <a:lnTo>
                    <a:pt x="13939" y="24646"/>
                  </a:lnTo>
                  <a:lnTo>
                    <a:pt x="13838" y="24511"/>
                  </a:lnTo>
                  <a:lnTo>
                    <a:pt x="13737" y="24410"/>
                  </a:lnTo>
                  <a:lnTo>
                    <a:pt x="13973" y="23838"/>
                  </a:lnTo>
                  <a:close/>
                  <a:moveTo>
                    <a:pt x="13704" y="24511"/>
                  </a:moveTo>
                  <a:lnTo>
                    <a:pt x="13838" y="24848"/>
                  </a:lnTo>
                  <a:lnTo>
                    <a:pt x="13973" y="25185"/>
                  </a:lnTo>
                  <a:lnTo>
                    <a:pt x="14108" y="25387"/>
                  </a:lnTo>
                  <a:lnTo>
                    <a:pt x="14175" y="25521"/>
                  </a:lnTo>
                  <a:lnTo>
                    <a:pt x="14310" y="25555"/>
                  </a:lnTo>
                  <a:lnTo>
                    <a:pt x="14108" y="26127"/>
                  </a:lnTo>
                  <a:lnTo>
                    <a:pt x="14040" y="26026"/>
                  </a:lnTo>
                  <a:lnTo>
                    <a:pt x="13838" y="25521"/>
                  </a:lnTo>
                  <a:lnTo>
                    <a:pt x="13704" y="25218"/>
                  </a:lnTo>
                  <a:lnTo>
                    <a:pt x="13603" y="25084"/>
                  </a:lnTo>
                  <a:lnTo>
                    <a:pt x="13502" y="24983"/>
                  </a:lnTo>
                  <a:lnTo>
                    <a:pt x="13704" y="24511"/>
                  </a:lnTo>
                  <a:close/>
                  <a:moveTo>
                    <a:pt x="13468" y="25050"/>
                  </a:moveTo>
                  <a:lnTo>
                    <a:pt x="13569" y="25218"/>
                  </a:lnTo>
                  <a:lnTo>
                    <a:pt x="13636" y="25420"/>
                  </a:lnTo>
                  <a:lnTo>
                    <a:pt x="13737" y="25757"/>
                  </a:lnTo>
                  <a:lnTo>
                    <a:pt x="13838" y="26060"/>
                  </a:lnTo>
                  <a:lnTo>
                    <a:pt x="13906" y="26195"/>
                  </a:lnTo>
                  <a:lnTo>
                    <a:pt x="14007" y="26329"/>
                  </a:lnTo>
                  <a:lnTo>
                    <a:pt x="13838" y="26733"/>
                  </a:lnTo>
                  <a:lnTo>
                    <a:pt x="13670" y="26397"/>
                  </a:lnTo>
                  <a:lnTo>
                    <a:pt x="13569" y="26094"/>
                  </a:lnTo>
                  <a:lnTo>
                    <a:pt x="13468" y="25757"/>
                  </a:lnTo>
                  <a:lnTo>
                    <a:pt x="13333" y="25454"/>
                  </a:lnTo>
                  <a:lnTo>
                    <a:pt x="13300" y="25454"/>
                  </a:lnTo>
                  <a:lnTo>
                    <a:pt x="13468" y="25050"/>
                  </a:lnTo>
                  <a:close/>
                  <a:moveTo>
                    <a:pt x="13266" y="25521"/>
                  </a:moveTo>
                  <a:lnTo>
                    <a:pt x="13333" y="25892"/>
                  </a:lnTo>
                  <a:lnTo>
                    <a:pt x="13401" y="26262"/>
                  </a:lnTo>
                  <a:lnTo>
                    <a:pt x="13468" y="26430"/>
                  </a:lnTo>
                  <a:lnTo>
                    <a:pt x="13535" y="26599"/>
                  </a:lnTo>
                  <a:lnTo>
                    <a:pt x="13603" y="26767"/>
                  </a:lnTo>
                  <a:lnTo>
                    <a:pt x="13737" y="26902"/>
                  </a:lnTo>
                  <a:lnTo>
                    <a:pt x="13603" y="27238"/>
                  </a:lnTo>
                  <a:lnTo>
                    <a:pt x="13367" y="26834"/>
                  </a:lnTo>
                  <a:lnTo>
                    <a:pt x="13199" y="26498"/>
                  </a:lnTo>
                  <a:lnTo>
                    <a:pt x="12997" y="26195"/>
                  </a:lnTo>
                  <a:lnTo>
                    <a:pt x="13266" y="25521"/>
                  </a:lnTo>
                  <a:close/>
                  <a:moveTo>
                    <a:pt x="270" y="23400"/>
                  </a:moveTo>
                  <a:lnTo>
                    <a:pt x="405" y="23569"/>
                  </a:lnTo>
                  <a:lnTo>
                    <a:pt x="573" y="23703"/>
                  </a:lnTo>
                  <a:lnTo>
                    <a:pt x="741" y="23838"/>
                  </a:lnTo>
                  <a:lnTo>
                    <a:pt x="977" y="23939"/>
                  </a:lnTo>
                  <a:lnTo>
                    <a:pt x="1381" y="24141"/>
                  </a:lnTo>
                  <a:lnTo>
                    <a:pt x="1785" y="24276"/>
                  </a:lnTo>
                  <a:lnTo>
                    <a:pt x="3469" y="24949"/>
                  </a:lnTo>
                  <a:lnTo>
                    <a:pt x="4310" y="25286"/>
                  </a:lnTo>
                  <a:lnTo>
                    <a:pt x="5152" y="25589"/>
                  </a:lnTo>
                  <a:lnTo>
                    <a:pt x="6936" y="26262"/>
                  </a:lnTo>
                  <a:lnTo>
                    <a:pt x="8721" y="26969"/>
                  </a:lnTo>
                  <a:lnTo>
                    <a:pt x="9529" y="27339"/>
                  </a:lnTo>
                  <a:lnTo>
                    <a:pt x="9529" y="27339"/>
                  </a:lnTo>
                  <a:lnTo>
                    <a:pt x="7273" y="26531"/>
                  </a:lnTo>
                  <a:lnTo>
                    <a:pt x="5455" y="25892"/>
                  </a:lnTo>
                  <a:lnTo>
                    <a:pt x="4546" y="25555"/>
                  </a:lnTo>
                  <a:lnTo>
                    <a:pt x="3637" y="25218"/>
                  </a:lnTo>
                  <a:lnTo>
                    <a:pt x="3536" y="25185"/>
                  </a:lnTo>
                  <a:lnTo>
                    <a:pt x="2896" y="24915"/>
                  </a:lnTo>
                  <a:lnTo>
                    <a:pt x="2223" y="24612"/>
                  </a:lnTo>
                  <a:lnTo>
                    <a:pt x="1583" y="24276"/>
                  </a:lnTo>
                  <a:lnTo>
                    <a:pt x="910" y="23973"/>
                  </a:lnTo>
                  <a:lnTo>
                    <a:pt x="304" y="23602"/>
                  </a:lnTo>
                  <a:lnTo>
                    <a:pt x="236" y="23434"/>
                  </a:lnTo>
                  <a:lnTo>
                    <a:pt x="270" y="23400"/>
                  </a:lnTo>
                  <a:close/>
                  <a:moveTo>
                    <a:pt x="3940" y="14546"/>
                  </a:moveTo>
                  <a:lnTo>
                    <a:pt x="4041" y="14680"/>
                  </a:lnTo>
                  <a:lnTo>
                    <a:pt x="4512" y="14882"/>
                  </a:lnTo>
                  <a:lnTo>
                    <a:pt x="6431" y="15690"/>
                  </a:lnTo>
                  <a:lnTo>
                    <a:pt x="7879" y="16296"/>
                  </a:lnTo>
                  <a:lnTo>
                    <a:pt x="9360" y="16902"/>
                  </a:lnTo>
                  <a:lnTo>
                    <a:pt x="10135" y="17273"/>
                  </a:lnTo>
                  <a:lnTo>
                    <a:pt x="10909" y="17609"/>
                  </a:lnTo>
                  <a:lnTo>
                    <a:pt x="12458" y="18350"/>
                  </a:lnTo>
                  <a:lnTo>
                    <a:pt x="13199" y="18653"/>
                  </a:lnTo>
                  <a:lnTo>
                    <a:pt x="13939" y="18922"/>
                  </a:lnTo>
                  <a:lnTo>
                    <a:pt x="14680" y="19225"/>
                  </a:lnTo>
                  <a:lnTo>
                    <a:pt x="15050" y="19394"/>
                  </a:lnTo>
                  <a:lnTo>
                    <a:pt x="15387" y="19562"/>
                  </a:lnTo>
                  <a:lnTo>
                    <a:pt x="14781" y="21043"/>
                  </a:lnTo>
                  <a:lnTo>
                    <a:pt x="14478" y="21750"/>
                  </a:lnTo>
                  <a:lnTo>
                    <a:pt x="14175" y="22525"/>
                  </a:lnTo>
                  <a:lnTo>
                    <a:pt x="13603" y="24040"/>
                  </a:lnTo>
                  <a:lnTo>
                    <a:pt x="12963" y="25589"/>
                  </a:lnTo>
                  <a:lnTo>
                    <a:pt x="12727" y="26195"/>
                  </a:lnTo>
                  <a:lnTo>
                    <a:pt x="12492" y="26834"/>
                  </a:lnTo>
                  <a:lnTo>
                    <a:pt x="12357" y="27137"/>
                  </a:lnTo>
                  <a:lnTo>
                    <a:pt x="12189" y="27407"/>
                  </a:lnTo>
                  <a:lnTo>
                    <a:pt x="12020" y="27710"/>
                  </a:lnTo>
                  <a:lnTo>
                    <a:pt x="11818" y="27945"/>
                  </a:lnTo>
                  <a:lnTo>
                    <a:pt x="11212" y="27777"/>
                  </a:lnTo>
                  <a:lnTo>
                    <a:pt x="10640" y="27508"/>
                  </a:lnTo>
                  <a:lnTo>
                    <a:pt x="9495" y="27003"/>
                  </a:lnTo>
                  <a:lnTo>
                    <a:pt x="7845" y="26329"/>
                  </a:lnTo>
                  <a:lnTo>
                    <a:pt x="6196" y="25690"/>
                  </a:lnTo>
                  <a:lnTo>
                    <a:pt x="2829" y="24410"/>
                  </a:lnTo>
                  <a:lnTo>
                    <a:pt x="2189" y="24175"/>
                  </a:lnTo>
                  <a:lnTo>
                    <a:pt x="1550" y="23939"/>
                  </a:lnTo>
                  <a:lnTo>
                    <a:pt x="943" y="23636"/>
                  </a:lnTo>
                  <a:lnTo>
                    <a:pt x="640" y="23468"/>
                  </a:lnTo>
                  <a:lnTo>
                    <a:pt x="371" y="23266"/>
                  </a:lnTo>
                  <a:lnTo>
                    <a:pt x="371" y="23232"/>
                  </a:lnTo>
                  <a:lnTo>
                    <a:pt x="371" y="23198"/>
                  </a:lnTo>
                  <a:lnTo>
                    <a:pt x="405" y="23131"/>
                  </a:lnTo>
                  <a:lnTo>
                    <a:pt x="405" y="23064"/>
                  </a:lnTo>
                  <a:lnTo>
                    <a:pt x="472" y="22895"/>
                  </a:lnTo>
                  <a:lnTo>
                    <a:pt x="708" y="22155"/>
                  </a:lnTo>
                  <a:lnTo>
                    <a:pt x="1583" y="19932"/>
                  </a:lnTo>
                  <a:lnTo>
                    <a:pt x="2661" y="17239"/>
                  </a:lnTo>
                  <a:lnTo>
                    <a:pt x="3805" y="14579"/>
                  </a:lnTo>
                  <a:lnTo>
                    <a:pt x="3873" y="14579"/>
                  </a:lnTo>
                  <a:lnTo>
                    <a:pt x="3906" y="14546"/>
                  </a:lnTo>
                  <a:close/>
                  <a:moveTo>
                    <a:pt x="12963" y="26296"/>
                  </a:moveTo>
                  <a:lnTo>
                    <a:pt x="13199" y="26834"/>
                  </a:lnTo>
                  <a:lnTo>
                    <a:pt x="13333" y="27137"/>
                  </a:lnTo>
                  <a:lnTo>
                    <a:pt x="13502" y="27440"/>
                  </a:lnTo>
                  <a:lnTo>
                    <a:pt x="13266" y="27912"/>
                  </a:lnTo>
                  <a:lnTo>
                    <a:pt x="13232" y="27945"/>
                  </a:lnTo>
                  <a:lnTo>
                    <a:pt x="13165" y="27710"/>
                  </a:lnTo>
                  <a:lnTo>
                    <a:pt x="13098" y="27508"/>
                  </a:lnTo>
                  <a:lnTo>
                    <a:pt x="12963" y="27104"/>
                  </a:lnTo>
                  <a:lnTo>
                    <a:pt x="12795" y="26700"/>
                  </a:lnTo>
                  <a:lnTo>
                    <a:pt x="12929" y="26397"/>
                  </a:lnTo>
                  <a:lnTo>
                    <a:pt x="12963" y="26296"/>
                  </a:lnTo>
                  <a:close/>
                  <a:moveTo>
                    <a:pt x="12391" y="27609"/>
                  </a:moveTo>
                  <a:lnTo>
                    <a:pt x="12424" y="27777"/>
                  </a:lnTo>
                  <a:lnTo>
                    <a:pt x="12492" y="27912"/>
                  </a:lnTo>
                  <a:lnTo>
                    <a:pt x="12626" y="28248"/>
                  </a:lnTo>
                  <a:lnTo>
                    <a:pt x="12626" y="28248"/>
                  </a:lnTo>
                  <a:lnTo>
                    <a:pt x="12020" y="28080"/>
                  </a:lnTo>
                  <a:lnTo>
                    <a:pt x="12222" y="27844"/>
                  </a:lnTo>
                  <a:lnTo>
                    <a:pt x="12391" y="27609"/>
                  </a:lnTo>
                  <a:close/>
                  <a:moveTo>
                    <a:pt x="12727" y="26902"/>
                  </a:moveTo>
                  <a:lnTo>
                    <a:pt x="12862" y="27440"/>
                  </a:lnTo>
                  <a:lnTo>
                    <a:pt x="12963" y="27811"/>
                  </a:lnTo>
                  <a:lnTo>
                    <a:pt x="13030" y="28013"/>
                  </a:lnTo>
                  <a:lnTo>
                    <a:pt x="13131" y="28147"/>
                  </a:lnTo>
                  <a:lnTo>
                    <a:pt x="13030" y="28349"/>
                  </a:lnTo>
                  <a:lnTo>
                    <a:pt x="12997" y="28349"/>
                  </a:lnTo>
                  <a:lnTo>
                    <a:pt x="12997" y="28248"/>
                  </a:lnTo>
                  <a:lnTo>
                    <a:pt x="12963" y="28215"/>
                  </a:lnTo>
                  <a:lnTo>
                    <a:pt x="12929" y="28215"/>
                  </a:lnTo>
                  <a:lnTo>
                    <a:pt x="12896" y="28248"/>
                  </a:lnTo>
                  <a:lnTo>
                    <a:pt x="12660" y="27777"/>
                  </a:lnTo>
                  <a:lnTo>
                    <a:pt x="12593" y="27575"/>
                  </a:lnTo>
                  <a:lnTo>
                    <a:pt x="12525" y="27339"/>
                  </a:lnTo>
                  <a:lnTo>
                    <a:pt x="12727" y="26902"/>
                  </a:lnTo>
                  <a:close/>
                  <a:moveTo>
                    <a:pt x="19764" y="18788"/>
                  </a:moveTo>
                  <a:lnTo>
                    <a:pt x="19360" y="19697"/>
                  </a:lnTo>
                  <a:lnTo>
                    <a:pt x="19023" y="20606"/>
                  </a:lnTo>
                  <a:lnTo>
                    <a:pt x="18687" y="21548"/>
                  </a:lnTo>
                  <a:lnTo>
                    <a:pt x="18316" y="22491"/>
                  </a:lnTo>
                  <a:lnTo>
                    <a:pt x="17878" y="23468"/>
                  </a:lnTo>
                  <a:lnTo>
                    <a:pt x="17441" y="24410"/>
                  </a:lnTo>
                  <a:lnTo>
                    <a:pt x="16969" y="25387"/>
                  </a:lnTo>
                  <a:lnTo>
                    <a:pt x="16532" y="26329"/>
                  </a:lnTo>
                  <a:lnTo>
                    <a:pt x="16296" y="26834"/>
                  </a:lnTo>
                  <a:lnTo>
                    <a:pt x="16094" y="27373"/>
                  </a:lnTo>
                  <a:lnTo>
                    <a:pt x="15892" y="27878"/>
                  </a:lnTo>
                  <a:lnTo>
                    <a:pt x="15623" y="28383"/>
                  </a:lnTo>
                  <a:lnTo>
                    <a:pt x="15724" y="28147"/>
                  </a:lnTo>
                  <a:lnTo>
                    <a:pt x="16767" y="25723"/>
                  </a:lnTo>
                  <a:lnTo>
                    <a:pt x="17811" y="23333"/>
                  </a:lnTo>
                  <a:lnTo>
                    <a:pt x="18249" y="22188"/>
                  </a:lnTo>
                  <a:lnTo>
                    <a:pt x="18653" y="21043"/>
                  </a:lnTo>
                  <a:lnTo>
                    <a:pt x="18889" y="20437"/>
                  </a:lnTo>
                  <a:lnTo>
                    <a:pt x="19158" y="19899"/>
                  </a:lnTo>
                  <a:lnTo>
                    <a:pt x="19764" y="18788"/>
                  </a:lnTo>
                  <a:close/>
                  <a:moveTo>
                    <a:pt x="5489" y="26060"/>
                  </a:moveTo>
                  <a:lnTo>
                    <a:pt x="6532" y="26430"/>
                  </a:lnTo>
                  <a:lnTo>
                    <a:pt x="8451" y="27070"/>
                  </a:lnTo>
                  <a:lnTo>
                    <a:pt x="10371" y="27743"/>
                  </a:lnTo>
                  <a:lnTo>
                    <a:pt x="11145" y="28013"/>
                  </a:lnTo>
                  <a:lnTo>
                    <a:pt x="11650" y="28181"/>
                  </a:lnTo>
                  <a:lnTo>
                    <a:pt x="11616" y="28215"/>
                  </a:lnTo>
                  <a:lnTo>
                    <a:pt x="11549" y="28349"/>
                  </a:lnTo>
                  <a:lnTo>
                    <a:pt x="11515" y="28450"/>
                  </a:lnTo>
                  <a:lnTo>
                    <a:pt x="11111" y="28282"/>
                  </a:lnTo>
                  <a:lnTo>
                    <a:pt x="9327" y="27541"/>
                  </a:lnTo>
                  <a:lnTo>
                    <a:pt x="7509" y="26868"/>
                  </a:lnTo>
                  <a:lnTo>
                    <a:pt x="6499" y="26464"/>
                  </a:lnTo>
                  <a:lnTo>
                    <a:pt x="5489" y="26060"/>
                  </a:lnTo>
                  <a:close/>
                  <a:moveTo>
                    <a:pt x="12323" y="28316"/>
                  </a:moveTo>
                  <a:lnTo>
                    <a:pt x="12761" y="28450"/>
                  </a:lnTo>
                  <a:lnTo>
                    <a:pt x="12525" y="28417"/>
                  </a:lnTo>
                  <a:lnTo>
                    <a:pt x="12323" y="28316"/>
                  </a:lnTo>
                  <a:close/>
                  <a:moveTo>
                    <a:pt x="371" y="23905"/>
                  </a:moveTo>
                  <a:lnTo>
                    <a:pt x="741" y="24141"/>
                  </a:lnTo>
                  <a:lnTo>
                    <a:pt x="1145" y="24377"/>
                  </a:lnTo>
                  <a:lnTo>
                    <a:pt x="1550" y="24579"/>
                  </a:lnTo>
                  <a:lnTo>
                    <a:pt x="1987" y="24747"/>
                  </a:lnTo>
                  <a:lnTo>
                    <a:pt x="2829" y="25084"/>
                  </a:lnTo>
                  <a:lnTo>
                    <a:pt x="3704" y="25420"/>
                  </a:lnTo>
                  <a:lnTo>
                    <a:pt x="5691" y="26296"/>
                  </a:lnTo>
                  <a:lnTo>
                    <a:pt x="6701" y="26733"/>
                  </a:lnTo>
                  <a:lnTo>
                    <a:pt x="7711" y="27137"/>
                  </a:lnTo>
                  <a:lnTo>
                    <a:pt x="9630" y="27878"/>
                  </a:lnTo>
                  <a:lnTo>
                    <a:pt x="11515" y="28652"/>
                  </a:lnTo>
                  <a:lnTo>
                    <a:pt x="11515" y="28753"/>
                  </a:lnTo>
                  <a:lnTo>
                    <a:pt x="11381" y="28720"/>
                  </a:lnTo>
                  <a:lnTo>
                    <a:pt x="10640" y="28383"/>
                  </a:lnTo>
                  <a:lnTo>
                    <a:pt x="9866" y="28080"/>
                  </a:lnTo>
                  <a:lnTo>
                    <a:pt x="8317" y="27474"/>
                  </a:lnTo>
                  <a:lnTo>
                    <a:pt x="7340" y="27070"/>
                  </a:lnTo>
                  <a:lnTo>
                    <a:pt x="6364" y="26666"/>
                  </a:lnTo>
                  <a:lnTo>
                    <a:pt x="4411" y="25791"/>
                  </a:lnTo>
                  <a:lnTo>
                    <a:pt x="2459" y="24949"/>
                  </a:lnTo>
                  <a:lnTo>
                    <a:pt x="1482" y="24579"/>
                  </a:lnTo>
                  <a:lnTo>
                    <a:pt x="506" y="24208"/>
                  </a:lnTo>
                  <a:lnTo>
                    <a:pt x="506" y="24175"/>
                  </a:lnTo>
                  <a:lnTo>
                    <a:pt x="472" y="24141"/>
                  </a:lnTo>
                  <a:lnTo>
                    <a:pt x="371" y="23905"/>
                  </a:lnTo>
                  <a:close/>
                  <a:moveTo>
                    <a:pt x="11852" y="28349"/>
                  </a:moveTo>
                  <a:lnTo>
                    <a:pt x="11919" y="28417"/>
                  </a:lnTo>
                  <a:lnTo>
                    <a:pt x="12020" y="28484"/>
                  </a:lnTo>
                  <a:lnTo>
                    <a:pt x="12256" y="28585"/>
                  </a:lnTo>
                  <a:lnTo>
                    <a:pt x="12525" y="28686"/>
                  </a:lnTo>
                  <a:lnTo>
                    <a:pt x="12795" y="28753"/>
                  </a:lnTo>
                  <a:lnTo>
                    <a:pt x="12727" y="28888"/>
                  </a:lnTo>
                  <a:lnTo>
                    <a:pt x="12256" y="28753"/>
                  </a:lnTo>
                  <a:lnTo>
                    <a:pt x="11785" y="28551"/>
                  </a:lnTo>
                  <a:lnTo>
                    <a:pt x="11785" y="28349"/>
                  </a:lnTo>
                  <a:close/>
                  <a:moveTo>
                    <a:pt x="13064" y="28753"/>
                  </a:moveTo>
                  <a:lnTo>
                    <a:pt x="13098" y="28821"/>
                  </a:lnTo>
                  <a:lnTo>
                    <a:pt x="13165" y="28854"/>
                  </a:lnTo>
                  <a:lnTo>
                    <a:pt x="13401" y="28888"/>
                  </a:lnTo>
                  <a:lnTo>
                    <a:pt x="13636" y="28922"/>
                  </a:lnTo>
                  <a:lnTo>
                    <a:pt x="14074" y="29023"/>
                  </a:lnTo>
                  <a:lnTo>
                    <a:pt x="13805" y="29056"/>
                  </a:lnTo>
                  <a:lnTo>
                    <a:pt x="13502" y="29023"/>
                  </a:lnTo>
                  <a:lnTo>
                    <a:pt x="13232" y="28989"/>
                  </a:lnTo>
                  <a:lnTo>
                    <a:pt x="12929" y="28955"/>
                  </a:lnTo>
                  <a:lnTo>
                    <a:pt x="12963" y="28753"/>
                  </a:lnTo>
                  <a:close/>
                  <a:moveTo>
                    <a:pt x="11751" y="28753"/>
                  </a:moveTo>
                  <a:lnTo>
                    <a:pt x="11852" y="28787"/>
                  </a:lnTo>
                  <a:lnTo>
                    <a:pt x="12290" y="28955"/>
                  </a:lnTo>
                  <a:lnTo>
                    <a:pt x="12727" y="29090"/>
                  </a:lnTo>
                  <a:lnTo>
                    <a:pt x="12761" y="29292"/>
                  </a:lnTo>
                  <a:lnTo>
                    <a:pt x="12256" y="29090"/>
                  </a:lnTo>
                  <a:lnTo>
                    <a:pt x="11751" y="28888"/>
                  </a:lnTo>
                  <a:lnTo>
                    <a:pt x="11751" y="28753"/>
                  </a:lnTo>
                  <a:close/>
                  <a:moveTo>
                    <a:pt x="15084" y="28989"/>
                  </a:moveTo>
                  <a:lnTo>
                    <a:pt x="14916" y="29124"/>
                  </a:lnTo>
                  <a:lnTo>
                    <a:pt x="14714" y="29258"/>
                  </a:lnTo>
                  <a:lnTo>
                    <a:pt x="14512" y="29359"/>
                  </a:lnTo>
                  <a:lnTo>
                    <a:pt x="14310" y="29427"/>
                  </a:lnTo>
                  <a:lnTo>
                    <a:pt x="14074" y="29460"/>
                  </a:lnTo>
                  <a:lnTo>
                    <a:pt x="13872" y="29460"/>
                  </a:lnTo>
                  <a:lnTo>
                    <a:pt x="13401" y="29427"/>
                  </a:lnTo>
                  <a:lnTo>
                    <a:pt x="12963" y="29326"/>
                  </a:lnTo>
                  <a:lnTo>
                    <a:pt x="12997" y="29292"/>
                  </a:lnTo>
                  <a:lnTo>
                    <a:pt x="12963" y="29225"/>
                  </a:lnTo>
                  <a:lnTo>
                    <a:pt x="12963" y="29157"/>
                  </a:lnTo>
                  <a:lnTo>
                    <a:pt x="13502" y="29225"/>
                  </a:lnTo>
                  <a:lnTo>
                    <a:pt x="14276" y="29225"/>
                  </a:lnTo>
                  <a:lnTo>
                    <a:pt x="14545" y="29157"/>
                  </a:lnTo>
                  <a:lnTo>
                    <a:pt x="14815" y="29090"/>
                  </a:lnTo>
                  <a:lnTo>
                    <a:pt x="15084" y="28989"/>
                  </a:lnTo>
                  <a:close/>
                  <a:moveTo>
                    <a:pt x="9765" y="1"/>
                  </a:moveTo>
                  <a:lnTo>
                    <a:pt x="9731" y="35"/>
                  </a:lnTo>
                  <a:lnTo>
                    <a:pt x="9529" y="775"/>
                  </a:lnTo>
                  <a:lnTo>
                    <a:pt x="9327" y="1482"/>
                  </a:lnTo>
                  <a:lnTo>
                    <a:pt x="9057" y="2189"/>
                  </a:lnTo>
                  <a:lnTo>
                    <a:pt x="8788" y="2863"/>
                  </a:lnTo>
                  <a:lnTo>
                    <a:pt x="8216" y="4243"/>
                  </a:lnTo>
                  <a:lnTo>
                    <a:pt x="7576" y="5590"/>
                  </a:lnTo>
                  <a:lnTo>
                    <a:pt x="6398" y="8250"/>
                  </a:lnTo>
                  <a:lnTo>
                    <a:pt x="5825" y="9563"/>
                  </a:lnTo>
                  <a:lnTo>
                    <a:pt x="5186" y="10876"/>
                  </a:lnTo>
                  <a:lnTo>
                    <a:pt x="4714" y="11818"/>
                  </a:lnTo>
                  <a:lnTo>
                    <a:pt x="4277" y="12795"/>
                  </a:lnTo>
                  <a:lnTo>
                    <a:pt x="3469" y="14781"/>
                  </a:lnTo>
                  <a:lnTo>
                    <a:pt x="2257" y="17576"/>
                  </a:lnTo>
                  <a:lnTo>
                    <a:pt x="1078" y="20437"/>
                  </a:lnTo>
                  <a:lnTo>
                    <a:pt x="674" y="21481"/>
                  </a:lnTo>
                  <a:lnTo>
                    <a:pt x="270" y="22525"/>
                  </a:lnTo>
                  <a:lnTo>
                    <a:pt x="169" y="22828"/>
                  </a:lnTo>
                  <a:lnTo>
                    <a:pt x="102" y="23030"/>
                  </a:lnTo>
                  <a:lnTo>
                    <a:pt x="68" y="23198"/>
                  </a:lnTo>
                  <a:lnTo>
                    <a:pt x="34" y="23232"/>
                  </a:lnTo>
                  <a:lnTo>
                    <a:pt x="1" y="23299"/>
                  </a:lnTo>
                  <a:lnTo>
                    <a:pt x="102" y="23535"/>
                  </a:lnTo>
                  <a:lnTo>
                    <a:pt x="135" y="23771"/>
                  </a:lnTo>
                  <a:lnTo>
                    <a:pt x="203" y="24006"/>
                  </a:lnTo>
                  <a:lnTo>
                    <a:pt x="304" y="24242"/>
                  </a:lnTo>
                  <a:lnTo>
                    <a:pt x="337" y="24276"/>
                  </a:lnTo>
                  <a:lnTo>
                    <a:pt x="405" y="24276"/>
                  </a:lnTo>
                  <a:lnTo>
                    <a:pt x="2459" y="25252"/>
                  </a:lnTo>
                  <a:lnTo>
                    <a:pt x="4512" y="26161"/>
                  </a:lnTo>
                  <a:lnTo>
                    <a:pt x="6633" y="27036"/>
                  </a:lnTo>
                  <a:lnTo>
                    <a:pt x="8721" y="27878"/>
                  </a:lnTo>
                  <a:lnTo>
                    <a:pt x="10135" y="28450"/>
                  </a:lnTo>
                  <a:lnTo>
                    <a:pt x="11549" y="29056"/>
                  </a:lnTo>
                  <a:lnTo>
                    <a:pt x="11583" y="29090"/>
                  </a:lnTo>
                  <a:lnTo>
                    <a:pt x="11650" y="29090"/>
                  </a:lnTo>
                  <a:lnTo>
                    <a:pt x="12020" y="29258"/>
                  </a:lnTo>
                  <a:lnTo>
                    <a:pt x="12694" y="29494"/>
                  </a:lnTo>
                  <a:lnTo>
                    <a:pt x="13064" y="29595"/>
                  </a:lnTo>
                  <a:lnTo>
                    <a:pt x="13401" y="29662"/>
                  </a:lnTo>
                  <a:lnTo>
                    <a:pt x="14141" y="29662"/>
                  </a:lnTo>
                  <a:lnTo>
                    <a:pt x="14478" y="29595"/>
                  </a:lnTo>
                  <a:lnTo>
                    <a:pt x="14848" y="29460"/>
                  </a:lnTo>
                  <a:lnTo>
                    <a:pt x="15151" y="29292"/>
                  </a:lnTo>
                  <a:lnTo>
                    <a:pt x="15421" y="29090"/>
                  </a:lnTo>
                  <a:lnTo>
                    <a:pt x="15656" y="28821"/>
                  </a:lnTo>
                  <a:lnTo>
                    <a:pt x="15825" y="28518"/>
                  </a:lnTo>
                  <a:lnTo>
                    <a:pt x="15993" y="28181"/>
                  </a:lnTo>
                  <a:lnTo>
                    <a:pt x="16161" y="27844"/>
                  </a:lnTo>
                  <a:lnTo>
                    <a:pt x="16431" y="27205"/>
                  </a:lnTo>
                  <a:lnTo>
                    <a:pt x="16868" y="26127"/>
                  </a:lnTo>
                  <a:lnTo>
                    <a:pt x="17373" y="25117"/>
                  </a:lnTo>
                  <a:lnTo>
                    <a:pt x="17878" y="24074"/>
                  </a:lnTo>
                  <a:lnTo>
                    <a:pt x="18350" y="23030"/>
                  </a:lnTo>
                  <a:lnTo>
                    <a:pt x="18788" y="21952"/>
                  </a:lnTo>
                  <a:lnTo>
                    <a:pt x="19192" y="20841"/>
                  </a:lnTo>
                  <a:lnTo>
                    <a:pt x="19596" y="19730"/>
                  </a:lnTo>
                  <a:lnTo>
                    <a:pt x="20067" y="18653"/>
                  </a:lnTo>
                  <a:lnTo>
                    <a:pt x="20437" y="17946"/>
                  </a:lnTo>
                  <a:lnTo>
                    <a:pt x="20841" y="17273"/>
                  </a:lnTo>
                  <a:lnTo>
                    <a:pt x="20841" y="16902"/>
                  </a:lnTo>
                  <a:lnTo>
                    <a:pt x="20505" y="17407"/>
                  </a:lnTo>
                  <a:lnTo>
                    <a:pt x="20202" y="17879"/>
                  </a:lnTo>
                  <a:lnTo>
                    <a:pt x="20505" y="17172"/>
                  </a:lnTo>
                  <a:lnTo>
                    <a:pt x="20673" y="16835"/>
                  </a:lnTo>
                  <a:lnTo>
                    <a:pt x="20841" y="16498"/>
                  </a:lnTo>
                  <a:lnTo>
                    <a:pt x="20841" y="15960"/>
                  </a:lnTo>
                  <a:lnTo>
                    <a:pt x="20639" y="16296"/>
                  </a:lnTo>
                  <a:lnTo>
                    <a:pt x="20370" y="16768"/>
                  </a:lnTo>
                  <a:lnTo>
                    <a:pt x="20168" y="17273"/>
                  </a:lnTo>
                  <a:lnTo>
                    <a:pt x="19966" y="17744"/>
                  </a:lnTo>
                  <a:lnTo>
                    <a:pt x="19730" y="18249"/>
                  </a:lnTo>
                  <a:lnTo>
                    <a:pt x="19192" y="19259"/>
                  </a:lnTo>
                  <a:lnTo>
                    <a:pt x="18922" y="19764"/>
                  </a:lnTo>
                  <a:lnTo>
                    <a:pt x="18653" y="20303"/>
                  </a:lnTo>
                  <a:lnTo>
                    <a:pt x="18451" y="20841"/>
                  </a:lnTo>
                  <a:lnTo>
                    <a:pt x="18249" y="21414"/>
                  </a:lnTo>
                  <a:lnTo>
                    <a:pt x="18047" y="21986"/>
                  </a:lnTo>
                  <a:lnTo>
                    <a:pt x="17845" y="22559"/>
                  </a:lnTo>
                  <a:lnTo>
                    <a:pt x="17373" y="23670"/>
                  </a:lnTo>
                  <a:lnTo>
                    <a:pt x="16868" y="24781"/>
                  </a:lnTo>
                  <a:lnTo>
                    <a:pt x="16363" y="25892"/>
                  </a:lnTo>
                  <a:lnTo>
                    <a:pt x="15858" y="27003"/>
                  </a:lnTo>
                  <a:lnTo>
                    <a:pt x="15555" y="27844"/>
                  </a:lnTo>
                  <a:lnTo>
                    <a:pt x="15353" y="28248"/>
                  </a:lnTo>
                  <a:lnTo>
                    <a:pt x="15252" y="28417"/>
                  </a:lnTo>
                  <a:lnTo>
                    <a:pt x="15084" y="28585"/>
                  </a:lnTo>
                  <a:lnTo>
                    <a:pt x="14983" y="28686"/>
                  </a:lnTo>
                  <a:lnTo>
                    <a:pt x="14848" y="28753"/>
                  </a:lnTo>
                  <a:lnTo>
                    <a:pt x="14747" y="28787"/>
                  </a:lnTo>
                  <a:lnTo>
                    <a:pt x="14613" y="28821"/>
                  </a:lnTo>
                  <a:lnTo>
                    <a:pt x="14343" y="28821"/>
                  </a:lnTo>
                  <a:lnTo>
                    <a:pt x="14040" y="28753"/>
                  </a:lnTo>
                  <a:lnTo>
                    <a:pt x="13636" y="28585"/>
                  </a:lnTo>
                  <a:lnTo>
                    <a:pt x="13232" y="28417"/>
                  </a:lnTo>
                  <a:lnTo>
                    <a:pt x="13670" y="27575"/>
                  </a:lnTo>
                  <a:lnTo>
                    <a:pt x="13704" y="27541"/>
                  </a:lnTo>
                  <a:lnTo>
                    <a:pt x="13906" y="27137"/>
                  </a:lnTo>
                  <a:lnTo>
                    <a:pt x="14141" y="26666"/>
                  </a:lnTo>
                  <a:lnTo>
                    <a:pt x="14343" y="26161"/>
                  </a:lnTo>
                  <a:lnTo>
                    <a:pt x="14680" y="25117"/>
                  </a:lnTo>
                  <a:lnTo>
                    <a:pt x="14747" y="25117"/>
                  </a:lnTo>
                  <a:lnTo>
                    <a:pt x="14781" y="25050"/>
                  </a:lnTo>
                  <a:lnTo>
                    <a:pt x="14781" y="25016"/>
                  </a:lnTo>
                  <a:lnTo>
                    <a:pt x="14781" y="24983"/>
                  </a:lnTo>
                  <a:lnTo>
                    <a:pt x="14747" y="24949"/>
                  </a:lnTo>
                  <a:lnTo>
                    <a:pt x="14848" y="24646"/>
                  </a:lnTo>
                  <a:lnTo>
                    <a:pt x="14882" y="24545"/>
                  </a:lnTo>
                  <a:lnTo>
                    <a:pt x="14916" y="24545"/>
                  </a:lnTo>
                  <a:lnTo>
                    <a:pt x="14983" y="24579"/>
                  </a:lnTo>
                  <a:lnTo>
                    <a:pt x="15017" y="24545"/>
                  </a:lnTo>
                  <a:lnTo>
                    <a:pt x="15050" y="24511"/>
                  </a:lnTo>
                  <a:lnTo>
                    <a:pt x="15050" y="24478"/>
                  </a:lnTo>
                  <a:lnTo>
                    <a:pt x="14949" y="24309"/>
                  </a:lnTo>
                  <a:lnTo>
                    <a:pt x="15151" y="23771"/>
                  </a:lnTo>
                  <a:lnTo>
                    <a:pt x="15219" y="23737"/>
                  </a:lnTo>
                  <a:lnTo>
                    <a:pt x="15252" y="23703"/>
                  </a:lnTo>
                  <a:lnTo>
                    <a:pt x="15252" y="23636"/>
                  </a:lnTo>
                  <a:lnTo>
                    <a:pt x="15219" y="23602"/>
                  </a:lnTo>
                  <a:lnTo>
                    <a:pt x="15353" y="23232"/>
                  </a:lnTo>
                  <a:lnTo>
                    <a:pt x="15421" y="23232"/>
                  </a:lnTo>
                  <a:lnTo>
                    <a:pt x="15488" y="23198"/>
                  </a:lnTo>
                  <a:lnTo>
                    <a:pt x="15488" y="23165"/>
                  </a:lnTo>
                  <a:lnTo>
                    <a:pt x="15488" y="23097"/>
                  </a:lnTo>
                  <a:lnTo>
                    <a:pt x="15454" y="22996"/>
                  </a:lnTo>
                  <a:lnTo>
                    <a:pt x="15858" y="21952"/>
                  </a:lnTo>
                  <a:lnTo>
                    <a:pt x="15892" y="21986"/>
                  </a:lnTo>
                  <a:lnTo>
                    <a:pt x="15993" y="21986"/>
                  </a:lnTo>
                  <a:lnTo>
                    <a:pt x="16027" y="21952"/>
                  </a:lnTo>
                  <a:lnTo>
                    <a:pt x="16027" y="21919"/>
                  </a:lnTo>
                  <a:lnTo>
                    <a:pt x="15959" y="21717"/>
                  </a:lnTo>
                  <a:lnTo>
                    <a:pt x="16161" y="21313"/>
                  </a:lnTo>
                  <a:lnTo>
                    <a:pt x="16195" y="21245"/>
                  </a:lnTo>
                  <a:lnTo>
                    <a:pt x="16397" y="20808"/>
                  </a:lnTo>
                  <a:lnTo>
                    <a:pt x="16431" y="20808"/>
                  </a:lnTo>
                  <a:lnTo>
                    <a:pt x="16498" y="20774"/>
                  </a:lnTo>
                  <a:lnTo>
                    <a:pt x="16532" y="20774"/>
                  </a:lnTo>
                  <a:lnTo>
                    <a:pt x="16532" y="20707"/>
                  </a:lnTo>
                  <a:lnTo>
                    <a:pt x="16498" y="20572"/>
                  </a:lnTo>
                  <a:lnTo>
                    <a:pt x="16666" y="20202"/>
                  </a:lnTo>
                  <a:lnTo>
                    <a:pt x="16700" y="20202"/>
                  </a:lnTo>
                  <a:lnTo>
                    <a:pt x="16734" y="20168"/>
                  </a:lnTo>
                  <a:lnTo>
                    <a:pt x="16868" y="20235"/>
                  </a:lnTo>
                  <a:lnTo>
                    <a:pt x="17037" y="20269"/>
                  </a:lnTo>
                  <a:lnTo>
                    <a:pt x="17306" y="20370"/>
                  </a:lnTo>
                  <a:lnTo>
                    <a:pt x="17575" y="20471"/>
                  </a:lnTo>
                  <a:lnTo>
                    <a:pt x="17946" y="20673"/>
                  </a:lnTo>
                  <a:lnTo>
                    <a:pt x="18114" y="20774"/>
                  </a:lnTo>
                  <a:lnTo>
                    <a:pt x="18316" y="20808"/>
                  </a:lnTo>
                  <a:lnTo>
                    <a:pt x="18350" y="20808"/>
                  </a:lnTo>
                  <a:lnTo>
                    <a:pt x="18384" y="20774"/>
                  </a:lnTo>
                  <a:lnTo>
                    <a:pt x="18417" y="20707"/>
                  </a:lnTo>
                  <a:lnTo>
                    <a:pt x="18417" y="20673"/>
                  </a:lnTo>
                  <a:lnTo>
                    <a:pt x="18384" y="20572"/>
                  </a:lnTo>
                  <a:lnTo>
                    <a:pt x="18283" y="20505"/>
                  </a:lnTo>
                  <a:lnTo>
                    <a:pt x="18081" y="20370"/>
                  </a:lnTo>
                  <a:lnTo>
                    <a:pt x="17676" y="20202"/>
                  </a:lnTo>
                  <a:lnTo>
                    <a:pt x="17239" y="20033"/>
                  </a:lnTo>
                  <a:lnTo>
                    <a:pt x="16969" y="19966"/>
                  </a:lnTo>
                  <a:lnTo>
                    <a:pt x="16868" y="19966"/>
                  </a:lnTo>
                  <a:lnTo>
                    <a:pt x="16767" y="20000"/>
                  </a:lnTo>
                  <a:lnTo>
                    <a:pt x="16969" y="19562"/>
                  </a:lnTo>
                  <a:lnTo>
                    <a:pt x="17070" y="19562"/>
                  </a:lnTo>
                  <a:lnTo>
                    <a:pt x="17104" y="19495"/>
                  </a:lnTo>
                  <a:lnTo>
                    <a:pt x="17138" y="19461"/>
                  </a:lnTo>
                  <a:lnTo>
                    <a:pt x="17104" y="19394"/>
                  </a:lnTo>
                  <a:lnTo>
                    <a:pt x="17070" y="19360"/>
                  </a:lnTo>
                  <a:lnTo>
                    <a:pt x="17306" y="18855"/>
                  </a:lnTo>
                  <a:lnTo>
                    <a:pt x="17441" y="18552"/>
                  </a:lnTo>
                  <a:lnTo>
                    <a:pt x="17474" y="18518"/>
                  </a:lnTo>
                  <a:lnTo>
                    <a:pt x="17508" y="18451"/>
                  </a:lnTo>
                  <a:lnTo>
                    <a:pt x="17980" y="17441"/>
                  </a:lnTo>
                  <a:lnTo>
                    <a:pt x="18047" y="17441"/>
                  </a:lnTo>
                  <a:lnTo>
                    <a:pt x="18081" y="17374"/>
                  </a:lnTo>
                  <a:lnTo>
                    <a:pt x="18047" y="17273"/>
                  </a:lnTo>
                  <a:lnTo>
                    <a:pt x="18384" y="16566"/>
                  </a:lnTo>
                  <a:lnTo>
                    <a:pt x="18417" y="16532"/>
                  </a:lnTo>
                  <a:lnTo>
                    <a:pt x="18417" y="16498"/>
                  </a:lnTo>
                  <a:lnTo>
                    <a:pt x="19528" y="14108"/>
                  </a:lnTo>
                  <a:lnTo>
                    <a:pt x="19697" y="14243"/>
                  </a:lnTo>
                  <a:lnTo>
                    <a:pt x="19865" y="14310"/>
                  </a:lnTo>
                  <a:lnTo>
                    <a:pt x="20235" y="14445"/>
                  </a:lnTo>
                  <a:lnTo>
                    <a:pt x="20841" y="14714"/>
                  </a:lnTo>
                  <a:lnTo>
                    <a:pt x="20841" y="14445"/>
                  </a:lnTo>
                  <a:lnTo>
                    <a:pt x="20639" y="14377"/>
                  </a:lnTo>
                  <a:lnTo>
                    <a:pt x="20101" y="14142"/>
                  </a:lnTo>
                  <a:lnTo>
                    <a:pt x="19831" y="14074"/>
                  </a:lnTo>
                  <a:lnTo>
                    <a:pt x="19562" y="14041"/>
                  </a:lnTo>
                  <a:lnTo>
                    <a:pt x="19629" y="13872"/>
                  </a:lnTo>
                  <a:lnTo>
                    <a:pt x="19865" y="13266"/>
                  </a:lnTo>
                  <a:lnTo>
                    <a:pt x="20067" y="12660"/>
                  </a:lnTo>
                  <a:lnTo>
                    <a:pt x="20269" y="12088"/>
                  </a:lnTo>
                  <a:lnTo>
                    <a:pt x="20505" y="11482"/>
                  </a:lnTo>
                  <a:lnTo>
                    <a:pt x="20673" y="11145"/>
                  </a:lnTo>
                  <a:lnTo>
                    <a:pt x="20841" y="10842"/>
                  </a:lnTo>
                  <a:lnTo>
                    <a:pt x="20841" y="10371"/>
                  </a:lnTo>
                  <a:lnTo>
                    <a:pt x="20774" y="10472"/>
                  </a:lnTo>
                  <a:lnTo>
                    <a:pt x="20404" y="9798"/>
                  </a:lnTo>
                  <a:lnTo>
                    <a:pt x="20269" y="9462"/>
                  </a:lnTo>
                  <a:lnTo>
                    <a:pt x="20134" y="9091"/>
                  </a:lnTo>
                  <a:lnTo>
                    <a:pt x="20134" y="9058"/>
                  </a:lnTo>
                  <a:lnTo>
                    <a:pt x="20101" y="9091"/>
                  </a:lnTo>
                  <a:lnTo>
                    <a:pt x="20101" y="9293"/>
                  </a:lnTo>
                  <a:lnTo>
                    <a:pt x="20134" y="9529"/>
                  </a:lnTo>
                  <a:lnTo>
                    <a:pt x="20269" y="9933"/>
                  </a:lnTo>
                  <a:lnTo>
                    <a:pt x="20437" y="10337"/>
                  </a:lnTo>
                  <a:lnTo>
                    <a:pt x="20639" y="10707"/>
                  </a:lnTo>
                  <a:lnTo>
                    <a:pt x="20471" y="11044"/>
                  </a:lnTo>
                  <a:lnTo>
                    <a:pt x="20336" y="10876"/>
                  </a:lnTo>
                  <a:lnTo>
                    <a:pt x="20269" y="10707"/>
                  </a:lnTo>
                  <a:lnTo>
                    <a:pt x="20101" y="10371"/>
                  </a:lnTo>
                  <a:lnTo>
                    <a:pt x="20000" y="10202"/>
                  </a:lnTo>
                  <a:lnTo>
                    <a:pt x="19865" y="10068"/>
                  </a:lnTo>
                  <a:lnTo>
                    <a:pt x="19831" y="10068"/>
                  </a:lnTo>
                  <a:lnTo>
                    <a:pt x="19831" y="10101"/>
                  </a:lnTo>
                  <a:lnTo>
                    <a:pt x="19932" y="10303"/>
                  </a:lnTo>
                  <a:lnTo>
                    <a:pt x="20000" y="10505"/>
                  </a:lnTo>
                  <a:lnTo>
                    <a:pt x="20067" y="10707"/>
                  </a:lnTo>
                  <a:lnTo>
                    <a:pt x="20134" y="10909"/>
                  </a:lnTo>
                  <a:lnTo>
                    <a:pt x="20235" y="11078"/>
                  </a:lnTo>
                  <a:lnTo>
                    <a:pt x="20370" y="11246"/>
                  </a:lnTo>
                  <a:lnTo>
                    <a:pt x="20202" y="11583"/>
                  </a:lnTo>
                  <a:lnTo>
                    <a:pt x="20134" y="11549"/>
                  </a:lnTo>
                  <a:lnTo>
                    <a:pt x="19899" y="11280"/>
                  </a:lnTo>
                  <a:lnTo>
                    <a:pt x="19764" y="11111"/>
                  </a:lnTo>
                  <a:lnTo>
                    <a:pt x="19663" y="10909"/>
                  </a:lnTo>
                  <a:lnTo>
                    <a:pt x="19495" y="10539"/>
                  </a:lnTo>
                  <a:lnTo>
                    <a:pt x="19461" y="10505"/>
                  </a:lnTo>
                  <a:lnTo>
                    <a:pt x="20168" y="8923"/>
                  </a:lnTo>
                  <a:lnTo>
                    <a:pt x="20841" y="7341"/>
                  </a:lnTo>
                  <a:lnTo>
                    <a:pt x="20841" y="6667"/>
                  </a:lnTo>
                  <a:lnTo>
                    <a:pt x="20336" y="7846"/>
                  </a:lnTo>
                  <a:lnTo>
                    <a:pt x="19831" y="9024"/>
                  </a:lnTo>
                  <a:lnTo>
                    <a:pt x="19326" y="10202"/>
                  </a:lnTo>
                  <a:lnTo>
                    <a:pt x="18788" y="11347"/>
                  </a:lnTo>
                  <a:lnTo>
                    <a:pt x="18350" y="12290"/>
                  </a:lnTo>
                  <a:lnTo>
                    <a:pt x="17912" y="13232"/>
                  </a:lnTo>
                  <a:lnTo>
                    <a:pt x="17508" y="13131"/>
                  </a:lnTo>
                  <a:lnTo>
                    <a:pt x="17171" y="12997"/>
                  </a:lnTo>
                  <a:lnTo>
                    <a:pt x="16801" y="12862"/>
                  </a:lnTo>
                  <a:lnTo>
                    <a:pt x="16464" y="12694"/>
                  </a:lnTo>
                  <a:lnTo>
                    <a:pt x="15118" y="11953"/>
                  </a:lnTo>
                  <a:lnTo>
                    <a:pt x="14343" y="11616"/>
                  </a:lnTo>
                  <a:lnTo>
                    <a:pt x="13569" y="11313"/>
                  </a:lnTo>
                  <a:lnTo>
                    <a:pt x="12795" y="11010"/>
                  </a:lnTo>
                  <a:lnTo>
                    <a:pt x="12020" y="10707"/>
                  </a:lnTo>
                  <a:lnTo>
                    <a:pt x="10640" y="10101"/>
                  </a:lnTo>
                  <a:lnTo>
                    <a:pt x="9226" y="9495"/>
                  </a:lnTo>
                  <a:lnTo>
                    <a:pt x="8317" y="9159"/>
                  </a:lnTo>
                  <a:lnTo>
                    <a:pt x="7879" y="8990"/>
                  </a:lnTo>
                  <a:lnTo>
                    <a:pt x="7441" y="8788"/>
                  </a:lnTo>
                  <a:lnTo>
                    <a:pt x="7004" y="8620"/>
                  </a:lnTo>
                  <a:lnTo>
                    <a:pt x="6802" y="8553"/>
                  </a:lnTo>
                  <a:lnTo>
                    <a:pt x="6566" y="8485"/>
                  </a:lnTo>
                  <a:lnTo>
                    <a:pt x="8014" y="5253"/>
                  </a:lnTo>
                  <a:lnTo>
                    <a:pt x="8552" y="4007"/>
                  </a:lnTo>
                  <a:lnTo>
                    <a:pt x="9091" y="2762"/>
                  </a:lnTo>
                  <a:lnTo>
                    <a:pt x="9327" y="2122"/>
                  </a:lnTo>
                  <a:lnTo>
                    <a:pt x="9529" y="1482"/>
                  </a:lnTo>
                  <a:lnTo>
                    <a:pt x="9697" y="809"/>
                  </a:lnTo>
                  <a:lnTo>
                    <a:pt x="9866" y="169"/>
                  </a:lnTo>
                  <a:lnTo>
                    <a:pt x="9899" y="203"/>
                  </a:lnTo>
                  <a:lnTo>
                    <a:pt x="10371" y="371"/>
                  </a:lnTo>
                  <a:lnTo>
                    <a:pt x="10775" y="540"/>
                  </a:lnTo>
                  <a:lnTo>
                    <a:pt x="11650" y="977"/>
                  </a:lnTo>
                  <a:lnTo>
                    <a:pt x="12088" y="1146"/>
                  </a:lnTo>
                  <a:lnTo>
                    <a:pt x="12559" y="1280"/>
                  </a:lnTo>
                  <a:lnTo>
                    <a:pt x="13468" y="1583"/>
                  </a:lnTo>
                  <a:lnTo>
                    <a:pt x="14478" y="1920"/>
                  </a:lnTo>
                  <a:lnTo>
                    <a:pt x="15488" y="2358"/>
                  </a:lnTo>
                  <a:lnTo>
                    <a:pt x="17474" y="3233"/>
                  </a:lnTo>
                  <a:lnTo>
                    <a:pt x="18586" y="3671"/>
                  </a:lnTo>
                  <a:lnTo>
                    <a:pt x="19697" y="4108"/>
                  </a:lnTo>
                  <a:lnTo>
                    <a:pt x="20740" y="4546"/>
                  </a:lnTo>
                  <a:lnTo>
                    <a:pt x="20841" y="4580"/>
                  </a:lnTo>
                  <a:lnTo>
                    <a:pt x="20841" y="4243"/>
                  </a:lnTo>
                  <a:lnTo>
                    <a:pt x="20033" y="3940"/>
                  </a:lnTo>
                  <a:lnTo>
                    <a:pt x="18720" y="3435"/>
                  </a:lnTo>
                  <a:lnTo>
                    <a:pt x="17407" y="2896"/>
                  </a:lnTo>
                  <a:lnTo>
                    <a:pt x="15488" y="2055"/>
                  </a:lnTo>
                  <a:lnTo>
                    <a:pt x="14512" y="1651"/>
                  </a:lnTo>
                  <a:lnTo>
                    <a:pt x="13535" y="1314"/>
                  </a:lnTo>
                  <a:lnTo>
                    <a:pt x="12458" y="977"/>
                  </a:lnTo>
                  <a:lnTo>
                    <a:pt x="11919" y="775"/>
                  </a:lnTo>
                  <a:lnTo>
                    <a:pt x="11414" y="540"/>
                  </a:lnTo>
                  <a:lnTo>
                    <a:pt x="11044" y="371"/>
                  </a:lnTo>
                  <a:lnTo>
                    <a:pt x="10674" y="203"/>
                  </a:lnTo>
                  <a:lnTo>
                    <a:pt x="10337" y="102"/>
                  </a:lnTo>
                  <a:lnTo>
                    <a:pt x="9933" y="35"/>
                  </a:lnTo>
                  <a:lnTo>
                    <a:pt x="9899" y="35"/>
                  </a:lnTo>
                  <a:lnTo>
                    <a:pt x="9866" y="68"/>
                  </a:lnTo>
                  <a:lnTo>
                    <a:pt x="983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7" name="Google Shape;1585;p10">
              <a:extLst>
                <a:ext uri="{FF2B5EF4-FFF2-40B4-BE49-F238E27FC236}">
                  <a16:creationId xmlns:a16="http://schemas.microsoft.com/office/drawing/2014/main" id="{A4535034-CA5F-4327-A17D-6655D39BFCEF}"/>
                </a:ext>
              </a:extLst>
            </p:cNvPr>
            <p:cNvSpPr/>
            <p:nvPr/>
          </p:nvSpPr>
          <p:spPr>
            <a:xfrm>
              <a:off x="6848670" y="3911827"/>
              <a:ext cx="13485" cy="28562"/>
            </a:xfrm>
            <a:custGeom>
              <a:avLst/>
              <a:gdLst/>
              <a:ahLst/>
              <a:cxnLst/>
              <a:rect l="l" t="t" r="r" b="b"/>
              <a:pathLst>
                <a:path w="271" h="574" extrusionOk="0">
                  <a:moveTo>
                    <a:pt x="68" y="1"/>
                  </a:moveTo>
                  <a:lnTo>
                    <a:pt x="35" y="35"/>
                  </a:lnTo>
                  <a:lnTo>
                    <a:pt x="1" y="68"/>
                  </a:lnTo>
                  <a:lnTo>
                    <a:pt x="1" y="102"/>
                  </a:lnTo>
                  <a:lnTo>
                    <a:pt x="136" y="338"/>
                  </a:lnTo>
                  <a:lnTo>
                    <a:pt x="270" y="573"/>
                  </a:lnTo>
                  <a:lnTo>
                    <a:pt x="270" y="169"/>
                  </a:lnTo>
                  <a:lnTo>
                    <a:pt x="136" y="35"/>
                  </a:lnTo>
                  <a:lnTo>
                    <a:pt x="68"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8" name="Google Shape;1586;p10">
              <a:extLst>
                <a:ext uri="{FF2B5EF4-FFF2-40B4-BE49-F238E27FC236}">
                  <a16:creationId xmlns:a16="http://schemas.microsoft.com/office/drawing/2014/main" id="{5B82AA73-36B6-4EC8-B2DC-9499AE1F895C}"/>
                </a:ext>
              </a:extLst>
            </p:cNvPr>
            <p:cNvSpPr/>
            <p:nvPr/>
          </p:nvSpPr>
          <p:spPr>
            <a:xfrm>
              <a:off x="6845336" y="3940339"/>
              <a:ext cx="16819" cy="50307"/>
            </a:xfrm>
            <a:custGeom>
              <a:avLst/>
              <a:gdLst/>
              <a:ahLst/>
              <a:cxnLst/>
              <a:rect l="l" t="t" r="r" b="b"/>
              <a:pathLst>
                <a:path w="338" h="1011" extrusionOk="0">
                  <a:moveTo>
                    <a:pt x="68" y="0"/>
                  </a:moveTo>
                  <a:lnTo>
                    <a:pt x="34" y="34"/>
                  </a:lnTo>
                  <a:lnTo>
                    <a:pt x="1" y="101"/>
                  </a:lnTo>
                  <a:lnTo>
                    <a:pt x="1" y="202"/>
                  </a:lnTo>
                  <a:lnTo>
                    <a:pt x="34" y="371"/>
                  </a:lnTo>
                  <a:lnTo>
                    <a:pt x="102" y="539"/>
                  </a:lnTo>
                  <a:lnTo>
                    <a:pt x="169" y="707"/>
                  </a:lnTo>
                  <a:lnTo>
                    <a:pt x="337" y="1010"/>
                  </a:lnTo>
                  <a:lnTo>
                    <a:pt x="337" y="505"/>
                  </a:lnTo>
                  <a:lnTo>
                    <a:pt x="236" y="270"/>
                  </a:lnTo>
                  <a:lnTo>
                    <a:pt x="102" y="68"/>
                  </a:lnTo>
                  <a:lnTo>
                    <a:pt x="102" y="34"/>
                  </a:lnTo>
                  <a:lnTo>
                    <a:pt x="68"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99" name="Google Shape;1647;p10">
            <a:extLst>
              <a:ext uri="{FF2B5EF4-FFF2-40B4-BE49-F238E27FC236}">
                <a16:creationId xmlns:a16="http://schemas.microsoft.com/office/drawing/2014/main" id="{2DA08B86-16FE-4BDD-BFAC-590E1F84FF09}"/>
              </a:ext>
            </a:extLst>
          </p:cNvPr>
          <p:cNvGrpSpPr/>
          <p:nvPr userDrawn="1"/>
        </p:nvGrpSpPr>
        <p:grpSpPr>
          <a:xfrm>
            <a:off x="669098" y="3632076"/>
            <a:ext cx="366930" cy="1514545"/>
            <a:chOff x="135698" y="3632076"/>
            <a:chExt cx="366930" cy="1514545"/>
          </a:xfrm>
        </p:grpSpPr>
        <p:sp>
          <p:nvSpPr>
            <p:cNvPr id="300" name="Google Shape;1648;p10">
              <a:extLst>
                <a:ext uri="{FF2B5EF4-FFF2-40B4-BE49-F238E27FC236}">
                  <a16:creationId xmlns:a16="http://schemas.microsoft.com/office/drawing/2014/main" id="{310E087B-AAB3-469A-9932-5AC603D116D8}"/>
                </a:ext>
              </a:extLst>
            </p:cNvPr>
            <p:cNvSpPr/>
            <p:nvPr/>
          </p:nvSpPr>
          <p:spPr>
            <a:xfrm>
              <a:off x="135698" y="3632076"/>
              <a:ext cx="366930" cy="1514545"/>
            </a:xfrm>
            <a:custGeom>
              <a:avLst/>
              <a:gdLst/>
              <a:ahLst/>
              <a:cxnLst/>
              <a:rect l="l" t="t" r="r" b="b"/>
              <a:pathLst>
                <a:path w="7374" h="30437" extrusionOk="0">
                  <a:moveTo>
                    <a:pt x="2660" y="236"/>
                  </a:moveTo>
                  <a:lnTo>
                    <a:pt x="2862" y="270"/>
                  </a:lnTo>
                  <a:lnTo>
                    <a:pt x="2997" y="337"/>
                  </a:lnTo>
                  <a:lnTo>
                    <a:pt x="3131" y="404"/>
                  </a:lnTo>
                  <a:lnTo>
                    <a:pt x="3199" y="539"/>
                  </a:lnTo>
                  <a:lnTo>
                    <a:pt x="3266" y="674"/>
                  </a:lnTo>
                  <a:lnTo>
                    <a:pt x="3333" y="842"/>
                  </a:lnTo>
                  <a:lnTo>
                    <a:pt x="3401" y="1179"/>
                  </a:lnTo>
                  <a:lnTo>
                    <a:pt x="3468" y="1650"/>
                  </a:lnTo>
                  <a:lnTo>
                    <a:pt x="3535" y="2155"/>
                  </a:lnTo>
                  <a:lnTo>
                    <a:pt x="3569" y="3165"/>
                  </a:lnTo>
                  <a:lnTo>
                    <a:pt x="3603" y="3502"/>
                  </a:lnTo>
                  <a:lnTo>
                    <a:pt x="3670" y="3805"/>
                  </a:lnTo>
                  <a:lnTo>
                    <a:pt x="3535" y="3872"/>
                  </a:lnTo>
                  <a:lnTo>
                    <a:pt x="3502" y="3805"/>
                  </a:lnTo>
                  <a:lnTo>
                    <a:pt x="3468" y="3771"/>
                  </a:lnTo>
                  <a:lnTo>
                    <a:pt x="3367" y="3771"/>
                  </a:lnTo>
                  <a:lnTo>
                    <a:pt x="3367" y="3839"/>
                  </a:lnTo>
                  <a:lnTo>
                    <a:pt x="3367" y="3940"/>
                  </a:lnTo>
                  <a:lnTo>
                    <a:pt x="3030" y="4074"/>
                  </a:lnTo>
                  <a:lnTo>
                    <a:pt x="2727" y="4142"/>
                  </a:lnTo>
                  <a:lnTo>
                    <a:pt x="2357" y="4175"/>
                  </a:lnTo>
                  <a:lnTo>
                    <a:pt x="1987" y="4142"/>
                  </a:lnTo>
                  <a:lnTo>
                    <a:pt x="1583" y="4175"/>
                  </a:lnTo>
                  <a:lnTo>
                    <a:pt x="1381" y="4175"/>
                  </a:lnTo>
                  <a:lnTo>
                    <a:pt x="1145" y="4142"/>
                  </a:lnTo>
                  <a:lnTo>
                    <a:pt x="976" y="4108"/>
                  </a:lnTo>
                  <a:lnTo>
                    <a:pt x="808" y="4041"/>
                  </a:lnTo>
                  <a:lnTo>
                    <a:pt x="707" y="3872"/>
                  </a:lnTo>
                  <a:lnTo>
                    <a:pt x="640" y="3670"/>
                  </a:lnTo>
                  <a:lnTo>
                    <a:pt x="471" y="2896"/>
                  </a:lnTo>
                  <a:lnTo>
                    <a:pt x="337" y="2121"/>
                  </a:lnTo>
                  <a:lnTo>
                    <a:pt x="269" y="1751"/>
                  </a:lnTo>
                  <a:lnTo>
                    <a:pt x="236" y="1381"/>
                  </a:lnTo>
                  <a:lnTo>
                    <a:pt x="236" y="977"/>
                  </a:lnTo>
                  <a:lnTo>
                    <a:pt x="269" y="573"/>
                  </a:lnTo>
                  <a:lnTo>
                    <a:pt x="640" y="472"/>
                  </a:lnTo>
                  <a:lnTo>
                    <a:pt x="1044" y="371"/>
                  </a:lnTo>
                  <a:lnTo>
                    <a:pt x="1448" y="303"/>
                  </a:lnTo>
                  <a:lnTo>
                    <a:pt x="1886" y="236"/>
                  </a:lnTo>
                  <a:close/>
                  <a:moveTo>
                    <a:pt x="3401" y="4175"/>
                  </a:moveTo>
                  <a:lnTo>
                    <a:pt x="3502" y="4579"/>
                  </a:lnTo>
                  <a:lnTo>
                    <a:pt x="3603" y="5118"/>
                  </a:lnTo>
                  <a:lnTo>
                    <a:pt x="3603" y="5320"/>
                  </a:lnTo>
                  <a:lnTo>
                    <a:pt x="3636" y="5488"/>
                  </a:lnTo>
                  <a:lnTo>
                    <a:pt x="2997" y="5556"/>
                  </a:lnTo>
                  <a:lnTo>
                    <a:pt x="2357" y="5623"/>
                  </a:lnTo>
                  <a:lnTo>
                    <a:pt x="1818" y="5690"/>
                  </a:lnTo>
                  <a:lnTo>
                    <a:pt x="1549" y="5724"/>
                  </a:lnTo>
                  <a:lnTo>
                    <a:pt x="1313" y="5825"/>
                  </a:lnTo>
                  <a:lnTo>
                    <a:pt x="1313" y="5657"/>
                  </a:lnTo>
                  <a:lnTo>
                    <a:pt x="1279" y="5488"/>
                  </a:lnTo>
                  <a:lnTo>
                    <a:pt x="1212" y="5152"/>
                  </a:lnTo>
                  <a:lnTo>
                    <a:pt x="1178" y="4748"/>
                  </a:lnTo>
                  <a:lnTo>
                    <a:pt x="1145" y="4377"/>
                  </a:lnTo>
                  <a:lnTo>
                    <a:pt x="1482" y="4377"/>
                  </a:lnTo>
                  <a:lnTo>
                    <a:pt x="1785" y="4344"/>
                  </a:lnTo>
                  <a:lnTo>
                    <a:pt x="2222" y="4377"/>
                  </a:lnTo>
                  <a:lnTo>
                    <a:pt x="2626" y="4344"/>
                  </a:lnTo>
                  <a:lnTo>
                    <a:pt x="3030" y="4310"/>
                  </a:lnTo>
                  <a:lnTo>
                    <a:pt x="3199" y="4243"/>
                  </a:lnTo>
                  <a:lnTo>
                    <a:pt x="3401" y="4175"/>
                  </a:lnTo>
                  <a:close/>
                  <a:moveTo>
                    <a:pt x="3737" y="5724"/>
                  </a:moveTo>
                  <a:lnTo>
                    <a:pt x="3838" y="5758"/>
                  </a:lnTo>
                  <a:lnTo>
                    <a:pt x="3906" y="5791"/>
                  </a:lnTo>
                  <a:lnTo>
                    <a:pt x="3939" y="5892"/>
                  </a:lnTo>
                  <a:lnTo>
                    <a:pt x="3973" y="5993"/>
                  </a:lnTo>
                  <a:lnTo>
                    <a:pt x="4007" y="6263"/>
                  </a:lnTo>
                  <a:lnTo>
                    <a:pt x="3973" y="6532"/>
                  </a:lnTo>
                  <a:lnTo>
                    <a:pt x="2593" y="6700"/>
                  </a:lnTo>
                  <a:lnTo>
                    <a:pt x="2020" y="6768"/>
                  </a:lnTo>
                  <a:lnTo>
                    <a:pt x="1751" y="6835"/>
                  </a:lnTo>
                  <a:lnTo>
                    <a:pt x="1448" y="6936"/>
                  </a:lnTo>
                  <a:lnTo>
                    <a:pt x="1279" y="6667"/>
                  </a:lnTo>
                  <a:lnTo>
                    <a:pt x="1212" y="6532"/>
                  </a:lnTo>
                  <a:lnTo>
                    <a:pt x="1145" y="6397"/>
                  </a:lnTo>
                  <a:lnTo>
                    <a:pt x="1111" y="6229"/>
                  </a:lnTo>
                  <a:lnTo>
                    <a:pt x="1111" y="6061"/>
                  </a:lnTo>
                  <a:lnTo>
                    <a:pt x="1246" y="6061"/>
                  </a:lnTo>
                  <a:lnTo>
                    <a:pt x="1414" y="6027"/>
                  </a:lnTo>
                  <a:lnTo>
                    <a:pt x="1684" y="5960"/>
                  </a:lnTo>
                  <a:lnTo>
                    <a:pt x="2290" y="5859"/>
                  </a:lnTo>
                  <a:lnTo>
                    <a:pt x="2896" y="5791"/>
                  </a:lnTo>
                  <a:lnTo>
                    <a:pt x="3737" y="5724"/>
                  </a:lnTo>
                  <a:close/>
                  <a:moveTo>
                    <a:pt x="3771" y="6801"/>
                  </a:moveTo>
                  <a:lnTo>
                    <a:pt x="3771" y="6835"/>
                  </a:lnTo>
                  <a:lnTo>
                    <a:pt x="3771" y="7374"/>
                  </a:lnTo>
                  <a:lnTo>
                    <a:pt x="3838" y="7946"/>
                  </a:lnTo>
                  <a:lnTo>
                    <a:pt x="3906" y="8518"/>
                  </a:lnTo>
                  <a:lnTo>
                    <a:pt x="3973" y="9057"/>
                  </a:lnTo>
                  <a:lnTo>
                    <a:pt x="4040" y="9798"/>
                  </a:lnTo>
                  <a:lnTo>
                    <a:pt x="4175" y="10505"/>
                  </a:lnTo>
                  <a:lnTo>
                    <a:pt x="4276" y="10942"/>
                  </a:lnTo>
                  <a:lnTo>
                    <a:pt x="4444" y="11380"/>
                  </a:lnTo>
                  <a:lnTo>
                    <a:pt x="4815" y="12188"/>
                  </a:lnTo>
                  <a:lnTo>
                    <a:pt x="4411" y="12323"/>
                  </a:lnTo>
                  <a:lnTo>
                    <a:pt x="3973" y="12424"/>
                  </a:lnTo>
                  <a:lnTo>
                    <a:pt x="3131" y="12525"/>
                  </a:lnTo>
                  <a:lnTo>
                    <a:pt x="2694" y="12559"/>
                  </a:lnTo>
                  <a:lnTo>
                    <a:pt x="2458" y="12592"/>
                  </a:lnTo>
                  <a:lnTo>
                    <a:pt x="2256" y="12660"/>
                  </a:lnTo>
                  <a:lnTo>
                    <a:pt x="2222" y="11919"/>
                  </a:lnTo>
                  <a:lnTo>
                    <a:pt x="2155" y="11178"/>
                  </a:lnTo>
                  <a:lnTo>
                    <a:pt x="1987" y="9697"/>
                  </a:lnTo>
                  <a:lnTo>
                    <a:pt x="1953" y="9057"/>
                  </a:lnTo>
                  <a:lnTo>
                    <a:pt x="1886" y="8384"/>
                  </a:lnTo>
                  <a:lnTo>
                    <a:pt x="1785" y="7744"/>
                  </a:lnTo>
                  <a:lnTo>
                    <a:pt x="1684" y="7407"/>
                  </a:lnTo>
                  <a:lnTo>
                    <a:pt x="1583" y="7104"/>
                  </a:lnTo>
                  <a:lnTo>
                    <a:pt x="1886" y="7071"/>
                  </a:lnTo>
                  <a:lnTo>
                    <a:pt x="2222" y="7037"/>
                  </a:lnTo>
                  <a:lnTo>
                    <a:pt x="2862" y="6936"/>
                  </a:lnTo>
                  <a:lnTo>
                    <a:pt x="3771" y="6801"/>
                  </a:lnTo>
                  <a:close/>
                  <a:moveTo>
                    <a:pt x="5185" y="12256"/>
                  </a:moveTo>
                  <a:lnTo>
                    <a:pt x="5185" y="12424"/>
                  </a:lnTo>
                  <a:lnTo>
                    <a:pt x="5252" y="12592"/>
                  </a:lnTo>
                  <a:lnTo>
                    <a:pt x="5320" y="12761"/>
                  </a:lnTo>
                  <a:lnTo>
                    <a:pt x="5421" y="12929"/>
                  </a:lnTo>
                  <a:lnTo>
                    <a:pt x="5623" y="13232"/>
                  </a:lnTo>
                  <a:lnTo>
                    <a:pt x="5892" y="13535"/>
                  </a:lnTo>
                  <a:lnTo>
                    <a:pt x="6161" y="13804"/>
                  </a:lnTo>
                  <a:lnTo>
                    <a:pt x="6431" y="14107"/>
                  </a:lnTo>
                  <a:lnTo>
                    <a:pt x="6666" y="14410"/>
                  </a:lnTo>
                  <a:lnTo>
                    <a:pt x="6734" y="14579"/>
                  </a:lnTo>
                  <a:lnTo>
                    <a:pt x="6801" y="14747"/>
                  </a:lnTo>
                  <a:lnTo>
                    <a:pt x="6868" y="14983"/>
                  </a:lnTo>
                  <a:lnTo>
                    <a:pt x="6868" y="15252"/>
                  </a:lnTo>
                  <a:lnTo>
                    <a:pt x="6868" y="15488"/>
                  </a:lnTo>
                  <a:lnTo>
                    <a:pt x="6835" y="15723"/>
                  </a:lnTo>
                  <a:lnTo>
                    <a:pt x="6700" y="16228"/>
                  </a:lnTo>
                  <a:lnTo>
                    <a:pt x="6532" y="16700"/>
                  </a:lnTo>
                  <a:lnTo>
                    <a:pt x="6363" y="17171"/>
                  </a:lnTo>
                  <a:lnTo>
                    <a:pt x="6229" y="17676"/>
                  </a:lnTo>
                  <a:lnTo>
                    <a:pt x="6161" y="17912"/>
                  </a:lnTo>
                  <a:lnTo>
                    <a:pt x="6128" y="18147"/>
                  </a:lnTo>
                  <a:lnTo>
                    <a:pt x="6128" y="18383"/>
                  </a:lnTo>
                  <a:lnTo>
                    <a:pt x="6161" y="18652"/>
                  </a:lnTo>
                  <a:lnTo>
                    <a:pt x="5320" y="18821"/>
                  </a:lnTo>
                  <a:lnTo>
                    <a:pt x="4882" y="18888"/>
                  </a:lnTo>
                  <a:lnTo>
                    <a:pt x="4444" y="18955"/>
                  </a:lnTo>
                  <a:lnTo>
                    <a:pt x="3636" y="19023"/>
                  </a:lnTo>
                  <a:lnTo>
                    <a:pt x="3232" y="19090"/>
                  </a:lnTo>
                  <a:lnTo>
                    <a:pt x="2862" y="19191"/>
                  </a:lnTo>
                  <a:lnTo>
                    <a:pt x="2727" y="18888"/>
                  </a:lnTo>
                  <a:lnTo>
                    <a:pt x="2559" y="18619"/>
                  </a:lnTo>
                  <a:lnTo>
                    <a:pt x="2323" y="18383"/>
                  </a:lnTo>
                  <a:lnTo>
                    <a:pt x="2088" y="18147"/>
                  </a:lnTo>
                  <a:lnTo>
                    <a:pt x="1852" y="17945"/>
                  </a:lnTo>
                  <a:lnTo>
                    <a:pt x="1650" y="17710"/>
                  </a:lnTo>
                  <a:lnTo>
                    <a:pt x="1515" y="17508"/>
                  </a:lnTo>
                  <a:lnTo>
                    <a:pt x="1381" y="17272"/>
                  </a:lnTo>
                  <a:lnTo>
                    <a:pt x="1279" y="17003"/>
                  </a:lnTo>
                  <a:lnTo>
                    <a:pt x="1212" y="16733"/>
                  </a:lnTo>
                  <a:lnTo>
                    <a:pt x="1145" y="16464"/>
                  </a:lnTo>
                  <a:lnTo>
                    <a:pt x="1111" y="16161"/>
                  </a:lnTo>
                  <a:lnTo>
                    <a:pt x="1111" y="15757"/>
                  </a:lnTo>
                  <a:lnTo>
                    <a:pt x="1178" y="15319"/>
                  </a:lnTo>
                  <a:lnTo>
                    <a:pt x="1279" y="14915"/>
                  </a:lnTo>
                  <a:lnTo>
                    <a:pt x="1414" y="14511"/>
                  </a:lnTo>
                  <a:lnTo>
                    <a:pt x="1684" y="13703"/>
                  </a:lnTo>
                  <a:lnTo>
                    <a:pt x="1818" y="13299"/>
                  </a:lnTo>
                  <a:lnTo>
                    <a:pt x="1919" y="12929"/>
                  </a:lnTo>
                  <a:lnTo>
                    <a:pt x="2357" y="12862"/>
                  </a:lnTo>
                  <a:lnTo>
                    <a:pt x="2795" y="12828"/>
                  </a:lnTo>
                  <a:lnTo>
                    <a:pt x="3704" y="12660"/>
                  </a:lnTo>
                  <a:lnTo>
                    <a:pt x="4007" y="12626"/>
                  </a:lnTo>
                  <a:lnTo>
                    <a:pt x="4343" y="12559"/>
                  </a:lnTo>
                  <a:lnTo>
                    <a:pt x="4646" y="12491"/>
                  </a:lnTo>
                  <a:lnTo>
                    <a:pt x="4916" y="12390"/>
                  </a:lnTo>
                  <a:lnTo>
                    <a:pt x="4983" y="12357"/>
                  </a:lnTo>
                  <a:lnTo>
                    <a:pt x="5050" y="12323"/>
                  </a:lnTo>
                  <a:lnTo>
                    <a:pt x="5185" y="12256"/>
                  </a:lnTo>
                  <a:close/>
                  <a:moveTo>
                    <a:pt x="2054" y="0"/>
                  </a:moveTo>
                  <a:lnTo>
                    <a:pt x="1549" y="34"/>
                  </a:lnTo>
                  <a:lnTo>
                    <a:pt x="1044" y="135"/>
                  </a:lnTo>
                  <a:lnTo>
                    <a:pt x="539" y="270"/>
                  </a:lnTo>
                  <a:lnTo>
                    <a:pt x="303" y="337"/>
                  </a:lnTo>
                  <a:lnTo>
                    <a:pt x="101" y="472"/>
                  </a:lnTo>
                  <a:lnTo>
                    <a:pt x="67" y="505"/>
                  </a:lnTo>
                  <a:lnTo>
                    <a:pt x="67" y="539"/>
                  </a:lnTo>
                  <a:lnTo>
                    <a:pt x="67" y="573"/>
                  </a:lnTo>
                  <a:lnTo>
                    <a:pt x="101" y="606"/>
                  </a:lnTo>
                  <a:lnTo>
                    <a:pt x="34" y="808"/>
                  </a:lnTo>
                  <a:lnTo>
                    <a:pt x="0" y="1010"/>
                  </a:lnTo>
                  <a:lnTo>
                    <a:pt x="0" y="1414"/>
                  </a:lnTo>
                  <a:lnTo>
                    <a:pt x="67" y="1852"/>
                  </a:lnTo>
                  <a:lnTo>
                    <a:pt x="135" y="2256"/>
                  </a:lnTo>
                  <a:lnTo>
                    <a:pt x="236" y="2828"/>
                  </a:lnTo>
                  <a:lnTo>
                    <a:pt x="370" y="3401"/>
                  </a:lnTo>
                  <a:lnTo>
                    <a:pt x="404" y="3738"/>
                  </a:lnTo>
                  <a:lnTo>
                    <a:pt x="438" y="3940"/>
                  </a:lnTo>
                  <a:lnTo>
                    <a:pt x="505" y="4108"/>
                  </a:lnTo>
                  <a:lnTo>
                    <a:pt x="606" y="4209"/>
                  </a:lnTo>
                  <a:lnTo>
                    <a:pt x="673" y="4276"/>
                  </a:lnTo>
                  <a:lnTo>
                    <a:pt x="808" y="4344"/>
                  </a:lnTo>
                  <a:lnTo>
                    <a:pt x="909" y="4377"/>
                  </a:lnTo>
                  <a:lnTo>
                    <a:pt x="943" y="4815"/>
                  </a:lnTo>
                  <a:lnTo>
                    <a:pt x="976" y="5253"/>
                  </a:lnTo>
                  <a:lnTo>
                    <a:pt x="1010" y="5589"/>
                  </a:lnTo>
                  <a:lnTo>
                    <a:pt x="1044" y="5791"/>
                  </a:lnTo>
                  <a:lnTo>
                    <a:pt x="1145" y="5926"/>
                  </a:lnTo>
                  <a:lnTo>
                    <a:pt x="1111" y="5960"/>
                  </a:lnTo>
                  <a:lnTo>
                    <a:pt x="1077" y="5892"/>
                  </a:lnTo>
                  <a:lnTo>
                    <a:pt x="1010" y="5892"/>
                  </a:lnTo>
                  <a:lnTo>
                    <a:pt x="943" y="6027"/>
                  </a:lnTo>
                  <a:lnTo>
                    <a:pt x="943" y="6162"/>
                  </a:lnTo>
                  <a:lnTo>
                    <a:pt x="943" y="6296"/>
                  </a:lnTo>
                  <a:lnTo>
                    <a:pt x="976" y="6465"/>
                  </a:lnTo>
                  <a:lnTo>
                    <a:pt x="1111" y="6768"/>
                  </a:lnTo>
                  <a:lnTo>
                    <a:pt x="1279" y="7003"/>
                  </a:lnTo>
                  <a:lnTo>
                    <a:pt x="1212" y="7037"/>
                  </a:lnTo>
                  <a:lnTo>
                    <a:pt x="1178" y="7071"/>
                  </a:lnTo>
                  <a:lnTo>
                    <a:pt x="1212" y="7104"/>
                  </a:lnTo>
                  <a:lnTo>
                    <a:pt x="1381" y="7104"/>
                  </a:lnTo>
                  <a:lnTo>
                    <a:pt x="1482" y="7744"/>
                  </a:lnTo>
                  <a:lnTo>
                    <a:pt x="1583" y="8417"/>
                  </a:lnTo>
                  <a:lnTo>
                    <a:pt x="1684" y="9057"/>
                  </a:lnTo>
                  <a:lnTo>
                    <a:pt x="1751" y="9697"/>
                  </a:lnTo>
                  <a:lnTo>
                    <a:pt x="1886" y="11212"/>
                  </a:lnTo>
                  <a:lnTo>
                    <a:pt x="1953" y="11986"/>
                  </a:lnTo>
                  <a:lnTo>
                    <a:pt x="1987" y="12727"/>
                  </a:lnTo>
                  <a:lnTo>
                    <a:pt x="1987" y="12761"/>
                  </a:lnTo>
                  <a:lnTo>
                    <a:pt x="1919" y="12828"/>
                  </a:lnTo>
                  <a:lnTo>
                    <a:pt x="1919" y="12794"/>
                  </a:lnTo>
                  <a:lnTo>
                    <a:pt x="1852" y="12828"/>
                  </a:lnTo>
                  <a:lnTo>
                    <a:pt x="1785" y="12929"/>
                  </a:lnTo>
                  <a:lnTo>
                    <a:pt x="1684" y="13165"/>
                  </a:lnTo>
                  <a:lnTo>
                    <a:pt x="1549" y="13636"/>
                  </a:lnTo>
                  <a:lnTo>
                    <a:pt x="1313" y="14141"/>
                  </a:lnTo>
                  <a:lnTo>
                    <a:pt x="1145" y="14680"/>
                  </a:lnTo>
                  <a:lnTo>
                    <a:pt x="1010" y="15218"/>
                  </a:lnTo>
                  <a:lnTo>
                    <a:pt x="909" y="15791"/>
                  </a:lnTo>
                  <a:lnTo>
                    <a:pt x="909" y="16296"/>
                  </a:lnTo>
                  <a:lnTo>
                    <a:pt x="943" y="16767"/>
                  </a:lnTo>
                  <a:lnTo>
                    <a:pt x="1077" y="17238"/>
                  </a:lnTo>
                  <a:lnTo>
                    <a:pt x="1145" y="17440"/>
                  </a:lnTo>
                  <a:lnTo>
                    <a:pt x="1279" y="17676"/>
                  </a:lnTo>
                  <a:lnTo>
                    <a:pt x="1414" y="17912"/>
                  </a:lnTo>
                  <a:lnTo>
                    <a:pt x="1616" y="18114"/>
                  </a:lnTo>
                  <a:lnTo>
                    <a:pt x="2020" y="18484"/>
                  </a:lnTo>
                  <a:lnTo>
                    <a:pt x="2189" y="18652"/>
                  </a:lnTo>
                  <a:lnTo>
                    <a:pt x="2391" y="18854"/>
                  </a:lnTo>
                  <a:lnTo>
                    <a:pt x="2525" y="19090"/>
                  </a:lnTo>
                  <a:lnTo>
                    <a:pt x="2626" y="19359"/>
                  </a:lnTo>
                  <a:lnTo>
                    <a:pt x="2660" y="19427"/>
                  </a:lnTo>
                  <a:lnTo>
                    <a:pt x="2727" y="19460"/>
                  </a:lnTo>
                  <a:lnTo>
                    <a:pt x="2761" y="19460"/>
                  </a:lnTo>
                  <a:lnTo>
                    <a:pt x="2828" y="19427"/>
                  </a:lnTo>
                  <a:lnTo>
                    <a:pt x="2963" y="19764"/>
                  </a:lnTo>
                  <a:lnTo>
                    <a:pt x="3098" y="20134"/>
                  </a:lnTo>
                  <a:lnTo>
                    <a:pt x="3199" y="20471"/>
                  </a:lnTo>
                  <a:lnTo>
                    <a:pt x="3266" y="20841"/>
                  </a:lnTo>
                  <a:lnTo>
                    <a:pt x="3333" y="21582"/>
                  </a:lnTo>
                  <a:lnTo>
                    <a:pt x="3434" y="22322"/>
                  </a:lnTo>
                  <a:lnTo>
                    <a:pt x="3704" y="24107"/>
                  </a:lnTo>
                  <a:lnTo>
                    <a:pt x="3838" y="24982"/>
                  </a:lnTo>
                  <a:lnTo>
                    <a:pt x="3939" y="25891"/>
                  </a:lnTo>
                  <a:lnTo>
                    <a:pt x="4074" y="27036"/>
                  </a:lnTo>
                  <a:lnTo>
                    <a:pt x="4209" y="28181"/>
                  </a:lnTo>
                  <a:lnTo>
                    <a:pt x="4411" y="29325"/>
                  </a:lnTo>
                  <a:lnTo>
                    <a:pt x="4680" y="30436"/>
                  </a:lnTo>
                  <a:lnTo>
                    <a:pt x="4983" y="30436"/>
                  </a:lnTo>
                  <a:lnTo>
                    <a:pt x="4781" y="29797"/>
                  </a:lnTo>
                  <a:lnTo>
                    <a:pt x="4613" y="29123"/>
                  </a:lnTo>
                  <a:lnTo>
                    <a:pt x="4444" y="28181"/>
                  </a:lnTo>
                  <a:lnTo>
                    <a:pt x="4343" y="27271"/>
                  </a:lnTo>
                  <a:lnTo>
                    <a:pt x="4141" y="25386"/>
                  </a:lnTo>
                  <a:lnTo>
                    <a:pt x="3872" y="23669"/>
                  </a:lnTo>
                  <a:lnTo>
                    <a:pt x="3603" y="21986"/>
                  </a:lnTo>
                  <a:lnTo>
                    <a:pt x="3535" y="21312"/>
                  </a:lnTo>
                  <a:lnTo>
                    <a:pt x="3434" y="20639"/>
                  </a:lnTo>
                  <a:lnTo>
                    <a:pt x="3367" y="20302"/>
                  </a:lnTo>
                  <a:lnTo>
                    <a:pt x="3266" y="19966"/>
                  </a:lnTo>
                  <a:lnTo>
                    <a:pt x="3165" y="19663"/>
                  </a:lnTo>
                  <a:lnTo>
                    <a:pt x="2997" y="19393"/>
                  </a:lnTo>
                  <a:lnTo>
                    <a:pt x="3939" y="19225"/>
                  </a:lnTo>
                  <a:lnTo>
                    <a:pt x="4882" y="19124"/>
                  </a:lnTo>
                  <a:lnTo>
                    <a:pt x="5488" y="19056"/>
                  </a:lnTo>
                  <a:lnTo>
                    <a:pt x="5757" y="18989"/>
                  </a:lnTo>
                  <a:lnTo>
                    <a:pt x="6060" y="18888"/>
                  </a:lnTo>
                  <a:lnTo>
                    <a:pt x="6060" y="18888"/>
                  </a:lnTo>
                  <a:lnTo>
                    <a:pt x="6027" y="19663"/>
                  </a:lnTo>
                  <a:lnTo>
                    <a:pt x="6027" y="20437"/>
                  </a:lnTo>
                  <a:lnTo>
                    <a:pt x="6094" y="21211"/>
                  </a:lnTo>
                  <a:lnTo>
                    <a:pt x="6161" y="21986"/>
                  </a:lnTo>
                  <a:lnTo>
                    <a:pt x="6363" y="23568"/>
                  </a:lnTo>
                  <a:lnTo>
                    <a:pt x="6532" y="25083"/>
                  </a:lnTo>
                  <a:lnTo>
                    <a:pt x="7070" y="30436"/>
                  </a:lnTo>
                  <a:lnTo>
                    <a:pt x="7373" y="30436"/>
                  </a:lnTo>
                  <a:lnTo>
                    <a:pt x="7104" y="27777"/>
                  </a:lnTo>
                  <a:lnTo>
                    <a:pt x="6801" y="25083"/>
                  </a:lnTo>
                  <a:lnTo>
                    <a:pt x="6498" y="21952"/>
                  </a:lnTo>
                  <a:lnTo>
                    <a:pt x="6195" y="18821"/>
                  </a:lnTo>
                  <a:lnTo>
                    <a:pt x="6262" y="19023"/>
                  </a:lnTo>
                  <a:lnTo>
                    <a:pt x="6296" y="19056"/>
                  </a:lnTo>
                  <a:lnTo>
                    <a:pt x="6330" y="19090"/>
                  </a:lnTo>
                  <a:lnTo>
                    <a:pt x="6431" y="19124"/>
                  </a:lnTo>
                  <a:lnTo>
                    <a:pt x="6498" y="19056"/>
                  </a:lnTo>
                  <a:lnTo>
                    <a:pt x="6532" y="19023"/>
                  </a:lnTo>
                  <a:lnTo>
                    <a:pt x="6532" y="18955"/>
                  </a:lnTo>
                  <a:lnTo>
                    <a:pt x="6464" y="18686"/>
                  </a:lnTo>
                  <a:lnTo>
                    <a:pt x="6431" y="18450"/>
                  </a:lnTo>
                  <a:lnTo>
                    <a:pt x="6431" y="18181"/>
                  </a:lnTo>
                  <a:lnTo>
                    <a:pt x="6464" y="17945"/>
                  </a:lnTo>
                  <a:lnTo>
                    <a:pt x="6565" y="17440"/>
                  </a:lnTo>
                  <a:lnTo>
                    <a:pt x="6734" y="16935"/>
                  </a:lnTo>
                  <a:lnTo>
                    <a:pt x="6868" y="16430"/>
                  </a:lnTo>
                  <a:lnTo>
                    <a:pt x="7037" y="15925"/>
                  </a:lnTo>
                  <a:lnTo>
                    <a:pt x="7104" y="15420"/>
                  </a:lnTo>
                  <a:lnTo>
                    <a:pt x="7104" y="15185"/>
                  </a:lnTo>
                  <a:lnTo>
                    <a:pt x="7104" y="14915"/>
                  </a:lnTo>
                  <a:lnTo>
                    <a:pt x="7070" y="14713"/>
                  </a:lnTo>
                  <a:lnTo>
                    <a:pt x="7037" y="14545"/>
                  </a:lnTo>
                  <a:lnTo>
                    <a:pt x="6868" y="14208"/>
                  </a:lnTo>
                  <a:lnTo>
                    <a:pt x="6666" y="13905"/>
                  </a:lnTo>
                  <a:lnTo>
                    <a:pt x="6397" y="13636"/>
                  </a:lnTo>
                  <a:lnTo>
                    <a:pt x="6060" y="13266"/>
                  </a:lnTo>
                  <a:lnTo>
                    <a:pt x="5757" y="12862"/>
                  </a:lnTo>
                  <a:lnTo>
                    <a:pt x="5623" y="12660"/>
                  </a:lnTo>
                  <a:lnTo>
                    <a:pt x="5488" y="12458"/>
                  </a:lnTo>
                  <a:lnTo>
                    <a:pt x="5387" y="12222"/>
                  </a:lnTo>
                  <a:lnTo>
                    <a:pt x="5320" y="11953"/>
                  </a:lnTo>
                  <a:lnTo>
                    <a:pt x="5286" y="11919"/>
                  </a:lnTo>
                  <a:lnTo>
                    <a:pt x="5219" y="11919"/>
                  </a:lnTo>
                  <a:lnTo>
                    <a:pt x="5185" y="11953"/>
                  </a:lnTo>
                  <a:lnTo>
                    <a:pt x="5185" y="12087"/>
                  </a:lnTo>
                  <a:lnTo>
                    <a:pt x="5118" y="12054"/>
                  </a:lnTo>
                  <a:lnTo>
                    <a:pt x="5050" y="12054"/>
                  </a:lnTo>
                  <a:lnTo>
                    <a:pt x="5017" y="12087"/>
                  </a:lnTo>
                  <a:lnTo>
                    <a:pt x="4983" y="11919"/>
                  </a:lnTo>
                  <a:lnTo>
                    <a:pt x="4882" y="11751"/>
                  </a:lnTo>
                  <a:lnTo>
                    <a:pt x="4613" y="11111"/>
                  </a:lnTo>
                  <a:lnTo>
                    <a:pt x="4478" y="10808"/>
                  </a:lnTo>
                  <a:lnTo>
                    <a:pt x="4411" y="10437"/>
                  </a:lnTo>
                  <a:lnTo>
                    <a:pt x="4242" y="9596"/>
                  </a:lnTo>
                  <a:lnTo>
                    <a:pt x="4141" y="8687"/>
                  </a:lnTo>
                  <a:lnTo>
                    <a:pt x="4141" y="8350"/>
                  </a:lnTo>
                  <a:lnTo>
                    <a:pt x="4108" y="7710"/>
                  </a:lnTo>
                  <a:lnTo>
                    <a:pt x="4074" y="7374"/>
                  </a:lnTo>
                  <a:lnTo>
                    <a:pt x="4007" y="7104"/>
                  </a:lnTo>
                  <a:lnTo>
                    <a:pt x="3939" y="6902"/>
                  </a:lnTo>
                  <a:lnTo>
                    <a:pt x="3872" y="6835"/>
                  </a:lnTo>
                  <a:lnTo>
                    <a:pt x="3838" y="6801"/>
                  </a:lnTo>
                  <a:lnTo>
                    <a:pt x="3973" y="6801"/>
                  </a:lnTo>
                  <a:lnTo>
                    <a:pt x="4007" y="6835"/>
                  </a:lnTo>
                  <a:lnTo>
                    <a:pt x="4141" y="6835"/>
                  </a:lnTo>
                  <a:lnTo>
                    <a:pt x="4209" y="6734"/>
                  </a:lnTo>
                  <a:lnTo>
                    <a:pt x="4343" y="6734"/>
                  </a:lnTo>
                  <a:lnTo>
                    <a:pt x="4411" y="6700"/>
                  </a:lnTo>
                  <a:lnTo>
                    <a:pt x="4444" y="6667"/>
                  </a:lnTo>
                  <a:lnTo>
                    <a:pt x="4444" y="6566"/>
                  </a:lnTo>
                  <a:lnTo>
                    <a:pt x="4377" y="6498"/>
                  </a:lnTo>
                  <a:lnTo>
                    <a:pt x="4343" y="6465"/>
                  </a:lnTo>
                  <a:lnTo>
                    <a:pt x="4276" y="6465"/>
                  </a:lnTo>
                  <a:lnTo>
                    <a:pt x="4209" y="6498"/>
                  </a:lnTo>
                  <a:lnTo>
                    <a:pt x="4209" y="6027"/>
                  </a:lnTo>
                  <a:lnTo>
                    <a:pt x="4141" y="5556"/>
                  </a:lnTo>
                  <a:lnTo>
                    <a:pt x="4108" y="5488"/>
                  </a:lnTo>
                  <a:lnTo>
                    <a:pt x="4040" y="5455"/>
                  </a:lnTo>
                  <a:lnTo>
                    <a:pt x="3771" y="5488"/>
                  </a:lnTo>
                  <a:lnTo>
                    <a:pt x="3838" y="5320"/>
                  </a:lnTo>
                  <a:lnTo>
                    <a:pt x="3838" y="5152"/>
                  </a:lnTo>
                  <a:lnTo>
                    <a:pt x="3771" y="4815"/>
                  </a:lnTo>
                  <a:lnTo>
                    <a:pt x="3704" y="4445"/>
                  </a:lnTo>
                  <a:lnTo>
                    <a:pt x="3603" y="4074"/>
                  </a:lnTo>
                  <a:lnTo>
                    <a:pt x="3737" y="4007"/>
                  </a:lnTo>
                  <a:lnTo>
                    <a:pt x="3838" y="4074"/>
                  </a:lnTo>
                  <a:lnTo>
                    <a:pt x="3906" y="4108"/>
                  </a:lnTo>
                  <a:lnTo>
                    <a:pt x="3973" y="4108"/>
                  </a:lnTo>
                  <a:lnTo>
                    <a:pt x="4007" y="4041"/>
                  </a:lnTo>
                  <a:lnTo>
                    <a:pt x="4007" y="3940"/>
                  </a:lnTo>
                  <a:lnTo>
                    <a:pt x="3906" y="3738"/>
                  </a:lnTo>
                  <a:lnTo>
                    <a:pt x="3805" y="3502"/>
                  </a:lnTo>
                  <a:lnTo>
                    <a:pt x="3771" y="3232"/>
                  </a:lnTo>
                  <a:lnTo>
                    <a:pt x="3771" y="2929"/>
                  </a:lnTo>
                  <a:lnTo>
                    <a:pt x="3737" y="2357"/>
                  </a:lnTo>
                  <a:lnTo>
                    <a:pt x="3737" y="1852"/>
                  </a:lnTo>
                  <a:lnTo>
                    <a:pt x="3704" y="1448"/>
                  </a:lnTo>
                  <a:lnTo>
                    <a:pt x="3636" y="977"/>
                  </a:lnTo>
                  <a:lnTo>
                    <a:pt x="3603" y="775"/>
                  </a:lnTo>
                  <a:lnTo>
                    <a:pt x="3535" y="539"/>
                  </a:lnTo>
                  <a:lnTo>
                    <a:pt x="3434" y="371"/>
                  </a:lnTo>
                  <a:lnTo>
                    <a:pt x="3333" y="236"/>
                  </a:lnTo>
                  <a:lnTo>
                    <a:pt x="3199" y="135"/>
                  </a:lnTo>
                  <a:lnTo>
                    <a:pt x="3064" y="68"/>
                  </a:lnTo>
                  <a:lnTo>
                    <a:pt x="2896" y="34"/>
                  </a:lnTo>
                  <a:lnTo>
                    <a:pt x="2727"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1" name="Google Shape;1649;p10">
              <a:extLst>
                <a:ext uri="{FF2B5EF4-FFF2-40B4-BE49-F238E27FC236}">
                  <a16:creationId xmlns:a16="http://schemas.microsoft.com/office/drawing/2014/main" id="{ABAC9BCF-2607-4726-94DE-30BAFAE3DA1B}"/>
                </a:ext>
              </a:extLst>
            </p:cNvPr>
            <p:cNvSpPr/>
            <p:nvPr/>
          </p:nvSpPr>
          <p:spPr>
            <a:xfrm>
              <a:off x="201033" y="4280399"/>
              <a:ext cx="263081" cy="258055"/>
            </a:xfrm>
            <a:custGeom>
              <a:avLst/>
              <a:gdLst/>
              <a:ahLst/>
              <a:cxnLst/>
              <a:rect l="l" t="t" r="r" b="b"/>
              <a:pathLst>
                <a:path w="5287" h="5186" extrusionOk="0">
                  <a:moveTo>
                    <a:pt x="2997" y="237"/>
                  </a:moveTo>
                  <a:lnTo>
                    <a:pt x="3333" y="304"/>
                  </a:lnTo>
                  <a:lnTo>
                    <a:pt x="3670" y="439"/>
                  </a:lnTo>
                  <a:lnTo>
                    <a:pt x="3603" y="439"/>
                  </a:lnTo>
                  <a:lnTo>
                    <a:pt x="3535" y="506"/>
                  </a:lnTo>
                  <a:lnTo>
                    <a:pt x="3434" y="607"/>
                  </a:lnTo>
                  <a:lnTo>
                    <a:pt x="3300" y="775"/>
                  </a:lnTo>
                  <a:lnTo>
                    <a:pt x="3232" y="876"/>
                  </a:lnTo>
                  <a:lnTo>
                    <a:pt x="3232" y="910"/>
                  </a:lnTo>
                  <a:lnTo>
                    <a:pt x="3232" y="977"/>
                  </a:lnTo>
                  <a:lnTo>
                    <a:pt x="3266" y="1011"/>
                  </a:lnTo>
                  <a:lnTo>
                    <a:pt x="3300" y="1045"/>
                  </a:lnTo>
                  <a:lnTo>
                    <a:pt x="3401" y="1011"/>
                  </a:lnTo>
                  <a:lnTo>
                    <a:pt x="3468" y="977"/>
                  </a:lnTo>
                  <a:lnTo>
                    <a:pt x="3603" y="809"/>
                  </a:lnTo>
                  <a:lnTo>
                    <a:pt x="3704" y="674"/>
                  </a:lnTo>
                  <a:lnTo>
                    <a:pt x="3737" y="674"/>
                  </a:lnTo>
                  <a:lnTo>
                    <a:pt x="3737" y="641"/>
                  </a:lnTo>
                  <a:lnTo>
                    <a:pt x="3771" y="641"/>
                  </a:lnTo>
                  <a:lnTo>
                    <a:pt x="3805" y="607"/>
                  </a:lnTo>
                  <a:lnTo>
                    <a:pt x="3805" y="540"/>
                  </a:lnTo>
                  <a:lnTo>
                    <a:pt x="3771" y="472"/>
                  </a:lnTo>
                  <a:lnTo>
                    <a:pt x="3973" y="607"/>
                  </a:lnTo>
                  <a:lnTo>
                    <a:pt x="4175" y="742"/>
                  </a:lnTo>
                  <a:lnTo>
                    <a:pt x="4545" y="1045"/>
                  </a:lnTo>
                  <a:lnTo>
                    <a:pt x="4680" y="1247"/>
                  </a:lnTo>
                  <a:lnTo>
                    <a:pt x="4815" y="1415"/>
                  </a:lnTo>
                  <a:lnTo>
                    <a:pt x="4949" y="1617"/>
                  </a:lnTo>
                  <a:lnTo>
                    <a:pt x="5017" y="1819"/>
                  </a:lnTo>
                  <a:lnTo>
                    <a:pt x="5084" y="1987"/>
                  </a:lnTo>
                  <a:lnTo>
                    <a:pt x="5118" y="2189"/>
                  </a:lnTo>
                  <a:lnTo>
                    <a:pt x="5084" y="2189"/>
                  </a:lnTo>
                  <a:lnTo>
                    <a:pt x="4949" y="2257"/>
                  </a:lnTo>
                  <a:lnTo>
                    <a:pt x="4815" y="2324"/>
                  </a:lnTo>
                  <a:lnTo>
                    <a:pt x="4545" y="2425"/>
                  </a:lnTo>
                  <a:lnTo>
                    <a:pt x="4512" y="2459"/>
                  </a:lnTo>
                  <a:lnTo>
                    <a:pt x="4478" y="2492"/>
                  </a:lnTo>
                  <a:lnTo>
                    <a:pt x="4512" y="2526"/>
                  </a:lnTo>
                  <a:lnTo>
                    <a:pt x="4545" y="2560"/>
                  </a:lnTo>
                  <a:lnTo>
                    <a:pt x="4680" y="2593"/>
                  </a:lnTo>
                  <a:lnTo>
                    <a:pt x="4848" y="2593"/>
                  </a:lnTo>
                  <a:lnTo>
                    <a:pt x="4983" y="2526"/>
                  </a:lnTo>
                  <a:lnTo>
                    <a:pt x="5118" y="2459"/>
                  </a:lnTo>
                  <a:lnTo>
                    <a:pt x="5118" y="2728"/>
                  </a:lnTo>
                  <a:lnTo>
                    <a:pt x="5050" y="2997"/>
                  </a:lnTo>
                  <a:lnTo>
                    <a:pt x="4949" y="3233"/>
                  </a:lnTo>
                  <a:lnTo>
                    <a:pt x="4848" y="3469"/>
                  </a:lnTo>
                  <a:lnTo>
                    <a:pt x="4714" y="3435"/>
                  </a:lnTo>
                  <a:lnTo>
                    <a:pt x="4613" y="3401"/>
                  </a:lnTo>
                  <a:lnTo>
                    <a:pt x="4478" y="3435"/>
                  </a:lnTo>
                  <a:lnTo>
                    <a:pt x="4377" y="3469"/>
                  </a:lnTo>
                  <a:lnTo>
                    <a:pt x="4377" y="3502"/>
                  </a:lnTo>
                  <a:lnTo>
                    <a:pt x="4377" y="3536"/>
                  </a:lnTo>
                  <a:lnTo>
                    <a:pt x="4545" y="3637"/>
                  </a:lnTo>
                  <a:lnTo>
                    <a:pt x="4714" y="3671"/>
                  </a:lnTo>
                  <a:lnTo>
                    <a:pt x="4579" y="3873"/>
                  </a:lnTo>
                  <a:lnTo>
                    <a:pt x="4411" y="4075"/>
                  </a:lnTo>
                  <a:lnTo>
                    <a:pt x="4209" y="4243"/>
                  </a:lnTo>
                  <a:lnTo>
                    <a:pt x="4040" y="4411"/>
                  </a:lnTo>
                  <a:lnTo>
                    <a:pt x="3838" y="4546"/>
                  </a:lnTo>
                  <a:lnTo>
                    <a:pt x="3603" y="4681"/>
                  </a:lnTo>
                  <a:lnTo>
                    <a:pt x="3401" y="4782"/>
                  </a:lnTo>
                  <a:lnTo>
                    <a:pt x="3165" y="4883"/>
                  </a:lnTo>
                  <a:lnTo>
                    <a:pt x="3165" y="4815"/>
                  </a:lnTo>
                  <a:lnTo>
                    <a:pt x="3098" y="4580"/>
                  </a:lnTo>
                  <a:lnTo>
                    <a:pt x="3064" y="4479"/>
                  </a:lnTo>
                  <a:lnTo>
                    <a:pt x="3030" y="4411"/>
                  </a:lnTo>
                  <a:lnTo>
                    <a:pt x="2997" y="4378"/>
                  </a:lnTo>
                  <a:lnTo>
                    <a:pt x="2929" y="4378"/>
                  </a:lnTo>
                  <a:lnTo>
                    <a:pt x="2896" y="4411"/>
                  </a:lnTo>
                  <a:lnTo>
                    <a:pt x="2862" y="4479"/>
                  </a:lnTo>
                  <a:lnTo>
                    <a:pt x="2862" y="4647"/>
                  </a:lnTo>
                  <a:lnTo>
                    <a:pt x="2896" y="4782"/>
                  </a:lnTo>
                  <a:lnTo>
                    <a:pt x="2963" y="4916"/>
                  </a:lnTo>
                  <a:lnTo>
                    <a:pt x="2727" y="4950"/>
                  </a:lnTo>
                  <a:lnTo>
                    <a:pt x="2323" y="4950"/>
                  </a:lnTo>
                  <a:lnTo>
                    <a:pt x="1953" y="4849"/>
                  </a:lnTo>
                  <a:lnTo>
                    <a:pt x="2054" y="4580"/>
                  </a:lnTo>
                  <a:lnTo>
                    <a:pt x="2088" y="4277"/>
                  </a:lnTo>
                  <a:lnTo>
                    <a:pt x="2054" y="4243"/>
                  </a:lnTo>
                  <a:lnTo>
                    <a:pt x="2020" y="4243"/>
                  </a:lnTo>
                  <a:lnTo>
                    <a:pt x="1953" y="4378"/>
                  </a:lnTo>
                  <a:lnTo>
                    <a:pt x="1852" y="4479"/>
                  </a:lnTo>
                  <a:lnTo>
                    <a:pt x="1751" y="4748"/>
                  </a:lnTo>
                  <a:lnTo>
                    <a:pt x="1751" y="4782"/>
                  </a:lnTo>
                  <a:lnTo>
                    <a:pt x="1549" y="4647"/>
                  </a:lnTo>
                  <a:lnTo>
                    <a:pt x="1347" y="4512"/>
                  </a:lnTo>
                  <a:lnTo>
                    <a:pt x="1145" y="4378"/>
                  </a:lnTo>
                  <a:lnTo>
                    <a:pt x="977" y="4209"/>
                  </a:lnTo>
                  <a:lnTo>
                    <a:pt x="1044" y="4108"/>
                  </a:lnTo>
                  <a:lnTo>
                    <a:pt x="1212" y="4007"/>
                  </a:lnTo>
                  <a:lnTo>
                    <a:pt x="1246" y="3940"/>
                  </a:lnTo>
                  <a:lnTo>
                    <a:pt x="1280" y="3873"/>
                  </a:lnTo>
                  <a:lnTo>
                    <a:pt x="1145" y="3873"/>
                  </a:lnTo>
                  <a:lnTo>
                    <a:pt x="977" y="3940"/>
                  </a:lnTo>
                  <a:lnTo>
                    <a:pt x="808" y="4041"/>
                  </a:lnTo>
                  <a:lnTo>
                    <a:pt x="674" y="3805"/>
                  </a:lnTo>
                  <a:lnTo>
                    <a:pt x="505" y="3570"/>
                  </a:lnTo>
                  <a:lnTo>
                    <a:pt x="404" y="3334"/>
                  </a:lnTo>
                  <a:lnTo>
                    <a:pt x="303" y="3065"/>
                  </a:lnTo>
                  <a:lnTo>
                    <a:pt x="573" y="3132"/>
                  </a:lnTo>
                  <a:lnTo>
                    <a:pt x="808" y="3098"/>
                  </a:lnTo>
                  <a:lnTo>
                    <a:pt x="876" y="3065"/>
                  </a:lnTo>
                  <a:lnTo>
                    <a:pt x="876" y="2997"/>
                  </a:lnTo>
                  <a:lnTo>
                    <a:pt x="842" y="2930"/>
                  </a:lnTo>
                  <a:lnTo>
                    <a:pt x="775" y="2896"/>
                  </a:lnTo>
                  <a:lnTo>
                    <a:pt x="270" y="2896"/>
                  </a:lnTo>
                  <a:lnTo>
                    <a:pt x="236" y="2661"/>
                  </a:lnTo>
                  <a:lnTo>
                    <a:pt x="236" y="2257"/>
                  </a:lnTo>
                  <a:lnTo>
                    <a:pt x="303" y="1886"/>
                  </a:lnTo>
                  <a:lnTo>
                    <a:pt x="438" y="1550"/>
                  </a:lnTo>
                  <a:lnTo>
                    <a:pt x="640" y="1247"/>
                  </a:lnTo>
                  <a:lnTo>
                    <a:pt x="876" y="977"/>
                  </a:lnTo>
                  <a:lnTo>
                    <a:pt x="1179" y="775"/>
                  </a:lnTo>
                  <a:lnTo>
                    <a:pt x="1482" y="573"/>
                  </a:lnTo>
                  <a:lnTo>
                    <a:pt x="1818" y="439"/>
                  </a:lnTo>
                  <a:lnTo>
                    <a:pt x="1886" y="506"/>
                  </a:lnTo>
                  <a:lnTo>
                    <a:pt x="1919" y="506"/>
                  </a:lnTo>
                  <a:lnTo>
                    <a:pt x="1987" y="472"/>
                  </a:lnTo>
                  <a:lnTo>
                    <a:pt x="2222" y="338"/>
                  </a:lnTo>
                  <a:lnTo>
                    <a:pt x="2290" y="338"/>
                  </a:lnTo>
                  <a:lnTo>
                    <a:pt x="2357" y="304"/>
                  </a:lnTo>
                  <a:lnTo>
                    <a:pt x="2660" y="237"/>
                  </a:lnTo>
                  <a:close/>
                  <a:moveTo>
                    <a:pt x="2626" y="1"/>
                  </a:moveTo>
                  <a:lnTo>
                    <a:pt x="2391" y="35"/>
                  </a:lnTo>
                  <a:lnTo>
                    <a:pt x="2155" y="102"/>
                  </a:lnTo>
                  <a:lnTo>
                    <a:pt x="1953" y="203"/>
                  </a:lnTo>
                  <a:lnTo>
                    <a:pt x="1717" y="237"/>
                  </a:lnTo>
                  <a:lnTo>
                    <a:pt x="1515" y="304"/>
                  </a:lnTo>
                  <a:lnTo>
                    <a:pt x="1313" y="371"/>
                  </a:lnTo>
                  <a:lnTo>
                    <a:pt x="1111" y="506"/>
                  </a:lnTo>
                  <a:lnTo>
                    <a:pt x="943" y="607"/>
                  </a:lnTo>
                  <a:lnTo>
                    <a:pt x="775" y="775"/>
                  </a:lnTo>
                  <a:lnTo>
                    <a:pt x="606" y="910"/>
                  </a:lnTo>
                  <a:lnTo>
                    <a:pt x="472" y="1112"/>
                  </a:lnTo>
                  <a:lnTo>
                    <a:pt x="270" y="1482"/>
                  </a:lnTo>
                  <a:lnTo>
                    <a:pt x="101" y="1920"/>
                  </a:lnTo>
                  <a:lnTo>
                    <a:pt x="0" y="2358"/>
                  </a:lnTo>
                  <a:lnTo>
                    <a:pt x="0" y="2593"/>
                  </a:lnTo>
                  <a:lnTo>
                    <a:pt x="0" y="2829"/>
                  </a:lnTo>
                  <a:lnTo>
                    <a:pt x="101" y="3199"/>
                  </a:lnTo>
                  <a:lnTo>
                    <a:pt x="236" y="3570"/>
                  </a:lnTo>
                  <a:lnTo>
                    <a:pt x="438" y="3940"/>
                  </a:lnTo>
                  <a:lnTo>
                    <a:pt x="674" y="4277"/>
                  </a:lnTo>
                  <a:lnTo>
                    <a:pt x="707" y="4310"/>
                  </a:lnTo>
                  <a:lnTo>
                    <a:pt x="741" y="4344"/>
                  </a:lnTo>
                  <a:lnTo>
                    <a:pt x="977" y="4546"/>
                  </a:lnTo>
                  <a:lnTo>
                    <a:pt x="1212" y="4748"/>
                  </a:lnTo>
                  <a:lnTo>
                    <a:pt x="1482" y="4883"/>
                  </a:lnTo>
                  <a:lnTo>
                    <a:pt x="1751" y="5017"/>
                  </a:lnTo>
                  <a:lnTo>
                    <a:pt x="2054" y="5118"/>
                  </a:lnTo>
                  <a:lnTo>
                    <a:pt x="2323" y="5186"/>
                  </a:lnTo>
                  <a:lnTo>
                    <a:pt x="2929" y="5186"/>
                  </a:lnTo>
                  <a:lnTo>
                    <a:pt x="3232" y="5118"/>
                  </a:lnTo>
                  <a:lnTo>
                    <a:pt x="3502" y="5017"/>
                  </a:lnTo>
                  <a:lnTo>
                    <a:pt x="3805" y="4883"/>
                  </a:lnTo>
                  <a:lnTo>
                    <a:pt x="4040" y="4714"/>
                  </a:lnTo>
                  <a:lnTo>
                    <a:pt x="4276" y="4546"/>
                  </a:lnTo>
                  <a:lnTo>
                    <a:pt x="4512" y="4310"/>
                  </a:lnTo>
                  <a:lnTo>
                    <a:pt x="4680" y="4108"/>
                  </a:lnTo>
                  <a:lnTo>
                    <a:pt x="4848" y="3839"/>
                  </a:lnTo>
                  <a:lnTo>
                    <a:pt x="5017" y="3603"/>
                  </a:lnTo>
                  <a:lnTo>
                    <a:pt x="5118" y="3300"/>
                  </a:lnTo>
                  <a:lnTo>
                    <a:pt x="5219" y="3031"/>
                  </a:lnTo>
                  <a:lnTo>
                    <a:pt x="5286" y="2728"/>
                  </a:lnTo>
                  <a:lnTo>
                    <a:pt x="5286" y="2459"/>
                  </a:lnTo>
                  <a:lnTo>
                    <a:pt x="5286" y="2156"/>
                  </a:lnTo>
                  <a:lnTo>
                    <a:pt x="5252" y="1853"/>
                  </a:lnTo>
                  <a:lnTo>
                    <a:pt x="5151" y="1550"/>
                  </a:lnTo>
                  <a:lnTo>
                    <a:pt x="5050" y="1348"/>
                  </a:lnTo>
                  <a:lnTo>
                    <a:pt x="4949" y="1146"/>
                  </a:lnTo>
                  <a:lnTo>
                    <a:pt x="4781" y="977"/>
                  </a:lnTo>
                  <a:lnTo>
                    <a:pt x="4613" y="775"/>
                  </a:lnTo>
                  <a:lnTo>
                    <a:pt x="4444" y="607"/>
                  </a:lnTo>
                  <a:lnTo>
                    <a:pt x="4242" y="472"/>
                  </a:lnTo>
                  <a:lnTo>
                    <a:pt x="4040" y="338"/>
                  </a:lnTo>
                  <a:lnTo>
                    <a:pt x="3805" y="237"/>
                  </a:lnTo>
                  <a:lnTo>
                    <a:pt x="3569" y="136"/>
                  </a:lnTo>
                  <a:lnTo>
                    <a:pt x="3333" y="68"/>
                  </a:lnTo>
                  <a:lnTo>
                    <a:pt x="3098" y="35"/>
                  </a:lnTo>
                  <a:lnTo>
                    <a:pt x="286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2" name="Google Shape;1650;p10">
              <a:extLst>
                <a:ext uri="{FF2B5EF4-FFF2-40B4-BE49-F238E27FC236}">
                  <a16:creationId xmlns:a16="http://schemas.microsoft.com/office/drawing/2014/main" id="{6EC144DA-7529-49C5-BD7D-07763BA50F46}"/>
                </a:ext>
              </a:extLst>
            </p:cNvPr>
            <p:cNvSpPr/>
            <p:nvPr/>
          </p:nvSpPr>
          <p:spPr>
            <a:xfrm>
              <a:off x="397038" y="4345734"/>
              <a:ext cx="30204" cy="20153"/>
            </a:xfrm>
            <a:custGeom>
              <a:avLst/>
              <a:gdLst/>
              <a:ahLst/>
              <a:cxnLst/>
              <a:rect l="l" t="t" r="r" b="b"/>
              <a:pathLst>
                <a:path w="607" h="405" extrusionOk="0">
                  <a:moveTo>
                    <a:pt x="337" y="1"/>
                  </a:moveTo>
                  <a:lnTo>
                    <a:pt x="202" y="102"/>
                  </a:lnTo>
                  <a:lnTo>
                    <a:pt x="68" y="203"/>
                  </a:lnTo>
                  <a:lnTo>
                    <a:pt x="0" y="371"/>
                  </a:lnTo>
                  <a:lnTo>
                    <a:pt x="0" y="405"/>
                  </a:lnTo>
                  <a:lnTo>
                    <a:pt x="34" y="405"/>
                  </a:lnTo>
                  <a:lnTo>
                    <a:pt x="303" y="304"/>
                  </a:lnTo>
                  <a:lnTo>
                    <a:pt x="438" y="237"/>
                  </a:lnTo>
                  <a:lnTo>
                    <a:pt x="539" y="203"/>
                  </a:lnTo>
                  <a:lnTo>
                    <a:pt x="573" y="136"/>
                  </a:lnTo>
                  <a:lnTo>
                    <a:pt x="606" y="102"/>
                  </a:lnTo>
                  <a:lnTo>
                    <a:pt x="573" y="35"/>
                  </a:lnTo>
                  <a:lnTo>
                    <a:pt x="50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3" name="Google Shape;1651;p10">
              <a:extLst>
                <a:ext uri="{FF2B5EF4-FFF2-40B4-BE49-F238E27FC236}">
                  <a16:creationId xmlns:a16="http://schemas.microsoft.com/office/drawing/2014/main" id="{1C4F3EBF-78DA-4147-BFB4-F9CED2439A46}"/>
                </a:ext>
              </a:extLst>
            </p:cNvPr>
            <p:cNvSpPr/>
            <p:nvPr/>
          </p:nvSpPr>
          <p:spPr>
            <a:xfrm>
              <a:off x="256316" y="4325631"/>
              <a:ext cx="28512" cy="25179"/>
            </a:xfrm>
            <a:custGeom>
              <a:avLst/>
              <a:gdLst/>
              <a:ahLst/>
              <a:cxnLst/>
              <a:rect l="l" t="t" r="r" b="b"/>
              <a:pathLst>
                <a:path w="573" h="506" extrusionOk="0">
                  <a:moveTo>
                    <a:pt x="101" y="1"/>
                  </a:moveTo>
                  <a:lnTo>
                    <a:pt x="34" y="35"/>
                  </a:lnTo>
                  <a:lnTo>
                    <a:pt x="0" y="102"/>
                  </a:lnTo>
                  <a:lnTo>
                    <a:pt x="34" y="136"/>
                  </a:lnTo>
                  <a:lnTo>
                    <a:pt x="101" y="237"/>
                  </a:lnTo>
                  <a:lnTo>
                    <a:pt x="202" y="338"/>
                  </a:lnTo>
                  <a:lnTo>
                    <a:pt x="303" y="439"/>
                  </a:lnTo>
                  <a:lnTo>
                    <a:pt x="438" y="506"/>
                  </a:lnTo>
                  <a:lnTo>
                    <a:pt x="505" y="506"/>
                  </a:lnTo>
                  <a:lnTo>
                    <a:pt x="539" y="439"/>
                  </a:lnTo>
                  <a:lnTo>
                    <a:pt x="573" y="371"/>
                  </a:lnTo>
                  <a:lnTo>
                    <a:pt x="539" y="304"/>
                  </a:lnTo>
                  <a:lnTo>
                    <a:pt x="337" y="169"/>
                  </a:lnTo>
                  <a:lnTo>
                    <a:pt x="135" y="35"/>
                  </a:lnTo>
                  <a:lnTo>
                    <a:pt x="101"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4" name="Google Shape;1652;p10">
              <a:extLst>
                <a:ext uri="{FF2B5EF4-FFF2-40B4-BE49-F238E27FC236}">
                  <a16:creationId xmlns:a16="http://schemas.microsoft.com/office/drawing/2014/main" id="{597CE7F9-40E9-4814-96CC-619185CB1484}"/>
                </a:ext>
              </a:extLst>
            </p:cNvPr>
            <p:cNvSpPr/>
            <p:nvPr/>
          </p:nvSpPr>
          <p:spPr>
            <a:xfrm>
              <a:off x="217752" y="4367529"/>
              <a:ext cx="38614" cy="13435"/>
            </a:xfrm>
            <a:custGeom>
              <a:avLst/>
              <a:gdLst/>
              <a:ahLst/>
              <a:cxnLst/>
              <a:rect l="l" t="t" r="r" b="b"/>
              <a:pathLst>
                <a:path w="776" h="270" extrusionOk="0">
                  <a:moveTo>
                    <a:pt x="169" y="1"/>
                  </a:moveTo>
                  <a:lnTo>
                    <a:pt x="68" y="34"/>
                  </a:lnTo>
                  <a:lnTo>
                    <a:pt x="1" y="102"/>
                  </a:lnTo>
                  <a:lnTo>
                    <a:pt x="1" y="135"/>
                  </a:lnTo>
                  <a:lnTo>
                    <a:pt x="35" y="169"/>
                  </a:lnTo>
                  <a:lnTo>
                    <a:pt x="169" y="203"/>
                  </a:lnTo>
                  <a:lnTo>
                    <a:pt x="371" y="203"/>
                  </a:lnTo>
                  <a:lnTo>
                    <a:pt x="573" y="270"/>
                  </a:lnTo>
                  <a:lnTo>
                    <a:pt x="674" y="270"/>
                  </a:lnTo>
                  <a:lnTo>
                    <a:pt x="742" y="236"/>
                  </a:lnTo>
                  <a:lnTo>
                    <a:pt x="775" y="203"/>
                  </a:lnTo>
                  <a:lnTo>
                    <a:pt x="775" y="135"/>
                  </a:lnTo>
                  <a:lnTo>
                    <a:pt x="742" y="68"/>
                  </a:lnTo>
                  <a:lnTo>
                    <a:pt x="641" y="34"/>
                  </a:lnTo>
                  <a:lnTo>
                    <a:pt x="40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5" name="Google Shape;1653;p10">
              <a:extLst>
                <a:ext uri="{FF2B5EF4-FFF2-40B4-BE49-F238E27FC236}">
                  <a16:creationId xmlns:a16="http://schemas.microsoft.com/office/drawing/2014/main" id="{D94E2D95-DA88-4977-A262-06072B761530}"/>
                </a:ext>
              </a:extLst>
            </p:cNvPr>
            <p:cNvSpPr/>
            <p:nvPr/>
          </p:nvSpPr>
          <p:spPr>
            <a:xfrm>
              <a:off x="159135" y="3657205"/>
              <a:ext cx="145797" cy="152514"/>
            </a:xfrm>
            <a:custGeom>
              <a:avLst/>
              <a:gdLst/>
              <a:ahLst/>
              <a:cxnLst/>
              <a:rect l="l" t="t" r="r" b="b"/>
              <a:pathLst>
                <a:path w="2930" h="3065" extrusionOk="0">
                  <a:moveTo>
                    <a:pt x="1920" y="472"/>
                  </a:moveTo>
                  <a:lnTo>
                    <a:pt x="2391" y="505"/>
                  </a:lnTo>
                  <a:lnTo>
                    <a:pt x="2391" y="707"/>
                  </a:lnTo>
                  <a:lnTo>
                    <a:pt x="2391" y="943"/>
                  </a:lnTo>
                  <a:lnTo>
                    <a:pt x="2425" y="1347"/>
                  </a:lnTo>
                  <a:lnTo>
                    <a:pt x="2021" y="1347"/>
                  </a:lnTo>
                  <a:lnTo>
                    <a:pt x="1617" y="1381"/>
                  </a:lnTo>
                  <a:lnTo>
                    <a:pt x="1482" y="943"/>
                  </a:lnTo>
                  <a:lnTo>
                    <a:pt x="1381" y="472"/>
                  </a:lnTo>
                  <a:close/>
                  <a:moveTo>
                    <a:pt x="1078" y="539"/>
                  </a:moveTo>
                  <a:lnTo>
                    <a:pt x="1179" y="1010"/>
                  </a:lnTo>
                  <a:lnTo>
                    <a:pt x="1246" y="1414"/>
                  </a:lnTo>
                  <a:lnTo>
                    <a:pt x="1145" y="1414"/>
                  </a:lnTo>
                  <a:lnTo>
                    <a:pt x="775" y="1482"/>
                  </a:lnTo>
                  <a:lnTo>
                    <a:pt x="573" y="1515"/>
                  </a:lnTo>
                  <a:lnTo>
                    <a:pt x="404" y="1616"/>
                  </a:lnTo>
                  <a:lnTo>
                    <a:pt x="270" y="1179"/>
                  </a:lnTo>
                  <a:lnTo>
                    <a:pt x="202" y="1010"/>
                  </a:lnTo>
                  <a:lnTo>
                    <a:pt x="135" y="808"/>
                  </a:lnTo>
                  <a:lnTo>
                    <a:pt x="707" y="674"/>
                  </a:lnTo>
                  <a:lnTo>
                    <a:pt x="910" y="640"/>
                  </a:lnTo>
                  <a:lnTo>
                    <a:pt x="1011" y="606"/>
                  </a:lnTo>
                  <a:lnTo>
                    <a:pt x="1078" y="539"/>
                  </a:lnTo>
                  <a:close/>
                  <a:moveTo>
                    <a:pt x="2458" y="1616"/>
                  </a:moveTo>
                  <a:lnTo>
                    <a:pt x="2526" y="2189"/>
                  </a:lnTo>
                  <a:lnTo>
                    <a:pt x="2593" y="2458"/>
                  </a:lnTo>
                  <a:lnTo>
                    <a:pt x="2660" y="2727"/>
                  </a:lnTo>
                  <a:lnTo>
                    <a:pt x="2458" y="2694"/>
                  </a:lnTo>
                  <a:lnTo>
                    <a:pt x="2223" y="2694"/>
                  </a:lnTo>
                  <a:lnTo>
                    <a:pt x="1819" y="2727"/>
                  </a:lnTo>
                  <a:lnTo>
                    <a:pt x="1246" y="2727"/>
                  </a:lnTo>
                  <a:lnTo>
                    <a:pt x="674" y="2795"/>
                  </a:lnTo>
                  <a:lnTo>
                    <a:pt x="539" y="2290"/>
                  </a:lnTo>
                  <a:lnTo>
                    <a:pt x="438" y="1785"/>
                  </a:lnTo>
                  <a:lnTo>
                    <a:pt x="640" y="1785"/>
                  </a:lnTo>
                  <a:lnTo>
                    <a:pt x="876" y="1751"/>
                  </a:lnTo>
                  <a:lnTo>
                    <a:pt x="1314" y="1650"/>
                  </a:lnTo>
                  <a:lnTo>
                    <a:pt x="1381" y="1785"/>
                  </a:lnTo>
                  <a:lnTo>
                    <a:pt x="1482" y="1886"/>
                  </a:lnTo>
                  <a:lnTo>
                    <a:pt x="1583" y="1919"/>
                  </a:lnTo>
                  <a:lnTo>
                    <a:pt x="1650" y="1886"/>
                  </a:lnTo>
                  <a:lnTo>
                    <a:pt x="1684" y="1818"/>
                  </a:lnTo>
                  <a:lnTo>
                    <a:pt x="1718" y="1717"/>
                  </a:lnTo>
                  <a:lnTo>
                    <a:pt x="1684" y="1616"/>
                  </a:lnTo>
                  <a:close/>
                  <a:moveTo>
                    <a:pt x="1145" y="0"/>
                  </a:moveTo>
                  <a:lnTo>
                    <a:pt x="1112" y="68"/>
                  </a:lnTo>
                  <a:lnTo>
                    <a:pt x="1078" y="303"/>
                  </a:lnTo>
                  <a:lnTo>
                    <a:pt x="876" y="404"/>
                  </a:lnTo>
                  <a:lnTo>
                    <a:pt x="606" y="472"/>
                  </a:lnTo>
                  <a:lnTo>
                    <a:pt x="303" y="573"/>
                  </a:lnTo>
                  <a:lnTo>
                    <a:pt x="169" y="606"/>
                  </a:lnTo>
                  <a:lnTo>
                    <a:pt x="34" y="674"/>
                  </a:lnTo>
                  <a:lnTo>
                    <a:pt x="0" y="707"/>
                  </a:lnTo>
                  <a:lnTo>
                    <a:pt x="0" y="741"/>
                  </a:lnTo>
                  <a:lnTo>
                    <a:pt x="34" y="808"/>
                  </a:lnTo>
                  <a:lnTo>
                    <a:pt x="34" y="1078"/>
                  </a:lnTo>
                  <a:lnTo>
                    <a:pt x="34" y="1347"/>
                  </a:lnTo>
                  <a:lnTo>
                    <a:pt x="68" y="1616"/>
                  </a:lnTo>
                  <a:lnTo>
                    <a:pt x="135" y="1919"/>
                  </a:lnTo>
                  <a:lnTo>
                    <a:pt x="270" y="2458"/>
                  </a:lnTo>
                  <a:lnTo>
                    <a:pt x="438" y="2963"/>
                  </a:lnTo>
                  <a:lnTo>
                    <a:pt x="505" y="3031"/>
                  </a:lnTo>
                  <a:lnTo>
                    <a:pt x="573" y="3064"/>
                  </a:lnTo>
                  <a:lnTo>
                    <a:pt x="1179" y="2997"/>
                  </a:lnTo>
                  <a:lnTo>
                    <a:pt x="1819" y="2963"/>
                  </a:lnTo>
                  <a:lnTo>
                    <a:pt x="2357" y="2997"/>
                  </a:lnTo>
                  <a:lnTo>
                    <a:pt x="2627" y="2997"/>
                  </a:lnTo>
                  <a:lnTo>
                    <a:pt x="2896" y="2929"/>
                  </a:lnTo>
                  <a:lnTo>
                    <a:pt x="2930" y="2896"/>
                  </a:lnTo>
                  <a:lnTo>
                    <a:pt x="2930" y="2862"/>
                  </a:lnTo>
                  <a:lnTo>
                    <a:pt x="2930" y="2828"/>
                  </a:lnTo>
                  <a:lnTo>
                    <a:pt x="2896" y="2795"/>
                  </a:lnTo>
                  <a:lnTo>
                    <a:pt x="2862" y="2795"/>
                  </a:lnTo>
                  <a:lnTo>
                    <a:pt x="2862" y="2559"/>
                  </a:lnTo>
                  <a:lnTo>
                    <a:pt x="2795" y="2323"/>
                  </a:lnTo>
                  <a:lnTo>
                    <a:pt x="2694" y="1886"/>
                  </a:lnTo>
                  <a:lnTo>
                    <a:pt x="2593" y="1179"/>
                  </a:lnTo>
                  <a:lnTo>
                    <a:pt x="2559" y="438"/>
                  </a:lnTo>
                  <a:lnTo>
                    <a:pt x="2559" y="404"/>
                  </a:lnTo>
                  <a:lnTo>
                    <a:pt x="2559" y="371"/>
                  </a:lnTo>
                  <a:lnTo>
                    <a:pt x="2526" y="337"/>
                  </a:lnTo>
                  <a:lnTo>
                    <a:pt x="2492" y="303"/>
                  </a:lnTo>
                  <a:lnTo>
                    <a:pt x="2458" y="303"/>
                  </a:lnTo>
                  <a:lnTo>
                    <a:pt x="1920" y="236"/>
                  </a:lnTo>
                  <a:lnTo>
                    <a:pt x="1650" y="236"/>
                  </a:lnTo>
                  <a:lnTo>
                    <a:pt x="1347" y="270"/>
                  </a:lnTo>
                  <a:lnTo>
                    <a:pt x="1347" y="236"/>
                  </a:lnTo>
                  <a:lnTo>
                    <a:pt x="1314" y="135"/>
                  </a:lnTo>
                  <a:lnTo>
                    <a:pt x="1347" y="101"/>
                  </a:lnTo>
                  <a:lnTo>
                    <a:pt x="1347" y="34"/>
                  </a:lnTo>
                  <a:lnTo>
                    <a:pt x="1314"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6" name="Google Shape;1654;p10">
              <a:extLst>
                <a:ext uri="{FF2B5EF4-FFF2-40B4-BE49-F238E27FC236}">
                  <a16:creationId xmlns:a16="http://schemas.microsoft.com/office/drawing/2014/main" id="{4264FA0F-40EF-4023-98EB-6F6CE710A0B3}"/>
                </a:ext>
              </a:extLst>
            </p:cNvPr>
            <p:cNvSpPr/>
            <p:nvPr/>
          </p:nvSpPr>
          <p:spPr>
            <a:xfrm>
              <a:off x="311600" y="4302194"/>
              <a:ext cx="13435" cy="33538"/>
            </a:xfrm>
            <a:custGeom>
              <a:avLst/>
              <a:gdLst/>
              <a:ahLst/>
              <a:cxnLst/>
              <a:rect l="l" t="t" r="r" b="b"/>
              <a:pathLst>
                <a:path w="270" h="674" extrusionOk="0">
                  <a:moveTo>
                    <a:pt x="68" y="1"/>
                  </a:moveTo>
                  <a:lnTo>
                    <a:pt x="34" y="34"/>
                  </a:lnTo>
                  <a:lnTo>
                    <a:pt x="0" y="169"/>
                  </a:lnTo>
                  <a:lnTo>
                    <a:pt x="0" y="337"/>
                  </a:lnTo>
                  <a:lnTo>
                    <a:pt x="0" y="472"/>
                  </a:lnTo>
                  <a:lnTo>
                    <a:pt x="68" y="607"/>
                  </a:lnTo>
                  <a:lnTo>
                    <a:pt x="68" y="640"/>
                  </a:lnTo>
                  <a:lnTo>
                    <a:pt x="101" y="674"/>
                  </a:lnTo>
                  <a:lnTo>
                    <a:pt x="202" y="640"/>
                  </a:lnTo>
                  <a:lnTo>
                    <a:pt x="270" y="607"/>
                  </a:lnTo>
                  <a:lnTo>
                    <a:pt x="270" y="506"/>
                  </a:lnTo>
                  <a:lnTo>
                    <a:pt x="236" y="304"/>
                  </a:lnTo>
                  <a:lnTo>
                    <a:pt x="202" y="169"/>
                  </a:lnTo>
                  <a:lnTo>
                    <a:pt x="169" y="34"/>
                  </a:lnTo>
                  <a:lnTo>
                    <a:pt x="13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7" name="Google Shape;1655;p10">
              <a:extLst>
                <a:ext uri="{FF2B5EF4-FFF2-40B4-BE49-F238E27FC236}">
                  <a16:creationId xmlns:a16="http://schemas.microsoft.com/office/drawing/2014/main" id="{F574E193-FD60-4B18-990F-889FAC56B2D6}"/>
                </a:ext>
              </a:extLst>
            </p:cNvPr>
            <p:cNvSpPr/>
            <p:nvPr/>
          </p:nvSpPr>
          <p:spPr>
            <a:xfrm>
              <a:off x="308216" y="4352451"/>
              <a:ext cx="98923" cy="98923"/>
            </a:xfrm>
            <a:custGeom>
              <a:avLst/>
              <a:gdLst/>
              <a:ahLst/>
              <a:cxnLst/>
              <a:rect l="l" t="t" r="r" b="b"/>
              <a:pathLst>
                <a:path w="1988" h="1988" extrusionOk="0">
                  <a:moveTo>
                    <a:pt x="1213" y="1"/>
                  </a:moveTo>
                  <a:lnTo>
                    <a:pt x="1078" y="102"/>
                  </a:lnTo>
                  <a:lnTo>
                    <a:pt x="944" y="236"/>
                  </a:lnTo>
                  <a:lnTo>
                    <a:pt x="775" y="539"/>
                  </a:lnTo>
                  <a:lnTo>
                    <a:pt x="573" y="876"/>
                  </a:lnTo>
                  <a:lnTo>
                    <a:pt x="540" y="943"/>
                  </a:lnTo>
                  <a:lnTo>
                    <a:pt x="405" y="741"/>
                  </a:lnTo>
                  <a:lnTo>
                    <a:pt x="338" y="506"/>
                  </a:lnTo>
                  <a:lnTo>
                    <a:pt x="237" y="270"/>
                  </a:lnTo>
                  <a:lnTo>
                    <a:pt x="136" y="34"/>
                  </a:lnTo>
                  <a:lnTo>
                    <a:pt x="35" y="34"/>
                  </a:lnTo>
                  <a:lnTo>
                    <a:pt x="1" y="68"/>
                  </a:lnTo>
                  <a:lnTo>
                    <a:pt x="1" y="135"/>
                  </a:lnTo>
                  <a:lnTo>
                    <a:pt x="68" y="405"/>
                  </a:lnTo>
                  <a:lnTo>
                    <a:pt x="136" y="708"/>
                  </a:lnTo>
                  <a:lnTo>
                    <a:pt x="270" y="977"/>
                  </a:lnTo>
                  <a:lnTo>
                    <a:pt x="405" y="1246"/>
                  </a:lnTo>
                  <a:lnTo>
                    <a:pt x="472" y="1280"/>
                  </a:lnTo>
                  <a:lnTo>
                    <a:pt x="506" y="1280"/>
                  </a:lnTo>
                  <a:lnTo>
                    <a:pt x="540" y="1314"/>
                  </a:lnTo>
                  <a:lnTo>
                    <a:pt x="573" y="1347"/>
                  </a:lnTo>
                  <a:lnTo>
                    <a:pt x="910" y="1482"/>
                  </a:lnTo>
                  <a:lnTo>
                    <a:pt x="1213" y="1650"/>
                  </a:lnTo>
                  <a:lnTo>
                    <a:pt x="1516" y="1852"/>
                  </a:lnTo>
                  <a:lnTo>
                    <a:pt x="1684" y="1953"/>
                  </a:lnTo>
                  <a:lnTo>
                    <a:pt x="1853" y="1987"/>
                  </a:lnTo>
                  <a:lnTo>
                    <a:pt x="1954" y="1987"/>
                  </a:lnTo>
                  <a:lnTo>
                    <a:pt x="1987" y="1920"/>
                  </a:lnTo>
                  <a:lnTo>
                    <a:pt x="1987" y="1852"/>
                  </a:lnTo>
                  <a:lnTo>
                    <a:pt x="1954" y="1785"/>
                  </a:lnTo>
                  <a:lnTo>
                    <a:pt x="1617" y="1583"/>
                  </a:lnTo>
                  <a:lnTo>
                    <a:pt x="1280" y="1381"/>
                  </a:lnTo>
                  <a:lnTo>
                    <a:pt x="977" y="1213"/>
                  </a:lnTo>
                  <a:lnTo>
                    <a:pt x="809" y="1179"/>
                  </a:lnTo>
                  <a:lnTo>
                    <a:pt x="641" y="1145"/>
                  </a:lnTo>
                  <a:lnTo>
                    <a:pt x="607" y="1078"/>
                  </a:lnTo>
                  <a:lnTo>
                    <a:pt x="742" y="910"/>
                  </a:lnTo>
                  <a:lnTo>
                    <a:pt x="876" y="708"/>
                  </a:lnTo>
                  <a:lnTo>
                    <a:pt x="1078" y="371"/>
                  </a:lnTo>
                  <a:lnTo>
                    <a:pt x="1179" y="169"/>
                  </a:lnTo>
                  <a:lnTo>
                    <a:pt x="124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8" name="Google Shape;1656;p10">
              <a:extLst>
                <a:ext uri="{FF2B5EF4-FFF2-40B4-BE49-F238E27FC236}">
                  <a16:creationId xmlns:a16="http://schemas.microsoft.com/office/drawing/2014/main" id="{5D3C5578-7BFC-4381-8774-610CF189CB3F}"/>
                </a:ext>
              </a:extLst>
            </p:cNvPr>
            <p:cNvSpPr/>
            <p:nvPr/>
          </p:nvSpPr>
          <p:spPr>
            <a:xfrm>
              <a:off x="385294" y="4484813"/>
              <a:ext cx="18461" cy="13435"/>
            </a:xfrm>
            <a:custGeom>
              <a:avLst/>
              <a:gdLst/>
              <a:ahLst/>
              <a:cxnLst/>
              <a:rect l="l" t="t" r="r" b="b"/>
              <a:pathLst>
                <a:path w="371" h="270" extrusionOk="0">
                  <a:moveTo>
                    <a:pt x="68" y="0"/>
                  </a:moveTo>
                  <a:lnTo>
                    <a:pt x="1" y="34"/>
                  </a:lnTo>
                  <a:lnTo>
                    <a:pt x="1" y="101"/>
                  </a:lnTo>
                  <a:lnTo>
                    <a:pt x="102" y="202"/>
                  </a:lnTo>
                  <a:lnTo>
                    <a:pt x="203" y="236"/>
                  </a:lnTo>
                  <a:lnTo>
                    <a:pt x="270" y="270"/>
                  </a:lnTo>
                  <a:lnTo>
                    <a:pt x="304" y="270"/>
                  </a:lnTo>
                  <a:lnTo>
                    <a:pt x="371" y="236"/>
                  </a:lnTo>
                  <a:lnTo>
                    <a:pt x="371" y="202"/>
                  </a:lnTo>
                  <a:lnTo>
                    <a:pt x="371" y="135"/>
                  </a:lnTo>
                  <a:lnTo>
                    <a:pt x="304" y="101"/>
                  </a:lnTo>
                  <a:lnTo>
                    <a:pt x="236" y="34"/>
                  </a:lnTo>
                  <a:lnTo>
                    <a:pt x="135"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9" name="Google Shape;1657;p10">
              <a:extLst>
                <a:ext uri="{FF2B5EF4-FFF2-40B4-BE49-F238E27FC236}">
                  <a16:creationId xmlns:a16="http://schemas.microsoft.com/office/drawing/2014/main" id="{416B55D6-621A-4E1D-820C-47B0D669B9C4}"/>
                </a:ext>
              </a:extLst>
            </p:cNvPr>
            <p:cNvSpPr/>
            <p:nvPr/>
          </p:nvSpPr>
          <p:spPr>
            <a:xfrm>
              <a:off x="380268" y="4828257"/>
              <a:ext cx="20153" cy="26870"/>
            </a:xfrm>
            <a:custGeom>
              <a:avLst/>
              <a:gdLst/>
              <a:ahLst/>
              <a:cxnLst/>
              <a:rect l="l" t="t" r="r" b="b"/>
              <a:pathLst>
                <a:path w="405" h="540" extrusionOk="0">
                  <a:moveTo>
                    <a:pt x="203" y="0"/>
                  </a:moveTo>
                  <a:lnTo>
                    <a:pt x="135" y="34"/>
                  </a:lnTo>
                  <a:lnTo>
                    <a:pt x="102" y="68"/>
                  </a:lnTo>
                  <a:lnTo>
                    <a:pt x="68" y="169"/>
                  </a:lnTo>
                  <a:lnTo>
                    <a:pt x="1" y="236"/>
                  </a:lnTo>
                  <a:lnTo>
                    <a:pt x="1" y="337"/>
                  </a:lnTo>
                  <a:lnTo>
                    <a:pt x="34" y="438"/>
                  </a:lnTo>
                  <a:lnTo>
                    <a:pt x="102" y="505"/>
                  </a:lnTo>
                  <a:lnTo>
                    <a:pt x="203" y="539"/>
                  </a:lnTo>
                  <a:lnTo>
                    <a:pt x="304" y="505"/>
                  </a:lnTo>
                  <a:lnTo>
                    <a:pt x="371" y="438"/>
                  </a:lnTo>
                  <a:lnTo>
                    <a:pt x="405" y="337"/>
                  </a:lnTo>
                  <a:lnTo>
                    <a:pt x="405" y="270"/>
                  </a:lnTo>
                  <a:lnTo>
                    <a:pt x="371" y="202"/>
                  </a:lnTo>
                  <a:lnTo>
                    <a:pt x="337" y="135"/>
                  </a:lnTo>
                  <a:lnTo>
                    <a:pt x="304" y="68"/>
                  </a:lnTo>
                  <a:lnTo>
                    <a:pt x="270" y="34"/>
                  </a:lnTo>
                  <a:lnTo>
                    <a:pt x="20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0" name="Google Shape;1658;p10">
              <a:extLst>
                <a:ext uri="{FF2B5EF4-FFF2-40B4-BE49-F238E27FC236}">
                  <a16:creationId xmlns:a16="http://schemas.microsoft.com/office/drawing/2014/main" id="{7ADAE673-4D0B-4531-90C6-9889060B2B3F}"/>
                </a:ext>
              </a:extLst>
            </p:cNvPr>
            <p:cNvSpPr/>
            <p:nvPr/>
          </p:nvSpPr>
          <p:spPr>
            <a:xfrm>
              <a:off x="420475" y="5047698"/>
              <a:ext cx="18511" cy="23536"/>
            </a:xfrm>
            <a:custGeom>
              <a:avLst/>
              <a:gdLst/>
              <a:ahLst/>
              <a:cxnLst/>
              <a:rect l="l" t="t" r="r" b="b"/>
              <a:pathLst>
                <a:path w="372" h="473" extrusionOk="0">
                  <a:moveTo>
                    <a:pt x="135" y="1"/>
                  </a:moveTo>
                  <a:lnTo>
                    <a:pt x="102" y="35"/>
                  </a:lnTo>
                  <a:lnTo>
                    <a:pt x="34" y="102"/>
                  </a:lnTo>
                  <a:lnTo>
                    <a:pt x="1" y="169"/>
                  </a:lnTo>
                  <a:lnTo>
                    <a:pt x="1" y="237"/>
                  </a:lnTo>
                  <a:lnTo>
                    <a:pt x="1" y="338"/>
                  </a:lnTo>
                  <a:lnTo>
                    <a:pt x="34" y="405"/>
                  </a:lnTo>
                  <a:lnTo>
                    <a:pt x="68" y="439"/>
                  </a:lnTo>
                  <a:lnTo>
                    <a:pt x="135" y="472"/>
                  </a:lnTo>
                  <a:lnTo>
                    <a:pt x="304" y="472"/>
                  </a:lnTo>
                  <a:lnTo>
                    <a:pt x="371" y="405"/>
                  </a:lnTo>
                  <a:lnTo>
                    <a:pt x="371" y="304"/>
                  </a:lnTo>
                  <a:lnTo>
                    <a:pt x="371" y="237"/>
                  </a:lnTo>
                  <a:lnTo>
                    <a:pt x="371" y="169"/>
                  </a:lnTo>
                  <a:lnTo>
                    <a:pt x="337" y="102"/>
                  </a:lnTo>
                  <a:lnTo>
                    <a:pt x="304" y="102"/>
                  </a:lnTo>
                  <a:lnTo>
                    <a:pt x="270" y="35"/>
                  </a:lnTo>
                  <a:lnTo>
                    <a:pt x="27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1" name="Google Shape;1659;p10">
              <a:extLst>
                <a:ext uri="{FF2B5EF4-FFF2-40B4-BE49-F238E27FC236}">
                  <a16:creationId xmlns:a16="http://schemas.microsoft.com/office/drawing/2014/main" id="{DEB4FFF0-F762-4C66-B799-7B0F716CBAE1}"/>
                </a:ext>
              </a:extLst>
            </p:cNvPr>
            <p:cNvSpPr/>
            <p:nvPr/>
          </p:nvSpPr>
          <p:spPr>
            <a:xfrm>
              <a:off x="400371" y="4942157"/>
              <a:ext cx="21845" cy="25179"/>
            </a:xfrm>
            <a:custGeom>
              <a:avLst/>
              <a:gdLst/>
              <a:ahLst/>
              <a:cxnLst/>
              <a:rect l="l" t="t" r="r" b="b"/>
              <a:pathLst>
                <a:path w="439" h="506" extrusionOk="0">
                  <a:moveTo>
                    <a:pt x="270" y="1"/>
                  </a:moveTo>
                  <a:lnTo>
                    <a:pt x="203" y="34"/>
                  </a:lnTo>
                  <a:lnTo>
                    <a:pt x="102" y="102"/>
                  </a:lnTo>
                  <a:lnTo>
                    <a:pt x="68" y="169"/>
                  </a:lnTo>
                  <a:lnTo>
                    <a:pt x="1" y="236"/>
                  </a:lnTo>
                  <a:lnTo>
                    <a:pt x="1" y="337"/>
                  </a:lnTo>
                  <a:lnTo>
                    <a:pt x="34" y="405"/>
                  </a:lnTo>
                  <a:lnTo>
                    <a:pt x="68" y="438"/>
                  </a:lnTo>
                  <a:lnTo>
                    <a:pt x="102" y="506"/>
                  </a:lnTo>
                  <a:lnTo>
                    <a:pt x="304" y="506"/>
                  </a:lnTo>
                  <a:lnTo>
                    <a:pt x="371" y="438"/>
                  </a:lnTo>
                  <a:lnTo>
                    <a:pt x="405" y="371"/>
                  </a:lnTo>
                  <a:lnTo>
                    <a:pt x="438" y="304"/>
                  </a:lnTo>
                  <a:lnTo>
                    <a:pt x="405" y="203"/>
                  </a:lnTo>
                  <a:lnTo>
                    <a:pt x="405" y="169"/>
                  </a:lnTo>
                  <a:lnTo>
                    <a:pt x="371" y="68"/>
                  </a:lnTo>
                  <a:lnTo>
                    <a:pt x="27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2" name="Google Shape;1660;p10">
              <a:extLst>
                <a:ext uri="{FF2B5EF4-FFF2-40B4-BE49-F238E27FC236}">
                  <a16:creationId xmlns:a16="http://schemas.microsoft.com/office/drawing/2014/main" id="{38350899-379C-498A-86A5-2871D45592A6}"/>
                </a:ext>
              </a:extLst>
            </p:cNvPr>
            <p:cNvSpPr/>
            <p:nvPr/>
          </p:nvSpPr>
          <p:spPr>
            <a:xfrm>
              <a:off x="398680" y="4886874"/>
              <a:ext cx="20203" cy="23536"/>
            </a:xfrm>
            <a:custGeom>
              <a:avLst/>
              <a:gdLst/>
              <a:ahLst/>
              <a:cxnLst/>
              <a:rect l="l" t="t" r="r" b="b"/>
              <a:pathLst>
                <a:path w="406" h="473" extrusionOk="0">
                  <a:moveTo>
                    <a:pt x="102" y="1"/>
                  </a:moveTo>
                  <a:lnTo>
                    <a:pt x="35" y="68"/>
                  </a:lnTo>
                  <a:lnTo>
                    <a:pt x="1" y="236"/>
                  </a:lnTo>
                  <a:lnTo>
                    <a:pt x="1" y="304"/>
                  </a:lnTo>
                  <a:lnTo>
                    <a:pt x="35" y="405"/>
                  </a:lnTo>
                  <a:lnTo>
                    <a:pt x="136" y="472"/>
                  </a:lnTo>
                  <a:lnTo>
                    <a:pt x="237" y="472"/>
                  </a:lnTo>
                  <a:lnTo>
                    <a:pt x="371" y="405"/>
                  </a:lnTo>
                  <a:lnTo>
                    <a:pt x="405" y="337"/>
                  </a:lnTo>
                  <a:lnTo>
                    <a:pt x="405" y="270"/>
                  </a:lnTo>
                  <a:lnTo>
                    <a:pt x="371" y="135"/>
                  </a:lnTo>
                  <a:lnTo>
                    <a:pt x="338" y="135"/>
                  </a:lnTo>
                  <a:lnTo>
                    <a:pt x="338" y="102"/>
                  </a:lnTo>
                  <a:lnTo>
                    <a:pt x="304" y="34"/>
                  </a:lnTo>
                  <a:lnTo>
                    <a:pt x="20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3" name="Google Shape;1661;p10">
              <a:extLst>
                <a:ext uri="{FF2B5EF4-FFF2-40B4-BE49-F238E27FC236}">
                  <a16:creationId xmlns:a16="http://schemas.microsoft.com/office/drawing/2014/main" id="{F2F4DA7F-50A3-4A2B-8403-F5B0066E903B}"/>
                </a:ext>
              </a:extLst>
            </p:cNvPr>
            <p:cNvSpPr/>
            <p:nvPr/>
          </p:nvSpPr>
          <p:spPr>
            <a:xfrm>
              <a:off x="413807" y="5002466"/>
              <a:ext cx="20153" cy="20153"/>
            </a:xfrm>
            <a:custGeom>
              <a:avLst/>
              <a:gdLst/>
              <a:ahLst/>
              <a:cxnLst/>
              <a:rect l="l" t="t" r="r" b="b"/>
              <a:pathLst>
                <a:path w="405" h="405" extrusionOk="0">
                  <a:moveTo>
                    <a:pt x="202" y="1"/>
                  </a:moveTo>
                  <a:lnTo>
                    <a:pt x="101" y="34"/>
                  </a:lnTo>
                  <a:lnTo>
                    <a:pt x="34" y="136"/>
                  </a:lnTo>
                  <a:lnTo>
                    <a:pt x="0" y="203"/>
                  </a:lnTo>
                  <a:lnTo>
                    <a:pt x="34" y="270"/>
                  </a:lnTo>
                  <a:lnTo>
                    <a:pt x="67" y="371"/>
                  </a:lnTo>
                  <a:lnTo>
                    <a:pt x="168" y="405"/>
                  </a:lnTo>
                  <a:lnTo>
                    <a:pt x="269" y="405"/>
                  </a:lnTo>
                  <a:lnTo>
                    <a:pt x="370" y="338"/>
                  </a:lnTo>
                  <a:lnTo>
                    <a:pt x="404" y="270"/>
                  </a:lnTo>
                  <a:lnTo>
                    <a:pt x="404" y="169"/>
                  </a:lnTo>
                  <a:lnTo>
                    <a:pt x="404" y="136"/>
                  </a:lnTo>
                  <a:lnTo>
                    <a:pt x="337" y="34"/>
                  </a:lnTo>
                  <a:lnTo>
                    <a:pt x="269"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4" name="Google Shape;1662;p10">
              <a:extLst>
                <a:ext uri="{FF2B5EF4-FFF2-40B4-BE49-F238E27FC236}">
                  <a16:creationId xmlns:a16="http://schemas.microsoft.com/office/drawing/2014/main" id="{85C8F036-C711-499D-8F59-C79BC0F47AAF}"/>
                </a:ext>
              </a:extLst>
            </p:cNvPr>
            <p:cNvSpPr/>
            <p:nvPr/>
          </p:nvSpPr>
          <p:spPr>
            <a:xfrm>
              <a:off x="432218" y="5108007"/>
              <a:ext cx="18461" cy="28562"/>
            </a:xfrm>
            <a:custGeom>
              <a:avLst/>
              <a:gdLst/>
              <a:ahLst/>
              <a:cxnLst/>
              <a:rect l="l" t="t" r="r" b="b"/>
              <a:pathLst>
                <a:path w="371" h="574" extrusionOk="0">
                  <a:moveTo>
                    <a:pt x="169" y="1"/>
                  </a:moveTo>
                  <a:lnTo>
                    <a:pt x="135" y="35"/>
                  </a:lnTo>
                  <a:lnTo>
                    <a:pt x="101" y="68"/>
                  </a:lnTo>
                  <a:lnTo>
                    <a:pt x="34" y="102"/>
                  </a:lnTo>
                  <a:lnTo>
                    <a:pt x="0" y="237"/>
                  </a:lnTo>
                  <a:lnTo>
                    <a:pt x="0" y="371"/>
                  </a:lnTo>
                  <a:lnTo>
                    <a:pt x="34" y="506"/>
                  </a:lnTo>
                  <a:lnTo>
                    <a:pt x="68" y="540"/>
                  </a:lnTo>
                  <a:lnTo>
                    <a:pt x="135" y="573"/>
                  </a:lnTo>
                  <a:lnTo>
                    <a:pt x="236" y="573"/>
                  </a:lnTo>
                  <a:lnTo>
                    <a:pt x="303" y="540"/>
                  </a:lnTo>
                  <a:lnTo>
                    <a:pt x="371" y="439"/>
                  </a:lnTo>
                  <a:lnTo>
                    <a:pt x="371" y="338"/>
                  </a:lnTo>
                  <a:lnTo>
                    <a:pt x="337" y="203"/>
                  </a:lnTo>
                  <a:lnTo>
                    <a:pt x="303" y="136"/>
                  </a:lnTo>
                  <a:lnTo>
                    <a:pt x="270" y="68"/>
                  </a:lnTo>
                  <a:lnTo>
                    <a:pt x="270" y="35"/>
                  </a:lnTo>
                  <a:lnTo>
                    <a:pt x="236"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315" name="Group 71">
            <a:extLst>
              <a:ext uri="{FF2B5EF4-FFF2-40B4-BE49-F238E27FC236}">
                <a16:creationId xmlns:a16="http://schemas.microsoft.com/office/drawing/2014/main" id="{B6B9A228-8943-4308-8D9C-4721C8ACFA08}"/>
              </a:ext>
            </a:extLst>
          </p:cNvPr>
          <p:cNvGrpSpPr/>
          <p:nvPr userDrawn="1"/>
        </p:nvGrpSpPr>
        <p:grpSpPr>
          <a:xfrm>
            <a:off x="231237" y="929902"/>
            <a:ext cx="8690893" cy="3922534"/>
            <a:chOff x="1799303" y="1268361"/>
            <a:chExt cx="1038394" cy="914401"/>
          </a:xfrm>
          <a:solidFill>
            <a:srgbClr val="232A4E"/>
          </a:solidFill>
          <a:effectLst>
            <a:outerShdw blurRad="609600" dist="114300" dir="5400000" algn="t" rotWithShape="0">
              <a:prstClr val="black">
                <a:alpha val="14000"/>
              </a:prstClr>
            </a:outerShdw>
          </a:effectLst>
        </p:grpSpPr>
        <p:sp>
          <p:nvSpPr>
            <p:cNvPr id="316" name="Rectangle: Top Corners Rounded 72">
              <a:extLst>
                <a:ext uri="{FF2B5EF4-FFF2-40B4-BE49-F238E27FC236}">
                  <a16:creationId xmlns:a16="http://schemas.microsoft.com/office/drawing/2014/main" id="{99EEACAF-07B5-4F7B-987D-5B328E33B968}"/>
                </a:ext>
              </a:extLst>
            </p:cNvPr>
            <p:cNvSpPr/>
            <p:nvPr/>
          </p:nvSpPr>
          <p:spPr>
            <a:xfrm rot="16200000">
              <a:off x="1408586" y="1659078"/>
              <a:ext cx="914400" cy="132966"/>
            </a:xfrm>
            <a:prstGeom prst="round2SameRect">
              <a:avLst>
                <a:gd name="adj1" fmla="val 0"/>
                <a:gd name="adj2" fmla="val 0"/>
              </a:avLst>
            </a:prstGeom>
            <a:solidFill>
              <a:schemeClr val="bg1">
                <a:alpha val="90000"/>
              </a:schemeClr>
            </a:solidFill>
            <a:ln w="3175">
              <a:solidFill>
                <a:srgbClr val="2C3E50">
                  <a:alpha val="36863"/>
                </a:srgbClr>
              </a:solidFill>
              <a:extLst>
                <a:ext uri="{C807C97D-BFC1-408E-A445-0C87EB9F89A2}">
                  <ask:lineSketchStyleProps xmlns:ask="http://schemas.microsoft.com/office/drawing/2018/sketchyshapes" sd="813987983">
                    <a:custGeom>
                      <a:avLst/>
                      <a:gdLst>
                        <a:gd name="connsiteX0" fmla="*/ 0 w 914400"/>
                        <a:gd name="connsiteY0" fmla="*/ 0 h 132966"/>
                        <a:gd name="connsiteX1" fmla="*/ 448056 w 914400"/>
                        <a:gd name="connsiteY1" fmla="*/ 0 h 132966"/>
                        <a:gd name="connsiteX2" fmla="*/ 914400 w 914400"/>
                        <a:gd name="connsiteY2" fmla="*/ 0 h 132966"/>
                        <a:gd name="connsiteX3" fmla="*/ 914400 w 914400"/>
                        <a:gd name="connsiteY3" fmla="*/ 0 h 132966"/>
                        <a:gd name="connsiteX4" fmla="*/ 914400 w 914400"/>
                        <a:gd name="connsiteY4" fmla="*/ 132966 h 132966"/>
                        <a:gd name="connsiteX5" fmla="*/ 914400 w 914400"/>
                        <a:gd name="connsiteY5" fmla="*/ 132966 h 132966"/>
                        <a:gd name="connsiteX6" fmla="*/ 484632 w 914400"/>
                        <a:gd name="connsiteY6" fmla="*/ 132966 h 132966"/>
                        <a:gd name="connsiteX7" fmla="*/ 0 w 914400"/>
                        <a:gd name="connsiteY7" fmla="*/ 132966 h 132966"/>
                        <a:gd name="connsiteX8" fmla="*/ 0 w 914400"/>
                        <a:gd name="connsiteY8" fmla="*/ 132966 h 132966"/>
                        <a:gd name="connsiteX9" fmla="*/ 0 w 914400"/>
                        <a:gd name="connsiteY9" fmla="*/ 0 h 132966"/>
                        <a:gd name="connsiteX10" fmla="*/ 0 w 914400"/>
                        <a:gd name="connsiteY10" fmla="*/ 0 h 13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400" h="132966" fill="none" extrusionOk="0">
                          <a:moveTo>
                            <a:pt x="0" y="0"/>
                          </a:moveTo>
                          <a:cubicBezTo>
                            <a:pt x="181960" y="-46112"/>
                            <a:pt x="354282" y="18859"/>
                            <a:pt x="448056" y="0"/>
                          </a:cubicBezTo>
                          <a:cubicBezTo>
                            <a:pt x="541830" y="-18859"/>
                            <a:pt x="706260" y="21246"/>
                            <a:pt x="914400" y="0"/>
                          </a:cubicBezTo>
                          <a:lnTo>
                            <a:pt x="914400" y="0"/>
                          </a:lnTo>
                          <a:cubicBezTo>
                            <a:pt x="926889" y="60966"/>
                            <a:pt x="900338" y="74244"/>
                            <a:pt x="914400" y="132966"/>
                          </a:cubicBezTo>
                          <a:lnTo>
                            <a:pt x="914400" y="132966"/>
                          </a:lnTo>
                          <a:cubicBezTo>
                            <a:pt x="760403" y="177607"/>
                            <a:pt x="685931" y="121274"/>
                            <a:pt x="484632" y="132966"/>
                          </a:cubicBezTo>
                          <a:cubicBezTo>
                            <a:pt x="283333" y="144658"/>
                            <a:pt x="146433" y="94831"/>
                            <a:pt x="0" y="132966"/>
                          </a:cubicBezTo>
                          <a:lnTo>
                            <a:pt x="0" y="132966"/>
                          </a:lnTo>
                          <a:cubicBezTo>
                            <a:pt x="-13294" y="101149"/>
                            <a:pt x="6818" y="34523"/>
                            <a:pt x="0" y="0"/>
                          </a:cubicBezTo>
                          <a:lnTo>
                            <a:pt x="0" y="0"/>
                          </a:lnTo>
                          <a:close/>
                        </a:path>
                        <a:path w="914400" h="132966" stroke="0" extrusionOk="0">
                          <a:moveTo>
                            <a:pt x="0" y="0"/>
                          </a:moveTo>
                          <a:cubicBezTo>
                            <a:pt x="218314" y="-52633"/>
                            <a:pt x="315687" y="22202"/>
                            <a:pt x="448056" y="0"/>
                          </a:cubicBezTo>
                          <a:cubicBezTo>
                            <a:pt x="580425" y="-22202"/>
                            <a:pt x="751273" y="37625"/>
                            <a:pt x="914400" y="0"/>
                          </a:cubicBezTo>
                          <a:lnTo>
                            <a:pt x="914400" y="0"/>
                          </a:lnTo>
                          <a:cubicBezTo>
                            <a:pt x="925619" y="40300"/>
                            <a:pt x="904514" y="82122"/>
                            <a:pt x="914400" y="132966"/>
                          </a:cubicBezTo>
                          <a:lnTo>
                            <a:pt x="914400" y="132966"/>
                          </a:lnTo>
                          <a:cubicBezTo>
                            <a:pt x="809016" y="155193"/>
                            <a:pt x="600017" y="108574"/>
                            <a:pt x="457200" y="132966"/>
                          </a:cubicBezTo>
                          <a:cubicBezTo>
                            <a:pt x="314383" y="157358"/>
                            <a:pt x="218219" y="110689"/>
                            <a:pt x="0" y="132966"/>
                          </a:cubicBezTo>
                          <a:lnTo>
                            <a:pt x="0" y="132966"/>
                          </a:lnTo>
                          <a:cubicBezTo>
                            <a:pt x="-1365" y="75568"/>
                            <a:pt x="13402" y="27495"/>
                            <a:pt x="0" y="0"/>
                          </a:cubicBezTo>
                          <a:lnTo>
                            <a:pt x="0" y="0"/>
                          </a:ln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Top Corners Rounded 73">
              <a:extLst>
                <a:ext uri="{FF2B5EF4-FFF2-40B4-BE49-F238E27FC236}">
                  <a16:creationId xmlns:a16="http://schemas.microsoft.com/office/drawing/2014/main" id="{77F867E0-B646-49AB-94EA-E57C139A3186}"/>
                </a:ext>
              </a:extLst>
            </p:cNvPr>
            <p:cNvSpPr/>
            <p:nvPr/>
          </p:nvSpPr>
          <p:spPr>
            <a:xfrm rot="5400000">
              <a:off x="1892435" y="1237500"/>
              <a:ext cx="914400" cy="976124"/>
            </a:xfrm>
            <a:prstGeom prst="round2SameRect">
              <a:avLst>
                <a:gd name="adj1" fmla="val 1345"/>
                <a:gd name="adj2" fmla="val 0"/>
              </a:avLst>
            </a:prstGeom>
            <a:solidFill>
              <a:schemeClr val="bg1"/>
            </a:solidFill>
            <a:ln w="3175">
              <a:solidFill>
                <a:srgbClr val="2C3E50">
                  <a:alpha val="36863"/>
                </a:srgbClr>
              </a:solidFill>
              <a:extLst>
                <a:ext uri="{C807C97D-BFC1-408E-A445-0C87EB9F89A2}">
                  <ask:lineSketchStyleProps xmlns:ask="http://schemas.microsoft.com/office/drawing/2018/sketchyshapes" sd="399872842">
                    <a:custGeom>
                      <a:avLst/>
                      <a:gdLst>
                        <a:gd name="connsiteX0" fmla="*/ 12299 w 914400"/>
                        <a:gd name="connsiteY0" fmla="*/ 0 h 976124"/>
                        <a:gd name="connsiteX1" fmla="*/ 466098 w 914400"/>
                        <a:gd name="connsiteY1" fmla="*/ 0 h 976124"/>
                        <a:gd name="connsiteX2" fmla="*/ 902101 w 914400"/>
                        <a:gd name="connsiteY2" fmla="*/ 0 h 976124"/>
                        <a:gd name="connsiteX3" fmla="*/ 914400 w 914400"/>
                        <a:gd name="connsiteY3" fmla="*/ 12299 h 976124"/>
                        <a:gd name="connsiteX4" fmla="*/ 914400 w 914400"/>
                        <a:gd name="connsiteY4" fmla="*/ 465297 h 976124"/>
                        <a:gd name="connsiteX5" fmla="*/ 914400 w 914400"/>
                        <a:gd name="connsiteY5" fmla="*/ 976124 h 976124"/>
                        <a:gd name="connsiteX6" fmla="*/ 914400 w 914400"/>
                        <a:gd name="connsiteY6" fmla="*/ 976124 h 976124"/>
                        <a:gd name="connsiteX7" fmla="*/ 484632 w 914400"/>
                        <a:gd name="connsiteY7" fmla="*/ 976124 h 976124"/>
                        <a:gd name="connsiteX8" fmla="*/ 0 w 914400"/>
                        <a:gd name="connsiteY8" fmla="*/ 976124 h 976124"/>
                        <a:gd name="connsiteX9" fmla="*/ 0 w 914400"/>
                        <a:gd name="connsiteY9" fmla="*/ 976124 h 976124"/>
                        <a:gd name="connsiteX10" fmla="*/ 0 w 914400"/>
                        <a:gd name="connsiteY10" fmla="*/ 503850 h 976124"/>
                        <a:gd name="connsiteX11" fmla="*/ 0 w 914400"/>
                        <a:gd name="connsiteY11" fmla="*/ 12299 h 976124"/>
                        <a:gd name="connsiteX12" fmla="*/ 12299 w 914400"/>
                        <a:gd name="connsiteY12" fmla="*/ 0 h 97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0" h="976124" fill="none" extrusionOk="0">
                          <a:moveTo>
                            <a:pt x="12299" y="0"/>
                          </a:moveTo>
                          <a:cubicBezTo>
                            <a:pt x="142042" y="-40813"/>
                            <a:pt x="346753" y="15417"/>
                            <a:pt x="466098" y="0"/>
                          </a:cubicBezTo>
                          <a:cubicBezTo>
                            <a:pt x="585443" y="-15417"/>
                            <a:pt x="791981" y="39711"/>
                            <a:pt x="902101" y="0"/>
                          </a:cubicBezTo>
                          <a:cubicBezTo>
                            <a:pt x="909046" y="949"/>
                            <a:pt x="913747" y="4790"/>
                            <a:pt x="914400" y="12299"/>
                          </a:cubicBezTo>
                          <a:cubicBezTo>
                            <a:pt x="959409" y="110939"/>
                            <a:pt x="874959" y="268914"/>
                            <a:pt x="914400" y="465297"/>
                          </a:cubicBezTo>
                          <a:cubicBezTo>
                            <a:pt x="953841" y="661680"/>
                            <a:pt x="883488" y="777366"/>
                            <a:pt x="914400" y="976124"/>
                          </a:cubicBezTo>
                          <a:lnTo>
                            <a:pt x="914400" y="976124"/>
                          </a:lnTo>
                          <a:cubicBezTo>
                            <a:pt x="782445" y="1014340"/>
                            <a:pt x="635283" y="931407"/>
                            <a:pt x="484632" y="976124"/>
                          </a:cubicBezTo>
                          <a:cubicBezTo>
                            <a:pt x="333981" y="1020841"/>
                            <a:pt x="158116" y="963533"/>
                            <a:pt x="0" y="976124"/>
                          </a:cubicBezTo>
                          <a:lnTo>
                            <a:pt x="0" y="976124"/>
                          </a:lnTo>
                          <a:cubicBezTo>
                            <a:pt x="-29124" y="802420"/>
                            <a:pt x="24124" y="731835"/>
                            <a:pt x="0" y="503850"/>
                          </a:cubicBezTo>
                          <a:cubicBezTo>
                            <a:pt x="-24124" y="275865"/>
                            <a:pt x="34008" y="164923"/>
                            <a:pt x="0" y="12299"/>
                          </a:cubicBezTo>
                          <a:cubicBezTo>
                            <a:pt x="82" y="7153"/>
                            <a:pt x="5418" y="-1178"/>
                            <a:pt x="12299" y="0"/>
                          </a:cubicBezTo>
                          <a:close/>
                        </a:path>
                        <a:path w="914400" h="976124" stroke="0" extrusionOk="0">
                          <a:moveTo>
                            <a:pt x="12299" y="0"/>
                          </a:moveTo>
                          <a:cubicBezTo>
                            <a:pt x="177463" y="-710"/>
                            <a:pt x="254920" y="8431"/>
                            <a:pt x="430506" y="0"/>
                          </a:cubicBezTo>
                          <a:cubicBezTo>
                            <a:pt x="606092" y="-8431"/>
                            <a:pt x="680196" y="56144"/>
                            <a:pt x="902101" y="0"/>
                          </a:cubicBezTo>
                          <a:cubicBezTo>
                            <a:pt x="908586" y="-2"/>
                            <a:pt x="915650" y="4316"/>
                            <a:pt x="914400" y="12299"/>
                          </a:cubicBezTo>
                          <a:cubicBezTo>
                            <a:pt x="957296" y="161288"/>
                            <a:pt x="909469" y="294094"/>
                            <a:pt x="914400" y="513488"/>
                          </a:cubicBezTo>
                          <a:cubicBezTo>
                            <a:pt x="919331" y="732882"/>
                            <a:pt x="879106" y="879222"/>
                            <a:pt x="914400" y="976124"/>
                          </a:cubicBezTo>
                          <a:lnTo>
                            <a:pt x="914400" y="976124"/>
                          </a:lnTo>
                          <a:cubicBezTo>
                            <a:pt x="774375" y="1016670"/>
                            <a:pt x="545843" y="948445"/>
                            <a:pt x="448056" y="976124"/>
                          </a:cubicBezTo>
                          <a:cubicBezTo>
                            <a:pt x="350269" y="1003803"/>
                            <a:pt x="142200" y="971780"/>
                            <a:pt x="0" y="976124"/>
                          </a:cubicBezTo>
                          <a:lnTo>
                            <a:pt x="0" y="976124"/>
                          </a:lnTo>
                          <a:cubicBezTo>
                            <a:pt x="-23816" y="846568"/>
                            <a:pt x="2246" y="718549"/>
                            <a:pt x="0" y="494212"/>
                          </a:cubicBezTo>
                          <a:cubicBezTo>
                            <a:pt x="-2246" y="269875"/>
                            <a:pt x="13573" y="147965"/>
                            <a:pt x="0" y="12299"/>
                          </a:cubicBezTo>
                          <a:cubicBezTo>
                            <a:pt x="-839" y="6846"/>
                            <a:pt x="7283" y="-816"/>
                            <a:pt x="12299"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9" name="Metin kutusu 318">
            <a:extLst>
              <a:ext uri="{FF2B5EF4-FFF2-40B4-BE49-F238E27FC236}">
                <a16:creationId xmlns:a16="http://schemas.microsoft.com/office/drawing/2014/main" id="{6926C9C4-8038-44AC-80A7-262E106B2999}"/>
              </a:ext>
            </a:extLst>
          </p:cNvPr>
          <p:cNvSpPr txBox="1"/>
          <p:nvPr userDrawn="1"/>
        </p:nvSpPr>
        <p:spPr>
          <a:xfrm>
            <a:off x="2597316" y="4869028"/>
            <a:ext cx="3948103" cy="246221"/>
          </a:xfrm>
          <a:custGeom>
            <a:avLst/>
            <a:gdLst>
              <a:gd name="csX0" fmla="*/ 0 w 3948103"/>
              <a:gd name="csY0" fmla="*/ 0 h 246221"/>
              <a:gd name="csX1" fmla="*/ 524534 w 3948103"/>
              <a:gd name="csY1" fmla="*/ 0 h 246221"/>
              <a:gd name="csX2" fmla="*/ 970105 w 3948103"/>
              <a:gd name="csY2" fmla="*/ 0 h 246221"/>
              <a:gd name="csX3" fmla="*/ 1613082 w 3948103"/>
              <a:gd name="csY3" fmla="*/ 0 h 246221"/>
              <a:gd name="csX4" fmla="*/ 2137616 w 3948103"/>
              <a:gd name="csY4" fmla="*/ 0 h 246221"/>
              <a:gd name="csX5" fmla="*/ 2662149 w 3948103"/>
              <a:gd name="csY5" fmla="*/ 0 h 246221"/>
              <a:gd name="csX6" fmla="*/ 3305126 w 3948103"/>
              <a:gd name="csY6" fmla="*/ 0 h 246221"/>
              <a:gd name="csX7" fmla="*/ 3948103 w 3948103"/>
              <a:gd name="csY7" fmla="*/ 0 h 246221"/>
              <a:gd name="csX8" fmla="*/ 3948103 w 3948103"/>
              <a:gd name="csY8" fmla="*/ 246221 h 246221"/>
              <a:gd name="csX9" fmla="*/ 3463050 w 3948103"/>
              <a:gd name="csY9" fmla="*/ 246221 h 246221"/>
              <a:gd name="csX10" fmla="*/ 2899036 w 3948103"/>
              <a:gd name="csY10" fmla="*/ 246221 h 246221"/>
              <a:gd name="csX11" fmla="*/ 2335021 w 3948103"/>
              <a:gd name="csY11" fmla="*/ 246221 h 246221"/>
              <a:gd name="csX12" fmla="*/ 1810487 w 3948103"/>
              <a:gd name="csY12" fmla="*/ 246221 h 246221"/>
              <a:gd name="csX13" fmla="*/ 1167510 w 3948103"/>
              <a:gd name="csY13" fmla="*/ 246221 h 246221"/>
              <a:gd name="csX14" fmla="*/ 524534 w 3948103"/>
              <a:gd name="csY14" fmla="*/ 246221 h 246221"/>
              <a:gd name="csX15" fmla="*/ 0 w 3948103"/>
              <a:gd name="csY15" fmla="*/ 246221 h 246221"/>
              <a:gd name="csX16" fmla="*/ 0 w 3948103"/>
              <a:gd name="csY16" fmla="*/ 0 h 2462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948103" h="246221" extrusionOk="0">
                <a:moveTo>
                  <a:pt x="0" y="0"/>
                </a:moveTo>
                <a:cubicBezTo>
                  <a:pt x="136597" y="-1973"/>
                  <a:pt x="305698" y="58726"/>
                  <a:pt x="524534" y="0"/>
                </a:cubicBezTo>
                <a:cubicBezTo>
                  <a:pt x="743370" y="-58726"/>
                  <a:pt x="827639" y="50987"/>
                  <a:pt x="970105" y="0"/>
                </a:cubicBezTo>
                <a:cubicBezTo>
                  <a:pt x="1112571" y="-50987"/>
                  <a:pt x="1392310" y="41861"/>
                  <a:pt x="1613082" y="0"/>
                </a:cubicBezTo>
                <a:cubicBezTo>
                  <a:pt x="1833854" y="-41861"/>
                  <a:pt x="1952122" y="52263"/>
                  <a:pt x="2137616" y="0"/>
                </a:cubicBezTo>
                <a:cubicBezTo>
                  <a:pt x="2323110" y="-52263"/>
                  <a:pt x="2505162" y="24501"/>
                  <a:pt x="2662149" y="0"/>
                </a:cubicBezTo>
                <a:cubicBezTo>
                  <a:pt x="2819136" y="-24501"/>
                  <a:pt x="2989393" y="55191"/>
                  <a:pt x="3305126" y="0"/>
                </a:cubicBezTo>
                <a:cubicBezTo>
                  <a:pt x="3620859" y="-55191"/>
                  <a:pt x="3807380" y="66815"/>
                  <a:pt x="3948103" y="0"/>
                </a:cubicBezTo>
                <a:cubicBezTo>
                  <a:pt x="3957580" y="62645"/>
                  <a:pt x="3931814" y="163534"/>
                  <a:pt x="3948103" y="246221"/>
                </a:cubicBezTo>
                <a:cubicBezTo>
                  <a:pt x="3828730" y="293021"/>
                  <a:pt x="3674614" y="188982"/>
                  <a:pt x="3463050" y="246221"/>
                </a:cubicBezTo>
                <a:cubicBezTo>
                  <a:pt x="3251486" y="303460"/>
                  <a:pt x="3062240" y="239114"/>
                  <a:pt x="2899036" y="246221"/>
                </a:cubicBezTo>
                <a:cubicBezTo>
                  <a:pt x="2735832" y="253328"/>
                  <a:pt x="2559595" y="206243"/>
                  <a:pt x="2335021" y="246221"/>
                </a:cubicBezTo>
                <a:cubicBezTo>
                  <a:pt x="2110447" y="286199"/>
                  <a:pt x="2059354" y="195357"/>
                  <a:pt x="1810487" y="246221"/>
                </a:cubicBezTo>
                <a:cubicBezTo>
                  <a:pt x="1561620" y="297085"/>
                  <a:pt x="1426309" y="188434"/>
                  <a:pt x="1167510" y="246221"/>
                </a:cubicBezTo>
                <a:cubicBezTo>
                  <a:pt x="908711" y="304008"/>
                  <a:pt x="764142" y="220700"/>
                  <a:pt x="524534" y="246221"/>
                </a:cubicBezTo>
                <a:cubicBezTo>
                  <a:pt x="284926" y="271742"/>
                  <a:pt x="256482" y="243446"/>
                  <a:pt x="0" y="246221"/>
                </a:cubicBezTo>
                <a:cubicBezTo>
                  <a:pt x="-3836" y="158983"/>
                  <a:pt x="13146" y="106054"/>
                  <a:pt x="0" y="0"/>
                </a:cubicBezTo>
                <a:close/>
              </a:path>
            </a:pathLst>
          </a:custGeom>
          <a:noFill/>
          <a:ln w="0">
            <a:no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numCol="1" rtlCol="0">
            <a:spAutoFit/>
          </a:bodyPr>
          <a:lstStyle/>
          <a:p>
            <a:pPr algn="r"/>
            <a:r>
              <a:rPr lang="en-US" sz="1000">
                <a:latin typeface="Abadi Extra Light" panose="020B0604020202020204" pitchFamily="34" charset="0"/>
              </a:rPr>
              <a:t>Copyright © 20</a:t>
            </a:r>
            <a:r>
              <a:rPr lang="tr-TR" sz="1000">
                <a:latin typeface="Abadi Extra Light" panose="020B0604020202020204" pitchFamily="34" charset="0"/>
              </a:rPr>
              <a:t>21</a:t>
            </a:r>
            <a:r>
              <a:rPr lang="en-US" sz="1000">
                <a:latin typeface="Abadi Extra Light" panose="020B0604020202020204" pitchFamily="34" charset="0"/>
              </a:rPr>
              <a:t> </a:t>
            </a:r>
            <a:r>
              <a:rPr lang="tr-TR" sz="1000" b="1">
                <a:latin typeface="Abadi Extra Light" panose="020B0604020202020204" pitchFamily="34" charset="0"/>
              </a:rPr>
              <a:t>Yılmaz Ağca</a:t>
            </a:r>
            <a:r>
              <a:rPr lang="en-US" sz="1000">
                <a:latin typeface="Abadi Extra Light" panose="020B0604020202020204" pitchFamily="34" charset="0"/>
              </a:rPr>
              <a:t>. All rights reserved. </a:t>
            </a:r>
            <a:r>
              <a:rPr lang="tr-TR" sz="1000">
                <a:solidFill>
                  <a:schemeClr val="accent1">
                    <a:lumMod val="50000"/>
                  </a:schemeClr>
                </a:solidFill>
                <a:latin typeface="Abadi Extra Light" panose="020B0604020202020204" pitchFamily="34" charset="0"/>
                <a:hlinkClick r:id="rId2">
                  <a:extLst>
                    <a:ext uri="{A12FA001-AC4F-418D-AE19-62706E023703}">
                      <ahyp:hlinkClr xmlns:ahyp="http://schemas.microsoft.com/office/drawing/2018/hyperlinkcolor" val="tx"/>
                    </a:ext>
                  </a:extLst>
                </a:hlinkClick>
              </a:rPr>
              <a:t>agca.yilmaz@gmail.com</a:t>
            </a:r>
            <a:endParaRPr lang="tr-TR" sz="1000">
              <a:solidFill>
                <a:schemeClr val="accent1">
                  <a:lumMod val="50000"/>
                </a:schemeClr>
              </a:solidFill>
              <a:latin typeface="Abadi Extra Light" panose="020B0604020202020204" pitchFamily="34" charset="0"/>
            </a:endParaRPr>
          </a:p>
        </p:txBody>
      </p:sp>
      <p:sp>
        <p:nvSpPr>
          <p:cNvPr id="5" name="Metin Yer Tutucusu 4">
            <a:extLst>
              <a:ext uri="{FF2B5EF4-FFF2-40B4-BE49-F238E27FC236}">
                <a16:creationId xmlns:a16="http://schemas.microsoft.com/office/drawing/2014/main" id="{5DE32830-B074-4220-A8CC-25570C4AADA1}"/>
              </a:ext>
            </a:extLst>
          </p:cNvPr>
          <p:cNvSpPr>
            <a:spLocks noGrp="1"/>
          </p:cNvSpPr>
          <p:nvPr>
            <p:ph type="body" sz="quarter" idx="11" hasCustomPrompt="1"/>
          </p:nvPr>
        </p:nvSpPr>
        <p:spPr>
          <a:xfrm>
            <a:off x="231775" y="929897"/>
            <a:ext cx="8677275" cy="3861588"/>
          </a:xfrm>
        </p:spPr>
        <p:txBody>
          <a:bodyPr/>
          <a:lstStyle/>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&lt;!DOCTYPE html&gt;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&lt;html </a:t>
            </a:r>
            <a:r>
              <a:rPr kumimoji="0" lang="en-US" sz="1000" b="0" i="0" u="none" strike="noStrike" kern="0" cap="none" spc="0" normalizeH="0" baseline="0" noProof="0" dirty="0">
                <a:ln>
                  <a:noFill/>
                </a:ln>
                <a:solidFill>
                  <a:srgbClr val="F55D4B"/>
                </a:solidFill>
                <a:effectLst/>
                <a:uLnTx/>
                <a:uFillTx/>
                <a:latin typeface="Consolas" panose="020B0609020204030204" pitchFamily="49" charset="0"/>
                <a:cs typeface="Arial"/>
                <a:sym typeface="Arial"/>
              </a:rPr>
              <a:t>lang</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a:t>
            </a:r>
            <a:r>
              <a:rPr kumimoji="0" lang="en-US" sz="1000" b="0" i="0" u="none" strike="noStrike" kern="0" cap="none" spc="0" normalizeH="0" baseline="0" noProof="0" dirty="0" err="1">
                <a:ln>
                  <a:noFill/>
                </a:ln>
                <a:solidFill>
                  <a:srgbClr val="F55D4B"/>
                </a:solidFill>
                <a:effectLst/>
                <a:uLnTx/>
                <a:uFillTx/>
                <a:latin typeface="Consolas" panose="020B0609020204030204" pitchFamily="49" charset="0"/>
                <a:cs typeface="Arial"/>
                <a:sym typeface="Arial"/>
              </a:rPr>
              <a:t>en</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992C26"/>
                </a:solidFill>
                <a:effectLst/>
                <a:uLnTx/>
                <a:uFillTx/>
                <a:latin typeface="Consolas" panose="020B0609020204030204" pitchFamily="49" charset="0"/>
                <a:cs typeface="Arial"/>
                <a:sym typeface="Arial"/>
              </a:rPr>
              <a:t>head</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title</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&gt;Document&lt;/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title</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992C26"/>
                </a:solidFill>
                <a:effectLst/>
                <a:uLnTx/>
                <a:uFillTx/>
                <a:latin typeface="Consolas" panose="020B0609020204030204" pitchFamily="49" charset="0"/>
                <a:cs typeface="Arial"/>
                <a:sym typeface="Arial"/>
              </a:rPr>
              <a:t>head</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body</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p</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&gt;Hello World...&lt;/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p</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p</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&gt;Start to learn HTML Code &lt;/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p</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72201C"/>
                </a:solidFill>
                <a:effectLst/>
                <a:uLnTx/>
                <a:uFillTx/>
                <a:latin typeface="Consolas" panose="020B0609020204030204" pitchFamily="49" charset="0"/>
                <a:cs typeface="Arial"/>
                <a:sym typeface="Arial"/>
              </a:rPr>
              <a:t>body</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a:p>
            <a:pPr marL="514350" marR="0" lvl="0" indent="-514350" algn="l" defTabSz="914400" rtl="0" eaLnBrk="1" fontAlgn="auto" latinLnBrk="0" hangingPunct="1">
              <a:lnSpc>
                <a:spcPct val="150000"/>
              </a:lnSpc>
              <a:spcBef>
                <a:spcPts val="0"/>
              </a:spcBef>
              <a:spcAft>
                <a:spcPts val="0"/>
              </a:spcAft>
              <a:buClr>
                <a:srgbClr val="FFFFFF">
                  <a:lumMod val="75000"/>
                </a:srgbClr>
              </a:buClr>
              <a:buSzTx/>
              <a:buFont typeface="+mj-lt"/>
              <a:buAutoNum type="arabicPeriod"/>
              <a:tabLst/>
              <a:defRPr/>
            </a:pP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&lt;/</a:t>
            </a:r>
            <a:r>
              <a:rPr kumimoji="0" lang="en-US" sz="1000" b="0" i="0" u="none" strike="noStrike" kern="0" cap="none" spc="0" normalizeH="0" baseline="0" noProof="0" dirty="0">
                <a:ln>
                  <a:noFill/>
                </a:ln>
                <a:solidFill>
                  <a:srgbClr val="992C26"/>
                </a:solidFill>
                <a:effectLst/>
                <a:uLnTx/>
                <a:uFillTx/>
                <a:latin typeface="Consolas" panose="020B0609020204030204" pitchFamily="49" charset="0"/>
                <a:cs typeface="Arial"/>
                <a:sym typeface="Arial"/>
              </a:rPr>
              <a:t>html</a:t>
            </a:r>
            <a:r>
              <a:rPr kumimoji="0" lang="en-US" sz="1000" b="0" i="0" u="none" strike="noStrike" kern="0" cap="none" spc="0" normalizeH="0" baseline="0" noProof="0" dirty="0">
                <a:ln>
                  <a:noFill/>
                </a:ln>
                <a:solidFill>
                  <a:srgbClr val="232A4E"/>
                </a:solidFill>
                <a:effectLst/>
                <a:uLnTx/>
                <a:uFillTx/>
                <a:latin typeface="Consolas" panose="020B0609020204030204" pitchFamily="49" charset="0"/>
                <a:cs typeface="Arial"/>
                <a:sym typeface="Arial"/>
              </a:rPr>
              <a:t>&gt;</a:t>
            </a:r>
          </a:p>
        </p:txBody>
      </p:sp>
    </p:spTree>
    <p:extLst>
      <p:ext uri="{BB962C8B-B14F-4D97-AF65-F5344CB8AC3E}">
        <p14:creationId xmlns:p14="http://schemas.microsoft.com/office/powerpoint/2010/main" val="2417319957"/>
      </p:ext>
    </p:extLst>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title">
  <p:cSld name="TITLE_1">
    <p:bg>
      <p:bgPr>
        <a:solidFill>
          <a:schemeClr val="accent5"/>
        </a:solidFill>
        <a:effectLst/>
      </p:bgPr>
    </p:bg>
    <p:spTree>
      <p:nvGrpSpPr>
        <p:cNvPr id="1" name="Shape 212"/>
        <p:cNvGrpSpPr/>
        <p:nvPr/>
      </p:nvGrpSpPr>
      <p:grpSpPr>
        <a:xfrm>
          <a:off x="0" y="0"/>
          <a:ext cx="0" cy="0"/>
          <a:chOff x="0" y="0"/>
          <a:chExt cx="0" cy="0"/>
        </a:xfrm>
      </p:grpSpPr>
      <p:grpSp>
        <p:nvGrpSpPr>
          <p:cNvPr id="329" name="Google Shape;329;p3"/>
          <p:cNvGrpSpPr/>
          <p:nvPr/>
        </p:nvGrpSpPr>
        <p:grpSpPr>
          <a:xfrm>
            <a:off x="2245156" y="3236816"/>
            <a:ext cx="3792525" cy="1904639"/>
            <a:chOff x="1112916" y="3236816"/>
            <a:chExt cx="3792525" cy="1904639"/>
          </a:xfrm>
        </p:grpSpPr>
        <p:sp>
          <p:nvSpPr>
            <p:cNvPr id="330" name="Google Shape;330;p3"/>
            <p:cNvSpPr/>
            <p:nvPr/>
          </p:nvSpPr>
          <p:spPr>
            <a:xfrm>
              <a:off x="2108757" y="3363974"/>
              <a:ext cx="2639352" cy="629329"/>
            </a:xfrm>
            <a:custGeom>
              <a:avLst/>
              <a:gdLst/>
              <a:ahLst/>
              <a:cxnLst/>
              <a:rect l="l" t="t" r="r" b="b"/>
              <a:pathLst>
                <a:path w="53095" h="12660" extrusionOk="0">
                  <a:moveTo>
                    <a:pt x="48112" y="1"/>
                  </a:moveTo>
                  <a:lnTo>
                    <a:pt x="46496" y="34"/>
                  </a:lnTo>
                  <a:lnTo>
                    <a:pt x="43264" y="135"/>
                  </a:lnTo>
                  <a:lnTo>
                    <a:pt x="40032" y="236"/>
                  </a:lnTo>
                  <a:lnTo>
                    <a:pt x="36699" y="371"/>
                  </a:lnTo>
                  <a:lnTo>
                    <a:pt x="33365" y="438"/>
                  </a:lnTo>
                  <a:lnTo>
                    <a:pt x="29999" y="472"/>
                  </a:lnTo>
                  <a:lnTo>
                    <a:pt x="26666" y="506"/>
                  </a:lnTo>
                  <a:lnTo>
                    <a:pt x="20067" y="506"/>
                  </a:lnTo>
                  <a:lnTo>
                    <a:pt x="13501" y="472"/>
                  </a:lnTo>
                  <a:lnTo>
                    <a:pt x="6768" y="405"/>
                  </a:lnTo>
                  <a:lnTo>
                    <a:pt x="3569" y="371"/>
                  </a:lnTo>
                  <a:lnTo>
                    <a:pt x="1145" y="371"/>
                  </a:lnTo>
                  <a:lnTo>
                    <a:pt x="337" y="438"/>
                  </a:lnTo>
                  <a:lnTo>
                    <a:pt x="202" y="236"/>
                  </a:lnTo>
                  <a:lnTo>
                    <a:pt x="169" y="236"/>
                  </a:lnTo>
                  <a:lnTo>
                    <a:pt x="169" y="270"/>
                  </a:lnTo>
                  <a:lnTo>
                    <a:pt x="169" y="438"/>
                  </a:lnTo>
                  <a:lnTo>
                    <a:pt x="68" y="438"/>
                  </a:lnTo>
                  <a:lnTo>
                    <a:pt x="34" y="472"/>
                  </a:lnTo>
                  <a:lnTo>
                    <a:pt x="0" y="506"/>
                  </a:lnTo>
                  <a:lnTo>
                    <a:pt x="34" y="539"/>
                  </a:lnTo>
                  <a:lnTo>
                    <a:pt x="202" y="539"/>
                  </a:lnTo>
                  <a:lnTo>
                    <a:pt x="236" y="809"/>
                  </a:lnTo>
                  <a:lnTo>
                    <a:pt x="303" y="1045"/>
                  </a:lnTo>
                  <a:lnTo>
                    <a:pt x="472" y="1550"/>
                  </a:lnTo>
                  <a:lnTo>
                    <a:pt x="977" y="3065"/>
                  </a:lnTo>
                  <a:lnTo>
                    <a:pt x="2088" y="6330"/>
                  </a:lnTo>
                  <a:lnTo>
                    <a:pt x="4243" y="12593"/>
                  </a:lnTo>
                  <a:lnTo>
                    <a:pt x="4276" y="12626"/>
                  </a:lnTo>
                  <a:lnTo>
                    <a:pt x="4310" y="12660"/>
                  </a:lnTo>
                  <a:lnTo>
                    <a:pt x="4377" y="12660"/>
                  </a:lnTo>
                  <a:lnTo>
                    <a:pt x="4445" y="12626"/>
                  </a:lnTo>
                  <a:lnTo>
                    <a:pt x="4478" y="12559"/>
                  </a:lnTo>
                  <a:lnTo>
                    <a:pt x="4445" y="12525"/>
                  </a:lnTo>
                  <a:lnTo>
                    <a:pt x="2391" y="6229"/>
                  </a:lnTo>
                  <a:lnTo>
                    <a:pt x="1280" y="2997"/>
                  </a:lnTo>
                  <a:lnTo>
                    <a:pt x="741" y="1482"/>
                  </a:lnTo>
                  <a:lnTo>
                    <a:pt x="606" y="1011"/>
                  </a:lnTo>
                  <a:lnTo>
                    <a:pt x="438" y="573"/>
                  </a:lnTo>
                  <a:lnTo>
                    <a:pt x="1179" y="640"/>
                  </a:lnTo>
                  <a:lnTo>
                    <a:pt x="1953" y="640"/>
                  </a:lnTo>
                  <a:lnTo>
                    <a:pt x="3468" y="674"/>
                  </a:lnTo>
                  <a:lnTo>
                    <a:pt x="6498" y="674"/>
                  </a:lnTo>
                  <a:lnTo>
                    <a:pt x="13232" y="708"/>
                  </a:lnTo>
                  <a:lnTo>
                    <a:pt x="19932" y="775"/>
                  </a:lnTo>
                  <a:lnTo>
                    <a:pt x="26666" y="775"/>
                  </a:lnTo>
                  <a:lnTo>
                    <a:pt x="29931" y="742"/>
                  </a:lnTo>
                  <a:lnTo>
                    <a:pt x="33231" y="708"/>
                  </a:lnTo>
                  <a:lnTo>
                    <a:pt x="36497" y="607"/>
                  </a:lnTo>
                  <a:lnTo>
                    <a:pt x="39796" y="506"/>
                  </a:lnTo>
                  <a:lnTo>
                    <a:pt x="43062" y="405"/>
                  </a:lnTo>
                  <a:lnTo>
                    <a:pt x="46328" y="304"/>
                  </a:lnTo>
                  <a:lnTo>
                    <a:pt x="47944" y="270"/>
                  </a:lnTo>
                  <a:lnTo>
                    <a:pt x="49593" y="270"/>
                  </a:lnTo>
                  <a:lnTo>
                    <a:pt x="51210" y="304"/>
                  </a:lnTo>
                  <a:lnTo>
                    <a:pt x="52859" y="337"/>
                  </a:lnTo>
                  <a:lnTo>
                    <a:pt x="52624" y="674"/>
                  </a:lnTo>
                  <a:lnTo>
                    <a:pt x="52422" y="1011"/>
                  </a:lnTo>
                  <a:lnTo>
                    <a:pt x="52051" y="1752"/>
                  </a:lnTo>
                  <a:lnTo>
                    <a:pt x="51445" y="3267"/>
                  </a:lnTo>
                  <a:lnTo>
                    <a:pt x="50873" y="4647"/>
                  </a:lnTo>
                  <a:lnTo>
                    <a:pt x="50334" y="6095"/>
                  </a:lnTo>
                  <a:lnTo>
                    <a:pt x="49762" y="7542"/>
                  </a:lnTo>
                  <a:lnTo>
                    <a:pt x="49257" y="9058"/>
                  </a:lnTo>
                  <a:lnTo>
                    <a:pt x="48752" y="10539"/>
                  </a:lnTo>
                  <a:lnTo>
                    <a:pt x="48314" y="12054"/>
                  </a:lnTo>
                  <a:lnTo>
                    <a:pt x="26531" y="12121"/>
                  </a:lnTo>
                  <a:lnTo>
                    <a:pt x="15589" y="12088"/>
                  </a:lnTo>
                  <a:lnTo>
                    <a:pt x="10067" y="12054"/>
                  </a:lnTo>
                  <a:lnTo>
                    <a:pt x="7306" y="12088"/>
                  </a:lnTo>
                  <a:lnTo>
                    <a:pt x="4546" y="12121"/>
                  </a:lnTo>
                  <a:lnTo>
                    <a:pt x="4512" y="12155"/>
                  </a:lnTo>
                  <a:lnTo>
                    <a:pt x="4478" y="12189"/>
                  </a:lnTo>
                  <a:lnTo>
                    <a:pt x="4512" y="12256"/>
                  </a:lnTo>
                  <a:lnTo>
                    <a:pt x="4546" y="12256"/>
                  </a:lnTo>
                  <a:lnTo>
                    <a:pt x="7239" y="12323"/>
                  </a:lnTo>
                  <a:lnTo>
                    <a:pt x="9933" y="12357"/>
                  </a:lnTo>
                  <a:lnTo>
                    <a:pt x="15319" y="12323"/>
                  </a:lnTo>
                  <a:lnTo>
                    <a:pt x="48247" y="12323"/>
                  </a:lnTo>
                  <a:lnTo>
                    <a:pt x="48247" y="12391"/>
                  </a:lnTo>
                  <a:lnTo>
                    <a:pt x="48314" y="12424"/>
                  </a:lnTo>
                  <a:lnTo>
                    <a:pt x="48381" y="12424"/>
                  </a:lnTo>
                  <a:lnTo>
                    <a:pt x="48449" y="12357"/>
                  </a:lnTo>
                  <a:lnTo>
                    <a:pt x="48482" y="12323"/>
                  </a:lnTo>
                  <a:lnTo>
                    <a:pt x="48516" y="12323"/>
                  </a:lnTo>
                  <a:lnTo>
                    <a:pt x="48583" y="12290"/>
                  </a:lnTo>
                  <a:lnTo>
                    <a:pt x="48617" y="12222"/>
                  </a:lnTo>
                  <a:lnTo>
                    <a:pt x="48617" y="12121"/>
                  </a:lnTo>
                  <a:lnTo>
                    <a:pt x="48550" y="12054"/>
                  </a:lnTo>
                  <a:lnTo>
                    <a:pt x="49055" y="10640"/>
                  </a:lnTo>
                  <a:lnTo>
                    <a:pt x="49526" y="9226"/>
                  </a:lnTo>
                  <a:lnTo>
                    <a:pt x="49964" y="7812"/>
                  </a:lnTo>
                  <a:lnTo>
                    <a:pt x="50469" y="6398"/>
                  </a:lnTo>
                  <a:lnTo>
                    <a:pt x="51075" y="4748"/>
                  </a:lnTo>
                  <a:lnTo>
                    <a:pt x="51748" y="3132"/>
                  </a:lnTo>
                  <a:lnTo>
                    <a:pt x="52051" y="2459"/>
                  </a:lnTo>
                  <a:lnTo>
                    <a:pt x="52388" y="1752"/>
                  </a:lnTo>
                  <a:lnTo>
                    <a:pt x="52725" y="1078"/>
                  </a:lnTo>
                  <a:lnTo>
                    <a:pt x="52859" y="708"/>
                  </a:lnTo>
                  <a:lnTo>
                    <a:pt x="52960" y="371"/>
                  </a:lnTo>
                  <a:lnTo>
                    <a:pt x="53028" y="337"/>
                  </a:lnTo>
                  <a:lnTo>
                    <a:pt x="53061" y="337"/>
                  </a:lnTo>
                  <a:lnTo>
                    <a:pt x="53095" y="236"/>
                  </a:lnTo>
                  <a:lnTo>
                    <a:pt x="53061" y="135"/>
                  </a:lnTo>
                  <a:lnTo>
                    <a:pt x="53028" y="102"/>
                  </a:lnTo>
                  <a:lnTo>
                    <a:pt x="52960" y="102"/>
                  </a:lnTo>
                  <a:lnTo>
                    <a:pt x="51344" y="34"/>
                  </a:lnTo>
                  <a:lnTo>
                    <a:pt x="4972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1" name="Google Shape;331;p3"/>
            <p:cNvSpPr/>
            <p:nvPr/>
          </p:nvSpPr>
          <p:spPr>
            <a:xfrm>
              <a:off x="3417522" y="3312127"/>
              <a:ext cx="30174" cy="30174"/>
            </a:xfrm>
            <a:custGeom>
              <a:avLst/>
              <a:gdLst/>
              <a:ahLst/>
              <a:cxnLst/>
              <a:rect l="l" t="t" r="r" b="b"/>
              <a:pathLst>
                <a:path w="607" h="607" extrusionOk="0">
                  <a:moveTo>
                    <a:pt x="338" y="0"/>
                  </a:moveTo>
                  <a:lnTo>
                    <a:pt x="237" y="34"/>
                  </a:lnTo>
                  <a:lnTo>
                    <a:pt x="102" y="67"/>
                  </a:lnTo>
                  <a:lnTo>
                    <a:pt x="35" y="135"/>
                  </a:lnTo>
                  <a:lnTo>
                    <a:pt x="1" y="202"/>
                  </a:lnTo>
                  <a:lnTo>
                    <a:pt x="1" y="269"/>
                  </a:lnTo>
                  <a:lnTo>
                    <a:pt x="1" y="370"/>
                  </a:lnTo>
                  <a:lnTo>
                    <a:pt x="35" y="438"/>
                  </a:lnTo>
                  <a:lnTo>
                    <a:pt x="68" y="505"/>
                  </a:lnTo>
                  <a:lnTo>
                    <a:pt x="136" y="572"/>
                  </a:lnTo>
                  <a:lnTo>
                    <a:pt x="203" y="606"/>
                  </a:lnTo>
                  <a:lnTo>
                    <a:pt x="405" y="606"/>
                  </a:lnTo>
                  <a:lnTo>
                    <a:pt x="472" y="539"/>
                  </a:lnTo>
                  <a:lnTo>
                    <a:pt x="540" y="471"/>
                  </a:lnTo>
                  <a:lnTo>
                    <a:pt x="573" y="404"/>
                  </a:lnTo>
                  <a:lnTo>
                    <a:pt x="607" y="303"/>
                  </a:lnTo>
                  <a:lnTo>
                    <a:pt x="607" y="236"/>
                  </a:lnTo>
                  <a:lnTo>
                    <a:pt x="573" y="135"/>
                  </a:lnTo>
                  <a:lnTo>
                    <a:pt x="540" y="67"/>
                  </a:lnTo>
                  <a:lnTo>
                    <a:pt x="43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2" name="Google Shape;332;p3"/>
            <p:cNvSpPr/>
            <p:nvPr/>
          </p:nvSpPr>
          <p:spPr>
            <a:xfrm>
              <a:off x="2599146" y="4053551"/>
              <a:ext cx="1665285" cy="15112"/>
            </a:xfrm>
            <a:custGeom>
              <a:avLst/>
              <a:gdLst/>
              <a:ahLst/>
              <a:cxnLst/>
              <a:rect l="l" t="t" r="r" b="b"/>
              <a:pathLst>
                <a:path w="33500" h="304" extrusionOk="0">
                  <a:moveTo>
                    <a:pt x="23130" y="0"/>
                  </a:moveTo>
                  <a:lnTo>
                    <a:pt x="21009" y="67"/>
                  </a:lnTo>
                  <a:lnTo>
                    <a:pt x="18922" y="101"/>
                  </a:lnTo>
                  <a:lnTo>
                    <a:pt x="16834" y="135"/>
                  </a:lnTo>
                  <a:lnTo>
                    <a:pt x="4242" y="135"/>
                  </a:lnTo>
                  <a:lnTo>
                    <a:pt x="34" y="168"/>
                  </a:lnTo>
                  <a:lnTo>
                    <a:pt x="0" y="168"/>
                  </a:lnTo>
                  <a:lnTo>
                    <a:pt x="0" y="202"/>
                  </a:lnTo>
                  <a:lnTo>
                    <a:pt x="0" y="236"/>
                  </a:lnTo>
                  <a:lnTo>
                    <a:pt x="34" y="236"/>
                  </a:lnTo>
                  <a:lnTo>
                    <a:pt x="4242" y="303"/>
                  </a:lnTo>
                  <a:lnTo>
                    <a:pt x="8417" y="303"/>
                  </a:lnTo>
                  <a:lnTo>
                    <a:pt x="16834" y="269"/>
                  </a:lnTo>
                  <a:lnTo>
                    <a:pt x="18854" y="269"/>
                  </a:lnTo>
                  <a:lnTo>
                    <a:pt x="20874" y="202"/>
                  </a:lnTo>
                  <a:lnTo>
                    <a:pt x="22928" y="168"/>
                  </a:lnTo>
                  <a:lnTo>
                    <a:pt x="27069" y="168"/>
                  </a:lnTo>
                  <a:lnTo>
                    <a:pt x="29190" y="202"/>
                  </a:lnTo>
                  <a:lnTo>
                    <a:pt x="33433" y="303"/>
                  </a:lnTo>
                  <a:lnTo>
                    <a:pt x="33500" y="269"/>
                  </a:lnTo>
                  <a:lnTo>
                    <a:pt x="33500" y="202"/>
                  </a:lnTo>
                  <a:lnTo>
                    <a:pt x="33500" y="168"/>
                  </a:lnTo>
                  <a:lnTo>
                    <a:pt x="33433" y="135"/>
                  </a:lnTo>
                  <a:lnTo>
                    <a:pt x="29325" y="34"/>
                  </a:lnTo>
                  <a:lnTo>
                    <a:pt x="2727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3" name="Google Shape;333;p3"/>
            <p:cNvSpPr/>
            <p:nvPr/>
          </p:nvSpPr>
          <p:spPr>
            <a:xfrm>
              <a:off x="3020885" y="5056053"/>
              <a:ext cx="856951" cy="85402"/>
            </a:xfrm>
            <a:custGeom>
              <a:avLst/>
              <a:gdLst/>
              <a:ahLst/>
              <a:cxnLst/>
              <a:rect l="l" t="t" r="r" b="b"/>
              <a:pathLst>
                <a:path w="17239" h="1718" extrusionOk="0">
                  <a:moveTo>
                    <a:pt x="17070" y="0"/>
                  </a:moveTo>
                  <a:lnTo>
                    <a:pt x="8552" y="34"/>
                  </a:lnTo>
                  <a:lnTo>
                    <a:pt x="4310" y="68"/>
                  </a:lnTo>
                  <a:lnTo>
                    <a:pt x="2256" y="68"/>
                  </a:lnTo>
                  <a:lnTo>
                    <a:pt x="1246" y="101"/>
                  </a:lnTo>
                  <a:lnTo>
                    <a:pt x="741" y="169"/>
                  </a:lnTo>
                  <a:lnTo>
                    <a:pt x="236" y="236"/>
                  </a:lnTo>
                  <a:lnTo>
                    <a:pt x="203" y="101"/>
                  </a:lnTo>
                  <a:lnTo>
                    <a:pt x="169" y="68"/>
                  </a:lnTo>
                  <a:lnTo>
                    <a:pt x="135" y="68"/>
                  </a:lnTo>
                  <a:lnTo>
                    <a:pt x="34" y="303"/>
                  </a:lnTo>
                  <a:lnTo>
                    <a:pt x="1" y="303"/>
                  </a:lnTo>
                  <a:lnTo>
                    <a:pt x="1" y="337"/>
                  </a:lnTo>
                  <a:lnTo>
                    <a:pt x="1" y="404"/>
                  </a:lnTo>
                  <a:lnTo>
                    <a:pt x="1" y="707"/>
                  </a:lnTo>
                  <a:lnTo>
                    <a:pt x="1" y="977"/>
                  </a:lnTo>
                  <a:lnTo>
                    <a:pt x="1" y="1347"/>
                  </a:lnTo>
                  <a:lnTo>
                    <a:pt x="1" y="1717"/>
                  </a:lnTo>
                  <a:lnTo>
                    <a:pt x="270" y="1717"/>
                  </a:lnTo>
                  <a:lnTo>
                    <a:pt x="203" y="1145"/>
                  </a:lnTo>
                  <a:lnTo>
                    <a:pt x="236" y="775"/>
                  </a:lnTo>
                  <a:lnTo>
                    <a:pt x="236" y="404"/>
                  </a:lnTo>
                  <a:lnTo>
                    <a:pt x="1246" y="438"/>
                  </a:lnTo>
                  <a:lnTo>
                    <a:pt x="2290" y="371"/>
                  </a:lnTo>
                  <a:lnTo>
                    <a:pt x="3300" y="303"/>
                  </a:lnTo>
                  <a:lnTo>
                    <a:pt x="4310" y="270"/>
                  </a:lnTo>
                  <a:lnTo>
                    <a:pt x="8552" y="270"/>
                  </a:lnTo>
                  <a:lnTo>
                    <a:pt x="16936" y="303"/>
                  </a:lnTo>
                  <a:lnTo>
                    <a:pt x="16969" y="1650"/>
                  </a:lnTo>
                  <a:lnTo>
                    <a:pt x="16969" y="1717"/>
                  </a:lnTo>
                  <a:lnTo>
                    <a:pt x="17239" y="1717"/>
                  </a:lnTo>
                  <a:lnTo>
                    <a:pt x="17239" y="741"/>
                  </a:lnTo>
                  <a:lnTo>
                    <a:pt x="17205" y="135"/>
                  </a:lnTo>
                  <a:lnTo>
                    <a:pt x="17205" y="101"/>
                  </a:lnTo>
                  <a:lnTo>
                    <a:pt x="17171" y="34"/>
                  </a:lnTo>
                  <a:lnTo>
                    <a:pt x="17138" y="34"/>
                  </a:lnTo>
                  <a:lnTo>
                    <a:pt x="1707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4" name="Google Shape;334;p3"/>
            <p:cNvSpPr/>
            <p:nvPr/>
          </p:nvSpPr>
          <p:spPr>
            <a:xfrm>
              <a:off x="1456015" y="4207503"/>
              <a:ext cx="649461" cy="933951"/>
            </a:xfrm>
            <a:custGeom>
              <a:avLst/>
              <a:gdLst/>
              <a:ahLst/>
              <a:cxnLst/>
              <a:rect l="l" t="t" r="r" b="b"/>
              <a:pathLst>
                <a:path w="13065" h="18788" extrusionOk="0">
                  <a:moveTo>
                    <a:pt x="1146" y="1"/>
                  </a:moveTo>
                  <a:lnTo>
                    <a:pt x="977" y="34"/>
                  </a:lnTo>
                  <a:lnTo>
                    <a:pt x="809" y="68"/>
                  </a:lnTo>
                  <a:lnTo>
                    <a:pt x="641" y="135"/>
                  </a:lnTo>
                  <a:lnTo>
                    <a:pt x="472" y="270"/>
                  </a:lnTo>
                  <a:lnTo>
                    <a:pt x="338" y="438"/>
                  </a:lnTo>
                  <a:lnTo>
                    <a:pt x="237" y="573"/>
                  </a:lnTo>
                  <a:lnTo>
                    <a:pt x="136" y="741"/>
                  </a:lnTo>
                  <a:lnTo>
                    <a:pt x="68" y="943"/>
                  </a:lnTo>
                  <a:lnTo>
                    <a:pt x="35" y="1112"/>
                  </a:lnTo>
                  <a:lnTo>
                    <a:pt x="1" y="1516"/>
                  </a:lnTo>
                  <a:lnTo>
                    <a:pt x="35" y="1953"/>
                  </a:lnTo>
                  <a:lnTo>
                    <a:pt x="68" y="2391"/>
                  </a:lnTo>
                  <a:lnTo>
                    <a:pt x="169" y="2795"/>
                  </a:lnTo>
                  <a:lnTo>
                    <a:pt x="338" y="3536"/>
                  </a:lnTo>
                  <a:lnTo>
                    <a:pt x="573" y="4310"/>
                  </a:lnTo>
                  <a:lnTo>
                    <a:pt x="809" y="5084"/>
                  </a:lnTo>
                  <a:lnTo>
                    <a:pt x="910" y="5387"/>
                  </a:lnTo>
                  <a:lnTo>
                    <a:pt x="1011" y="5690"/>
                  </a:lnTo>
                  <a:lnTo>
                    <a:pt x="1078" y="5825"/>
                  </a:lnTo>
                  <a:lnTo>
                    <a:pt x="1179" y="5926"/>
                  </a:lnTo>
                  <a:lnTo>
                    <a:pt x="1314" y="5993"/>
                  </a:lnTo>
                  <a:lnTo>
                    <a:pt x="1449" y="6027"/>
                  </a:lnTo>
                  <a:lnTo>
                    <a:pt x="1415" y="6094"/>
                  </a:lnTo>
                  <a:lnTo>
                    <a:pt x="1415" y="6633"/>
                  </a:lnTo>
                  <a:lnTo>
                    <a:pt x="1415" y="6869"/>
                  </a:lnTo>
                  <a:lnTo>
                    <a:pt x="1449" y="7138"/>
                  </a:lnTo>
                  <a:lnTo>
                    <a:pt x="1516" y="7374"/>
                  </a:lnTo>
                  <a:lnTo>
                    <a:pt x="1583" y="7609"/>
                  </a:lnTo>
                  <a:lnTo>
                    <a:pt x="1718" y="7845"/>
                  </a:lnTo>
                  <a:lnTo>
                    <a:pt x="1886" y="8081"/>
                  </a:lnTo>
                  <a:lnTo>
                    <a:pt x="2156" y="8384"/>
                  </a:lnTo>
                  <a:lnTo>
                    <a:pt x="2425" y="8721"/>
                  </a:lnTo>
                  <a:lnTo>
                    <a:pt x="2694" y="9024"/>
                  </a:lnTo>
                  <a:lnTo>
                    <a:pt x="2964" y="9360"/>
                  </a:lnTo>
                  <a:lnTo>
                    <a:pt x="3132" y="9596"/>
                  </a:lnTo>
                  <a:lnTo>
                    <a:pt x="3233" y="9865"/>
                  </a:lnTo>
                  <a:lnTo>
                    <a:pt x="3267" y="10135"/>
                  </a:lnTo>
                  <a:lnTo>
                    <a:pt x="3267" y="10404"/>
                  </a:lnTo>
                  <a:lnTo>
                    <a:pt x="3233" y="10673"/>
                  </a:lnTo>
                  <a:lnTo>
                    <a:pt x="3166" y="10943"/>
                  </a:lnTo>
                  <a:lnTo>
                    <a:pt x="3031" y="11178"/>
                  </a:lnTo>
                  <a:lnTo>
                    <a:pt x="2930" y="11448"/>
                  </a:lnTo>
                  <a:lnTo>
                    <a:pt x="2492" y="12188"/>
                  </a:lnTo>
                  <a:lnTo>
                    <a:pt x="2324" y="12559"/>
                  </a:lnTo>
                  <a:lnTo>
                    <a:pt x="2156" y="12895"/>
                  </a:lnTo>
                  <a:lnTo>
                    <a:pt x="2055" y="13266"/>
                  </a:lnTo>
                  <a:lnTo>
                    <a:pt x="1987" y="13636"/>
                  </a:lnTo>
                  <a:lnTo>
                    <a:pt x="1987" y="14074"/>
                  </a:lnTo>
                  <a:lnTo>
                    <a:pt x="2055" y="14511"/>
                  </a:lnTo>
                  <a:lnTo>
                    <a:pt x="2156" y="14915"/>
                  </a:lnTo>
                  <a:lnTo>
                    <a:pt x="2324" y="15319"/>
                  </a:lnTo>
                  <a:lnTo>
                    <a:pt x="2560" y="15723"/>
                  </a:lnTo>
                  <a:lnTo>
                    <a:pt x="2795" y="16128"/>
                  </a:lnTo>
                  <a:lnTo>
                    <a:pt x="3065" y="16498"/>
                  </a:lnTo>
                  <a:lnTo>
                    <a:pt x="3368" y="16868"/>
                  </a:lnTo>
                  <a:lnTo>
                    <a:pt x="3671" y="17171"/>
                  </a:lnTo>
                  <a:lnTo>
                    <a:pt x="4007" y="17474"/>
                  </a:lnTo>
                  <a:lnTo>
                    <a:pt x="4243" y="17676"/>
                  </a:lnTo>
                  <a:lnTo>
                    <a:pt x="4512" y="17845"/>
                  </a:lnTo>
                  <a:lnTo>
                    <a:pt x="4815" y="17979"/>
                  </a:lnTo>
                  <a:lnTo>
                    <a:pt x="5118" y="18080"/>
                  </a:lnTo>
                  <a:lnTo>
                    <a:pt x="5421" y="18181"/>
                  </a:lnTo>
                  <a:lnTo>
                    <a:pt x="5758" y="18249"/>
                  </a:lnTo>
                  <a:lnTo>
                    <a:pt x="6364" y="18249"/>
                  </a:lnTo>
                  <a:lnTo>
                    <a:pt x="6701" y="18181"/>
                  </a:lnTo>
                  <a:lnTo>
                    <a:pt x="6970" y="18080"/>
                  </a:lnTo>
                  <a:lnTo>
                    <a:pt x="7172" y="17912"/>
                  </a:lnTo>
                  <a:lnTo>
                    <a:pt x="7341" y="17710"/>
                  </a:lnTo>
                  <a:lnTo>
                    <a:pt x="7475" y="17474"/>
                  </a:lnTo>
                  <a:lnTo>
                    <a:pt x="7610" y="17205"/>
                  </a:lnTo>
                  <a:lnTo>
                    <a:pt x="7677" y="16902"/>
                  </a:lnTo>
                  <a:lnTo>
                    <a:pt x="7745" y="16599"/>
                  </a:lnTo>
                  <a:lnTo>
                    <a:pt x="7812" y="16161"/>
                  </a:lnTo>
                  <a:lnTo>
                    <a:pt x="7846" y="15757"/>
                  </a:lnTo>
                  <a:lnTo>
                    <a:pt x="7913" y="14882"/>
                  </a:lnTo>
                  <a:lnTo>
                    <a:pt x="7980" y="14444"/>
                  </a:lnTo>
                  <a:lnTo>
                    <a:pt x="8014" y="14006"/>
                  </a:lnTo>
                  <a:lnTo>
                    <a:pt x="8115" y="13569"/>
                  </a:lnTo>
                  <a:lnTo>
                    <a:pt x="8250" y="13165"/>
                  </a:lnTo>
                  <a:lnTo>
                    <a:pt x="8452" y="12727"/>
                  </a:lnTo>
                  <a:lnTo>
                    <a:pt x="8687" y="12357"/>
                  </a:lnTo>
                  <a:lnTo>
                    <a:pt x="8957" y="11986"/>
                  </a:lnTo>
                  <a:lnTo>
                    <a:pt x="9125" y="11818"/>
                  </a:lnTo>
                  <a:lnTo>
                    <a:pt x="9293" y="11683"/>
                  </a:lnTo>
                  <a:lnTo>
                    <a:pt x="9462" y="11582"/>
                  </a:lnTo>
                  <a:lnTo>
                    <a:pt x="9596" y="11515"/>
                  </a:lnTo>
                  <a:lnTo>
                    <a:pt x="9731" y="11481"/>
                  </a:lnTo>
                  <a:lnTo>
                    <a:pt x="10000" y="11481"/>
                  </a:lnTo>
                  <a:lnTo>
                    <a:pt x="10135" y="11549"/>
                  </a:lnTo>
                  <a:lnTo>
                    <a:pt x="10236" y="11582"/>
                  </a:lnTo>
                  <a:lnTo>
                    <a:pt x="10337" y="11683"/>
                  </a:lnTo>
                  <a:lnTo>
                    <a:pt x="10539" y="11852"/>
                  </a:lnTo>
                  <a:lnTo>
                    <a:pt x="10674" y="12121"/>
                  </a:lnTo>
                  <a:lnTo>
                    <a:pt x="10741" y="12390"/>
                  </a:lnTo>
                  <a:lnTo>
                    <a:pt x="10775" y="12693"/>
                  </a:lnTo>
                  <a:lnTo>
                    <a:pt x="10707" y="12727"/>
                  </a:lnTo>
                  <a:lnTo>
                    <a:pt x="10640" y="12761"/>
                  </a:lnTo>
                  <a:lnTo>
                    <a:pt x="10606" y="12828"/>
                  </a:lnTo>
                  <a:lnTo>
                    <a:pt x="10640" y="12862"/>
                  </a:lnTo>
                  <a:lnTo>
                    <a:pt x="10707" y="12895"/>
                  </a:lnTo>
                  <a:lnTo>
                    <a:pt x="10775" y="12929"/>
                  </a:lnTo>
                  <a:lnTo>
                    <a:pt x="11078" y="12895"/>
                  </a:lnTo>
                  <a:lnTo>
                    <a:pt x="11347" y="12862"/>
                  </a:lnTo>
                  <a:lnTo>
                    <a:pt x="11650" y="12794"/>
                  </a:lnTo>
                  <a:lnTo>
                    <a:pt x="11684" y="12761"/>
                  </a:lnTo>
                  <a:lnTo>
                    <a:pt x="11717" y="12727"/>
                  </a:lnTo>
                  <a:lnTo>
                    <a:pt x="11717" y="12660"/>
                  </a:lnTo>
                  <a:lnTo>
                    <a:pt x="11684" y="12592"/>
                  </a:lnTo>
                  <a:lnTo>
                    <a:pt x="11650" y="12559"/>
                  </a:lnTo>
                  <a:lnTo>
                    <a:pt x="11583" y="12559"/>
                  </a:lnTo>
                  <a:lnTo>
                    <a:pt x="11347" y="12626"/>
                  </a:lnTo>
                  <a:lnTo>
                    <a:pt x="11078" y="12660"/>
                  </a:lnTo>
                  <a:lnTo>
                    <a:pt x="11078" y="12390"/>
                  </a:lnTo>
                  <a:lnTo>
                    <a:pt x="11010" y="12155"/>
                  </a:lnTo>
                  <a:lnTo>
                    <a:pt x="10943" y="11919"/>
                  </a:lnTo>
                  <a:lnTo>
                    <a:pt x="10808" y="11683"/>
                  </a:lnTo>
                  <a:lnTo>
                    <a:pt x="10640" y="11515"/>
                  </a:lnTo>
                  <a:lnTo>
                    <a:pt x="10472" y="11347"/>
                  </a:lnTo>
                  <a:lnTo>
                    <a:pt x="10236" y="11246"/>
                  </a:lnTo>
                  <a:lnTo>
                    <a:pt x="9967" y="11178"/>
                  </a:lnTo>
                  <a:lnTo>
                    <a:pt x="9697" y="11178"/>
                  </a:lnTo>
                  <a:lnTo>
                    <a:pt x="9428" y="11246"/>
                  </a:lnTo>
                  <a:lnTo>
                    <a:pt x="9192" y="11380"/>
                  </a:lnTo>
                  <a:lnTo>
                    <a:pt x="8957" y="11549"/>
                  </a:lnTo>
                  <a:lnTo>
                    <a:pt x="8755" y="11751"/>
                  </a:lnTo>
                  <a:lnTo>
                    <a:pt x="8553" y="11986"/>
                  </a:lnTo>
                  <a:lnTo>
                    <a:pt x="8250" y="12424"/>
                  </a:lnTo>
                  <a:lnTo>
                    <a:pt x="8081" y="12761"/>
                  </a:lnTo>
                  <a:lnTo>
                    <a:pt x="7947" y="13131"/>
                  </a:lnTo>
                  <a:lnTo>
                    <a:pt x="7846" y="13468"/>
                  </a:lnTo>
                  <a:lnTo>
                    <a:pt x="7745" y="13804"/>
                  </a:lnTo>
                  <a:lnTo>
                    <a:pt x="7644" y="14545"/>
                  </a:lnTo>
                  <a:lnTo>
                    <a:pt x="7576" y="15286"/>
                  </a:lnTo>
                  <a:lnTo>
                    <a:pt x="7543" y="15824"/>
                  </a:lnTo>
                  <a:lnTo>
                    <a:pt x="7475" y="16363"/>
                  </a:lnTo>
                  <a:lnTo>
                    <a:pt x="7374" y="16902"/>
                  </a:lnTo>
                  <a:lnTo>
                    <a:pt x="7273" y="17171"/>
                  </a:lnTo>
                  <a:lnTo>
                    <a:pt x="7172" y="17407"/>
                  </a:lnTo>
                  <a:lnTo>
                    <a:pt x="7105" y="17542"/>
                  </a:lnTo>
                  <a:lnTo>
                    <a:pt x="7038" y="17643"/>
                  </a:lnTo>
                  <a:lnTo>
                    <a:pt x="6836" y="17811"/>
                  </a:lnTo>
                  <a:lnTo>
                    <a:pt x="6600" y="17912"/>
                  </a:lnTo>
                  <a:lnTo>
                    <a:pt x="6364" y="17946"/>
                  </a:lnTo>
                  <a:lnTo>
                    <a:pt x="6095" y="17946"/>
                  </a:lnTo>
                  <a:lnTo>
                    <a:pt x="5825" y="17912"/>
                  </a:lnTo>
                  <a:lnTo>
                    <a:pt x="5354" y="17811"/>
                  </a:lnTo>
                  <a:lnTo>
                    <a:pt x="4883" y="17643"/>
                  </a:lnTo>
                  <a:lnTo>
                    <a:pt x="4479" y="17441"/>
                  </a:lnTo>
                  <a:lnTo>
                    <a:pt x="4108" y="17138"/>
                  </a:lnTo>
                  <a:lnTo>
                    <a:pt x="3772" y="16801"/>
                  </a:lnTo>
                  <a:lnTo>
                    <a:pt x="3435" y="16464"/>
                  </a:lnTo>
                  <a:lnTo>
                    <a:pt x="3166" y="16060"/>
                  </a:lnTo>
                  <a:lnTo>
                    <a:pt x="2896" y="15656"/>
                  </a:lnTo>
                  <a:lnTo>
                    <a:pt x="2661" y="15252"/>
                  </a:lnTo>
                  <a:lnTo>
                    <a:pt x="2526" y="14915"/>
                  </a:lnTo>
                  <a:lnTo>
                    <a:pt x="2391" y="14612"/>
                  </a:lnTo>
                  <a:lnTo>
                    <a:pt x="2324" y="14276"/>
                  </a:lnTo>
                  <a:lnTo>
                    <a:pt x="2290" y="13939"/>
                  </a:lnTo>
                  <a:lnTo>
                    <a:pt x="2290" y="13602"/>
                  </a:lnTo>
                  <a:lnTo>
                    <a:pt x="2324" y="13266"/>
                  </a:lnTo>
                  <a:lnTo>
                    <a:pt x="2425" y="12929"/>
                  </a:lnTo>
                  <a:lnTo>
                    <a:pt x="2560" y="12592"/>
                  </a:lnTo>
                  <a:lnTo>
                    <a:pt x="2795" y="12222"/>
                  </a:lnTo>
                  <a:lnTo>
                    <a:pt x="3031" y="11852"/>
                  </a:lnTo>
                  <a:lnTo>
                    <a:pt x="3233" y="11481"/>
                  </a:lnTo>
                  <a:lnTo>
                    <a:pt x="3435" y="11077"/>
                  </a:lnTo>
                  <a:lnTo>
                    <a:pt x="3536" y="10741"/>
                  </a:lnTo>
                  <a:lnTo>
                    <a:pt x="3603" y="10438"/>
                  </a:lnTo>
                  <a:lnTo>
                    <a:pt x="3570" y="10135"/>
                  </a:lnTo>
                  <a:lnTo>
                    <a:pt x="3536" y="9832"/>
                  </a:lnTo>
                  <a:lnTo>
                    <a:pt x="3401" y="9562"/>
                  </a:lnTo>
                  <a:lnTo>
                    <a:pt x="3267" y="9293"/>
                  </a:lnTo>
                  <a:lnTo>
                    <a:pt x="3098" y="9024"/>
                  </a:lnTo>
                  <a:lnTo>
                    <a:pt x="2896" y="8788"/>
                  </a:lnTo>
                  <a:lnTo>
                    <a:pt x="2324" y="8148"/>
                  </a:lnTo>
                  <a:lnTo>
                    <a:pt x="2088" y="7811"/>
                  </a:lnTo>
                  <a:lnTo>
                    <a:pt x="1853" y="7475"/>
                  </a:lnTo>
                  <a:lnTo>
                    <a:pt x="1752" y="7306"/>
                  </a:lnTo>
                  <a:lnTo>
                    <a:pt x="1718" y="7138"/>
                  </a:lnTo>
                  <a:lnTo>
                    <a:pt x="1684" y="6801"/>
                  </a:lnTo>
                  <a:lnTo>
                    <a:pt x="1684" y="6094"/>
                  </a:lnTo>
                  <a:lnTo>
                    <a:pt x="1651" y="5993"/>
                  </a:lnTo>
                  <a:lnTo>
                    <a:pt x="1684" y="5960"/>
                  </a:lnTo>
                  <a:lnTo>
                    <a:pt x="1684" y="5892"/>
                  </a:lnTo>
                  <a:lnTo>
                    <a:pt x="1651" y="5825"/>
                  </a:lnTo>
                  <a:lnTo>
                    <a:pt x="1550" y="5791"/>
                  </a:lnTo>
                  <a:lnTo>
                    <a:pt x="1482" y="5791"/>
                  </a:lnTo>
                  <a:lnTo>
                    <a:pt x="1415" y="5758"/>
                  </a:lnTo>
                  <a:lnTo>
                    <a:pt x="1247" y="5589"/>
                  </a:lnTo>
                  <a:lnTo>
                    <a:pt x="1146" y="5354"/>
                  </a:lnTo>
                  <a:lnTo>
                    <a:pt x="1011" y="5084"/>
                  </a:lnTo>
                  <a:lnTo>
                    <a:pt x="843" y="4512"/>
                  </a:lnTo>
                  <a:lnTo>
                    <a:pt x="742" y="4074"/>
                  </a:lnTo>
                  <a:lnTo>
                    <a:pt x="573" y="3569"/>
                  </a:lnTo>
                  <a:lnTo>
                    <a:pt x="439" y="3031"/>
                  </a:lnTo>
                  <a:lnTo>
                    <a:pt x="338" y="2492"/>
                  </a:lnTo>
                  <a:lnTo>
                    <a:pt x="270" y="1953"/>
                  </a:lnTo>
                  <a:lnTo>
                    <a:pt x="270" y="1448"/>
                  </a:lnTo>
                  <a:lnTo>
                    <a:pt x="270" y="1213"/>
                  </a:lnTo>
                  <a:lnTo>
                    <a:pt x="338" y="943"/>
                  </a:lnTo>
                  <a:lnTo>
                    <a:pt x="405" y="741"/>
                  </a:lnTo>
                  <a:lnTo>
                    <a:pt x="540" y="539"/>
                  </a:lnTo>
                  <a:lnTo>
                    <a:pt x="708" y="371"/>
                  </a:lnTo>
                  <a:lnTo>
                    <a:pt x="944" y="270"/>
                  </a:lnTo>
                  <a:lnTo>
                    <a:pt x="1112" y="236"/>
                  </a:lnTo>
                  <a:lnTo>
                    <a:pt x="1112" y="236"/>
                  </a:lnTo>
                  <a:lnTo>
                    <a:pt x="977" y="337"/>
                  </a:lnTo>
                  <a:lnTo>
                    <a:pt x="843" y="472"/>
                  </a:lnTo>
                  <a:lnTo>
                    <a:pt x="742" y="640"/>
                  </a:lnTo>
                  <a:lnTo>
                    <a:pt x="674" y="842"/>
                  </a:lnTo>
                  <a:lnTo>
                    <a:pt x="674" y="1044"/>
                  </a:lnTo>
                  <a:lnTo>
                    <a:pt x="674" y="1246"/>
                  </a:lnTo>
                  <a:lnTo>
                    <a:pt x="742" y="1415"/>
                  </a:lnTo>
                  <a:lnTo>
                    <a:pt x="876" y="1549"/>
                  </a:lnTo>
                  <a:lnTo>
                    <a:pt x="910" y="1583"/>
                  </a:lnTo>
                  <a:lnTo>
                    <a:pt x="977" y="1583"/>
                  </a:lnTo>
                  <a:lnTo>
                    <a:pt x="1011" y="1549"/>
                  </a:lnTo>
                  <a:lnTo>
                    <a:pt x="1011" y="1482"/>
                  </a:lnTo>
                  <a:lnTo>
                    <a:pt x="910" y="1179"/>
                  </a:lnTo>
                  <a:lnTo>
                    <a:pt x="876" y="1044"/>
                  </a:lnTo>
                  <a:lnTo>
                    <a:pt x="910" y="876"/>
                  </a:lnTo>
                  <a:lnTo>
                    <a:pt x="944" y="741"/>
                  </a:lnTo>
                  <a:lnTo>
                    <a:pt x="1011" y="607"/>
                  </a:lnTo>
                  <a:lnTo>
                    <a:pt x="1213" y="405"/>
                  </a:lnTo>
                  <a:lnTo>
                    <a:pt x="1247" y="371"/>
                  </a:lnTo>
                  <a:lnTo>
                    <a:pt x="1213" y="304"/>
                  </a:lnTo>
                  <a:lnTo>
                    <a:pt x="1213" y="270"/>
                  </a:lnTo>
                  <a:lnTo>
                    <a:pt x="1146" y="236"/>
                  </a:lnTo>
                  <a:lnTo>
                    <a:pt x="1314" y="270"/>
                  </a:lnTo>
                  <a:lnTo>
                    <a:pt x="1449" y="270"/>
                  </a:lnTo>
                  <a:lnTo>
                    <a:pt x="1583" y="337"/>
                  </a:lnTo>
                  <a:lnTo>
                    <a:pt x="1718" y="405"/>
                  </a:lnTo>
                  <a:lnTo>
                    <a:pt x="1954" y="607"/>
                  </a:lnTo>
                  <a:lnTo>
                    <a:pt x="2122" y="876"/>
                  </a:lnTo>
                  <a:lnTo>
                    <a:pt x="2088" y="842"/>
                  </a:lnTo>
                  <a:lnTo>
                    <a:pt x="2021" y="842"/>
                  </a:lnTo>
                  <a:lnTo>
                    <a:pt x="1987" y="876"/>
                  </a:lnTo>
                  <a:lnTo>
                    <a:pt x="1954" y="910"/>
                  </a:lnTo>
                  <a:lnTo>
                    <a:pt x="1920" y="943"/>
                  </a:lnTo>
                  <a:lnTo>
                    <a:pt x="1886" y="943"/>
                  </a:lnTo>
                  <a:lnTo>
                    <a:pt x="1819" y="977"/>
                  </a:lnTo>
                  <a:lnTo>
                    <a:pt x="1785" y="1044"/>
                  </a:lnTo>
                  <a:lnTo>
                    <a:pt x="1752" y="1179"/>
                  </a:lnTo>
                  <a:lnTo>
                    <a:pt x="1785" y="1347"/>
                  </a:lnTo>
                  <a:lnTo>
                    <a:pt x="1785" y="1516"/>
                  </a:lnTo>
                  <a:lnTo>
                    <a:pt x="1853" y="1684"/>
                  </a:lnTo>
                  <a:lnTo>
                    <a:pt x="1954" y="1819"/>
                  </a:lnTo>
                  <a:lnTo>
                    <a:pt x="2088" y="1920"/>
                  </a:lnTo>
                  <a:lnTo>
                    <a:pt x="2156" y="1953"/>
                  </a:lnTo>
                  <a:lnTo>
                    <a:pt x="2223" y="1920"/>
                  </a:lnTo>
                  <a:lnTo>
                    <a:pt x="2257" y="1819"/>
                  </a:lnTo>
                  <a:lnTo>
                    <a:pt x="2223" y="1751"/>
                  </a:lnTo>
                  <a:lnTo>
                    <a:pt x="2290" y="1650"/>
                  </a:lnTo>
                  <a:lnTo>
                    <a:pt x="2257" y="1953"/>
                  </a:lnTo>
                  <a:lnTo>
                    <a:pt x="2189" y="2155"/>
                  </a:lnTo>
                  <a:lnTo>
                    <a:pt x="2055" y="2324"/>
                  </a:lnTo>
                  <a:lnTo>
                    <a:pt x="1920" y="2458"/>
                  </a:lnTo>
                  <a:lnTo>
                    <a:pt x="1752" y="2526"/>
                  </a:lnTo>
                  <a:lnTo>
                    <a:pt x="1550" y="2559"/>
                  </a:lnTo>
                  <a:lnTo>
                    <a:pt x="1381" y="2492"/>
                  </a:lnTo>
                  <a:lnTo>
                    <a:pt x="1314" y="2458"/>
                  </a:lnTo>
                  <a:lnTo>
                    <a:pt x="1213" y="2357"/>
                  </a:lnTo>
                  <a:lnTo>
                    <a:pt x="1146" y="2290"/>
                  </a:lnTo>
                  <a:lnTo>
                    <a:pt x="1112" y="2155"/>
                  </a:lnTo>
                  <a:lnTo>
                    <a:pt x="1045" y="2088"/>
                  </a:lnTo>
                  <a:lnTo>
                    <a:pt x="977" y="2088"/>
                  </a:lnTo>
                  <a:lnTo>
                    <a:pt x="944" y="2122"/>
                  </a:lnTo>
                  <a:lnTo>
                    <a:pt x="910" y="2189"/>
                  </a:lnTo>
                  <a:lnTo>
                    <a:pt x="1011" y="2391"/>
                  </a:lnTo>
                  <a:lnTo>
                    <a:pt x="1146" y="2593"/>
                  </a:lnTo>
                  <a:lnTo>
                    <a:pt x="1179" y="2997"/>
                  </a:lnTo>
                  <a:lnTo>
                    <a:pt x="1247" y="3401"/>
                  </a:lnTo>
                  <a:lnTo>
                    <a:pt x="1415" y="4209"/>
                  </a:lnTo>
                  <a:lnTo>
                    <a:pt x="1583" y="4983"/>
                  </a:lnTo>
                  <a:lnTo>
                    <a:pt x="1651" y="5421"/>
                  </a:lnTo>
                  <a:lnTo>
                    <a:pt x="1718" y="5825"/>
                  </a:lnTo>
                  <a:lnTo>
                    <a:pt x="1718" y="5859"/>
                  </a:lnTo>
                  <a:lnTo>
                    <a:pt x="1785" y="5892"/>
                  </a:lnTo>
                  <a:lnTo>
                    <a:pt x="1819" y="5859"/>
                  </a:lnTo>
                  <a:lnTo>
                    <a:pt x="1853" y="5825"/>
                  </a:lnTo>
                  <a:lnTo>
                    <a:pt x="1853" y="5421"/>
                  </a:lnTo>
                  <a:lnTo>
                    <a:pt x="1819" y="5051"/>
                  </a:lnTo>
                  <a:lnTo>
                    <a:pt x="1718" y="4276"/>
                  </a:lnTo>
                  <a:lnTo>
                    <a:pt x="1550" y="3502"/>
                  </a:lnTo>
                  <a:lnTo>
                    <a:pt x="1348" y="2728"/>
                  </a:lnTo>
                  <a:lnTo>
                    <a:pt x="1482" y="2795"/>
                  </a:lnTo>
                  <a:lnTo>
                    <a:pt x="1752" y="2795"/>
                  </a:lnTo>
                  <a:lnTo>
                    <a:pt x="1920" y="2728"/>
                  </a:lnTo>
                  <a:lnTo>
                    <a:pt x="2055" y="2627"/>
                  </a:lnTo>
                  <a:lnTo>
                    <a:pt x="2223" y="2492"/>
                  </a:lnTo>
                  <a:lnTo>
                    <a:pt x="2324" y="2324"/>
                  </a:lnTo>
                  <a:lnTo>
                    <a:pt x="2425" y="2155"/>
                  </a:lnTo>
                  <a:lnTo>
                    <a:pt x="2492" y="1953"/>
                  </a:lnTo>
                  <a:lnTo>
                    <a:pt x="2526" y="1785"/>
                  </a:lnTo>
                  <a:lnTo>
                    <a:pt x="2526" y="1583"/>
                  </a:lnTo>
                  <a:lnTo>
                    <a:pt x="2492" y="1381"/>
                  </a:lnTo>
                  <a:lnTo>
                    <a:pt x="2459" y="1213"/>
                  </a:lnTo>
                  <a:lnTo>
                    <a:pt x="2391" y="1011"/>
                  </a:lnTo>
                  <a:lnTo>
                    <a:pt x="2324" y="842"/>
                  </a:lnTo>
                  <a:lnTo>
                    <a:pt x="2223" y="674"/>
                  </a:lnTo>
                  <a:lnTo>
                    <a:pt x="1954" y="371"/>
                  </a:lnTo>
                  <a:lnTo>
                    <a:pt x="1819" y="270"/>
                  </a:lnTo>
                  <a:lnTo>
                    <a:pt x="1651" y="169"/>
                  </a:lnTo>
                  <a:lnTo>
                    <a:pt x="1482" y="102"/>
                  </a:lnTo>
                  <a:lnTo>
                    <a:pt x="1314" y="34"/>
                  </a:lnTo>
                  <a:lnTo>
                    <a:pt x="1146" y="1"/>
                  </a:lnTo>
                  <a:close/>
                  <a:moveTo>
                    <a:pt x="11785" y="12592"/>
                  </a:moveTo>
                  <a:lnTo>
                    <a:pt x="11751" y="12626"/>
                  </a:lnTo>
                  <a:lnTo>
                    <a:pt x="11717" y="12727"/>
                  </a:lnTo>
                  <a:lnTo>
                    <a:pt x="11684" y="12929"/>
                  </a:lnTo>
                  <a:lnTo>
                    <a:pt x="11684" y="13165"/>
                  </a:lnTo>
                  <a:lnTo>
                    <a:pt x="11684" y="13400"/>
                  </a:lnTo>
                  <a:lnTo>
                    <a:pt x="11751" y="13636"/>
                  </a:lnTo>
                  <a:lnTo>
                    <a:pt x="11886" y="14074"/>
                  </a:lnTo>
                  <a:lnTo>
                    <a:pt x="12020" y="14478"/>
                  </a:lnTo>
                  <a:lnTo>
                    <a:pt x="12222" y="15286"/>
                  </a:lnTo>
                  <a:lnTo>
                    <a:pt x="12357" y="16128"/>
                  </a:lnTo>
                  <a:lnTo>
                    <a:pt x="12492" y="16936"/>
                  </a:lnTo>
                  <a:lnTo>
                    <a:pt x="12660" y="17777"/>
                  </a:lnTo>
                  <a:lnTo>
                    <a:pt x="12458" y="17811"/>
                  </a:lnTo>
                  <a:lnTo>
                    <a:pt x="12290" y="17777"/>
                  </a:lnTo>
                  <a:lnTo>
                    <a:pt x="12155" y="17710"/>
                  </a:lnTo>
                  <a:lnTo>
                    <a:pt x="12020" y="17609"/>
                  </a:lnTo>
                  <a:lnTo>
                    <a:pt x="11886" y="17474"/>
                  </a:lnTo>
                  <a:lnTo>
                    <a:pt x="11785" y="17340"/>
                  </a:lnTo>
                  <a:lnTo>
                    <a:pt x="11650" y="16969"/>
                  </a:lnTo>
                  <a:lnTo>
                    <a:pt x="11515" y="16565"/>
                  </a:lnTo>
                  <a:lnTo>
                    <a:pt x="11448" y="16161"/>
                  </a:lnTo>
                  <a:lnTo>
                    <a:pt x="11347" y="15454"/>
                  </a:lnTo>
                  <a:lnTo>
                    <a:pt x="11212" y="14781"/>
                  </a:lnTo>
                  <a:lnTo>
                    <a:pt x="11044" y="14141"/>
                  </a:lnTo>
                  <a:lnTo>
                    <a:pt x="10943" y="13501"/>
                  </a:lnTo>
                  <a:lnTo>
                    <a:pt x="10842" y="13198"/>
                  </a:lnTo>
                  <a:lnTo>
                    <a:pt x="10775" y="13064"/>
                  </a:lnTo>
                  <a:lnTo>
                    <a:pt x="10707" y="12963"/>
                  </a:lnTo>
                  <a:lnTo>
                    <a:pt x="10640" y="12929"/>
                  </a:lnTo>
                  <a:lnTo>
                    <a:pt x="10606" y="12963"/>
                  </a:lnTo>
                  <a:lnTo>
                    <a:pt x="10539" y="13097"/>
                  </a:lnTo>
                  <a:lnTo>
                    <a:pt x="10539" y="13299"/>
                  </a:lnTo>
                  <a:lnTo>
                    <a:pt x="10573" y="13501"/>
                  </a:lnTo>
                  <a:lnTo>
                    <a:pt x="10640" y="13737"/>
                  </a:lnTo>
                  <a:lnTo>
                    <a:pt x="10909" y="14511"/>
                  </a:lnTo>
                  <a:lnTo>
                    <a:pt x="11078" y="15387"/>
                  </a:lnTo>
                  <a:lnTo>
                    <a:pt x="11212" y="16229"/>
                  </a:lnTo>
                  <a:lnTo>
                    <a:pt x="11347" y="16835"/>
                  </a:lnTo>
                  <a:lnTo>
                    <a:pt x="11448" y="17138"/>
                  </a:lnTo>
                  <a:lnTo>
                    <a:pt x="11583" y="17407"/>
                  </a:lnTo>
                  <a:lnTo>
                    <a:pt x="11751" y="17643"/>
                  </a:lnTo>
                  <a:lnTo>
                    <a:pt x="11919" y="17845"/>
                  </a:lnTo>
                  <a:lnTo>
                    <a:pt x="12155" y="17979"/>
                  </a:lnTo>
                  <a:lnTo>
                    <a:pt x="12290" y="18013"/>
                  </a:lnTo>
                  <a:lnTo>
                    <a:pt x="12424" y="18047"/>
                  </a:lnTo>
                  <a:lnTo>
                    <a:pt x="12492" y="18417"/>
                  </a:lnTo>
                  <a:lnTo>
                    <a:pt x="12559" y="18787"/>
                  </a:lnTo>
                  <a:lnTo>
                    <a:pt x="12896" y="18787"/>
                  </a:lnTo>
                  <a:lnTo>
                    <a:pt x="12795" y="18383"/>
                  </a:lnTo>
                  <a:lnTo>
                    <a:pt x="12626" y="18013"/>
                  </a:lnTo>
                  <a:lnTo>
                    <a:pt x="12828" y="17979"/>
                  </a:lnTo>
                  <a:lnTo>
                    <a:pt x="13030" y="17912"/>
                  </a:lnTo>
                  <a:lnTo>
                    <a:pt x="13064" y="17878"/>
                  </a:lnTo>
                  <a:lnTo>
                    <a:pt x="13064" y="17845"/>
                  </a:lnTo>
                  <a:lnTo>
                    <a:pt x="13064" y="17744"/>
                  </a:lnTo>
                  <a:lnTo>
                    <a:pt x="12997" y="17676"/>
                  </a:lnTo>
                  <a:lnTo>
                    <a:pt x="12896" y="17676"/>
                  </a:lnTo>
                  <a:lnTo>
                    <a:pt x="12593" y="16262"/>
                  </a:lnTo>
                  <a:lnTo>
                    <a:pt x="12357" y="14814"/>
                  </a:lnTo>
                  <a:lnTo>
                    <a:pt x="12290" y="14545"/>
                  </a:lnTo>
                  <a:lnTo>
                    <a:pt x="12222" y="14276"/>
                  </a:lnTo>
                  <a:lnTo>
                    <a:pt x="12054" y="13771"/>
                  </a:lnTo>
                  <a:lnTo>
                    <a:pt x="11987" y="13501"/>
                  </a:lnTo>
                  <a:lnTo>
                    <a:pt x="11919" y="13232"/>
                  </a:lnTo>
                  <a:lnTo>
                    <a:pt x="11919" y="12963"/>
                  </a:lnTo>
                  <a:lnTo>
                    <a:pt x="11919" y="12693"/>
                  </a:lnTo>
                  <a:lnTo>
                    <a:pt x="11919" y="12626"/>
                  </a:lnTo>
                  <a:lnTo>
                    <a:pt x="11852" y="12592"/>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5" name="Google Shape;335;p3"/>
            <p:cNvSpPr/>
            <p:nvPr/>
          </p:nvSpPr>
          <p:spPr>
            <a:xfrm>
              <a:off x="1979908" y="3236816"/>
              <a:ext cx="2925533" cy="30174"/>
            </a:xfrm>
            <a:custGeom>
              <a:avLst/>
              <a:gdLst/>
              <a:ahLst/>
              <a:cxnLst/>
              <a:rect l="l" t="t" r="r" b="b"/>
              <a:pathLst>
                <a:path w="58852" h="607" extrusionOk="0">
                  <a:moveTo>
                    <a:pt x="25251" y="0"/>
                  </a:moveTo>
                  <a:lnTo>
                    <a:pt x="18551" y="34"/>
                  </a:lnTo>
                  <a:lnTo>
                    <a:pt x="11851" y="135"/>
                  </a:lnTo>
                  <a:lnTo>
                    <a:pt x="5151" y="269"/>
                  </a:lnTo>
                  <a:lnTo>
                    <a:pt x="2626" y="337"/>
                  </a:lnTo>
                  <a:lnTo>
                    <a:pt x="67" y="438"/>
                  </a:lnTo>
                  <a:lnTo>
                    <a:pt x="34" y="438"/>
                  </a:lnTo>
                  <a:lnTo>
                    <a:pt x="0" y="505"/>
                  </a:lnTo>
                  <a:lnTo>
                    <a:pt x="34" y="539"/>
                  </a:lnTo>
                  <a:lnTo>
                    <a:pt x="67" y="539"/>
                  </a:lnTo>
                  <a:lnTo>
                    <a:pt x="13467" y="303"/>
                  </a:lnTo>
                  <a:lnTo>
                    <a:pt x="20167" y="236"/>
                  </a:lnTo>
                  <a:lnTo>
                    <a:pt x="26867" y="168"/>
                  </a:lnTo>
                  <a:lnTo>
                    <a:pt x="33567" y="168"/>
                  </a:lnTo>
                  <a:lnTo>
                    <a:pt x="40267" y="236"/>
                  </a:lnTo>
                  <a:lnTo>
                    <a:pt x="46967" y="337"/>
                  </a:lnTo>
                  <a:lnTo>
                    <a:pt x="53667" y="471"/>
                  </a:lnTo>
                  <a:lnTo>
                    <a:pt x="58751" y="606"/>
                  </a:lnTo>
                  <a:lnTo>
                    <a:pt x="58818" y="572"/>
                  </a:lnTo>
                  <a:lnTo>
                    <a:pt x="58852" y="539"/>
                  </a:lnTo>
                  <a:lnTo>
                    <a:pt x="58818" y="471"/>
                  </a:lnTo>
                  <a:lnTo>
                    <a:pt x="58751" y="438"/>
                  </a:lnTo>
                  <a:lnTo>
                    <a:pt x="52051" y="236"/>
                  </a:lnTo>
                  <a:lnTo>
                    <a:pt x="45351" y="135"/>
                  </a:lnTo>
                  <a:lnTo>
                    <a:pt x="38651" y="34"/>
                  </a:lnTo>
                  <a:lnTo>
                    <a:pt x="3195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6" name="Google Shape;336;p3"/>
            <p:cNvSpPr/>
            <p:nvPr/>
          </p:nvSpPr>
          <p:spPr>
            <a:xfrm>
              <a:off x="1410828" y="5004156"/>
              <a:ext cx="257796" cy="137299"/>
            </a:xfrm>
            <a:custGeom>
              <a:avLst/>
              <a:gdLst/>
              <a:ahLst/>
              <a:cxnLst/>
              <a:rect l="l" t="t" r="r" b="b"/>
              <a:pathLst>
                <a:path w="5186" h="2762" extrusionOk="0">
                  <a:moveTo>
                    <a:pt x="2189" y="304"/>
                  </a:moveTo>
                  <a:lnTo>
                    <a:pt x="2391" y="337"/>
                  </a:lnTo>
                  <a:lnTo>
                    <a:pt x="2560" y="405"/>
                  </a:lnTo>
                  <a:lnTo>
                    <a:pt x="2694" y="506"/>
                  </a:lnTo>
                  <a:lnTo>
                    <a:pt x="2829" y="607"/>
                  </a:lnTo>
                  <a:lnTo>
                    <a:pt x="2930" y="775"/>
                  </a:lnTo>
                  <a:lnTo>
                    <a:pt x="2997" y="977"/>
                  </a:lnTo>
                  <a:lnTo>
                    <a:pt x="3031" y="1213"/>
                  </a:lnTo>
                  <a:lnTo>
                    <a:pt x="3031" y="1415"/>
                  </a:lnTo>
                  <a:lnTo>
                    <a:pt x="2997" y="1617"/>
                  </a:lnTo>
                  <a:lnTo>
                    <a:pt x="2964" y="1819"/>
                  </a:lnTo>
                  <a:lnTo>
                    <a:pt x="2896" y="2021"/>
                  </a:lnTo>
                  <a:lnTo>
                    <a:pt x="2021" y="2122"/>
                  </a:lnTo>
                  <a:lnTo>
                    <a:pt x="1415" y="2122"/>
                  </a:lnTo>
                  <a:lnTo>
                    <a:pt x="1045" y="2054"/>
                  </a:lnTo>
                  <a:lnTo>
                    <a:pt x="708" y="1920"/>
                  </a:lnTo>
                  <a:lnTo>
                    <a:pt x="573" y="1852"/>
                  </a:lnTo>
                  <a:lnTo>
                    <a:pt x="472" y="1751"/>
                  </a:lnTo>
                  <a:lnTo>
                    <a:pt x="371" y="1684"/>
                  </a:lnTo>
                  <a:lnTo>
                    <a:pt x="304" y="1549"/>
                  </a:lnTo>
                  <a:lnTo>
                    <a:pt x="270" y="1415"/>
                  </a:lnTo>
                  <a:lnTo>
                    <a:pt x="304" y="1280"/>
                  </a:lnTo>
                  <a:lnTo>
                    <a:pt x="371" y="1145"/>
                  </a:lnTo>
                  <a:lnTo>
                    <a:pt x="506" y="977"/>
                  </a:lnTo>
                  <a:lnTo>
                    <a:pt x="641" y="842"/>
                  </a:lnTo>
                  <a:lnTo>
                    <a:pt x="809" y="708"/>
                  </a:lnTo>
                  <a:lnTo>
                    <a:pt x="1146" y="506"/>
                  </a:lnTo>
                  <a:lnTo>
                    <a:pt x="1583" y="371"/>
                  </a:lnTo>
                  <a:lnTo>
                    <a:pt x="1785" y="337"/>
                  </a:lnTo>
                  <a:lnTo>
                    <a:pt x="1987" y="304"/>
                  </a:lnTo>
                  <a:close/>
                  <a:moveTo>
                    <a:pt x="2156" y="1"/>
                  </a:moveTo>
                  <a:lnTo>
                    <a:pt x="1920" y="34"/>
                  </a:lnTo>
                  <a:lnTo>
                    <a:pt x="1651" y="68"/>
                  </a:lnTo>
                  <a:lnTo>
                    <a:pt x="1314" y="135"/>
                  </a:lnTo>
                  <a:lnTo>
                    <a:pt x="944" y="304"/>
                  </a:lnTo>
                  <a:lnTo>
                    <a:pt x="607" y="506"/>
                  </a:lnTo>
                  <a:lnTo>
                    <a:pt x="304" y="775"/>
                  </a:lnTo>
                  <a:lnTo>
                    <a:pt x="203" y="910"/>
                  </a:lnTo>
                  <a:lnTo>
                    <a:pt x="102" y="1044"/>
                  </a:lnTo>
                  <a:lnTo>
                    <a:pt x="35" y="1213"/>
                  </a:lnTo>
                  <a:lnTo>
                    <a:pt x="1" y="1381"/>
                  </a:lnTo>
                  <a:lnTo>
                    <a:pt x="35" y="1549"/>
                  </a:lnTo>
                  <a:lnTo>
                    <a:pt x="68" y="1718"/>
                  </a:lnTo>
                  <a:lnTo>
                    <a:pt x="169" y="1886"/>
                  </a:lnTo>
                  <a:lnTo>
                    <a:pt x="338" y="2054"/>
                  </a:lnTo>
                  <a:lnTo>
                    <a:pt x="540" y="2223"/>
                  </a:lnTo>
                  <a:lnTo>
                    <a:pt x="775" y="2324"/>
                  </a:lnTo>
                  <a:lnTo>
                    <a:pt x="1045" y="2391"/>
                  </a:lnTo>
                  <a:lnTo>
                    <a:pt x="1314" y="2425"/>
                  </a:lnTo>
                  <a:lnTo>
                    <a:pt x="1617" y="2458"/>
                  </a:lnTo>
                  <a:lnTo>
                    <a:pt x="1886" y="2425"/>
                  </a:lnTo>
                  <a:lnTo>
                    <a:pt x="2425" y="2391"/>
                  </a:lnTo>
                  <a:lnTo>
                    <a:pt x="2728" y="2324"/>
                  </a:lnTo>
                  <a:lnTo>
                    <a:pt x="2593" y="2559"/>
                  </a:lnTo>
                  <a:lnTo>
                    <a:pt x="2425" y="2761"/>
                  </a:lnTo>
                  <a:lnTo>
                    <a:pt x="2728" y="2761"/>
                  </a:lnTo>
                  <a:lnTo>
                    <a:pt x="2896" y="2559"/>
                  </a:lnTo>
                  <a:lnTo>
                    <a:pt x="2997" y="2324"/>
                  </a:lnTo>
                  <a:lnTo>
                    <a:pt x="3435" y="2290"/>
                  </a:lnTo>
                  <a:lnTo>
                    <a:pt x="3671" y="2324"/>
                  </a:lnTo>
                  <a:lnTo>
                    <a:pt x="3906" y="2357"/>
                  </a:lnTo>
                  <a:lnTo>
                    <a:pt x="4310" y="2526"/>
                  </a:lnTo>
                  <a:lnTo>
                    <a:pt x="4546" y="2627"/>
                  </a:lnTo>
                  <a:lnTo>
                    <a:pt x="4748" y="2761"/>
                  </a:lnTo>
                  <a:lnTo>
                    <a:pt x="5186" y="2761"/>
                  </a:lnTo>
                  <a:lnTo>
                    <a:pt x="5051" y="2627"/>
                  </a:lnTo>
                  <a:lnTo>
                    <a:pt x="4916" y="2492"/>
                  </a:lnTo>
                  <a:lnTo>
                    <a:pt x="4748" y="2391"/>
                  </a:lnTo>
                  <a:lnTo>
                    <a:pt x="4546" y="2290"/>
                  </a:lnTo>
                  <a:lnTo>
                    <a:pt x="4176" y="2122"/>
                  </a:lnTo>
                  <a:lnTo>
                    <a:pt x="3805" y="2021"/>
                  </a:lnTo>
                  <a:lnTo>
                    <a:pt x="3469" y="1987"/>
                  </a:lnTo>
                  <a:lnTo>
                    <a:pt x="3132" y="1987"/>
                  </a:lnTo>
                  <a:lnTo>
                    <a:pt x="3233" y="1583"/>
                  </a:lnTo>
                  <a:lnTo>
                    <a:pt x="3267" y="1179"/>
                  </a:lnTo>
                  <a:lnTo>
                    <a:pt x="3233" y="1011"/>
                  </a:lnTo>
                  <a:lnTo>
                    <a:pt x="3233" y="842"/>
                  </a:lnTo>
                  <a:lnTo>
                    <a:pt x="3166" y="674"/>
                  </a:lnTo>
                  <a:lnTo>
                    <a:pt x="3098" y="506"/>
                  </a:lnTo>
                  <a:lnTo>
                    <a:pt x="2997" y="371"/>
                  </a:lnTo>
                  <a:lnTo>
                    <a:pt x="2863" y="270"/>
                  </a:lnTo>
                  <a:lnTo>
                    <a:pt x="2728" y="169"/>
                  </a:lnTo>
                  <a:lnTo>
                    <a:pt x="2560" y="102"/>
                  </a:lnTo>
                  <a:lnTo>
                    <a:pt x="2358" y="34"/>
                  </a:lnTo>
                  <a:lnTo>
                    <a:pt x="215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7" name="Google Shape;337;p3"/>
            <p:cNvSpPr/>
            <p:nvPr/>
          </p:nvSpPr>
          <p:spPr>
            <a:xfrm>
              <a:off x="3536378" y="4478621"/>
              <a:ext cx="41856" cy="35195"/>
            </a:xfrm>
            <a:custGeom>
              <a:avLst/>
              <a:gdLst/>
              <a:ahLst/>
              <a:cxnLst/>
              <a:rect l="l" t="t" r="r" b="b"/>
              <a:pathLst>
                <a:path w="842" h="708" extrusionOk="0">
                  <a:moveTo>
                    <a:pt x="674" y="1"/>
                  </a:moveTo>
                  <a:lnTo>
                    <a:pt x="606" y="34"/>
                  </a:lnTo>
                  <a:lnTo>
                    <a:pt x="606" y="102"/>
                  </a:lnTo>
                  <a:lnTo>
                    <a:pt x="606" y="236"/>
                  </a:lnTo>
                  <a:lnTo>
                    <a:pt x="573" y="371"/>
                  </a:lnTo>
                  <a:lnTo>
                    <a:pt x="539" y="438"/>
                  </a:lnTo>
                  <a:lnTo>
                    <a:pt x="472" y="472"/>
                  </a:lnTo>
                  <a:lnTo>
                    <a:pt x="337" y="506"/>
                  </a:lnTo>
                  <a:lnTo>
                    <a:pt x="270" y="506"/>
                  </a:lnTo>
                  <a:lnTo>
                    <a:pt x="236" y="472"/>
                  </a:lnTo>
                  <a:lnTo>
                    <a:pt x="202" y="405"/>
                  </a:lnTo>
                  <a:lnTo>
                    <a:pt x="169" y="337"/>
                  </a:lnTo>
                  <a:lnTo>
                    <a:pt x="202" y="304"/>
                  </a:lnTo>
                  <a:lnTo>
                    <a:pt x="202" y="236"/>
                  </a:lnTo>
                  <a:lnTo>
                    <a:pt x="270" y="135"/>
                  </a:lnTo>
                  <a:lnTo>
                    <a:pt x="236" y="102"/>
                  </a:lnTo>
                  <a:lnTo>
                    <a:pt x="236" y="68"/>
                  </a:lnTo>
                  <a:lnTo>
                    <a:pt x="101" y="68"/>
                  </a:lnTo>
                  <a:lnTo>
                    <a:pt x="34" y="135"/>
                  </a:lnTo>
                  <a:lnTo>
                    <a:pt x="0" y="236"/>
                  </a:lnTo>
                  <a:lnTo>
                    <a:pt x="0" y="337"/>
                  </a:lnTo>
                  <a:lnTo>
                    <a:pt x="0" y="472"/>
                  </a:lnTo>
                  <a:lnTo>
                    <a:pt x="68" y="573"/>
                  </a:lnTo>
                  <a:lnTo>
                    <a:pt x="169" y="640"/>
                  </a:lnTo>
                  <a:lnTo>
                    <a:pt x="270" y="674"/>
                  </a:lnTo>
                  <a:lnTo>
                    <a:pt x="404" y="708"/>
                  </a:lnTo>
                  <a:lnTo>
                    <a:pt x="505" y="674"/>
                  </a:lnTo>
                  <a:lnTo>
                    <a:pt x="640" y="607"/>
                  </a:lnTo>
                  <a:lnTo>
                    <a:pt x="741" y="506"/>
                  </a:lnTo>
                  <a:lnTo>
                    <a:pt x="808" y="405"/>
                  </a:lnTo>
                  <a:lnTo>
                    <a:pt x="842" y="270"/>
                  </a:lnTo>
                  <a:lnTo>
                    <a:pt x="842" y="169"/>
                  </a:lnTo>
                  <a:lnTo>
                    <a:pt x="775"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8" name="Google Shape;338;p3"/>
            <p:cNvSpPr/>
            <p:nvPr/>
          </p:nvSpPr>
          <p:spPr>
            <a:xfrm>
              <a:off x="3492832" y="4430105"/>
              <a:ext cx="127258" cy="122237"/>
            </a:xfrm>
            <a:custGeom>
              <a:avLst/>
              <a:gdLst/>
              <a:ahLst/>
              <a:cxnLst/>
              <a:rect l="l" t="t" r="r" b="b"/>
              <a:pathLst>
                <a:path w="2560" h="2459" extrusionOk="0">
                  <a:moveTo>
                    <a:pt x="169" y="202"/>
                  </a:moveTo>
                  <a:lnTo>
                    <a:pt x="708" y="236"/>
                  </a:lnTo>
                  <a:lnTo>
                    <a:pt x="1247" y="270"/>
                  </a:lnTo>
                  <a:lnTo>
                    <a:pt x="2324" y="236"/>
                  </a:lnTo>
                  <a:lnTo>
                    <a:pt x="2324" y="707"/>
                  </a:lnTo>
                  <a:lnTo>
                    <a:pt x="2324" y="1145"/>
                  </a:lnTo>
                  <a:lnTo>
                    <a:pt x="2324" y="1684"/>
                  </a:lnTo>
                  <a:lnTo>
                    <a:pt x="2324" y="2222"/>
                  </a:lnTo>
                  <a:lnTo>
                    <a:pt x="2088" y="2189"/>
                  </a:lnTo>
                  <a:lnTo>
                    <a:pt x="607" y="2189"/>
                  </a:lnTo>
                  <a:lnTo>
                    <a:pt x="338" y="2256"/>
                  </a:lnTo>
                  <a:lnTo>
                    <a:pt x="304" y="1684"/>
                  </a:lnTo>
                  <a:lnTo>
                    <a:pt x="237" y="1145"/>
                  </a:lnTo>
                  <a:lnTo>
                    <a:pt x="237" y="674"/>
                  </a:lnTo>
                  <a:lnTo>
                    <a:pt x="169" y="202"/>
                  </a:lnTo>
                  <a:close/>
                  <a:moveTo>
                    <a:pt x="708" y="0"/>
                  </a:moveTo>
                  <a:lnTo>
                    <a:pt x="169" y="34"/>
                  </a:lnTo>
                  <a:lnTo>
                    <a:pt x="102" y="68"/>
                  </a:lnTo>
                  <a:lnTo>
                    <a:pt x="68" y="135"/>
                  </a:lnTo>
                  <a:lnTo>
                    <a:pt x="35" y="371"/>
                  </a:lnTo>
                  <a:lnTo>
                    <a:pt x="1" y="640"/>
                  </a:lnTo>
                  <a:lnTo>
                    <a:pt x="35" y="1145"/>
                  </a:lnTo>
                  <a:lnTo>
                    <a:pt x="68" y="1751"/>
                  </a:lnTo>
                  <a:lnTo>
                    <a:pt x="102" y="2054"/>
                  </a:lnTo>
                  <a:lnTo>
                    <a:pt x="169" y="2323"/>
                  </a:lnTo>
                  <a:lnTo>
                    <a:pt x="169" y="2391"/>
                  </a:lnTo>
                  <a:lnTo>
                    <a:pt x="304" y="2391"/>
                  </a:lnTo>
                  <a:lnTo>
                    <a:pt x="540" y="2424"/>
                  </a:lnTo>
                  <a:lnTo>
                    <a:pt x="1280" y="2424"/>
                  </a:lnTo>
                  <a:lnTo>
                    <a:pt x="1819" y="2458"/>
                  </a:lnTo>
                  <a:lnTo>
                    <a:pt x="2088" y="2458"/>
                  </a:lnTo>
                  <a:lnTo>
                    <a:pt x="2358" y="2424"/>
                  </a:lnTo>
                  <a:lnTo>
                    <a:pt x="2391" y="2458"/>
                  </a:lnTo>
                  <a:lnTo>
                    <a:pt x="2425" y="2458"/>
                  </a:lnTo>
                  <a:lnTo>
                    <a:pt x="2459" y="2424"/>
                  </a:lnTo>
                  <a:lnTo>
                    <a:pt x="2492" y="2391"/>
                  </a:lnTo>
                  <a:lnTo>
                    <a:pt x="2526" y="2121"/>
                  </a:lnTo>
                  <a:lnTo>
                    <a:pt x="2560" y="1852"/>
                  </a:lnTo>
                  <a:lnTo>
                    <a:pt x="2526" y="1313"/>
                  </a:lnTo>
                  <a:lnTo>
                    <a:pt x="2526" y="707"/>
                  </a:lnTo>
                  <a:lnTo>
                    <a:pt x="2526" y="404"/>
                  </a:lnTo>
                  <a:lnTo>
                    <a:pt x="2459" y="101"/>
                  </a:lnTo>
                  <a:lnTo>
                    <a:pt x="2425" y="68"/>
                  </a:lnTo>
                  <a:lnTo>
                    <a:pt x="2391" y="34"/>
                  </a:lnTo>
                  <a:lnTo>
                    <a:pt x="2324" y="34"/>
                  </a:lnTo>
                  <a:lnTo>
                    <a:pt x="124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39" name="Google Shape;339;p3"/>
            <p:cNvSpPr/>
            <p:nvPr/>
          </p:nvSpPr>
          <p:spPr>
            <a:xfrm>
              <a:off x="3559792" y="4292855"/>
              <a:ext cx="15112" cy="120547"/>
            </a:xfrm>
            <a:custGeom>
              <a:avLst/>
              <a:gdLst/>
              <a:ahLst/>
              <a:cxnLst/>
              <a:rect l="l" t="t" r="r" b="b"/>
              <a:pathLst>
                <a:path w="304" h="2425" extrusionOk="0">
                  <a:moveTo>
                    <a:pt x="102" y="1"/>
                  </a:moveTo>
                  <a:lnTo>
                    <a:pt x="68" y="34"/>
                  </a:lnTo>
                  <a:lnTo>
                    <a:pt x="34" y="304"/>
                  </a:lnTo>
                  <a:lnTo>
                    <a:pt x="1" y="573"/>
                  </a:lnTo>
                  <a:lnTo>
                    <a:pt x="34" y="1112"/>
                  </a:lnTo>
                  <a:lnTo>
                    <a:pt x="34" y="1751"/>
                  </a:lnTo>
                  <a:lnTo>
                    <a:pt x="68" y="2054"/>
                  </a:lnTo>
                  <a:lnTo>
                    <a:pt x="135" y="2357"/>
                  </a:lnTo>
                  <a:lnTo>
                    <a:pt x="169" y="2425"/>
                  </a:lnTo>
                  <a:lnTo>
                    <a:pt x="203" y="2425"/>
                  </a:lnTo>
                  <a:lnTo>
                    <a:pt x="236" y="2391"/>
                  </a:lnTo>
                  <a:lnTo>
                    <a:pt x="270" y="2357"/>
                  </a:lnTo>
                  <a:lnTo>
                    <a:pt x="304" y="2054"/>
                  </a:lnTo>
                  <a:lnTo>
                    <a:pt x="270" y="1718"/>
                  </a:lnTo>
                  <a:lnTo>
                    <a:pt x="236" y="1112"/>
                  </a:lnTo>
                  <a:lnTo>
                    <a:pt x="236" y="573"/>
                  </a:lnTo>
                  <a:lnTo>
                    <a:pt x="203" y="304"/>
                  </a:lnTo>
                  <a:lnTo>
                    <a:pt x="169"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0" name="Google Shape;340;p3"/>
            <p:cNvSpPr/>
            <p:nvPr/>
          </p:nvSpPr>
          <p:spPr>
            <a:xfrm>
              <a:off x="3499543" y="4756451"/>
              <a:ext cx="38525" cy="33505"/>
            </a:xfrm>
            <a:custGeom>
              <a:avLst/>
              <a:gdLst/>
              <a:ahLst/>
              <a:cxnLst/>
              <a:rect l="l" t="t" r="r" b="b"/>
              <a:pathLst>
                <a:path w="775" h="674" extrusionOk="0">
                  <a:moveTo>
                    <a:pt x="102" y="1"/>
                  </a:moveTo>
                  <a:lnTo>
                    <a:pt x="68" y="34"/>
                  </a:lnTo>
                  <a:lnTo>
                    <a:pt x="34" y="102"/>
                  </a:lnTo>
                  <a:lnTo>
                    <a:pt x="34" y="135"/>
                  </a:lnTo>
                  <a:lnTo>
                    <a:pt x="1" y="270"/>
                  </a:lnTo>
                  <a:lnTo>
                    <a:pt x="1" y="573"/>
                  </a:lnTo>
                  <a:lnTo>
                    <a:pt x="1" y="640"/>
                  </a:lnTo>
                  <a:lnTo>
                    <a:pt x="68" y="674"/>
                  </a:lnTo>
                  <a:lnTo>
                    <a:pt x="135" y="674"/>
                  </a:lnTo>
                  <a:lnTo>
                    <a:pt x="169" y="607"/>
                  </a:lnTo>
                  <a:lnTo>
                    <a:pt x="236" y="371"/>
                  </a:lnTo>
                  <a:lnTo>
                    <a:pt x="405" y="607"/>
                  </a:lnTo>
                  <a:lnTo>
                    <a:pt x="472" y="640"/>
                  </a:lnTo>
                  <a:lnTo>
                    <a:pt x="573" y="674"/>
                  </a:lnTo>
                  <a:lnTo>
                    <a:pt x="674" y="674"/>
                  </a:lnTo>
                  <a:lnTo>
                    <a:pt x="741" y="607"/>
                  </a:lnTo>
                  <a:lnTo>
                    <a:pt x="775" y="539"/>
                  </a:lnTo>
                  <a:lnTo>
                    <a:pt x="775" y="472"/>
                  </a:lnTo>
                  <a:lnTo>
                    <a:pt x="741" y="304"/>
                  </a:lnTo>
                  <a:lnTo>
                    <a:pt x="741" y="169"/>
                  </a:lnTo>
                  <a:lnTo>
                    <a:pt x="708" y="102"/>
                  </a:lnTo>
                  <a:lnTo>
                    <a:pt x="674" y="68"/>
                  </a:lnTo>
                  <a:lnTo>
                    <a:pt x="607" y="68"/>
                  </a:lnTo>
                  <a:lnTo>
                    <a:pt x="573" y="102"/>
                  </a:lnTo>
                  <a:lnTo>
                    <a:pt x="539" y="169"/>
                  </a:lnTo>
                  <a:lnTo>
                    <a:pt x="539" y="270"/>
                  </a:lnTo>
                  <a:lnTo>
                    <a:pt x="573" y="472"/>
                  </a:lnTo>
                  <a:lnTo>
                    <a:pt x="506" y="438"/>
                  </a:lnTo>
                  <a:lnTo>
                    <a:pt x="472" y="337"/>
                  </a:lnTo>
                  <a:lnTo>
                    <a:pt x="236"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1" name="Google Shape;341;p3"/>
            <p:cNvSpPr/>
            <p:nvPr/>
          </p:nvSpPr>
          <p:spPr>
            <a:xfrm>
              <a:off x="3452667" y="4711264"/>
              <a:ext cx="127258" cy="122237"/>
            </a:xfrm>
            <a:custGeom>
              <a:avLst/>
              <a:gdLst/>
              <a:ahLst/>
              <a:cxnLst/>
              <a:rect l="l" t="t" r="r" b="b"/>
              <a:pathLst>
                <a:path w="2560" h="2459" extrusionOk="0">
                  <a:moveTo>
                    <a:pt x="169" y="203"/>
                  </a:moveTo>
                  <a:lnTo>
                    <a:pt x="708" y="236"/>
                  </a:lnTo>
                  <a:lnTo>
                    <a:pt x="1247" y="270"/>
                  </a:lnTo>
                  <a:lnTo>
                    <a:pt x="2324" y="236"/>
                  </a:lnTo>
                  <a:lnTo>
                    <a:pt x="2324" y="708"/>
                  </a:lnTo>
                  <a:lnTo>
                    <a:pt x="2324" y="1145"/>
                  </a:lnTo>
                  <a:lnTo>
                    <a:pt x="2324" y="1684"/>
                  </a:lnTo>
                  <a:lnTo>
                    <a:pt x="2324" y="2223"/>
                  </a:lnTo>
                  <a:lnTo>
                    <a:pt x="2088" y="2189"/>
                  </a:lnTo>
                  <a:lnTo>
                    <a:pt x="607" y="2189"/>
                  </a:lnTo>
                  <a:lnTo>
                    <a:pt x="338" y="2256"/>
                  </a:lnTo>
                  <a:lnTo>
                    <a:pt x="304" y="1684"/>
                  </a:lnTo>
                  <a:lnTo>
                    <a:pt x="237" y="1145"/>
                  </a:lnTo>
                  <a:lnTo>
                    <a:pt x="237" y="674"/>
                  </a:lnTo>
                  <a:lnTo>
                    <a:pt x="169" y="203"/>
                  </a:lnTo>
                  <a:close/>
                  <a:moveTo>
                    <a:pt x="708" y="1"/>
                  </a:moveTo>
                  <a:lnTo>
                    <a:pt x="169" y="34"/>
                  </a:lnTo>
                  <a:lnTo>
                    <a:pt x="102" y="68"/>
                  </a:lnTo>
                  <a:lnTo>
                    <a:pt x="68" y="135"/>
                  </a:lnTo>
                  <a:lnTo>
                    <a:pt x="35" y="371"/>
                  </a:lnTo>
                  <a:lnTo>
                    <a:pt x="1" y="640"/>
                  </a:lnTo>
                  <a:lnTo>
                    <a:pt x="35" y="1145"/>
                  </a:lnTo>
                  <a:lnTo>
                    <a:pt x="68" y="1751"/>
                  </a:lnTo>
                  <a:lnTo>
                    <a:pt x="102" y="2054"/>
                  </a:lnTo>
                  <a:lnTo>
                    <a:pt x="169" y="2324"/>
                  </a:lnTo>
                  <a:lnTo>
                    <a:pt x="169" y="2391"/>
                  </a:lnTo>
                  <a:lnTo>
                    <a:pt x="304" y="2391"/>
                  </a:lnTo>
                  <a:lnTo>
                    <a:pt x="540" y="2425"/>
                  </a:lnTo>
                  <a:lnTo>
                    <a:pt x="1280" y="2425"/>
                  </a:lnTo>
                  <a:lnTo>
                    <a:pt x="1819" y="2458"/>
                  </a:lnTo>
                  <a:lnTo>
                    <a:pt x="2088" y="2458"/>
                  </a:lnTo>
                  <a:lnTo>
                    <a:pt x="2358" y="2425"/>
                  </a:lnTo>
                  <a:lnTo>
                    <a:pt x="2391" y="2458"/>
                  </a:lnTo>
                  <a:lnTo>
                    <a:pt x="2425" y="2458"/>
                  </a:lnTo>
                  <a:lnTo>
                    <a:pt x="2459" y="2425"/>
                  </a:lnTo>
                  <a:lnTo>
                    <a:pt x="2492" y="2391"/>
                  </a:lnTo>
                  <a:lnTo>
                    <a:pt x="2526" y="2122"/>
                  </a:lnTo>
                  <a:lnTo>
                    <a:pt x="2560" y="1852"/>
                  </a:lnTo>
                  <a:lnTo>
                    <a:pt x="2526" y="1314"/>
                  </a:lnTo>
                  <a:lnTo>
                    <a:pt x="2526" y="708"/>
                  </a:lnTo>
                  <a:lnTo>
                    <a:pt x="2526" y="405"/>
                  </a:lnTo>
                  <a:lnTo>
                    <a:pt x="2459" y="102"/>
                  </a:lnTo>
                  <a:lnTo>
                    <a:pt x="2425" y="68"/>
                  </a:lnTo>
                  <a:lnTo>
                    <a:pt x="2391" y="34"/>
                  </a:lnTo>
                  <a:lnTo>
                    <a:pt x="2324" y="34"/>
                  </a:lnTo>
                  <a:lnTo>
                    <a:pt x="124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2" name="Google Shape;342;p3"/>
            <p:cNvSpPr/>
            <p:nvPr/>
          </p:nvSpPr>
          <p:spPr>
            <a:xfrm>
              <a:off x="3566502" y="4614181"/>
              <a:ext cx="28484" cy="40215"/>
            </a:xfrm>
            <a:custGeom>
              <a:avLst/>
              <a:gdLst/>
              <a:ahLst/>
              <a:cxnLst/>
              <a:rect l="l" t="t" r="r" b="b"/>
              <a:pathLst>
                <a:path w="573" h="809" extrusionOk="0">
                  <a:moveTo>
                    <a:pt x="404" y="1"/>
                  </a:moveTo>
                  <a:lnTo>
                    <a:pt x="404" y="35"/>
                  </a:lnTo>
                  <a:lnTo>
                    <a:pt x="438" y="237"/>
                  </a:lnTo>
                  <a:lnTo>
                    <a:pt x="438" y="439"/>
                  </a:lnTo>
                  <a:lnTo>
                    <a:pt x="404" y="506"/>
                  </a:lnTo>
                  <a:lnTo>
                    <a:pt x="371" y="573"/>
                  </a:lnTo>
                  <a:lnTo>
                    <a:pt x="303" y="641"/>
                  </a:lnTo>
                  <a:lnTo>
                    <a:pt x="202" y="641"/>
                  </a:lnTo>
                  <a:lnTo>
                    <a:pt x="202" y="540"/>
                  </a:lnTo>
                  <a:lnTo>
                    <a:pt x="169" y="439"/>
                  </a:lnTo>
                  <a:lnTo>
                    <a:pt x="101" y="405"/>
                  </a:lnTo>
                  <a:lnTo>
                    <a:pt x="34" y="439"/>
                  </a:lnTo>
                  <a:lnTo>
                    <a:pt x="0" y="472"/>
                  </a:lnTo>
                  <a:lnTo>
                    <a:pt x="0" y="540"/>
                  </a:lnTo>
                  <a:lnTo>
                    <a:pt x="34" y="607"/>
                  </a:lnTo>
                  <a:lnTo>
                    <a:pt x="34" y="674"/>
                  </a:lnTo>
                  <a:lnTo>
                    <a:pt x="34" y="742"/>
                  </a:lnTo>
                  <a:lnTo>
                    <a:pt x="101" y="775"/>
                  </a:lnTo>
                  <a:lnTo>
                    <a:pt x="202" y="809"/>
                  </a:lnTo>
                  <a:lnTo>
                    <a:pt x="303" y="775"/>
                  </a:lnTo>
                  <a:lnTo>
                    <a:pt x="404" y="708"/>
                  </a:lnTo>
                  <a:lnTo>
                    <a:pt x="505" y="607"/>
                  </a:lnTo>
                  <a:lnTo>
                    <a:pt x="539" y="472"/>
                  </a:lnTo>
                  <a:lnTo>
                    <a:pt x="573" y="304"/>
                  </a:lnTo>
                  <a:lnTo>
                    <a:pt x="539" y="136"/>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3" name="Google Shape;343;p3"/>
            <p:cNvSpPr/>
            <p:nvPr/>
          </p:nvSpPr>
          <p:spPr>
            <a:xfrm>
              <a:off x="3345591" y="4574015"/>
              <a:ext cx="15112" cy="120547"/>
            </a:xfrm>
            <a:custGeom>
              <a:avLst/>
              <a:gdLst/>
              <a:ahLst/>
              <a:cxnLst/>
              <a:rect l="l" t="t" r="r" b="b"/>
              <a:pathLst>
                <a:path w="304" h="2425" extrusionOk="0">
                  <a:moveTo>
                    <a:pt x="135" y="1"/>
                  </a:moveTo>
                  <a:lnTo>
                    <a:pt x="101" y="34"/>
                  </a:lnTo>
                  <a:lnTo>
                    <a:pt x="67" y="304"/>
                  </a:lnTo>
                  <a:lnTo>
                    <a:pt x="67" y="573"/>
                  </a:lnTo>
                  <a:lnTo>
                    <a:pt x="67" y="1112"/>
                  </a:lnTo>
                  <a:lnTo>
                    <a:pt x="34" y="1718"/>
                  </a:lnTo>
                  <a:lnTo>
                    <a:pt x="0" y="2055"/>
                  </a:lnTo>
                  <a:lnTo>
                    <a:pt x="34" y="2358"/>
                  </a:lnTo>
                  <a:lnTo>
                    <a:pt x="67" y="2391"/>
                  </a:lnTo>
                  <a:lnTo>
                    <a:pt x="101" y="2425"/>
                  </a:lnTo>
                  <a:lnTo>
                    <a:pt x="135" y="2425"/>
                  </a:lnTo>
                  <a:lnTo>
                    <a:pt x="168" y="2358"/>
                  </a:lnTo>
                  <a:lnTo>
                    <a:pt x="236" y="2055"/>
                  </a:lnTo>
                  <a:lnTo>
                    <a:pt x="269" y="1752"/>
                  </a:lnTo>
                  <a:lnTo>
                    <a:pt x="269" y="1112"/>
                  </a:lnTo>
                  <a:lnTo>
                    <a:pt x="303" y="573"/>
                  </a:lnTo>
                  <a:lnTo>
                    <a:pt x="269" y="304"/>
                  </a:lnTo>
                  <a:lnTo>
                    <a:pt x="236" y="34"/>
                  </a:lnTo>
                  <a:lnTo>
                    <a:pt x="2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4" name="Google Shape;344;p3"/>
            <p:cNvSpPr/>
            <p:nvPr/>
          </p:nvSpPr>
          <p:spPr>
            <a:xfrm>
              <a:off x="3350612" y="4426774"/>
              <a:ext cx="125567" cy="135609"/>
            </a:xfrm>
            <a:custGeom>
              <a:avLst/>
              <a:gdLst/>
              <a:ahLst/>
              <a:cxnLst/>
              <a:rect l="l" t="t" r="r" b="b"/>
              <a:pathLst>
                <a:path w="2526" h="2728" extrusionOk="0">
                  <a:moveTo>
                    <a:pt x="202" y="168"/>
                  </a:moveTo>
                  <a:lnTo>
                    <a:pt x="741" y="236"/>
                  </a:lnTo>
                  <a:lnTo>
                    <a:pt x="1280" y="269"/>
                  </a:lnTo>
                  <a:lnTo>
                    <a:pt x="2357" y="236"/>
                  </a:lnTo>
                  <a:lnTo>
                    <a:pt x="2290" y="774"/>
                  </a:lnTo>
                  <a:lnTo>
                    <a:pt x="2256" y="1347"/>
                  </a:lnTo>
                  <a:lnTo>
                    <a:pt x="2256" y="1885"/>
                  </a:lnTo>
                  <a:lnTo>
                    <a:pt x="2290" y="2424"/>
                  </a:lnTo>
                  <a:lnTo>
                    <a:pt x="2290" y="2458"/>
                  </a:lnTo>
                  <a:lnTo>
                    <a:pt x="2256" y="2458"/>
                  </a:lnTo>
                  <a:lnTo>
                    <a:pt x="2020" y="2424"/>
                  </a:lnTo>
                  <a:lnTo>
                    <a:pt x="808" y="2424"/>
                  </a:lnTo>
                  <a:lnTo>
                    <a:pt x="303" y="2390"/>
                  </a:lnTo>
                  <a:lnTo>
                    <a:pt x="236" y="1279"/>
                  </a:lnTo>
                  <a:lnTo>
                    <a:pt x="202" y="168"/>
                  </a:lnTo>
                  <a:close/>
                  <a:moveTo>
                    <a:pt x="741" y="0"/>
                  </a:moveTo>
                  <a:lnTo>
                    <a:pt x="168" y="34"/>
                  </a:lnTo>
                  <a:lnTo>
                    <a:pt x="135" y="34"/>
                  </a:lnTo>
                  <a:lnTo>
                    <a:pt x="101" y="101"/>
                  </a:lnTo>
                  <a:lnTo>
                    <a:pt x="67" y="101"/>
                  </a:lnTo>
                  <a:lnTo>
                    <a:pt x="34" y="168"/>
                  </a:lnTo>
                  <a:lnTo>
                    <a:pt x="0" y="774"/>
                  </a:lnTo>
                  <a:lnTo>
                    <a:pt x="0" y="1414"/>
                  </a:lnTo>
                  <a:lnTo>
                    <a:pt x="34" y="2020"/>
                  </a:lnTo>
                  <a:lnTo>
                    <a:pt x="101" y="2660"/>
                  </a:lnTo>
                  <a:lnTo>
                    <a:pt x="135" y="2693"/>
                  </a:lnTo>
                  <a:lnTo>
                    <a:pt x="168" y="2727"/>
                  </a:lnTo>
                  <a:lnTo>
                    <a:pt x="236" y="2727"/>
                  </a:lnTo>
                  <a:lnTo>
                    <a:pt x="303" y="2693"/>
                  </a:lnTo>
                  <a:lnTo>
                    <a:pt x="337" y="2660"/>
                  </a:lnTo>
                  <a:lnTo>
                    <a:pt x="337" y="2626"/>
                  </a:lnTo>
                  <a:lnTo>
                    <a:pt x="337" y="2559"/>
                  </a:lnTo>
                  <a:lnTo>
                    <a:pt x="808" y="2660"/>
                  </a:lnTo>
                  <a:lnTo>
                    <a:pt x="1313" y="2693"/>
                  </a:lnTo>
                  <a:lnTo>
                    <a:pt x="1818" y="2693"/>
                  </a:lnTo>
                  <a:lnTo>
                    <a:pt x="2054" y="2660"/>
                  </a:lnTo>
                  <a:lnTo>
                    <a:pt x="2256" y="2626"/>
                  </a:lnTo>
                  <a:lnTo>
                    <a:pt x="2323" y="2592"/>
                  </a:lnTo>
                  <a:lnTo>
                    <a:pt x="2323" y="2491"/>
                  </a:lnTo>
                  <a:lnTo>
                    <a:pt x="2357" y="2525"/>
                  </a:lnTo>
                  <a:lnTo>
                    <a:pt x="2391" y="2525"/>
                  </a:lnTo>
                  <a:lnTo>
                    <a:pt x="2458" y="2491"/>
                  </a:lnTo>
                  <a:lnTo>
                    <a:pt x="2458" y="2424"/>
                  </a:lnTo>
                  <a:lnTo>
                    <a:pt x="2492" y="1885"/>
                  </a:lnTo>
                  <a:lnTo>
                    <a:pt x="2525" y="1313"/>
                  </a:lnTo>
                  <a:lnTo>
                    <a:pt x="2492" y="774"/>
                  </a:lnTo>
                  <a:lnTo>
                    <a:pt x="2458" y="202"/>
                  </a:lnTo>
                  <a:lnTo>
                    <a:pt x="2492" y="168"/>
                  </a:lnTo>
                  <a:lnTo>
                    <a:pt x="2492" y="101"/>
                  </a:lnTo>
                  <a:lnTo>
                    <a:pt x="2458" y="34"/>
                  </a:lnTo>
                  <a:lnTo>
                    <a:pt x="1852" y="34"/>
                  </a:lnTo>
                  <a:lnTo>
                    <a:pt x="128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5" name="Google Shape;345;p3"/>
            <p:cNvSpPr/>
            <p:nvPr/>
          </p:nvSpPr>
          <p:spPr>
            <a:xfrm>
              <a:off x="3375715" y="4568994"/>
              <a:ext cx="128898" cy="123927"/>
            </a:xfrm>
            <a:custGeom>
              <a:avLst/>
              <a:gdLst/>
              <a:ahLst/>
              <a:cxnLst/>
              <a:rect l="l" t="t" r="r" b="b"/>
              <a:pathLst>
                <a:path w="2593" h="2493" extrusionOk="0">
                  <a:moveTo>
                    <a:pt x="1886" y="1"/>
                  </a:moveTo>
                  <a:lnTo>
                    <a:pt x="1347" y="34"/>
                  </a:lnTo>
                  <a:lnTo>
                    <a:pt x="741" y="102"/>
                  </a:lnTo>
                  <a:lnTo>
                    <a:pt x="168" y="169"/>
                  </a:lnTo>
                  <a:lnTo>
                    <a:pt x="135" y="68"/>
                  </a:lnTo>
                  <a:lnTo>
                    <a:pt x="135" y="34"/>
                  </a:lnTo>
                  <a:lnTo>
                    <a:pt x="67" y="34"/>
                  </a:lnTo>
                  <a:lnTo>
                    <a:pt x="34" y="68"/>
                  </a:lnTo>
                  <a:lnTo>
                    <a:pt x="0" y="405"/>
                  </a:lnTo>
                  <a:lnTo>
                    <a:pt x="0" y="708"/>
                  </a:lnTo>
                  <a:lnTo>
                    <a:pt x="0" y="1348"/>
                  </a:lnTo>
                  <a:lnTo>
                    <a:pt x="0" y="1886"/>
                  </a:lnTo>
                  <a:lnTo>
                    <a:pt x="0" y="2156"/>
                  </a:lnTo>
                  <a:lnTo>
                    <a:pt x="34" y="2425"/>
                  </a:lnTo>
                  <a:lnTo>
                    <a:pt x="67" y="2459"/>
                  </a:lnTo>
                  <a:lnTo>
                    <a:pt x="101" y="2459"/>
                  </a:lnTo>
                  <a:lnTo>
                    <a:pt x="135" y="2425"/>
                  </a:lnTo>
                  <a:lnTo>
                    <a:pt x="202" y="2459"/>
                  </a:lnTo>
                  <a:lnTo>
                    <a:pt x="1280" y="2492"/>
                  </a:lnTo>
                  <a:lnTo>
                    <a:pt x="1818" y="2492"/>
                  </a:lnTo>
                  <a:lnTo>
                    <a:pt x="2054" y="2459"/>
                  </a:lnTo>
                  <a:lnTo>
                    <a:pt x="2323" y="2391"/>
                  </a:lnTo>
                  <a:lnTo>
                    <a:pt x="2323" y="2425"/>
                  </a:lnTo>
                  <a:lnTo>
                    <a:pt x="2323" y="2459"/>
                  </a:lnTo>
                  <a:lnTo>
                    <a:pt x="2391" y="2459"/>
                  </a:lnTo>
                  <a:lnTo>
                    <a:pt x="2492" y="2425"/>
                  </a:lnTo>
                  <a:lnTo>
                    <a:pt x="2559" y="2324"/>
                  </a:lnTo>
                  <a:lnTo>
                    <a:pt x="2593" y="2223"/>
                  </a:lnTo>
                  <a:lnTo>
                    <a:pt x="2593" y="2088"/>
                  </a:lnTo>
                  <a:lnTo>
                    <a:pt x="2593" y="1819"/>
                  </a:lnTo>
                  <a:lnTo>
                    <a:pt x="2593" y="1583"/>
                  </a:lnTo>
                  <a:lnTo>
                    <a:pt x="2593" y="843"/>
                  </a:lnTo>
                  <a:lnTo>
                    <a:pt x="2525" y="472"/>
                  </a:lnTo>
                  <a:lnTo>
                    <a:pt x="2492" y="304"/>
                  </a:lnTo>
                  <a:lnTo>
                    <a:pt x="2391" y="135"/>
                  </a:lnTo>
                  <a:lnTo>
                    <a:pt x="2357" y="270"/>
                  </a:lnTo>
                  <a:lnTo>
                    <a:pt x="2323" y="405"/>
                  </a:lnTo>
                  <a:lnTo>
                    <a:pt x="2323" y="674"/>
                  </a:lnTo>
                  <a:lnTo>
                    <a:pt x="2357" y="1213"/>
                  </a:lnTo>
                  <a:lnTo>
                    <a:pt x="2357" y="1752"/>
                  </a:lnTo>
                  <a:lnTo>
                    <a:pt x="2323" y="2290"/>
                  </a:lnTo>
                  <a:lnTo>
                    <a:pt x="2088" y="2223"/>
                  </a:lnTo>
                  <a:lnTo>
                    <a:pt x="1818" y="2189"/>
                  </a:lnTo>
                  <a:lnTo>
                    <a:pt x="1280" y="2189"/>
                  </a:lnTo>
                  <a:lnTo>
                    <a:pt x="202" y="2223"/>
                  </a:lnTo>
                  <a:lnTo>
                    <a:pt x="236" y="1954"/>
                  </a:lnTo>
                  <a:lnTo>
                    <a:pt x="236" y="1684"/>
                  </a:lnTo>
                  <a:lnTo>
                    <a:pt x="202" y="1146"/>
                  </a:lnTo>
                  <a:lnTo>
                    <a:pt x="202" y="775"/>
                  </a:lnTo>
                  <a:lnTo>
                    <a:pt x="202" y="371"/>
                  </a:lnTo>
                  <a:lnTo>
                    <a:pt x="842" y="337"/>
                  </a:lnTo>
                  <a:lnTo>
                    <a:pt x="1515" y="270"/>
                  </a:lnTo>
                  <a:lnTo>
                    <a:pt x="1953" y="270"/>
                  </a:lnTo>
                  <a:lnTo>
                    <a:pt x="2189" y="236"/>
                  </a:lnTo>
                  <a:lnTo>
                    <a:pt x="2290" y="203"/>
                  </a:lnTo>
                  <a:lnTo>
                    <a:pt x="2357" y="135"/>
                  </a:lnTo>
                  <a:lnTo>
                    <a:pt x="2256" y="68"/>
                  </a:lnTo>
                  <a:lnTo>
                    <a:pt x="2121"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6" name="Google Shape;346;p3"/>
            <p:cNvSpPr/>
            <p:nvPr/>
          </p:nvSpPr>
          <p:spPr>
            <a:xfrm>
              <a:off x="3429253" y="4620892"/>
              <a:ext cx="40215" cy="38525"/>
            </a:xfrm>
            <a:custGeom>
              <a:avLst/>
              <a:gdLst/>
              <a:ahLst/>
              <a:cxnLst/>
              <a:rect l="l" t="t" r="r" b="b"/>
              <a:pathLst>
                <a:path w="809" h="775" extrusionOk="0">
                  <a:moveTo>
                    <a:pt x="607" y="1"/>
                  </a:moveTo>
                  <a:lnTo>
                    <a:pt x="539" y="34"/>
                  </a:lnTo>
                  <a:lnTo>
                    <a:pt x="506" y="102"/>
                  </a:lnTo>
                  <a:lnTo>
                    <a:pt x="472" y="270"/>
                  </a:lnTo>
                  <a:lnTo>
                    <a:pt x="472" y="304"/>
                  </a:lnTo>
                  <a:lnTo>
                    <a:pt x="203" y="337"/>
                  </a:lnTo>
                  <a:lnTo>
                    <a:pt x="203" y="135"/>
                  </a:lnTo>
                  <a:lnTo>
                    <a:pt x="169" y="102"/>
                  </a:lnTo>
                  <a:lnTo>
                    <a:pt x="102" y="102"/>
                  </a:lnTo>
                  <a:lnTo>
                    <a:pt x="68" y="135"/>
                  </a:lnTo>
                  <a:lnTo>
                    <a:pt x="34" y="337"/>
                  </a:lnTo>
                  <a:lnTo>
                    <a:pt x="1" y="371"/>
                  </a:lnTo>
                  <a:lnTo>
                    <a:pt x="34" y="438"/>
                  </a:lnTo>
                  <a:lnTo>
                    <a:pt x="68" y="640"/>
                  </a:lnTo>
                  <a:lnTo>
                    <a:pt x="102" y="674"/>
                  </a:lnTo>
                  <a:lnTo>
                    <a:pt x="135" y="708"/>
                  </a:lnTo>
                  <a:lnTo>
                    <a:pt x="169" y="708"/>
                  </a:lnTo>
                  <a:lnTo>
                    <a:pt x="203" y="674"/>
                  </a:lnTo>
                  <a:lnTo>
                    <a:pt x="236" y="573"/>
                  </a:lnTo>
                  <a:lnTo>
                    <a:pt x="203" y="506"/>
                  </a:lnTo>
                  <a:lnTo>
                    <a:pt x="506" y="506"/>
                  </a:lnTo>
                  <a:lnTo>
                    <a:pt x="506" y="640"/>
                  </a:lnTo>
                  <a:lnTo>
                    <a:pt x="539" y="708"/>
                  </a:lnTo>
                  <a:lnTo>
                    <a:pt x="573" y="741"/>
                  </a:lnTo>
                  <a:lnTo>
                    <a:pt x="607" y="775"/>
                  </a:lnTo>
                  <a:lnTo>
                    <a:pt x="640" y="741"/>
                  </a:lnTo>
                  <a:lnTo>
                    <a:pt x="674" y="674"/>
                  </a:lnTo>
                  <a:lnTo>
                    <a:pt x="674" y="607"/>
                  </a:lnTo>
                  <a:lnTo>
                    <a:pt x="640" y="472"/>
                  </a:lnTo>
                  <a:lnTo>
                    <a:pt x="775" y="405"/>
                  </a:lnTo>
                  <a:lnTo>
                    <a:pt x="809" y="371"/>
                  </a:lnTo>
                  <a:lnTo>
                    <a:pt x="809" y="304"/>
                  </a:lnTo>
                  <a:lnTo>
                    <a:pt x="775" y="270"/>
                  </a:lnTo>
                  <a:lnTo>
                    <a:pt x="708" y="236"/>
                  </a:lnTo>
                  <a:lnTo>
                    <a:pt x="607" y="236"/>
                  </a:lnTo>
                  <a:lnTo>
                    <a:pt x="640" y="169"/>
                  </a:lnTo>
                  <a:lnTo>
                    <a:pt x="674" y="102"/>
                  </a:lnTo>
                  <a:lnTo>
                    <a:pt x="674" y="68"/>
                  </a:lnTo>
                  <a:lnTo>
                    <a:pt x="674" y="34"/>
                  </a:lnTo>
                  <a:lnTo>
                    <a:pt x="6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7" name="Google Shape;347;p3"/>
            <p:cNvSpPr/>
            <p:nvPr/>
          </p:nvSpPr>
          <p:spPr>
            <a:xfrm>
              <a:off x="3278632" y="4614181"/>
              <a:ext cx="50257" cy="48616"/>
            </a:xfrm>
            <a:custGeom>
              <a:avLst/>
              <a:gdLst/>
              <a:ahLst/>
              <a:cxnLst/>
              <a:rect l="l" t="t" r="r" b="b"/>
              <a:pathLst>
                <a:path w="1011" h="978" extrusionOk="0">
                  <a:moveTo>
                    <a:pt x="505" y="1"/>
                  </a:moveTo>
                  <a:lnTo>
                    <a:pt x="404" y="35"/>
                  </a:lnTo>
                  <a:lnTo>
                    <a:pt x="270" y="68"/>
                  </a:lnTo>
                  <a:lnTo>
                    <a:pt x="169" y="136"/>
                  </a:lnTo>
                  <a:lnTo>
                    <a:pt x="101" y="237"/>
                  </a:lnTo>
                  <a:lnTo>
                    <a:pt x="34" y="338"/>
                  </a:lnTo>
                  <a:lnTo>
                    <a:pt x="0" y="472"/>
                  </a:lnTo>
                  <a:lnTo>
                    <a:pt x="0" y="607"/>
                  </a:lnTo>
                  <a:lnTo>
                    <a:pt x="68" y="674"/>
                  </a:lnTo>
                  <a:lnTo>
                    <a:pt x="101" y="775"/>
                  </a:lnTo>
                  <a:lnTo>
                    <a:pt x="202" y="843"/>
                  </a:lnTo>
                  <a:lnTo>
                    <a:pt x="303" y="910"/>
                  </a:lnTo>
                  <a:lnTo>
                    <a:pt x="404" y="944"/>
                  </a:lnTo>
                  <a:lnTo>
                    <a:pt x="505" y="910"/>
                  </a:lnTo>
                  <a:lnTo>
                    <a:pt x="606" y="876"/>
                  </a:lnTo>
                  <a:lnTo>
                    <a:pt x="606" y="944"/>
                  </a:lnTo>
                  <a:lnTo>
                    <a:pt x="640" y="977"/>
                  </a:lnTo>
                  <a:lnTo>
                    <a:pt x="674" y="977"/>
                  </a:lnTo>
                  <a:lnTo>
                    <a:pt x="707" y="944"/>
                  </a:lnTo>
                  <a:lnTo>
                    <a:pt x="707" y="910"/>
                  </a:lnTo>
                  <a:lnTo>
                    <a:pt x="707" y="809"/>
                  </a:lnTo>
                  <a:lnTo>
                    <a:pt x="707" y="641"/>
                  </a:lnTo>
                  <a:lnTo>
                    <a:pt x="707" y="607"/>
                  </a:lnTo>
                  <a:lnTo>
                    <a:pt x="943" y="607"/>
                  </a:lnTo>
                  <a:lnTo>
                    <a:pt x="1010" y="573"/>
                  </a:lnTo>
                  <a:lnTo>
                    <a:pt x="1010" y="506"/>
                  </a:lnTo>
                  <a:lnTo>
                    <a:pt x="1010" y="439"/>
                  </a:lnTo>
                  <a:lnTo>
                    <a:pt x="943" y="405"/>
                  </a:lnTo>
                  <a:lnTo>
                    <a:pt x="539" y="405"/>
                  </a:lnTo>
                  <a:lnTo>
                    <a:pt x="438" y="472"/>
                  </a:lnTo>
                  <a:lnTo>
                    <a:pt x="438" y="506"/>
                  </a:lnTo>
                  <a:lnTo>
                    <a:pt x="438" y="540"/>
                  </a:lnTo>
                  <a:lnTo>
                    <a:pt x="606" y="607"/>
                  </a:lnTo>
                  <a:lnTo>
                    <a:pt x="606" y="641"/>
                  </a:lnTo>
                  <a:lnTo>
                    <a:pt x="606" y="674"/>
                  </a:lnTo>
                  <a:lnTo>
                    <a:pt x="472" y="708"/>
                  </a:lnTo>
                  <a:lnTo>
                    <a:pt x="303" y="708"/>
                  </a:lnTo>
                  <a:lnTo>
                    <a:pt x="236" y="641"/>
                  </a:lnTo>
                  <a:lnTo>
                    <a:pt x="202" y="573"/>
                  </a:lnTo>
                  <a:lnTo>
                    <a:pt x="202" y="439"/>
                  </a:lnTo>
                  <a:lnTo>
                    <a:pt x="236" y="371"/>
                  </a:lnTo>
                  <a:lnTo>
                    <a:pt x="270" y="270"/>
                  </a:lnTo>
                  <a:lnTo>
                    <a:pt x="371" y="237"/>
                  </a:lnTo>
                  <a:lnTo>
                    <a:pt x="573" y="169"/>
                  </a:lnTo>
                  <a:lnTo>
                    <a:pt x="741" y="136"/>
                  </a:lnTo>
                  <a:lnTo>
                    <a:pt x="775" y="136"/>
                  </a:lnTo>
                  <a:lnTo>
                    <a:pt x="775" y="102"/>
                  </a:lnTo>
                  <a:lnTo>
                    <a:pt x="640" y="35"/>
                  </a:lnTo>
                  <a:lnTo>
                    <a:pt x="5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8" name="Google Shape;348;p3"/>
            <p:cNvSpPr/>
            <p:nvPr/>
          </p:nvSpPr>
          <p:spPr>
            <a:xfrm>
              <a:off x="3415881" y="4287835"/>
              <a:ext cx="128898" cy="123877"/>
            </a:xfrm>
            <a:custGeom>
              <a:avLst/>
              <a:gdLst/>
              <a:ahLst/>
              <a:cxnLst/>
              <a:rect l="l" t="t" r="r" b="b"/>
              <a:pathLst>
                <a:path w="2593" h="2492" extrusionOk="0">
                  <a:moveTo>
                    <a:pt x="707" y="1"/>
                  </a:moveTo>
                  <a:lnTo>
                    <a:pt x="438" y="34"/>
                  </a:lnTo>
                  <a:lnTo>
                    <a:pt x="337" y="68"/>
                  </a:lnTo>
                  <a:lnTo>
                    <a:pt x="236" y="135"/>
                  </a:lnTo>
                  <a:lnTo>
                    <a:pt x="303" y="203"/>
                  </a:lnTo>
                  <a:lnTo>
                    <a:pt x="404" y="236"/>
                  </a:lnTo>
                  <a:lnTo>
                    <a:pt x="640" y="270"/>
                  </a:lnTo>
                  <a:lnTo>
                    <a:pt x="1078" y="270"/>
                  </a:lnTo>
                  <a:lnTo>
                    <a:pt x="1751" y="337"/>
                  </a:lnTo>
                  <a:lnTo>
                    <a:pt x="2391" y="371"/>
                  </a:lnTo>
                  <a:lnTo>
                    <a:pt x="2391" y="775"/>
                  </a:lnTo>
                  <a:lnTo>
                    <a:pt x="2391" y="1145"/>
                  </a:lnTo>
                  <a:lnTo>
                    <a:pt x="2357" y="1684"/>
                  </a:lnTo>
                  <a:lnTo>
                    <a:pt x="2357" y="1953"/>
                  </a:lnTo>
                  <a:lnTo>
                    <a:pt x="2391" y="2223"/>
                  </a:lnTo>
                  <a:lnTo>
                    <a:pt x="1313" y="2189"/>
                  </a:lnTo>
                  <a:lnTo>
                    <a:pt x="775" y="2189"/>
                  </a:lnTo>
                  <a:lnTo>
                    <a:pt x="505" y="2223"/>
                  </a:lnTo>
                  <a:lnTo>
                    <a:pt x="270" y="2290"/>
                  </a:lnTo>
                  <a:lnTo>
                    <a:pt x="236" y="1751"/>
                  </a:lnTo>
                  <a:lnTo>
                    <a:pt x="236" y="1213"/>
                  </a:lnTo>
                  <a:lnTo>
                    <a:pt x="270" y="674"/>
                  </a:lnTo>
                  <a:lnTo>
                    <a:pt x="270" y="405"/>
                  </a:lnTo>
                  <a:lnTo>
                    <a:pt x="236" y="270"/>
                  </a:lnTo>
                  <a:lnTo>
                    <a:pt x="202" y="135"/>
                  </a:lnTo>
                  <a:lnTo>
                    <a:pt x="101" y="304"/>
                  </a:lnTo>
                  <a:lnTo>
                    <a:pt x="68" y="472"/>
                  </a:lnTo>
                  <a:lnTo>
                    <a:pt x="0" y="842"/>
                  </a:lnTo>
                  <a:lnTo>
                    <a:pt x="0" y="1583"/>
                  </a:lnTo>
                  <a:lnTo>
                    <a:pt x="0" y="1819"/>
                  </a:lnTo>
                  <a:lnTo>
                    <a:pt x="0" y="2088"/>
                  </a:lnTo>
                  <a:lnTo>
                    <a:pt x="0" y="2223"/>
                  </a:lnTo>
                  <a:lnTo>
                    <a:pt x="34" y="2324"/>
                  </a:lnTo>
                  <a:lnTo>
                    <a:pt x="101" y="2425"/>
                  </a:lnTo>
                  <a:lnTo>
                    <a:pt x="202" y="2458"/>
                  </a:lnTo>
                  <a:lnTo>
                    <a:pt x="270" y="2458"/>
                  </a:lnTo>
                  <a:lnTo>
                    <a:pt x="270" y="2425"/>
                  </a:lnTo>
                  <a:lnTo>
                    <a:pt x="270" y="2391"/>
                  </a:lnTo>
                  <a:lnTo>
                    <a:pt x="539" y="2458"/>
                  </a:lnTo>
                  <a:lnTo>
                    <a:pt x="775" y="2492"/>
                  </a:lnTo>
                  <a:lnTo>
                    <a:pt x="1313" y="2492"/>
                  </a:lnTo>
                  <a:lnTo>
                    <a:pt x="2391" y="2458"/>
                  </a:lnTo>
                  <a:lnTo>
                    <a:pt x="2458" y="2425"/>
                  </a:lnTo>
                  <a:lnTo>
                    <a:pt x="2492" y="2458"/>
                  </a:lnTo>
                  <a:lnTo>
                    <a:pt x="2525" y="2458"/>
                  </a:lnTo>
                  <a:lnTo>
                    <a:pt x="2559" y="2425"/>
                  </a:lnTo>
                  <a:lnTo>
                    <a:pt x="2593" y="2155"/>
                  </a:lnTo>
                  <a:lnTo>
                    <a:pt x="2593" y="1886"/>
                  </a:lnTo>
                  <a:lnTo>
                    <a:pt x="2593" y="1347"/>
                  </a:lnTo>
                  <a:lnTo>
                    <a:pt x="2593" y="708"/>
                  </a:lnTo>
                  <a:lnTo>
                    <a:pt x="2593" y="405"/>
                  </a:lnTo>
                  <a:lnTo>
                    <a:pt x="2559" y="68"/>
                  </a:lnTo>
                  <a:lnTo>
                    <a:pt x="2525" y="34"/>
                  </a:lnTo>
                  <a:lnTo>
                    <a:pt x="2458" y="34"/>
                  </a:lnTo>
                  <a:lnTo>
                    <a:pt x="2458" y="68"/>
                  </a:lnTo>
                  <a:lnTo>
                    <a:pt x="2424" y="169"/>
                  </a:lnTo>
                  <a:lnTo>
                    <a:pt x="1852" y="102"/>
                  </a:lnTo>
                  <a:lnTo>
                    <a:pt x="1246"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49" name="Google Shape;349;p3"/>
            <p:cNvSpPr/>
            <p:nvPr/>
          </p:nvSpPr>
          <p:spPr>
            <a:xfrm>
              <a:off x="3467729" y="4358124"/>
              <a:ext cx="23513" cy="36885"/>
            </a:xfrm>
            <a:custGeom>
              <a:avLst/>
              <a:gdLst/>
              <a:ahLst/>
              <a:cxnLst/>
              <a:rect l="l" t="t" r="r" b="b"/>
              <a:pathLst>
                <a:path w="473" h="742" extrusionOk="0">
                  <a:moveTo>
                    <a:pt x="338" y="1"/>
                  </a:moveTo>
                  <a:lnTo>
                    <a:pt x="169" y="34"/>
                  </a:lnTo>
                  <a:lnTo>
                    <a:pt x="35" y="102"/>
                  </a:lnTo>
                  <a:lnTo>
                    <a:pt x="1" y="135"/>
                  </a:lnTo>
                  <a:lnTo>
                    <a:pt x="35" y="169"/>
                  </a:lnTo>
                  <a:lnTo>
                    <a:pt x="35" y="203"/>
                  </a:lnTo>
                  <a:lnTo>
                    <a:pt x="270" y="203"/>
                  </a:lnTo>
                  <a:lnTo>
                    <a:pt x="237" y="405"/>
                  </a:lnTo>
                  <a:lnTo>
                    <a:pt x="136" y="573"/>
                  </a:lnTo>
                  <a:lnTo>
                    <a:pt x="136" y="674"/>
                  </a:lnTo>
                  <a:lnTo>
                    <a:pt x="169" y="708"/>
                  </a:lnTo>
                  <a:lnTo>
                    <a:pt x="237" y="741"/>
                  </a:lnTo>
                  <a:lnTo>
                    <a:pt x="304" y="674"/>
                  </a:lnTo>
                  <a:lnTo>
                    <a:pt x="405" y="539"/>
                  </a:lnTo>
                  <a:lnTo>
                    <a:pt x="439" y="405"/>
                  </a:lnTo>
                  <a:lnTo>
                    <a:pt x="472" y="236"/>
                  </a:lnTo>
                  <a:lnTo>
                    <a:pt x="439" y="68"/>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0" name="Google Shape;350;p3"/>
            <p:cNvSpPr/>
            <p:nvPr/>
          </p:nvSpPr>
          <p:spPr>
            <a:xfrm>
              <a:off x="3402459" y="4476981"/>
              <a:ext cx="31864" cy="36835"/>
            </a:xfrm>
            <a:custGeom>
              <a:avLst/>
              <a:gdLst/>
              <a:ahLst/>
              <a:cxnLst/>
              <a:rect l="l" t="t" r="r" b="b"/>
              <a:pathLst>
                <a:path w="641" h="741" extrusionOk="0">
                  <a:moveTo>
                    <a:pt x="35" y="0"/>
                  </a:moveTo>
                  <a:lnTo>
                    <a:pt x="35" y="34"/>
                  </a:lnTo>
                  <a:lnTo>
                    <a:pt x="1" y="67"/>
                  </a:lnTo>
                  <a:lnTo>
                    <a:pt x="35" y="168"/>
                  </a:lnTo>
                  <a:lnTo>
                    <a:pt x="136" y="303"/>
                  </a:lnTo>
                  <a:lnTo>
                    <a:pt x="203" y="337"/>
                  </a:lnTo>
                  <a:lnTo>
                    <a:pt x="35" y="572"/>
                  </a:lnTo>
                  <a:lnTo>
                    <a:pt x="1" y="606"/>
                  </a:lnTo>
                  <a:lnTo>
                    <a:pt x="1" y="673"/>
                  </a:lnTo>
                  <a:lnTo>
                    <a:pt x="68" y="707"/>
                  </a:lnTo>
                  <a:lnTo>
                    <a:pt x="136" y="741"/>
                  </a:lnTo>
                  <a:lnTo>
                    <a:pt x="169" y="707"/>
                  </a:lnTo>
                  <a:lnTo>
                    <a:pt x="203" y="673"/>
                  </a:lnTo>
                  <a:lnTo>
                    <a:pt x="405" y="404"/>
                  </a:lnTo>
                  <a:lnTo>
                    <a:pt x="439" y="404"/>
                  </a:lnTo>
                  <a:lnTo>
                    <a:pt x="472" y="370"/>
                  </a:lnTo>
                  <a:lnTo>
                    <a:pt x="472" y="337"/>
                  </a:lnTo>
                  <a:lnTo>
                    <a:pt x="472" y="269"/>
                  </a:lnTo>
                  <a:lnTo>
                    <a:pt x="641" y="34"/>
                  </a:lnTo>
                  <a:lnTo>
                    <a:pt x="641" y="0"/>
                  </a:lnTo>
                  <a:lnTo>
                    <a:pt x="607" y="0"/>
                  </a:lnTo>
                  <a:lnTo>
                    <a:pt x="439" y="101"/>
                  </a:lnTo>
                  <a:lnTo>
                    <a:pt x="304" y="202"/>
                  </a:lnTo>
                  <a:lnTo>
                    <a:pt x="237" y="168"/>
                  </a:lnTo>
                  <a:lnTo>
                    <a:pt x="169" y="101"/>
                  </a:lnTo>
                  <a:lnTo>
                    <a:pt x="102" y="34"/>
                  </a:lnTo>
                  <a:lnTo>
                    <a:pt x="3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1" name="Google Shape;351;p3"/>
            <p:cNvSpPr/>
            <p:nvPr/>
          </p:nvSpPr>
          <p:spPr>
            <a:xfrm>
              <a:off x="3325508" y="4358124"/>
              <a:ext cx="28484" cy="36885"/>
            </a:xfrm>
            <a:custGeom>
              <a:avLst/>
              <a:gdLst/>
              <a:ahLst/>
              <a:cxnLst/>
              <a:rect l="l" t="t" r="r" b="b"/>
              <a:pathLst>
                <a:path w="573" h="742" extrusionOk="0">
                  <a:moveTo>
                    <a:pt x="370" y="1"/>
                  </a:moveTo>
                  <a:lnTo>
                    <a:pt x="269" y="34"/>
                  </a:lnTo>
                  <a:lnTo>
                    <a:pt x="202" y="68"/>
                  </a:lnTo>
                  <a:lnTo>
                    <a:pt x="67" y="203"/>
                  </a:lnTo>
                  <a:lnTo>
                    <a:pt x="0" y="270"/>
                  </a:lnTo>
                  <a:lnTo>
                    <a:pt x="0" y="371"/>
                  </a:lnTo>
                  <a:lnTo>
                    <a:pt x="0" y="472"/>
                  </a:lnTo>
                  <a:lnTo>
                    <a:pt x="0" y="539"/>
                  </a:lnTo>
                  <a:lnTo>
                    <a:pt x="101" y="674"/>
                  </a:lnTo>
                  <a:lnTo>
                    <a:pt x="236" y="741"/>
                  </a:lnTo>
                  <a:lnTo>
                    <a:pt x="337" y="741"/>
                  </a:lnTo>
                  <a:lnTo>
                    <a:pt x="438" y="708"/>
                  </a:lnTo>
                  <a:lnTo>
                    <a:pt x="572" y="573"/>
                  </a:lnTo>
                  <a:lnTo>
                    <a:pt x="572" y="506"/>
                  </a:lnTo>
                  <a:lnTo>
                    <a:pt x="572" y="472"/>
                  </a:lnTo>
                  <a:lnTo>
                    <a:pt x="539" y="405"/>
                  </a:lnTo>
                  <a:lnTo>
                    <a:pt x="135" y="405"/>
                  </a:lnTo>
                  <a:lnTo>
                    <a:pt x="168" y="304"/>
                  </a:lnTo>
                  <a:lnTo>
                    <a:pt x="236" y="203"/>
                  </a:lnTo>
                  <a:lnTo>
                    <a:pt x="303" y="135"/>
                  </a:lnTo>
                  <a:lnTo>
                    <a:pt x="370" y="34"/>
                  </a:lnTo>
                  <a:lnTo>
                    <a:pt x="3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2" name="Google Shape;352;p3"/>
            <p:cNvSpPr/>
            <p:nvPr/>
          </p:nvSpPr>
          <p:spPr>
            <a:xfrm>
              <a:off x="3307066" y="4195772"/>
              <a:ext cx="135609" cy="83761"/>
            </a:xfrm>
            <a:custGeom>
              <a:avLst/>
              <a:gdLst/>
              <a:ahLst/>
              <a:cxnLst/>
              <a:rect l="l" t="t" r="r" b="b"/>
              <a:pathLst>
                <a:path w="2728" h="1685" extrusionOk="0">
                  <a:moveTo>
                    <a:pt x="640" y="1"/>
                  </a:moveTo>
                  <a:lnTo>
                    <a:pt x="371" y="34"/>
                  </a:lnTo>
                  <a:lnTo>
                    <a:pt x="102" y="102"/>
                  </a:lnTo>
                  <a:lnTo>
                    <a:pt x="102" y="68"/>
                  </a:lnTo>
                  <a:lnTo>
                    <a:pt x="34" y="68"/>
                  </a:lnTo>
                  <a:lnTo>
                    <a:pt x="1" y="405"/>
                  </a:lnTo>
                  <a:lnTo>
                    <a:pt x="1" y="775"/>
                  </a:lnTo>
                  <a:lnTo>
                    <a:pt x="34" y="1482"/>
                  </a:lnTo>
                  <a:lnTo>
                    <a:pt x="34" y="1550"/>
                  </a:lnTo>
                  <a:lnTo>
                    <a:pt x="68" y="1617"/>
                  </a:lnTo>
                  <a:lnTo>
                    <a:pt x="102" y="1651"/>
                  </a:lnTo>
                  <a:lnTo>
                    <a:pt x="169" y="1684"/>
                  </a:lnTo>
                  <a:lnTo>
                    <a:pt x="236" y="1651"/>
                  </a:lnTo>
                  <a:lnTo>
                    <a:pt x="270" y="1617"/>
                  </a:lnTo>
                  <a:lnTo>
                    <a:pt x="270" y="1583"/>
                  </a:lnTo>
                  <a:lnTo>
                    <a:pt x="775" y="1617"/>
                  </a:lnTo>
                  <a:lnTo>
                    <a:pt x="1853" y="1617"/>
                  </a:lnTo>
                  <a:lnTo>
                    <a:pt x="2122" y="1583"/>
                  </a:lnTo>
                  <a:lnTo>
                    <a:pt x="2358" y="1516"/>
                  </a:lnTo>
                  <a:lnTo>
                    <a:pt x="2088" y="1449"/>
                  </a:lnTo>
                  <a:lnTo>
                    <a:pt x="1853" y="1415"/>
                  </a:lnTo>
                  <a:lnTo>
                    <a:pt x="203" y="1415"/>
                  </a:lnTo>
                  <a:lnTo>
                    <a:pt x="203" y="809"/>
                  </a:lnTo>
                  <a:lnTo>
                    <a:pt x="169" y="472"/>
                  </a:lnTo>
                  <a:lnTo>
                    <a:pt x="102" y="169"/>
                  </a:lnTo>
                  <a:lnTo>
                    <a:pt x="102" y="169"/>
                  </a:lnTo>
                  <a:lnTo>
                    <a:pt x="371" y="237"/>
                  </a:lnTo>
                  <a:lnTo>
                    <a:pt x="674" y="237"/>
                  </a:lnTo>
                  <a:lnTo>
                    <a:pt x="1213" y="203"/>
                  </a:lnTo>
                  <a:lnTo>
                    <a:pt x="1853" y="203"/>
                  </a:lnTo>
                  <a:lnTo>
                    <a:pt x="2492" y="169"/>
                  </a:lnTo>
                  <a:lnTo>
                    <a:pt x="2492" y="843"/>
                  </a:lnTo>
                  <a:lnTo>
                    <a:pt x="2526" y="1550"/>
                  </a:lnTo>
                  <a:lnTo>
                    <a:pt x="2560" y="1617"/>
                  </a:lnTo>
                  <a:lnTo>
                    <a:pt x="2627" y="1651"/>
                  </a:lnTo>
                  <a:lnTo>
                    <a:pt x="2694" y="1617"/>
                  </a:lnTo>
                  <a:lnTo>
                    <a:pt x="2728" y="1550"/>
                  </a:lnTo>
                  <a:lnTo>
                    <a:pt x="2694" y="809"/>
                  </a:lnTo>
                  <a:lnTo>
                    <a:pt x="2694" y="439"/>
                  </a:lnTo>
                  <a:lnTo>
                    <a:pt x="2661" y="68"/>
                  </a:lnTo>
                  <a:lnTo>
                    <a:pt x="2627" y="1"/>
                  </a:lnTo>
                  <a:lnTo>
                    <a:pt x="2560" y="1"/>
                  </a:lnTo>
                  <a:lnTo>
                    <a:pt x="2526" y="34"/>
                  </a:lnTo>
                  <a:lnTo>
                    <a:pt x="218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3" name="Google Shape;353;p3"/>
            <p:cNvSpPr/>
            <p:nvPr/>
          </p:nvSpPr>
          <p:spPr>
            <a:xfrm>
              <a:off x="3521316" y="4570684"/>
              <a:ext cx="125567" cy="122237"/>
            </a:xfrm>
            <a:custGeom>
              <a:avLst/>
              <a:gdLst/>
              <a:ahLst/>
              <a:cxnLst/>
              <a:rect l="l" t="t" r="r" b="b"/>
              <a:pathLst>
                <a:path w="2526" h="2459" extrusionOk="0">
                  <a:moveTo>
                    <a:pt x="2357" y="202"/>
                  </a:moveTo>
                  <a:lnTo>
                    <a:pt x="2323" y="674"/>
                  </a:lnTo>
                  <a:lnTo>
                    <a:pt x="2323" y="1145"/>
                  </a:lnTo>
                  <a:lnTo>
                    <a:pt x="2256" y="1684"/>
                  </a:lnTo>
                  <a:lnTo>
                    <a:pt x="2222" y="2256"/>
                  </a:lnTo>
                  <a:lnTo>
                    <a:pt x="1953" y="2189"/>
                  </a:lnTo>
                  <a:lnTo>
                    <a:pt x="472" y="2189"/>
                  </a:lnTo>
                  <a:lnTo>
                    <a:pt x="236" y="2223"/>
                  </a:lnTo>
                  <a:lnTo>
                    <a:pt x="236" y="1684"/>
                  </a:lnTo>
                  <a:lnTo>
                    <a:pt x="236" y="1145"/>
                  </a:lnTo>
                  <a:lnTo>
                    <a:pt x="236" y="708"/>
                  </a:lnTo>
                  <a:lnTo>
                    <a:pt x="236" y="236"/>
                  </a:lnTo>
                  <a:lnTo>
                    <a:pt x="1313" y="270"/>
                  </a:lnTo>
                  <a:lnTo>
                    <a:pt x="1852" y="236"/>
                  </a:lnTo>
                  <a:lnTo>
                    <a:pt x="2357" y="202"/>
                  </a:lnTo>
                  <a:close/>
                  <a:moveTo>
                    <a:pt x="1313" y="0"/>
                  </a:moveTo>
                  <a:lnTo>
                    <a:pt x="236" y="34"/>
                  </a:lnTo>
                  <a:lnTo>
                    <a:pt x="169" y="34"/>
                  </a:lnTo>
                  <a:lnTo>
                    <a:pt x="135" y="68"/>
                  </a:lnTo>
                  <a:lnTo>
                    <a:pt x="101" y="101"/>
                  </a:lnTo>
                  <a:lnTo>
                    <a:pt x="34" y="404"/>
                  </a:lnTo>
                  <a:lnTo>
                    <a:pt x="34" y="708"/>
                  </a:lnTo>
                  <a:lnTo>
                    <a:pt x="0" y="1314"/>
                  </a:lnTo>
                  <a:lnTo>
                    <a:pt x="0" y="1852"/>
                  </a:lnTo>
                  <a:lnTo>
                    <a:pt x="34" y="2122"/>
                  </a:lnTo>
                  <a:lnTo>
                    <a:pt x="68" y="2391"/>
                  </a:lnTo>
                  <a:lnTo>
                    <a:pt x="101" y="2425"/>
                  </a:lnTo>
                  <a:lnTo>
                    <a:pt x="135" y="2458"/>
                  </a:lnTo>
                  <a:lnTo>
                    <a:pt x="169" y="2458"/>
                  </a:lnTo>
                  <a:lnTo>
                    <a:pt x="202" y="2425"/>
                  </a:lnTo>
                  <a:lnTo>
                    <a:pt x="472" y="2458"/>
                  </a:lnTo>
                  <a:lnTo>
                    <a:pt x="741" y="2458"/>
                  </a:lnTo>
                  <a:lnTo>
                    <a:pt x="1280" y="2425"/>
                  </a:lnTo>
                  <a:lnTo>
                    <a:pt x="2020" y="2425"/>
                  </a:lnTo>
                  <a:lnTo>
                    <a:pt x="2256" y="2391"/>
                  </a:lnTo>
                  <a:lnTo>
                    <a:pt x="2357" y="2391"/>
                  </a:lnTo>
                  <a:lnTo>
                    <a:pt x="2391" y="2324"/>
                  </a:lnTo>
                  <a:lnTo>
                    <a:pt x="2458" y="2054"/>
                  </a:lnTo>
                  <a:lnTo>
                    <a:pt x="2492" y="1751"/>
                  </a:lnTo>
                  <a:lnTo>
                    <a:pt x="2525" y="1145"/>
                  </a:lnTo>
                  <a:lnTo>
                    <a:pt x="2525" y="640"/>
                  </a:lnTo>
                  <a:lnTo>
                    <a:pt x="2525" y="371"/>
                  </a:lnTo>
                  <a:lnTo>
                    <a:pt x="2492" y="135"/>
                  </a:lnTo>
                  <a:lnTo>
                    <a:pt x="2458" y="68"/>
                  </a:lnTo>
                  <a:lnTo>
                    <a:pt x="2391"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4" name="Google Shape;354;p3"/>
            <p:cNvSpPr/>
            <p:nvPr/>
          </p:nvSpPr>
          <p:spPr>
            <a:xfrm>
              <a:off x="3451026" y="4190751"/>
              <a:ext cx="137249" cy="93803"/>
            </a:xfrm>
            <a:custGeom>
              <a:avLst/>
              <a:gdLst/>
              <a:ahLst/>
              <a:cxnLst/>
              <a:rect l="l" t="t" r="r" b="b"/>
              <a:pathLst>
                <a:path w="2761" h="1887" extrusionOk="0">
                  <a:moveTo>
                    <a:pt x="1381" y="1"/>
                  </a:moveTo>
                  <a:lnTo>
                    <a:pt x="707" y="34"/>
                  </a:lnTo>
                  <a:lnTo>
                    <a:pt x="404" y="68"/>
                  </a:lnTo>
                  <a:lnTo>
                    <a:pt x="68" y="135"/>
                  </a:lnTo>
                  <a:lnTo>
                    <a:pt x="34" y="169"/>
                  </a:lnTo>
                  <a:lnTo>
                    <a:pt x="0" y="237"/>
                  </a:lnTo>
                  <a:lnTo>
                    <a:pt x="0" y="304"/>
                  </a:lnTo>
                  <a:lnTo>
                    <a:pt x="68" y="338"/>
                  </a:lnTo>
                  <a:lnTo>
                    <a:pt x="68" y="607"/>
                  </a:lnTo>
                  <a:lnTo>
                    <a:pt x="68" y="876"/>
                  </a:lnTo>
                  <a:lnTo>
                    <a:pt x="34" y="1718"/>
                  </a:lnTo>
                  <a:lnTo>
                    <a:pt x="34" y="1752"/>
                  </a:lnTo>
                  <a:lnTo>
                    <a:pt x="68" y="1785"/>
                  </a:lnTo>
                  <a:lnTo>
                    <a:pt x="169" y="1785"/>
                  </a:lnTo>
                  <a:lnTo>
                    <a:pt x="505" y="1853"/>
                  </a:lnTo>
                  <a:lnTo>
                    <a:pt x="842" y="1886"/>
                  </a:lnTo>
                  <a:lnTo>
                    <a:pt x="1179" y="1853"/>
                  </a:lnTo>
                  <a:lnTo>
                    <a:pt x="1515" y="1819"/>
                  </a:lnTo>
                  <a:lnTo>
                    <a:pt x="2020" y="1785"/>
                  </a:lnTo>
                  <a:lnTo>
                    <a:pt x="2256" y="1752"/>
                  </a:lnTo>
                  <a:lnTo>
                    <a:pt x="2492" y="1651"/>
                  </a:lnTo>
                  <a:lnTo>
                    <a:pt x="2222" y="1583"/>
                  </a:lnTo>
                  <a:lnTo>
                    <a:pt x="1919" y="1583"/>
                  </a:lnTo>
                  <a:lnTo>
                    <a:pt x="1347" y="1651"/>
                  </a:lnTo>
                  <a:lnTo>
                    <a:pt x="505" y="1651"/>
                  </a:lnTo>
                  <a:lnTo>
                    <a:pt x="236" y="1684"/>
                  </a:lnTo>
                  <a:lnTo>
                    <a:pt x="236" y="1213"/>
                  </a:lnTo>
                  <a:lnTo>
                    <a:pt x="236" y="775"/>
                  </a:lnTo>
                  <a:lnTo>
                    <a:pt x="236" y="540"/>
                  </a:lnTo>
                  <a:lnTo>
                    <a:pt x="202" y="338"/>
                  </a:lnTo>
                  <a:lnTo>
                    <a:pt x="505" y="304"/>
                  </a:lnTo>
                  <a:lnTo>
                    <a:pt x="808" y="270"/>
                  </a:lnTo>
                  <a:lnTo>
                    <a:pt x="1414" y="270"/>
                  </a:lnTo>
                  <a:lnTo>
                    <a:pt x="2054" y="304"/>
                  </a:lnTo>
                  <a:lnTo>
                    <a:pt x="2357" y="270"/>
                  </a:lnTo>
                  <a:lnTo>
                    <a:pt x="2660" y="237"/>
                  </a:lnTo>
                  <a:lnTo>
                    <a:pt x="2593" y="573"/>
                  </a:lnTo>
                  <a:lnTo>
                    <a:pt x="2593" y="876"/>
                  </a:lnTo>
                  <a:lnTo>
                    <a:pt x="2525" y="1280"/>
                  </a:lnTo>
                  <a:lnTo>
                    <a:pt x="2525" y="1651"/>
                  </a:lnTo>
                  <a:lnTo>
                    <a:pt x="2559" y="1718"/>
                  </a:lnTo>
                  <a:lnTo>
                    <a:pt x="2660" y="1718"/>
                  </a:lnTo>
                  <a:lnTo>
                    <a:pt x="2694" y="1684"/>
                  </a:lnTo>
                  <a:lnTo>
                    <a:pt x="2727" y="1348"/>
                  </a:lnTo>
                  <a:lnTo>
                    <a:pt x="2727" y="1011"/>
                  </a:lnTo>
                  <a:lnTo>
                    <a:pt x="2761" y="607"/>
                  </a:lnTo>
                  <a:lnTo>
                    <a:pt x="2761" y="237"/>
                  </a:lnTo>
                  <a:lnTo>
                    <a:pt x="2727" y="169"/>
                  </a:lnTo>
                  <a:lnTo>
                    <a:pt x="2660" y="203"/>
                  </a:lnTo>
                  <a:lnTo>
                    <a:pt x="2357" y="102"/>
                  </a:lnTo>
                  <a:lnTo>
                    <a:pt x="2054" y="68"/>
                  </a:lnTo>
                  <a:lnTo>
                    <a:pt x="1717" y="34"/>
                  </a:lnTo>
                  <a:lnTo>
                    <a:pt x="138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5" name="Google Shape;355;p3"/>
            <p:cNvSpPr/>
            <p:nvPr/>
          </p:nvSpPr>
          <p:spPr>
            <a:xfrm>
              <a:off x="3616710" y="4358124"/>
              <a:ext cx="23463" cy="40215"/>
            </a:xfrm>
            <a:custGeom>
              <a:avLst/>
              <a:gdLst/>
              <a:ahLst/>
              <a:cxnLst/>
              <a:rect l="l" t="t" r="r" b="b"/>
              <a:pathLst>
                <a:path w="472" h="809" extrusionOk="0">
                  <a:moveTo>
                    <a:pt x="303" y="203"/>
                  </a:moveTo>
                  <a:lnTo>
                    <a:pt x="303" y="304"/>
                  </a:lnTo>
                  <a:lnTo>
                    <a:pt x="270" y="405"/>
                  </a:lnTo>
                  <a:lnTo>
                    <a:pt x="202" y="337"/>
                  </a:lnTo>
                  <a:lnTo>
                    <a:pt x="169" y="270"/>
                  </a:lnTo>
                  <a:lnTo>
                    <a:pt x="169" y="203"/>
                  </a:lnTo>
                  <a:close/>
                  <a:moveTo>
                    <a:pt x="169" y="1"/>
                  </a:moveTo>
                  <a:lnTo>
                    <a:pt x="68" y="68"/>
                  </a:lnTo>
                  <a:lnTo>
                    <a:pt x="0" y="135"/>
                  </a:lnTo>
                  <a:lnTo>
                    <a:pt x="0" y="236"/>
                  </a:lnTo>
                  <a:lnTo>
                    <a:pt x="0" y="337"/>
                  </a:lnTo>
                  <a:lnTo>
                    <a:pt x="68" y="438"/>
                  </a:lnTo>
                  <a:lnTo>
                    <a:pt x="135" y="472"/>
                  </a:lnTo>
                  <a:lnTo>
                    <a:pt x="34" y="573"/>
                  </a:lnTo>
                  <a:lnTo>
                    <a:pt x="0" y="640"/>
                  </a:lnTo>
                  <a:lnTo>
                    <a:pt x="0" y="674"/>
                  </a:lnTo>
                  <a:lnTo>
                    <a:pt x="68" y="775"/>
                  </a:lnTo>
                  <a:lnTo>
                    <a:pt x="169" y="809"/>
                  </a:lnTo>
                  <a:lnTo>
                    <a:pt x="270" y="809"/>
                  </a:lnTo>
                  <a:lnTo>
                    <a:pt x="337" y="775"/>
                  </a:lnTo>
                  <a:lnTo>
                    <a:pt x="404" y="741"/>
                  </a:lnTo>
                  <a:lnTo>
                    <a:pt x="472" y="674"/>
                  </a:lnTo>
                  <a:lnTo>
                    <a:pt x="472" y="607"/>
                  </a:lnTo>
                  <a:lnTo>
                    <a:pt x="438" y="506"/>
                  </a:lnTo>
                  <a:lnTo>
                    <a:pt x="472" y="472"/>
                  </a:lnTo>
                  <a:lnTo>
                    <a:pt x="472" y="438"/>
                  </a:lnTo>
                  <a:lnTo>
                    <a:pt x="404" y="371"/>
                  </a:lnTo>
                  <a:lnTo>
                    <a:pt x="472" y="304"/>
                  </a:lnTo>
                  <a:lnTo>
                    <a:pt x="472" y="203"/>
                  </a:lnTo>
                  <a:lnTo>
                    <a:pt x="438" y="102"/>
                  </a:lnTo>
                  <a:lnTo>
                    <a:pt x="371" y="34"/>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6" name="Google Shape;356;p3"/>
            <p:cNvSpPr/>
            <p:nvPr/>
          </p:nvSpPr>
          <p:spPr>
            <a:xfrm>
              <a:off x="3686999" y="4476981"/>
              <a:ext cx="11781" cy="35195"/>
            </a:xfrm>
            <a:custGeom>
              <a:avLst/>
              <a:gdLst/>
              <a:ahLst/>
              <a:cxnLst/>
              <a:rect l="l" t="t" r="r" b="b"/>
              <a:pathLst>
                <a:path w="237" h="708" extrusionOk="0">
                  <a:moveTo>
                    <a:pt x="135" y="0"/>
                  </a:moveTo>
                  <a:lnTo>
                    <a:pt x="101" y="34"/>
                  </a:lnTo>
                  <a:lnTo>
                    <a:pt x="34" y="168"/>
                  </a:lnTo>
                  <a:lnTo>
                    <a:pt x="0" y="337"/>
                  </a:lnTo>
                  <a:lnTo>
                    <a:pt x="0" y="505"/>
                  </a:lnTo>
                  <a:lnTo>
                    <a:pt x="34" y="640"/>
                  </a:lnTo>
                  <a:lnTo>
                    <a:pt x="34" y="707"/>
                  </a:lnTo>
                  <a:lnTo>
                    <a:pt x="169" y="707"/>
                  </a:lnTo>
                  <a:lnTo>
                    <a:pt x="202" y="673"/>
                  </a:lnTo>
                  <a:lnTo>
                    <a:pt x="236" y="606"/>
                  </a:lnTo>
                  <a:lnTo>
                    <a:pt x="236" y="337"/>
                  </a:lnTo>
                  <a:lnTo>
                    <a:pt x="236" y="67"/>
                  </a:lnTo>
                  <a:lnTo>
                    <a:pt x="236" y="34"/>
                  </a:lnTo>
                  <a:lnTo>
                    <a:pt x="20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7" name="Google Shape;357;p3"/>
            <p:cNvSpPr/>
            <p:nvPr/>
          </p:nvSpPr>
          <p:spPr>
            <a:xfrm>
              <a:off x="3757289" y="4356434"/>
              <a:ext cx="31864" cy="35195"/>
            </a:xfrm>
            <a:custGeom>
              <a:avLst/>
              <a:gdLst/>
              <a:ahLst/>
              <a:cxnLst/>
              <a:rect l="l" t="t" r="r" b="b"/>
              <a:pathLst>
                <a:path w="641" h="708" extrusionOk="0">
                  <a:moveTo>
                    <a:pt x="236" y="1"/>
                  </a:moveTo>
                  <a:lnTo>
                    <a:pt x="135" y="68"/>
                  </a:lnTo>
                  <a:lnTo>
                    <a:pt x="68" y="136"/>
                  </a:lnTo>
                  <a:lnTo>
                    <a:pt x="0" y="203"/>
                  </a:lnTo>
                  <a:lnTo>
                    <a:pt x="0" y="304"/>
                  </a:lnTo>
                  <a:lnTo>
                    <a:pt x="34" y="371"/>
                  </a:lnTo>
                  <a:lnTo>
                    <a:pt x="101" y="405"/>
                  </a:lnTo>
                  <a:lnTo>
                    <a:pt x="202" y="439"/>
                  </a:lnTo>
                  <a:lnTo>
                    <a:pt x="337" y="472"/>
                  </a:lnTo>
                  <a:lnTo>
                    <a:pt x="438" y="439"/>
                  </a:lnTo>
                  <a:lnTo>
                    <a:pt x="438" y="540"/>
                  </a:lnTo>
                  <a:lnTo>
                    <a:pt x="438" y="607"/>
                  </a:lnTo>
                  <a:lnTo>
                    <a:pt x="438" y="708"/>
                  </a:lnTo>
                  <a:lnTo>
                    <a:pt x="505" y="708"/>
                  </a:lnTo>
                  <a:lnTo>
                    <a:pt x="573" y="641"/>
                  </a:lnTo>
                  <a:lnTo>
                    <a:pt x="606" y="540"/>
                  </a:lnTo>
                  <a:lnTo>
                    <a:pt x="640" y="304"/>
                  </a:lnTo>
                  <a:lnTo>
                    <a:pt x="640" y="270"/>
                  </a:lnTo>
                  <a:lnTo>
                    <a:pt x="573" y="203"/>
                  </a:lnTo>
                  <a:lnTo>
                    <a:pt x="505" y="237"/>
                  </a:lnTo>
                  <a:lnTo>
                    <a:pt x="371" y="304"/>
                  </a:lnTo>
                  <a:lnTo>
                    <a:pt x="236" y="304"/>
                  </a:lnTo>
                  <a:lnTo>
                    <a:pt x="169" y="270"/>
                  </a:lnTo>
                  <a:lnTo>
                    <a:pt x="202" y="203"/>
                  </a:lnTo>
                  <a:lnTo>
                    <a:pt x="236" y="169"/>
                  </a:lnTo>
                  <a:lnTo>
                    <a:pt x="539" y="169"/>
                  </a:lnTo>
                  <a:lnTo>
                    <a:pt x="539" y="203"/>
                  </a:lnTo>
                  <a:lnTo>
                    <a:pt x="606" y="203"/>
                  </a:lnTo>
                  <a:lnTo>
                    <a:pt x="640" y="169"/>
                  </a:lnTo>
                  <a:lnTo>
                    <a:pt x="573" y="102"/>
                  </a:lnTo>
                  <a:lnTo>
                    <a:pt x="505" y="35"/>
                  </a:lnTo>
                  <a:lnTo>
                    <a:pt x="3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8" name="Google Shape;358;p3"/>
            <p:cNvSpPr/>
            <p:nvPr/>
          </p:nvSpPr>
          <p:spPr>
            <a:xfrm>
              <a:off x="3569833" y="4289525"/>
              <a:ext cx="113886" cy="123877"/>
            </a:xfrm>
            <a:custGeom>
              <a:avLst/>
              <a:gdLst/>
              <a:ahLst/>
              <a:cxnLst/>
              <a:rect l="l" t="t" r="r" b="b"/>
              <a:pathLst>
                <a:path w="2291" h="2492" extrusionOk="0">
                  <a:moveTo>
                    <a:pt x="236" y="0"/>
                  </a:moveTo>
                  <a:lnTo>
                    <a:pt x="102" y="34"/>
                  </a:lnTo>
                  <a:lnTo>
                    <a:pt x="1" y="68"/>
                  </a:lnTo>
                  <a:lnTo>
                    <a:pt x="1" y="101"/>
                  </a:lnTo>
                  <a:lnTo>
                    <a:pt x="68" y="169"/>
                  </a:lnTo>
                  <a:lnTo>
                    <a:pt x="169" y="202"/>
                  </a:lnTo>
                  <a:lnTo>
                    <a:pt x="371" y="270"/>
                  </a:lnTo>
                  <a:lnTo>
                    <a:pt x="2088" y="270"/>
                  </a:lnTo>
                  <a:lnTo>
                    <a:pt x="2054" y="472"/>
                  </a:lnTo>
                  <a:lnTo>
                    <a:pt x="2054" y="707"/>
                  </a:lnTo>
                  <a:lnTo>
                    <a:pt x="2054" y="1145"/>
                  </a:lnTo>
                  <a:lnTo>
                    <a:pt x="2054" y="1717"/>
                  </a:lnTo>
                  <a:lnTo>
                    <a:pt x="2054" y="1987"/>
                  </a:lnTo>
                  <a:lnTo>
                    <a:pt x="2088" y="2256"/>
                  </a:lnTo>
                  <a:lnTo>
                    <a:pt x="910" y="2222"/>
                  </a:lnTo>
                  <a:lnTo>
                    <a:pt x="506" y="2189"/>
                  </a:lnTo>
                  <a:lnTo>
                    <a:pt x="304" y="2222"/>
                  </a:lnTo>
                  <a:lnTo>
                    <a:pt x="203" y="2256"/>
                  </a:lnTo>
                  <a:lnTo>
                    <a:pt x="135" y="2323"/>
                  </a:lnTo>
                  <a:lnTo>
                    <a:pt x="203" y="2391"/>
                  </a:lnTo>
                  <a:lnTo>
                    <a:pt x="304" y="2458"/>
                  </a:lnTo>
                  <a:lnTo>
                    <a:pt x="506" y="2492"/>
                  </a:lnTo>
                  <a:lnTo>
                    <a:pt x="2256" y="2492"/>
                  </a:lnTo>
                  <a:lnTo>
                    <a:pt x="2290" y="2424"/>
                  </a:lnTo>
                  <a:lnTo>
                    <a:pt x="2290" y="2357"/>
                  </a:lnTo>
                  <a:lnTo>
                    <a:pt x="2290" y="2290"/>
                  </a:lnTo>
                  <a:lnTo>
                    <a:pt x="2290" y="2020"/>
                  </a:lnTo>
                  <a:lnTo>
                    <a:pt x="2290" y="1717"/>
                  </a:lnTo>
                  <a:lnTo>
                    <a:pt x="2290" y="1145"/>
                  </a:lnTo>
                  <a:lnTo>
                    <a:pt x="2290" y="707"/>
                  </a:lnTo>
                  <a:lnTo>
                    <a:pt x="2290" y="472"/>
                  </a:lnTo>
                  <a:lnTo>
                    <a:pt x="2256" y="236"/>
                  </a:lnTo>
                  <a:lnTo>
                    <a:pt x="2290" y="202"/>
                  </a:lnTo>
                  <a:lnTo>
                    <a:pt x="2290" y="135"/>
                  </a:lnTo>
                  <a:lnTo>
                    <a:pt x="2256" y="68"/>
                  </a:lnTo>
                  <a:lnTo>
                    <a:pt x="2189" y="34"/>
                  </a:lnTo>
                  <a:lnTo>
                    <a:pt x="943"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59" name="Google Shape;359;p3"/>
            <p:cNvSpPr/>
            <p:nvPr/>
          </p:nvSpPr>
          <p:spPr>
            <a:xfrm>
              <a:off x="3024216" y="4714595"/>
              <a:ext cx="15112" cy="120596"/>
            </a:xfrm>
            <a:custGeom>
              <a:avLst/>
              <a:gdLst/>
              <a:ahLst/>
              <a:cxnLst/>
              <a:rect l="l" t="t" r="r" b="b"/>
              <a:pathLst>
                <a:path w="304" h="2426" extrusionOk="0">
                  <a:moveTo>
                    <a:pt x="102" y="1"/>
                  </a:moveTo>
                  <a:lnTo>
                    <a:pt x="68" y="35"/>
                  </a:lnTo>
                  <a:lnTo>
                    <a:pt x="35" y="304"/>
                  </a:lnTo>
                  <a:lnTo>
                    <a:pt x="1" y="573"/>
                  </a:lnTo>
                  <a:lnTo>
                    <a:pt x="35" y="1112"/>
                  </a:lnTo>
                  <a:lnTo>
                    <a:pt x="35" y="1752"/>
                  </a:lnTo>
                  <a:lnTo>
                    <a:pt x="68" y="2055"/>
                  </a:lnTo>
                  <a:lnTo>
                    <a:pt x="136" y="2358"/>
                  </a:lnTo>
                  <a:lnTo>
                    <a:pt x="169" y="2425"/>
                  </a:lnTo>
                  <a:lnTo>
                    <a:pt x="203" y="2425"/>
                  </a:lnTo>
                  <a:lnTo>
                    <a:pt x="237" y="2391"/>
                  </a:lnTo>
                  <a:lnTo>
                    <a:pt x="270" y="2358"/>
                  </a:lnTo>
                  <a:lnTo>
                    <a:pt x="304" y="2055"/>
                  </a:lnTo>
                  <a:lnTo>
                    <a:pt x="270" y="1718"/>
                  </a:lnTo>
                  <a:lnTo>
                    <a:pt x="237" y="1112"/>
                  </a:lnTo>
                  <a:lnTo>
                    <a:pt x="237" y="573"/>
                  </a:lnTo>
                  <a:lnTo>
                    <a:pt x="203" y="304"/>
                  </a:lnTo>
                  <a:lnTo>
                    <a:pt x="169" y="35"/>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0" name="Google Shape;360;p3"/>
            <p:cNvSpPr/>
            <p:nvPr/>
          </p:nvSpPr>
          <p:spPr>
            <a:xfrm>
              <a:off x="3636792" y="4428414"/>
              <a:ext cx="128898" cy="123927"/>
            </a:xfrm>
            <a:custGeom>
              <a:avLst/>
              <a:gdLst/>
              <a:ahLst/>
              <a:cxnLst/>
              <a:rect l="l" t="t" r="r" b="b"/>
              <a:pathLst>
                <a:path w="2593" h="2493" extrusionOk="0">
                  <a:moveTo>
                    <a:pt x="707" y="1"/>
                  </a:moveTo>
                  <a:lnTo>
                    <a:pt x="438" y="34"/>
                  </a:lnTo>
                  <a:lnTo>
                    <a:pt x="337" y="68"/>
                  </a:lnTo>
                  <a:lnTo>
                    <a:pt x="236" y="135"/>
                  </a:lnTo>
                  <a:lnTo>
                    <a:pt x="303" y="203"/>
                  </a:lnTo>
                  <a:lnTo>
                    <a:pt x="404" y="236"/>
                  </a:lnTo>
                  <a:lnTo>
                    <a:pt x="640" y="270"/>
                  </a:lnTo>
                  <a:lnTo>
                    <a:pt x="1078" y="270"/>
                  </a:lnTo>
                  <a:lnTo>
                    <a:pt x="1751" y="337"/>
                  </a:lnTo>
                  <a:lnTo>
                    <a:pt x="2391" y="371"/>
                  </a:lnTo>
                  <a:lnTo>
                    <a:pt x="2391" y="775"/>
                  </a:lnTo>
                  <a:lnTo>
                    <a:pt x="2391" y="1145"/>
                  </a:lnTo>
                  <a:lnTo>
                    <a:pt x="2357" y="1684"/>
                  </a:lnTo>
                  <a:lnTo>
                    <a:pt x="2357" y="1953"/>
                  </a:lnTo>
                  <a:lnTo>
                    <a:pt x="2391" y="2223"/>
                  </a:lnTo>
                  <a:lnTo>
                    <a:pt x="1313" y="2189"/>
                  </a:lnTo>
                  <a:lnTo>
                    <a:pt x="775" y="2189"/>
                  </a:lnTo>
                  <a:lnTo>
                    <a:pt x="505" y="2223"/>
                  </a:lnTo>
                  <a:lnTo>
                    <a:pt x="270" y="2290"/>
                  </a:lnTo>
                  <a:lnTo>
                    <a:pt x="236" y="1751"/>
                  </a:lnTo>
                  <a:lnTo>
                    <a:pt x="236" y="1213"/>
                  </a:lnTo>
                  <a:lnTo>
                    <a:pt x="270" y="674"/>
                  </a:lnTo>
                  <a:lnTo>
                    <a:pt x="270" y="405"/>
                  </a:lnTo>
                  <a:lnTo>
                    <a:pt x="236" y="270"/>
                  </a:lnTo>
                  <a:lnTo>
                    <a:pt x="202" y="135"/>
                  </a:lnTo>
                  <a:lnTo>
                    <a:pt x="101" y="304"/>
                  </a:lnTo>
                  <a:lnTo>
                    <a:pt x="68" y="472"/>
                  </a:lnTo>
                  <a:lnTo>
                    <a:pt x="0" y="842"/>
                  </a:lnTo>
                  <a:lnTo>
                    <a:pt x="0" y="1583"/>
                  </a:lnTo>
                  <a:lnTo>
                    <a:pt x="0" y="1819"/>
                  </a:lnTo>
                  <a:lnTo>
                    <a:pt x="0" y="2088"/>
                  </a:lnTo>
                  <a:lnTo>
                    <a:pt x="0" y="2223"/>
                  </a:lnTo>
                  <a:lnTo>
                    <a:pt x="34" y="2324"/>
                  </a:lnTo>
                  <a:lnTo>
                    <a:pt x="101" y="2425"/>
                  </a:lnTo>
                  <a:lnTo>
                    <a:pt x="202" y="2458"/>
                  </a:lnTo>
                  <a:lnTo>
                    <a:pt x="270" y="2458"/>
                  </a:lnTo>
                  <a:lnTo>
                    <a:pt x="270" y="2425"/>
                  </a:lnTo>
                  <a:lnTo>
                    <a:pt x="270" y="2391"/>
                  </a:lnTo>
                  <a:lnTo>
                    <a:pt x="539" y="2458"/>
                  </a:lnTo>
                  <a:lnTo>
                    <a:pt x="775" y="2492"/>
                  </a:lnTo>
                  <a:lnTo>
                    <a:pt x="1313" y="2492"/>
                  </a:lnTo>
                  <a:lnTo>
                    <a:pt x="2391" y="2458"/>
                  </a:lnTo>
                  <a:lnTo>
                    <a:pt x="2458" y="2425"/>
                  </a:lnTo>
                  <a:lnTo>
                    <a:pt x="2492" y="2458"/>
                  </a:lnTo>
                  <a:lnTo>
                    <a:pt x="2525" y="2458"/>
                  </a:lnTo>
                  <a:lnTo>
                    <a:pt x="2559" y="2425"/>
                  </a:lnTo>
                  <a:lnTo>
                    <a:pt x="2593" y="2155"/>
                  </a:lnTo>
                  <a:lnTo>
                    <a:pt x="2593" y="1886"/>
                  </a:lnTo>
                  <a:lnTo>
                    <a:pt x="2593" y="1347"/>
                  </a:lnTo>
                  <a:lnTo>
                    <a:pt x="2593" y="708"/>
                  </a:lnTo>
                  <a:lnTo>
                    <a:pt x="2593" y="405"/>
                  </a:lnTo>
                  <a:lnTo>
                    <a:pt x="2559" y="68"/>
                  </a:lnTo>
                  <a:lnTo>
                    <a:pt x="2525" y="34"/>
                  </a:lnTo>
                  <a:lnTo>
                    <a:pt x="2458" y="34"/>
                  </a:lnTo>
                  <a:lnTo>
                    <a:pt x="2458" y="68"/>
                  </a:lnTo>
                  <a:lnTo>
                    <a:pt x="2424" y="169"/>
                  </a:lnTo>
                  <a:lnTo>
                    <a:pt x="1852" y="102"/>
                  </a:lnTo>
                  <a:lnTo>
                    <a:pt x="1246"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1" name="Google Shape;361;p3"/>
            <p:cNvSpPr/>
            <p:nvPr/>
          </p:nvSpPr>
          <p:spPr>
            <a:xfrm>
              <a:off x="3350612" y="4749740"/>
              <a:ext cx="38525" cy="45236"/>
            </a:xfrm>
            <a:custGeom>
              <a:avLst/>
              <a:gdLst/>
              <a:ahLst/>
              <a:cxnLst/>
              <a:rect l="l" t="t" r="r" b="b"/>
              <a:pathLst>
                <a:path w="775" h="910" extrusionOk="0">
                  <a:moveTo>
                    <a:pt x="606" y="169"/>
                  </a:moveTo>
                  <a:lnTo>
                    <a:pt x="606" y="237"/>
                  </a:lnTo>
                  <a:lnTo>
                    <a:pt x="539" y="304"/>
                  </a:lnTo>
                  <a:lnTo>
                    <a:pt x="404" y="338"/>
                  </a:lnTo>
                  <a:lnTo>
                    <a:pt x="303" y="371"/>
                  </a:lnTo>
                  <a:lnTo>
                    <a:pt x="236" y="169"/>
                  </a:lnTo>
                  <a:close/>
                  <a:moveTo>
                    <a:pt x="505" y="506"/>
                  </a:moveTo>
                  <a:lnTo>
                    <a:pt x="572" y="540"/>
                  </a:lnTo>
                  <a:lnTo>
                    <a:pt x="606" y="573"/>
                  </a:lnTo>
                  <a:lnTo>
                    <a:pt x="539" y="674"/>
                  </a:lnTo>
                  <a:lnTo>
                    <a:pt x="505" y="708"/>
                  </a:lnTo>
                  <a:lnTo>
                    <a:pt x="438" y="742"/>
                  </a:lnTo>
                  <a:lnTo>
                    <a:pt x="303" y="708"/>
                  </a:lnTo>
                  <a:lnTo>
                    <a:pt x="303" y="540"/>
                  </a:lnTo>
                  <a:lnTo>
                    <a:pt x="337" y="540"/>
                  </a:lnTo>
                  <a:lnTo>
                    <a:pt x="505" y="506"/>
                  </a:lnTo>
                  <a:close/>
                  <a:moveTo>
                    <a:pt x="505" y="1"/>
                  </a:moveTo>
                  <a:lnTo>
                    <a:pt x="303" y="68"/>
                  </a:lnTo>
                  <a:lnTo>
                    <a:pt x="135" y="136"/>
                  </a:lnTo>
                  <a:lnTo>
                    <a:pt x="101" y="169"/>
                  </a:lnTo>
                  <a:lnTo>
                    <a:pt x="135" y="506"/>
                  </a:lnTo>
                  <a:lnTo>
                    <a:pt x="135" y="674"/>
                  </a:lnTo>
                  <a:lnTo>
                    <a:pt x="34" y="674"/>
                  </a:lnTo>
                  <a:lnTo>
                    <a:pt x="0" y="742"/>
                  </a:lnTo>
                  <a:lnTo>
                    <a:pt x="0" y="809"/>
                  </a:lnTo>
                  <a:lnTo>
                    <a:pt x="67" y="876"/>
                  </a:lnTo>
                  <a:lnTo>
                    <a:pt x="269" y="910"/>
                  </a:lnTo>
                  <a:lnTo>
                    <a:pt x="505" y="910"/>
                  </a:lnTo>
                  <a:lnTo>
                    <a:pt x="572" y="876"/>
                  </a:lnTo>
                  <a:lnTo>
                    <a:pt x="673" y="843"/>
                  </a:lnTo>
                  <a:lnTo>
                    <a:pt x="741" y="742"/>
                  </a:lnTo>
                  <a:lnTo>
                    <a:pt x="775" y="641"/>
                  </a:lnTo>
                  <a:lnTo>
                    <a:pt x="775" y="506"/>
                  </a:lnTo>
                  <a:lnTo>
                    <a:pt x="741" y="439"/>
                  </a:lnTo>
                  <a:lnTo>
                    <a:pt x="707" y="405"/>
                  </a:lnTo>
                  <a:lnTo>
                    <a:pt x="775" y="304"/>
                  </a:lnTo>
                  <a:lnTo>
                    <a:pt x="775" y="169"/>
                  </a:lnTo>
                  <a:lnTo>
                    <a:pt x="741" y="68"/>
                  </a:lnTo>
                  <a:lnTo>
                    <a:pt x="707" y="35"/>
                  </a:lnTo>
                  <a:lnTo>
                    <a:pt x="6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2" name="Google Shape;362;p3"/>
            <p:cNvSpPr/>
            <p:nvPr/>
          </p:nvSpPr>
          <p:spPr>
            <a:xfrm>
              <a:off x="3702062" y="4287835"/>
              <a:ext cx="128898" cy="123877"/>
            </a:xfrm>
            <a:custGeom>
              <a:avLst/>
              <a:gdLst/>
              <a:ahLst/>
              <a:cxnLst/>
              <a:rect l="l" t="t" r="r" b="b"/>
              <a:pathLst>
                <a:path w="2593" h="2492" extrusionOk="0">
                  <a:moveTo>
                    <a:pt x="135" y="1"/>
                  </a:moveTo>
                  <a:lnTo>
                    <a:pt x="101" y="34"/>
                  </a:lnTo>
                  <a:lnTo>
                    <a:pt x="34" y="304"/>
                  </a:lnTo>
                  <a:lnTo>
                    <a:pt x="0" y="573"/>
                  </a:lnTo>
                  <a:lnTo>
                    <a:pt x="0" y="1112"/>
                  </a:lnTo>
                  <a:lnTo>
                    <a:pt x="0" y="1751"/>
                  </a:lnTo>
                  <a:lnTo>
                    <a:pt x="34" y="2054"/>
                  </a:lnTo>
                  <a:lnTo>
                    <a:pt x="101" y="2391"/>
                  </a:lnTo>
                  <a:lnTo>
                    <a:pt x="135" y="2425"/>
                  </a:lnTo>
                  <a:lnTo>
                    <a:pt x="236" y="2425"/>
                  </a:lnTo>
                  <a:lnTo>
                    <a:pt x="270" y="2357"/>
                  </a:lnTo>
                  <a:lnTo>
                    <a:pt x="270" y="2054"/>
                  </a:lnTo>
                  <a:lnTo>
                    <a:pt x="236" y="1718"/>
                  </a:lnTo>
                  <a:lnTo>
                    <a:pt x="236" y="1112"/>
                  </a:lnTo>
                  <a:lnTo>
                    <a:pt x="236" y="674"/>
                  </a:lnTo>
                  <a:lnTo>
                    <a:pt x="236" y="236"/>
                  </a:lnTo>
                  <a:lnTo>
                    <a:pt x="472" y="270"/>
                  </a:lnTo>
                  <a:lnTo>
                    <a:pt x="2290" y="270"/>
                  </a:lnTo>
                  <a:lnTo>
                    <a:pt x="2324" y="304"/>
                  </a:lnTo>
                  <a:lnTo>
                    <a:pt x="2357" y="337"/>
                  </a:lnTo>
                  <a:lnTo>
                    <a:pt x="2391" y="337"/>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6"/>
                  </a:lnTo>
                  <a:lnTo>
                    <a:pt x="270" y="2357"/>
                  </a:lnTo>
                  <a:lnTo>
                    <a:pt x="337" y="2425"/>
                  </a:lnTo>
                  <a:lnTo>
                    <a:pt x="472" y="2492"/>
                  </a:lnTo>
                  <a:lnTo>
                    <a:pt x="2088" y="2492"/>
                  </a:lnTo>
                  <a:lnTo>
                    <a:pt x="2357" y="2458"/>
                  </a:lnTo>
                  <a:lnTo>
                    <a:pt x="2391" y="2492"/>
                  </a:lnTo>
                  <a:lnTo>
                    <a:pt x="2458" y="2492"/>
                  </a:lnTo>
                  <a:lnTo>
                    <a:pt x="2526" y="2458"/>
                  </a:lnTo>
                  <a:lnTo>
                    <a:pt x="2559" y="2391"/>
                  </a:lnTo>
                  <a:lnTo>
                    <a:pt x="2559" y="1179"/>
                  </a:lnTo>
                  <a:lnTo>
                    <a:pt x="2593" y="640"/>
                  </a:lnTo>
                  <a:lnTo>
                    <a:pt x="2559" y="405"/>
                  </a:lnTo>
                  <a:lnTo>
                    <a:pt x="2526" y="135"/>
                  </a:lnTo>
                  <a:lnTo>
                    <a:pt x="2492" y="135"/>
                  </a:lnTo>
                  <a:lnTo>
                    <a:pt x="2458" y="169"/>
                  </a:lnTo>
                  <a:lnTo>
                    <a:pt x="2391" y="102"/>
                  </a:lnTo>
                  <a:lnTo>
                    <a:pt x="2290" y="68"/>
                  </a:lnTo>
                  <a:lnTo>
                    <a:pt x="2088" y="68"/>
                  </a:lnTo>
                  <a:lnTo>
                    <a:pt x="1650" y="102"/>
                  </a:lnTo>
                  <a:lnTo>
                    <a:pt x="943" y="68"/>
                  </a:lnTo>
                  <a:lnTo>
                    <a:pt x="573" y="68"/>
                  </a:lnTo>
                  <a:lnTo>
                    <a:pt x="202" y="102"/>
                  </a:lnTo>
                  <a:lnTo>
                    <a:pt x="202" y="34"/>
                  </a:lnTo>
                  <a:lnTo>
                    <a:pt x="2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3" name="Google Shape;363;p3"/>
            <p:cNvSpPr/>
            <p:nvPr/>
          </p:nvSpPr>
          <p:spPr>
            <a:xfrm>
              <a:off x="3310446" y="4707934"/>
              <a:ext cx="125567" cy="135609"/>
            </a:xfrm>
            <a:custGeom>
              <a:avLst/>
              <a:gdLst/>
              <a:ahLst/>
              <a:cxnLst/>
              <a:rect l="l" t="t" r="r" b="b"/>
              <a:pathLst>
                <a:path w="2526" h="2728" extrusionOk="0">
                  <a:moveTo>
                    <a:pt x="202" y="169"/>
                  </a:moveTo>
                  <a:lnTo>
                    <a:pt x="741" y="236"/>
                  </a:lnTo>
                  <a:lnTo>
                    <a:pt x="1279" y="270"/>
                  </a:lnTo>
                  <a:lnTo>
                    <a:pt x="2357" y="236"/>
                  </a:lnTo>
                  <a:lnTo>
                    <a:pt x="2290" y="775"/>
                  </a:lnTo>
                  <a:lnTo>
                    <a:pt x="2256" y="1347"/>
                  </a:lnTo>
                  <a:lnTo>
                    <a:pt x="2256" y="1886"/>
                  </a:lnTo>
                  <a:lnTo>
                    <a:pt x="2290" y="2424"/>
                  </a:lnTo>
                  <a:lnTo>
                    <a:pt x="2290" y="2458"/>
                  </a:lnTo>
                  <a:lnTo>
                    <a:pt x="2256" y="2458"/>
                  </a:lnTo>
                  <a:lnTo>
                    <a:pt x="2020" y="2424"/>
                  </a:lnTo>
                  <a:lnTo>
                    <a:pt x="808" y="2424"/>
                  </a:lnTo>
                  <a:lnTo>
                    <a:pt x="303" y="2391"/>
                  </a:lnTo>
                  <a:lnTo>
                    <a:pt x="236" y="1280"/>
                  </a:lnTo>
                  <a:lnTo>
                    <a:pt x="202" y="169"/>
                  </a:lnTo>
                  <a:close/>
                  <a:moveTo>
                    <a:pt x="741" y="0"/>
                  </a:moveTo>
                  <a:lnTo>
                    <a:pt x="168" y="34"/>
                  </a:lnTo>
                  <a:lnTo>
                    <a:pt x="135" y="34"/>
                  </a:lnTo>
                  <a:lnTo>
                    <a:pt x="101" y="101"/>
                  </a:lnTo>
                  <a:lnTo>
                    <a:pt x="67" y="101"/>
                  </a:lnTo>
                  <a:lnTo>
                    <a:pt x="34" y="169"/>
                  </a:lnTo>
                  <a:lnTo>
                    <a:pt x="0" y="775"/>
                  </a:lnTo>
                  <a:lnTo>
                    <a:pt x="0" y="1414"/>
                  </a:lnTo>
                  <a:lnTo>
                    <a:pt x="34" y="2020"/>
                  </a:lnTo>
                  <a:lnTo>
                    <a:pt x="101" y="2660"/>
                  </a:lnTo>
                  <a:lnTo>
                    <a:pt x="135" y="2694"/>
                  </a:lnTo>
                  <a:lnTo>
                    <a:pt x="168" y="2727"/>
                  </a:lnTo>
                  <a:lnTo>
                    <a:pt x="236" y="2727"/>
                  </a:lnTo>
                  <a:lnTo>
                    <a:pt x="303" y="2694"/>
                  </a:lnTo>
                  <a:lnTo>
                    <a:pt x="337" y="2660"/>
                  </a:lnTo>
                  <a:lnTo>
                    <a:pt x="337" y="2626"/>
                  </a:lnTo>
                  <a:lnTo>
                    <a:pt x="337" y="2559"/>
                  </a:lnTo>
                  <a:lnTo>
                    <a:pt x="808" y="2660"/>
                  </a:lnTo>
                  <a:lnTo>
                    <a:pt x="1313" y="2694"/>
                  </a:lnTo>
                  <a:lnTo>
                    <a:pt x="1818" y="2694"/>
                  </a:lnTo>
                  <a:lnTo>
                    <a:pt x="2054" y="2660"/>
                  </a:lnTo>
                  <a:lnTo>
                    <a:pt x="2256" y="2626"/>
                  </a:lnTo>
                  <a:lnTo>
                    <a:pt x="2323" y="2593"/>
                  </a:lnTo>
                  <a:lnTo>
                    <a:pt x="2323" y="2492"/>
                  </a:lnTo>
                  <a:lnTo>
                    <a:pt x="2357" y="2525"/>
                  </a:lnTo>
                  <a:lnTo>
                    <a:pt x="2391" y="2525"/>
                  </a:lnTo>
                  <a:lnTo>
                    <a:pt x="2458" y="2492"/>
                  </a:lnTo>
                  <a:lnTo>
                    <a:pt x="2458" y="2424"/>
                  </a:lnTo>
                  <a:lnTo>
                    <a:pt x="2492" y="1886"/>
                  </a:lnTo>
                  <a:lnTo>
                    <a:pt x="2525" y="1313"/>
                  </a:lnTo>
                  <a:lnTo>
                    <a:pt x="2492" y="775"/>
                  </a:lnTo>
                  <a:lnTo>
                    <a:pt x="2458" y="202"/>
                  </a:lnTo>
                  <a:lnTo>
                    <a:pt x="2492" y="169"/>
                  </a:lnTo>
                  <a:lnTo>
                    <a:pt x="2492" y="101"/>
                  </a:lnTo>
                  <a:lnTo>
                    <a:pt x="2458" y="34"/>
                  </a:lnTo>
                  <a:lnTo>
                    <a:pt x="1852" y="34"/>
                  </a:lnTo>
                  <a:lnTo>
                    <a:pt x="127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4" name="Google Shape;364;p3"/>
            <p:cNvSpPr/>
            <p:nvPr/>
          </p:nvSpPr>
          <p:spPr>
            <a:xfrm>
              <a:off x="3166486" y="4709574"/>
              <a:ext cx="128948" cy="123927"/>
            </a:xfrm>
            <a:custGeom>
              <a:avLst/>
              <a:gdLst/>
              <a:ahLst/>
              <a:cxnLst/>
              <a:rect l="l" t="t" r="r" b="b"/>
              <a:pathLst>
                <a:path w="2594" h="2493" extrusionOk="0">
                  <a:moveTo>
                    <a:pt x="135" y="1"/>
                  </a:moveTo>
                  <a:lnTo>
                    <a:pt x="102" y="35"/>
                  </a:lnTo>
                  <a:lnTo>
                    <a:pt x="34" y="304"/>
                  </a:lnTo>
                  <a:lnTo>
                    <a:pt x="1" y="573"/>
                  </a:lnTo>
                  <a:lnTo>
                    <a:pt x="1" y="1112"/>
                  </a:lnTo>
                  <a:lnTo>
                    <a:pt x="1" y="1752"/>
                  </a:lnTo>
                  <a:lnTo>
                    <a:pt x="34" y="2055"/>
                  </a:lnTo>
                  <a:lnTo>
                    <a:pt x="102" y="2391"/>
                  </a:lnTo>
                  <a:lnTo>
                    <a:pt x="135" y="2425"/>
                  </a:lnTo>
                  <a:lnTo>
                    <a:pt x="236" y="2425"/>
                  </a:lnTo>
                  <a:lnTo>
                    <a:pt x="270" y="2358"/>
                  </a:lnTo>
                  <a:lnTo>
                    <a:pt x="270" y="2055"/>
                  </a:lnTo>
                  <a:lnTo>
                    <a:pt x="236" y="1718"/>
                  </a:lnTo>
                  <a:lnTo>
                    <a:pt x="236" y="1112"/>
                  </a:lnTo>
                  <a:lnTo>
                    <a:pt x="236" y="674"/>
                  </a:lnTo>
                  <a:lnTo>
                    <a:pt x="236" y="237"/>
                  </a:lnTo>
                  <a:lnTo>
                    <a:pt x="472" y="270"/>
                  </a:lnTo>
                  <a:lnTo>
                    <a:pt x="2290" y="270"/>
                  </a:lnTo>
                  <a:lnTo>
                    <a:pt x="2324" y="304"/>
                  </a:lnTo>
                  <a:lnTo>
                    <a:pt x="2357" y="338"/>
                  </a:lnTo>
                  <a:lnTo>
                    <a:pt x="2391" y="338"/>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7"/>
                  </a:lnTo>
                  <a:lnTo>
                    <a:pt x="270" y="2358"/>
                  </a:lnTo>
                  <a:lnTo>
                    <a:pt x="337" y="2425"/>
                  </a:lnTo>
                  <a:lnTo>
                    <a:pt x="472" y="2492"/>
                  </a:lnTo>
                  <a:lnTo>
                    <a:pt x="2088" y="2492"/>
                  </a:lnTo>
                  <a:lnTo>
                    <a:pt x="2357" y="2459"/>
                  </a:lnTo>
                  <a:lnTo>
                    <a:pt x="2391" y="2492"/>
                  </a:lnTo>
                  <a:lnTo>
                    <a:pt x="2458" y="2492"/>
                  </a:lnTo>
                  <a:lnTo>
                    <a:pt x="2526" y="2459"/>
                  </a:lnTo>
                  <a:lnTo>
                    <a:pt x="2559" y="2391"/>
                  </a:lnTo>
                  <a:lnTo>
                    <a:pt x="2559" y="1179"/>
                  </a:lnTo>
                  <a:lnTo>
                    <a:pt x="2593" y="641"/>
                  </a:lnTo>
                  <a:lnTo>
                    <a:pt x="2559" y="405"/>
                  </a:lnTo>
                  <a:lnTo>
                    <a:pt x="2526" y="136"/>
                  </a:lnTo>
                  <a:lnTo>
                    <a:pt x="2492" y="136"/>
                  </a:lnTo>
                  <a:lnTo>
                    <a:pt x="2458" y="169"/>
                  </a:lnTo>
                  <a:lnTo>
                    <a:pt x="2391" y="102"/>
                  </a:lnTo>
                  <a:lnTo>
                    <a:pt x="2290" y="68"/>
                  </a:lnTo>
                  <a:lnTo>
                    <a:pt x="2088" y="68"/>
                  </a:lnTo>
                  <a:lnTo>
                    <a:pt x="1650" y="102"/>
                  </a:lnTo>
                  <a:lnTo>
                    <a:pt x="943" y="68"/>
                  </a:lnTo>
                  <a:lnTo>
                    <a:pt x="573" y="68"/>
                  </a:lnTo>
                  <a:lnTo>
                    <a:pt x="203" y="102"/>
                  </a:lnTo>
                  <a:lnTo>
                    <a:pt x="203" y="35"/>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5" name="Google Shape;365;p3"/>
            <p:cNvSpPr/>
            <p:nvPr/>
          </p:nvSpPr>
          <p:spPr>
            <a:xfrm>
              <a:off x="3216693" y="4751430"/>
              <a:ext cx="36885" cy="33505"/>
            </a:xfrm>
            <a:custGeom>
              <a:avLst/>
              <a:gdLst/>
              <a:ahLst/>
              <a:cxnLst/>
              <a:rect l="l" t="t" r="r" b="b"/>
              <a:pathLst>
                <a:path w="742" h="674" extrusionOk="0">
                  <a:moveTo>
                    <a:pt x="68" y="1"/>
                  </a:moveTo>
                  <a:lnTo>
                    <a:pt x="1" y="68"/>
                  </a:lnTo>
                  <a:lnTo>
                    <a:pt x="1" y="135"/>
                  </a:lnTo>
                  <a:lnTo>
                    <a:pt x="1" y="169"/>
                  </a:lnTo>
                  <a:lnTo>
                    <a:pt x="34" y="203"/>
                  </a:lnTo>
                  <a:lnTo>
                    <a:pt x="68" y="337"/>
                  </a:lnTo>
                  <a:lnTo>
                    <a:pt x="102" y="438"/>
                  </a:lnTo>
                  <a:lnTo>
                    <a:pt x="169" y="573"/>
                  </a:lnTo>
                  <a:lnTo>
                    <a:pt x="270" y="674"/>
                  </a:lnTo>
                  <a:lnTo>
                    <a:pt x="405" y="674"/>
                  </a:lnTo>
                  <a:lnTo>
                    <a:pt x="438" y="640"/>
                  </a:lnTo>
                  <a:lnTo>
                    <a:pt x="506" y="506"/>
                  </a:lnTo>
                  <a:lnTo>
                    <a:pt x="607" y="371"/>
                  </a:lnTo>
                  <a:lnTo>
                    <a:pt x="708" y="270"/>
                  </a:lnTo>
                  <a:lnTo>
                    <a:pt x="741" y="203"/>
                  </a:lnTo>
                  <a:lnTo>
                    <a:pt x="741" y="135"/>
                  </a:lnTo>
                  <a:lnTo>
                    <a:pt x="741" y="102"/>
                  </a:lnTo>
                  <a:lnTo>
                    <a:pt x="708" y="68"/>
                  </a:lnTo>
                  <a:lnTo>
                    <a:pt x="640" y="68"/>
                  </a:lnTo>
                  <a:lnTo>
                    <a:pt x="573" y="102"/>
                  </a:lnTo>
                  <a:lnTo>
                    <a:pt x="472" y="169"/>
                  </a:lnTo>
                  <a:lnTo>
                    <a:pt x="405" y="270"/>
                  </a:lnTo>
                  <a:lnTo>
                    <a:pt x="304" y="405"/>
                  </a:lnTo>
                  <a:lnTo>
                    <a:pt x="236" y="236"/>
                  </a:lnTo>
                  <a:lnTo>
                    <a:pt x="203" y="68"/>
                  </a:lnTo>
                  <a:lnTo>
                    <a:pt x="203"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6" name="Google Shape;366;p3"/>
            <p:cNvSpPr/>
            <p:nvPr/>
          </p:nvSpPr>
          <p:spPr>
            <a:xfrm>
              <a:off x="3745558" y="4851844"/>
              <a:ext cx="138989" cy="16802"/>
            </a:xfrm>
            <a:custGeom>
              <a:avLst/>
              <a:gdLst/>
              <a:ahLst/>
              <a:cxnLst/>
              <a:rect l="l" t="t" r="r" b="b"/>
              <a:pathLst>
                <a:path w="2796" h="338" extrusionOk="0">
                  <a:moveTo>
                    <a:pt x="337" y="1"/>
                  </a:moveTo>
                  <a:lnTo>
                    <a:pt x="169" y="34"/>
                  </a:lnTo>
                  <a:lnTo>
                    <a:pt x="1" y="102"/>
                  </a:lnTo>
                  <a:lnTo>
                    <a:pt x="1" y="135"/>
                  </a:lnTo>
                  <a:lnTo>
                    <a:pt x="135" y="203"/>
                  </a:lnTo>
                  <a:lnTo>
                    <a:pt x="304" y="236"/>
                  </a:lnTo>
                  <a:lnTo>
                    <a:pt x="607" y="270"/>
                  </a:lnTo>
                  <a:lnTo>
                    <a:pt x="1247" y="270"/>
                  </a:lnTo>
                  <a:lnTo>
                    <a:pt x="2021" y="337"/>
                  </a:lnTo>
                  <a:lnTo>
                    <a:pt x="2391" y="337"/>
                  </a:lnTo>
                  <a:lnTo>
                    <a:pt x="2762" y="270"/>
                  </a:lnTo>
                  <a:lnTo>
                    <a:pt x="2795" y="236"/>
                  </a:lnTo>
                  <a:lnTo>
                    <a:pt x="2762" y="169"/>
                  </a:lnTo>
                  <a:lnTo>
                    <a:pt x="2459" y="102"/>
                  </a:lnTo>
                  <a:lnTo>
                    <a:pt x="2122" y="68"/>
                  </a:lnTo>
                  <a:lnTo>
                    <a:pt x="1449" y="68"/>
                  </a:lnTo>
                  <a:lnTo>
                    <a:pt x="7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7" name="Google Shape;367;p3"/>
            <p:cNvSpPr/>
            <p:nvPr/>
          </p:nvSpPr>
          <p:spPr>
            <a:xfrm>
              <a:off x="4061912" y="4574015"/>
              <a:ext cx="15112" cy="120547"/>
            </a:xfrm>
            <a:custGeom>
              <a:avLst/>
              <a:gdLst/>
              <a:ahLst/>
              <a:cxnLst/>
              <a:rect l="l" t="t" r="r" b="b"/>
              <a:pathLst>
                <a:path w="304" h="2425" extrusionOk="0">
                  <a:moveTo>
                    <a:pt x="135" y="1"/>
                  </a:moveTo>
                  <a:lnTo>
                    <a:pt x="101" y="34"/>
                  </a:lnTo>
                  <a:lnTo>
                    <a:pt x="67" y="304"/>
                  </a:lnTo>
                  <a:lnTo>
                    <a:pt x="67" y="573"/>
                  </a:lnTo>
                  <a:lnTo>
                    <a:pt x="67" y="1112"/>
                  </a:lnTo>
                  <a:lnTo>
                    <a:pt x="34" y="1718"/>
                  </a:lnTo>
                  <a:lnTo>
                    <a:pt x="0" y="2055"/>
                  </a:lnTo>
                  <a:lnTo>
                    <a:pt x="34" y="2358"/>
                  </a:lnTo>
                  <a:lnTo>
                    <a:pt x="67" y="2391"/>
                  </a:lnTo>
                  <a:lnTo>
                    <a:pt x="101" y="2425"/>
                  </a:lnTo>
                  <a:lnTo>
                    <a:pt x="135" y="2425"/>
                  </a:lnTo>
                  <a:lnTo>
                    <a:pt x="168" y="2358"/>
                  </a:lnTo>
                  <a:lnTo>
                    <a:pt x="236" y="2055"/>
                  </a:lnTo>
                  <a:lnTo>
                    <a:pt x="269" y="1752"/>
                  </a:lnTo>
                  <a:lnTo>
                    <a:pt x="269" y="1112"/>
                  </a:lnTo>
                  <a:lnTo>
                    <a:pt x="303" y="573"/>
                  </a:lnTo>
                  <a:lnTo>
                    <a:pt x="269" y="304"/>
                  </a:lnTo>
                  <a:lnTo>
                    <a:pt x="236" y="34"/>
                  </a:lnTo>
                  <a:lnTo>
                    <a:pt x="2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8" name="Google Shape;368;p3"/>
            <p:cNvSpPr/>
            <p:nvPr/>
          </p:nvSpPr>
          <p:spPr>
            <a:xfrm>
              <a:off x="3235136" y="4570684"/>
              <a:ext cx="115526" cy="123877"/>
            </a:xfrm>
            <a:custGeom>
              <a:avLst/>
              <a:gdLst/>
              <a:ahLst/>
              <a:cxnLst/>
              <a:rect l="l" t="t" r="r" b="b"/>
              <a:pathLst>
                <a:path w="2324" h="2492" extrusionOk="0">
                  <a:moveTo>
                    <a:pt x="1852" y="0"/>
                  </a:moveTo>
                  <a:lnTo>
                    <a:pt x="1380" y="34"/>
                  </a:lnTo>
                  <a:lnTo>
                    <a:pt x="135" y="34"/>
                  </a:lnTo>
                  <a:lnTo>
                    <a:pt x="67" y="68"/>
                  </a:lnTo>
                  <a:lnTo>
                    <a:pt x="34" y="135"/>
                  </a:lnTo>
                  <a:lnTo>
                    <a:pt x="34" y="202"/>
                  </a:lnTo>
                  <a:lnTo>
                    <a:pt x="67" y="236"/>
                  </a:lnTo>
                  <a:lnTo>
                    <a:pt x="34" y="472"/>
                  </a:lnTo>
                  <a:lnTo>
                    <a:pt x="34" y="708"/>
                  </a:lnTo>
                  <a:lnTo>
                    <a:pt x="34" y="1145"/>
                  </a:lnTo>
                  <a:lnTo>
                    <a:pt x="0" y="1718"/>
                  </a:lnTo>
                  <a:lnTo>
                    <a:pt x="34" y="2021"/>
                  </a:lnTo>
                  <a:lnTo>
                    <a:pt x="34" y="2290"/>
                  </a:lnTo>
                  <a:lnTo>
                    <a:pt x="34" y="2357"/>
                  </a:lnTo>
                  <a:lnTo>
                    <a:pt x="34" y="2425"/>
                  </a:lnTo>
                  <a:lnTo>
                    <a:pt x="67" y="2492"/>
                  </a:lnTo>
                  <a:lnTo>
                    <a:pt x="1818" y="2492"/>
                  </a:lnTo>
                  <a:lnTo>
                    <a:pt x="2020" y="2458"/>
                  </a:lnTo>
                  <a:lnTo>
                    <a:pt x="2121" y="2391"/>
                  </a:lnTo>
                  <a:lnTo>
                    <a:pt x="2188" y="2324"/>
                  </a:lnTo>
                  <a:lnTo>
                    <a:pt x="2121" y="2256"/>
                  </a:lnTo>
                  <a:lnTo>
                    <a:pt x="2020" y="2223"/>
                  </a:lnTo>
                  <a:lnTo>
                    <a:pt x="1818" y="2189"/>
                  </a:lnTo>
                  <a:lnTo>
                    <a:pt x="1414" y="2223"/>
                  </a:lnTo>
                  <a:lnTo>
                    <a:pt x="236" y="2256"/>
                  </a:lnTo>
                  <a:lnTo>
                    <a:pt x="269" y="1987"/>
                  </a:lnTo>
                  <a:lnTo>
                    <a:pt x="269" y="1718"/>
                  </a:lnTo>
                  <a:lnTo>
                    <a:pt x="269" y="1145"/>
                  </a:lnTo>
                  <a:lnTo>
                    <a:pt x="269" y="708"/>
                  </a:lnTo>
                  <a:lnTo>
                    <a:pt x="269" y="472"/>
                  </a:lnTo>
                  <a:lnTo>
                    <a:pt x="236" y="270"/>
                  </a:lnTo>
                  <a:lnTo>
                    <a:pt x="1953" y="270"/>
                  </a:lnTo>
                  <a:lnTo>
                    <a:pt x="2155" y="202"/>
                  </a:lnTo>
                  <a:lnTo>
                    <a:pt x="2222" y="169"/>
                  </a:lnTo>
                  <a:lnTo>
                    <a:pt x="2323" y="101"/>
                  </a:lnTo>
                  <a:lnTo>
                    <a:pt x="2323" y="68"/>
                  </a:lnTo>
                  <a:lnTo>
                    <a:pt x="2222" y="34"/>
                  </a:lnTo>
                  <a:lnTo>
                    <a:pt x="20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69" name="Google Shape;369;p3"/>
            <p:cNvSpPr/>
            <p:nvPr/>
          </p:nvSpPr>
          <p:spPr>
            <a:xfrm>
              <a:off x="3988242" y="4289525"/>
              <a:ext cx="127258" cy="122187"/>
            </a:xfrm>
            <a:custGeom>
              <a:avLst/>
              <a:gdLst/>
              <a:ahLst/>
              <a:cxnLst/>
              <a:rect l="l" t="t" r="r" b="b"/>
              <a:pathLst>
                <a:path w="2560" h="2458" extrusionOk="0">
                  <a:moveTo>
                    <a:pt x="169" y="202"/>
                  </a:moveTo>
                  <a:lnTo>
                    <a:pt x="708" y="236"/>
                  </a:lnTo>
                  <a:lnTo>
                    <a:pt x="1246" y="270"/>
                  </a:lnTo>
                  <a:lnTo>
                    <a:pt x="2324" y="236"/>
                  </a:lnTo>
                  <a:lnTo>
                    <a:pt x="2324" y="707"/>
                  </a:lnTo>
                  <a:lnTo>
                    <a:pt x="2324" y="1145"/>
                  </a:lnTo>
                  <a:lnTo>
                    <a:pt x="2324" y="1684"/>
                  </a:lnTo>
                  <a:lnTo>
                    <a:pt x="2324" y="2222"/>
                  </a:lnTo>
                  <a:lnTo>
                    <a:pt x="2088" y="2189"/>
                  </a:lnTo>
                  <a:lnTo>
                    <a:pt x="607" y="2189"/>
                  </a:lnTo>
                  <a:lnTo>
                    <a:pt x="337" y="2256"/>
                  </a:lnTo>
                  <a:lnTo>
                    <a:pt x="304" y="1684"/>
                  </a:lnTo>
                  <a:lnTo>
                    <a:pt x="236" y="1145"/>
                  </a:lnTo>
                  <a:lnTo>
                    <a:pt x="236" y="674"/>
                  </a:lnTo>
                  <a:lnTo>
                    <a:pt x="169" y="202"/>
                  </a:lnTo>
                  <a:close/>
                  <a:moveTo>
                    <a:pt x="708" y="0"/>
                  </a:moveTo>
                  <a:lnTo>
                    <a:pt x="169" y="34"/>
                  </a:lnTo>
                  <a:lnTo>
                    <a:pt x="102" y="68"/>
                  </a:lnTo>
                  <a:lnTo>
                    <a:pt x="68" y="135"/>
                  </a:lnTo>
                  <a:lnTo>
                    <a:pt x="34" y="371"/>
                  </a:lnTo>
                  <a:lnTo>
                    <a:pt x="1" y="640"/>
                  </a:lnTo>
                  <a:lnTo>
                    <a:pt x="34" y="1145"/>
                  </a:lnTo>
                  <a:lnTo>
                    <a:pt x="68" y="1751"/>
                  </a:lnTo>
                  <a:lnTo>
                    <a:pt x="102" y="2054"/>
                  </a:lnTo>
                  <a:lnTo>
                    <a:pt x="169" y="2323"/>
                  </a:lnTo>
                  <a:lnTo>
                    <a:pt x="169" y="2391"/>
                  </a:lnTo>
                  <a:lnTo>
                    <a:pt x="304" y="2391"/>
                  </a:lnTo>
                  <a:lnTo>
                    <a:pt x="539" y="2424"/>
                  </a:lnTo>
                  <a:lnTo>
                    <a:pt x="1280" y="2424"/>
                  </a:lnTo>
                  <a:lnTo>
                    <a:pt x="1819" y="2458"/>
                  </a:lnTo>
                  <a:lnTo>
                    <a:pt x="2088" y="2458"/>
                  </a:lnTo>
                  <a:lnTo>
                    <a:pt x="2357" y="2424"/>
                  </a:lnTo>
                  <a:lnTo>
                    <a:pt x="2391" y="2458"/>
                  </a:lnTo>
                  <a:lnTo>
                    <a:pt x="2425" y="2458"/>
                  </a:lnTo>
                  <a:lnTo>
                    <a:pt x="2458" y="2424"/>
                  </a:lnTo>
                  <a:lnTo>
                    <a:pt x="2492" y="2391"/>
                  </a:lnTo>
                  <a:lnTo>
                    <a:pt x="2526" y="2121"/>
                  </a:lnTo>
                  <a:lnTo>
                    <a:pt x="2559" y="1852"/>
                  </a:lnTo>
                  <a:lnTo>
                    <a:pt x="2526" y="1313"/>
                  </a:lnTo>
                  <a:lnTo>
                    <a:pt x="2526" y="707"/>
                  </a:lnTo>
                  <a:lnTo>
                    <a:pt x="2526" y="404"/>
                  </a:lnTo>
                  <a:lnTo>
                    <a:pt x="2458" y="101"/>
                  </a:lnTo>
                  <a:lnTo>
                    <a:pt x="2425" y="68"/>
                  </a:lnTo>
                  <a:lnTo>
                    <a:pt x="2391" y="34"/>
                  </a:lnTo>
                  <a:lnTo>
                    <a:pt x="2324" y="34"/>
                  </a:lnTo>
                  <a:lnTo>
                    <a:pt x="124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0" name="Google Shape;370;p3"/>
            <p:cNvSpPr/>
            <p:nvPr/>
          </p:nvSpPr>
          <p:spPr>
            <a:xfrm>
              <a:off x="3845972" y="4286144"/>
              <a:ext cx="125567" cy="135659"/>
            </a:xfrm>
            <a:custGeom>
              <a:avLst/>
              <a:gdLst/>
              <a:ahLst/>
              <a:cxnLst/>
              <a:rect l="l" t="t" r="r" b="b"/>
              <a:pathLst>
                <a:path w="2526" h="2729" extrusionOk="0">
                  <a:moveTo>
                    <a:pt x="203" y="169"/>
                  </a:moveTo>
                  <a:lnTo>
                    <a:pt x="742" y="237"/>
                  </a:lnTo>
                  <a:lnTo>
                    <a:pt x="1280" y="270"/>
                  </a:lnTo>
                  <a:lnTo>
                    <a:pt x="2358" y="237"/>
                  </a:lnTo>
                  <a:lnTo>
                    <a:pt x="2358" y="237"/>
                  </a:lnTo>
                  <a:lnTo>
                    <a:pt x="2290" y="775"/>
                  </a:lnTo>
                  <a:lnTo>
                    <a:pt x="2257" y="1348"/>
                  </a:lnTo>
                  <a:lnTo>
                    <a:pt x="2257" y="1886"/>
                  </a:lnTo>
                  <a:lnTo>
                    <a:pt x="2290" y="2425"/>
                  </a:lnTo>
                  <a:lnTo>
                    <a:pt x="2290" y="2459"/>
                  </a:lnTo>
                  <a:lnTo>
                    <a:pt x="2257" y="2459"/>
                  </a:lnTo>
                  <a:lnTo>
                    <a:pt x="2021" y="2425"/>
                  </a:lnTo>
                  <a:lnTo>
                    <a:pt x="809" y="2425"/>
                  </a:lnTo>
                  <a:lnTo>
                    <a:pt x="304" y="2391"/>
                  </a:lnTo>
                  <a:lnTo>
                    <a:pt x="237" y="1280"/>
                  </a:lnTo>
                  <a:lnTo>
                    <a:pt x="203" y="169"/>
                  </a:lnTo>
                  <a:close/>
                  <a:moveTo>
                    <a:pt x="742" y="1"/>
                  </a:moveTo>
                  <a:lnTo>
                    <a:pt x="169" y="35"/>
                  </a:lnTo>
                  <a:lnTo>
                    <a:pt x="136" y="35"/>
                  </a:lnTo>
                  <a:lnTo>
                    <a:pt x="102" y="102"/>
                  </a:lnTo>
                  <a:lnTo>
                    <a:pt x="68" y="102"/>
                  </a:lnTo>
                  <a:lnTo>
                    <a:pt x="35" y="169"/>
                  </a:lnTo>
                  <a:lnTo>
                    <a:pt x="1" y="775"/>
                  </a:lnTo>
                  <a:lnTo>
                    <a:pt x="1" y="1415"/>
                  </a:lnTo>
                  <a:lnTo>
                    <a:pt x="35" y="2021"/>
                  </a:lnTo>
                  <a:lnTo>
                    <a:pt x="102" y="2661"/>
                  </a:lnTo>
                  <a:lnTo>
                    <a:pt x="136" y="2694"/>
                  </a:lnTo>
                  <a:lnTo>
                    <a:pt x="169" y="2728"/>
                  </a:lnTo>
                  <a:lnTo>
                    <a:pt x="237" y="2728"/>
                  </a:lnTo>
                  <a:lnTo>
                    <a:pt x="304" y="2694"/>
                  </a:lnTo>
                  <a:lnTo>
                    <a:pt x="338" y="2661"/>
                  </a:lnTo>
                  <a:lnTo>
                    <a:pt x="338" y="2627"/>
                  </a:lnTo>
                  <a:lnTo>
                    <a:pt x="338" y="2560"/>
                  </a:lnTo>
                  <a:lnTo>
                    <a:pt x="809" y="2661"/>
                  </a:lnTo>
                  <a:lnTo>
                    <a:pt x="1314" y="2694"/>
                  </a:lnTo>
                  <a:lnTo>
                    <a:pt x="1819" y="2694"/>
                  </a:lnTo>
                  <a:lnTo>
                    <a:pt x="2055" y="2661"/>
                  </a:lnTo>
                  <a:lnTo>
                    <a:pt x="2257" y="2627"/>
                  </a:lnTo>
                  <a:lnTo>
                    <a:pt x="2324" y="2593"/>
                  </a:lnTo>
                  <a:lnTo>
                    <a:pt x="2324" y="2492"/>
                  </a:lnTo>
                  <a:lnTo>
                    <a:pt x="2358" y="2526"/>
                  </a:lnTo>
                  <a:lnTo>
                    <a:pt x="2391" y="2526"/>
                  </a:lnTo>
                  <a:lnTo>
                    <a:pt x="2459" y="2492"/>
                  </a:lnTo>
                  <a:lnTo>
                    <a:pt x="2459" y="2425"/>
                  </a:lnTo>
                  <a:lnTo>
                    <a:pt x="2492" y="1886"/>
                  </a:lnTo>
                  <a:lnTo>
                    <a:pt x="2526" y="1314"/>
                  </a:lnTo>
                  <a:lnTo>
                    <a:pt x="2492" y="775"/>
                  </a:lnTo>
                  <a:lnTo>
                    <a:pt x="2459" y="203"/>
                  </a:lnTo>
                  <a:lnTo>
                    <a:pt x="2492" y="169"/>
                  </a:lnTo>
                  <a:lnTo>
                    <a:pt x="2492" y="102"/>
                  </a:lnTo>
                  <a:lnTo>
                    <a:pt x="2459" y="35"/>
                  </a:lnTo>
                  <a:lnTo>
                    <a:pt x="1853" y="35"/>
                  </a:lnTo>
                  <a:lnTo>
                    <a:pt x="128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1" name="Google Shape;371;p3"/>
            <p:cNvSpPr/>
            <p:nvPr/>
          </p:nvSpPr>
          <p:spPr>
            <a:xfrm>
              <a:off x="3064382" y="4433435"/>
              <a:ext cx="15112" cy="120547"/>
            </a:xfrm>
            <a:custGeom>
              <a:avLst/>
              <a:gdLst/>
              <a:ahLst/>
              <a:cxnLst/>
              <a:rect l="l" t="t" r="r" b="b"/>
              <a:pathLst>
                <a:path w="304" h="2425" extrusionOk="0">
                  <a:moveTo>
                    <a:pt x="102" y="1"/>
                  </a:moveTo>
                  <a:lnTo>
                    <a:pt x="68" y="34"/>
                  </a:lnTo>
                  <a:lnTo>
                    <a:pt x="35" y="304"/>
                  </a:lnTo>
                  <a:lnTo>
                    <a:pt x="1" y="573"/>
                  </a:lnTo>
                  <a:lnTo>
                    <a:pt x="35" y="1112"/>
                  </a:lnTo>
                  <a:lnTo>
                    <a:pt x="35" y="1751"/>
                  </a:lnTo>
                  <a:lnTo>
                    <a:pt x="68" y="2054"/>
                  </a:lnTo>
                  <a:lnTo>
                    <a:pt x="136" y="2357"/>
                  </a:lnTo>
                  <a:lnTo>
                    <a:pt x="169" y="2425"/>
                  </a:lnTo>
                  <a:lnTo>
                    <a:pt x="203" y="2425"/>
                  </a:lnTo>
                  <a:lnTo>
                    <a:pt x="237" y="2391"/>
                  </a:lnTo>
                  <a:lnTo>
                    <a:pt x="270" y="2357"/>
                  </a:lnTo>
                  <a:lnTo>
                    <a:pt x="304" y="2054"/>
                  </a:lnTo>
                  <a:lnTo>
                    <a:pt x="270" y="1718"/>
                  </a:lnTo>
                  <a:lnTo>
                    <a:pt x="237" y="1112"/>
                  </a:lnTo>
                  <a:lnTo>
                    <a:pt x="237" y="573"/>
                  </a:lnTo>
                  <a:lnTo>
                    <a:pt x="203" y="304"/>
                  </a:lnTo>
                  <a:lnTo>
                    <a:pt x="169"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2" name="Google Shape;372;p3"/>
            <p:cNvSpPr/>
            <p:nvPr/>
          </p:nvSpPr>
          <p:spPr>
            <a:xfrm>
              <a:off x="3206652" y="4428414"/>
              <a:ext cx="128948" cy="123927"/>
            </a:xfrm>
            <a:custGeom>
              <a:avLst/>
              <a:gdLst/>
              <a:ahLst/>
              <a:cxnLst/>
              <a:rect l="l" t="t" r="r" b="b"/>
              <a:pathLst>
                <a:path w="2594" h="2493" extrusionOk="0">
                  <a:moveTo>
                    <a:pt x="135" y="1"/>
                  </a:moveTo>
                  <a:lnTo>
                    <a:pt x="102" y="34"/>
                  </a:lnTo>
                  <a:lnTo>
                    <a:pt x="34" y="304"/>
                  </a:lnTo>
                  <a:lnTo>
                    <a:pt x="1" y="573"/>
                  </a:lnTo>
                  <a:lnTo>
                    <a:pt x="1" y="1112"/>
                  </a:lnTo>
                  <a:lnTo>
                    <a:pt x="1" y="1751"/>
                  </a:lnTo>
                  <a:lnTo>
                    <a:pt x="34" y="2054"/>
                  </a:lnTo>
                  <a:lnTo>
                    <a:pt x="102" y="2391"/>
                  </a:lnTo>
                  <a:lnTo>
                    <a:pt x="135" y="2425"/>
                  </a:lnTo>
                  <a:lnTo>
                    <a:pt x="236" y="2425"/>
                  </a:lnTo>
                  <a:lnTo>
                    <a:pt x="270" y="2357"/>
                  </a:lnTo>
                  <a:lnTo>
                    <a:pt x="270" y="2054"/>
                  </a:lnTo>
                  <a:lnTo>
                    <a:pt x="236" y="1718"/>
                  </a:lnTo>
                  <a:lnTo>
                    <a:pt x="236" y="1112"/>
                  </a:lnTo>
                  <a:lnTo>
                    <a:pt x="236" y="674"/>
                  </a:lnTo>
                  <a:lnTo>
                    <a:pt x="236" y="236"/>
                  </a:lnTo>
                  <a:lnTo>
                    <a:pt x="472" y="270"/>
                  </a:lnTo>
                  <a:lnTo>
                    <a:pt x="2290" y="270"/>
                  </a:lnTo>
                  <a:lnTo>
                    <a:pt x="2324" y="304"/>
                  </a:lnTo>
                  <a:lnTo>
                    <a:pt x="2357" y="337"/>
                  </a:lnTo>
                  <a:lnTo>
                    <a:pt x="2391" y="337"/>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6"/>
                  </a:lnTo>
                  <a:lnTo>
                    <a:pt x="270" y="2357"/>
                  </a:lnTo>
                  <a:lnTo>
                    <a:pt x="337" y="2425"/>
                  </a:lnTo>
                  <a:lnTo>
                    <a:pt x="472" y="2492"/>
                  </a:lnTo>
                  <a:lnTo>
                    <a:pt x="2088" y="2492"/>
                  </a:lnTo>
                  <a:lnTo>
                    <a:pt x="2357" y="2458"/>
                  </a:lnTo>
                  <a:lnTo>
                    <a:pt x="2391" y="2492"/>
                  </a:lnTo>
                  <a:lnTo>
                    <a:pt x="2458" y="2492"/>
                  </a:lnTo>
                  <a:lnTo>
                    <a:pt x="2526" y="2458"/>
                  </a:lnTo>
                  <a:lnTo>
                    <a:pt x="2559" y="2391"/>
                  </a:lnTo>
                  <a:lnTo>
                    <a:pt x="2559" y="1179"/>
                  </a:lnTo>
                  <a:lnTo>
                    <a:pt x="2593" y="640"/>
                  </a:lnTo>
                  <a:lnTo>
                    <a:pt x="2559" y="405"/>
                  </a:lnTo>
                  <a:lnTo>
                    <a:pt x="2526" y="135"/>
                  </a:lnTo>
                  <a:lnTo>
                    <a:pt x="2492" y="135"/>
                  </a:lnTo>
                  <a:lnTo>
                    <a:pt x="2458" y="169"/>
                  </a:lnTo>
                  <a:lnTo>
                    <a:pt x="2391" y="102"/>
                  </a:lnTo>
                  <a:lnTo>
                    <a:pt x="2290" y="68"/>
                  </a:lnTo>
                  <a:lnTo>
                    <a:pt x="2088" y="68"/>
                  </a:lnTo>
                  <a:lnTo>
                    <a:pt x="1650" y="102"/>
                  </a:lnTo>
                  <a:lnTo>
                    <a:pt x="943" y="68"/>
                  </a:lnTo>
                  <a:lnTo>
                    <a:pt x="573" y="68"/>
                  </a:lnTo>
                  <a:lnTo>
                    <a:pt x="203" y="102"/>
                  </a:lnTo>
                  <a:lnTo>
                    <a:pt x="203" y="34"/>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3" name="Google Shape;373;p3"/>
            <p:cNvSpPr/>
            <p:nvPr/>
          </p:nvSpPr>
          <p:spPr>
            <a:xfrm>
              <a:off x="3089485" y="4568994"/>
              <a:ext cx="128948" cy="123927"/>
            </a:xfrm>
            <a:custGeom>
              <a:avLst/>
              <a:gdLst/>
              <a:ahLst/>
              <a:cxnLst/>
              <a:rect l="l" t="t" r="r" b="b"/>
              <a:pathLst>
                <a:path w="2594" h="2493" extrusionOk="0">
                  <a:moveTo>
                    <a:pt x="2391" y="1"/>
                  </a:moveTo>
                  <a:lnTo>
                    <a:pt x="2391" y="34"/>
                  </a:lnTo>
                  <a:lnTo>
                    <a:pt x="2391" y="102"/>
                  </a:lnTo>
                  <a:lnTo>
                    <a:pt x="2021" y="68"/>
                  </a:lnTo>
                  <a:lnTo>
                    <a:pt x="1651" y="68"/>
                  </a:lnTo>
                  <a:lnTo>
                    <a:pt x="910" y="102"/>
                  </a:lnTo>
                  <a:lnTo>
                    <a:pt x="506" y="68"/>
                  </a:lnTo>
                  <a:lnTo>
                    <a:pt x="304" y="68"/>
                  </a:lnTo>
                  <a:lnTo>
                    <a:pt x="203" y="102"/>
                  </a:lnTo>
                  <a:lnTo>
                    <a:pt x="136" y="169"/>
                  </a:lnTo>
                  <a:lnTo>
                    <a:pt x="102" y="135"/>
                  </a:lnTo>
                  <a:lnTo>
                    <a:pt x="68" y="135"/>
                  </a:lnTo>
                  <a:lnTo>
                    <a:pt x="35" y="405"/>
                  </a:lnTo>
                  <a:lnTo>
                    <a:pt x="1" y="640"/>
                  </a:lnTo>
                  <a:lnTo>
                    <a:pt x="35" y="1179"/>
                  </a:lnTo>
                  <a:lnTo>
                    <a:pt x="35" y="2391"/>
                  </a:lnTo>
                  <a:lnTo>
                    <a:pt x="68" y="2459"/>
                  </a:lnTo>
                  <a:lnTo>
                    <a:pt x="136" y="2492"/>
                  </a:lnTo>
                  <a:lnTo>
                    <a:pt x="203" y="2492"/>
                  </a:lnTo>
                  <a:lnTo>
                    <a:pt x="237" y="2459"/>
                  </a:lnTo>
                  <a:lnTo>
                    <a:pt x="506" y="2492"/>
                  </a:lnTo>
                  <a:lnTo>
                    <a:pt x="2122" y="2492"/>
                  </a:lnTo>
                  <a:lnTo>
                    <a:pt x="2257" y="2425"/>
                  </a:lnTo>
                  <a:lnTo>
                    <a:pt x="2324" y="2358"/>
                  </a:lnTo>
                  <a:lnTo>
                    <a:pt x="2223" y="2257"/>
                  </a:lnTo>
                  <a:lnTo>
                    <a:pt x="2088" y="2223"/>
                  </a:lnTo>
                  <a:lnTo>
                    <a:pt x="1954" y="2189"/>
                  </a:lnTo>
                  <a:lnTo>
                    <a:pt x="1819" y="2189"/>
                  </a:lnTo>
                  <a:lnTo>
                    <a:pt x="1213" y="2223"/>
                  </a:lnTo>
                  <a:lnTo>
                    <a:pt x="742" y="2189"/>
                  </a:lnTo>
                  <a:lnTo>
                    <a:pt x="472" y="2189"/>
                  </a:lnTo>
                  <a:lnTo>
                    <a:pt x="270" y="2223"/>
                  </a:lnTo>
                  <a:lnTo>
                    <a:pt x="237" y="1011"/>
                  </a:lnTo>
                  <a:lnTo>
                    <a:pt x="237" y="674"/>
                  </a:lnTo>
                  <a:lnTo>
                    <a:pt x="203" y="506"/>
                  </a:lnTo>
                  <a:lnTo>
                    <a:pt x="169" y="337"/>
                  </a:lnTo>
                  <a:lnTo>
                    <a:pt x="237" y="337"/>
                  </a:lnTo>
                  <a:lnTo>
                    <a:pt x="270" y="304"/>
                  </a:lnTo>
                  <a:lnTo>
                    <a:pt x="304" y="270"/>
                  </a:lnTo>
                  <a:lnTo>
                    <a:pt x="2122" y="270"/>
                  </a:lnTo>
                  <a:lnTo>
                    <a:pt x="2358" y="236"/>
                  </a:lnTo>
                  <a:lnTo>
                    <a:pt x="2358" y="674"/>
                  </a:lnTo>
                  <a:lnTo>
                    <a:pt x="2358" y="1112"/>
                  </a:lnTo>
                  <a:lnTo>
                    <a:pt x="2324" y="1718"/>
                  </a:lnTo>
                  <a:lnTo>
                    <a:pt x="2324" y="2055"/>
                  </a:lnTo>
                  <a:lnTo>
                    <a:pt x="2324" y="2358"/>
                  </a:lnTo>
                  <a:lnTo>
                    <a:pt x="2358" y="2425"/>
                  </a:lnTo>
                  <a:lnTo>
                    <a:pt x="2459" y="2425"/>
                  </a:lnTo>
                  <a:lnTo>
                    <a:pt x="2492" y="2391"/>
                  </a:lnTo>
                  <a:lnTo>
                    <a:pt x="2560" y="2055"/>
                  </a:lnTo>
                  <a:lnTo>
                    <a:pt x="2593" y="1752"/>
                  </a:lnTo>
                  <a:lnTo>
                    <a:pt x="2593" y="1112"/>
                  </a:lnTo>
                  <a:lnTo>
                    <a:pt x="2593" y="573"/>
                  </a:lnTo>
                  <a:lnTo>
                    <a:pt x="2560" y="304"/>
                  </a:lnTo>
                  <a:lnTo>
                    <a:pt x="2492" y="34"/>
                  </a:lnTo>
                  <a:lnTo>
                    <a:pt x="245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4" name="Google Shape;374;p3"/>
            <p:cNvSpPr/>
            <p:nvPr/>
          </p:nvSpPr>
          <p:spPr>
            <a:xfrm>
              <a:off x="3251838" y="4476981"/>
              <a:ext cx="43596" cy="35195"/>
            </a:xfrm>
            <a:custGeom>
              <a:avLst/>
              <a:gdLst/>
              <a:ahLst/>
              <a:cxnLst/>
              <a:rect l="l" t="t" r="r" b="b"/>
              <a:pathLst>
                <a:path w="877" h="708" extrusionOk="0">
                  <a:moveTo>
                    <a:pt x="34" y="0"/>
                  </a:moveTo>
                  <a:lnTo>
                    <a:pt x="1" y="34"/>
                  </a:lnTo>
                  <a:lnTo>
                    <a:pt x="1" y="67"/>
                  </a:lnTo>
                  <a:lnTo>
                    <a:pt x="34" y="101"/>
                  </a:lnTo>
                  <a:lnTo>
                    <a:pt x="135" y="168"/>
                  </a:lnTo>
                  <a:lnTo>
                    <a:pt x="236" y="202"/>
                  </a:lnTo>
                  <a:lnTo>
                    <a:pt x="169" y="404"/>
                  </a:lnTo>
                  <a:lnTo>
                    <a:pt x="135" y="606"/>
                  </a:lnTo>
                  <a:lnTo>
                    <a:pt x="169" y="673"/>
                  </a:lnTo>
                  <a:lnTo>
                    <a:pt x="203" y="707"/>
                  </a:lnTo>
                  <a:lnTo>
                    <a:pt x="270" y="707"/>
                  </a:lnTo>
                  <a:lnTo>
                    <a:pt x="304" y="640"/>
                  </a:lnTo>
                  <a:lnTo>
                    <a:pt x="371" y="438"/>
                  </a:lnTo>
                  <a:lnTo>
                    <a:pt x="405" y="202"/>
                  </a:lnTo>
                  <a:lnTo>
                    <a:pt x="438" y="236"/>
                  </a:lnTo>
                  <a:lnTo>
                    <a:pt x="741" y="236"/>
                  </a:lnTo>
                  <a:lnTo>
                    <a:pt x="842" y="202"/>
                  </a:lnTo>
                  <a:lnTo>
                    <a:pt x="876" y="168"/>
                  </a:lnTo>
                  <a:lnTo>
                    <a:pt x="876" y="101"/>
                  </a:lnTo>
                  <a:lnTo>
                    <a:pt x="876" y="67"/>
                  </a:lnTo>
                  <a:lnTo>
                    <a:pt x="842" y="34"/>
                  </a:lnTo>
                  <a:lnTo>
                    <a:pt x="77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5" name="Google Shape;375;p3"/>
            <p:cNvSpPr/>
            <p:nvPr/>
          </p:nvSpPr>
          <p:spPr>
            <a:xfrm>
              <a:off x="3034257" y="4711264"/>
              <a:ext cx="113886" cy="123927"/>
            </a:xfrm>
            <a:custGeom>
              <a:avLst/>
              <a:gdLst/>
              <a:ahLst/>
              <a:cxnLst/>
              <a:rect l="l" t="t" r="r" b="b"/>
              <a:pathLst>
                <a:path w="2291" h="2493" extrusionOk="0">
                  <a:moveTo>
                    <a:pt x="237" y="1"/>
                  </a:moveTo>
                  <a:lnTo>
                    <a:pt x="102" y="34"/>
                  </a:lnTo>
                  <a:lnTo>
                    <a:pt x="1" y="68"/>
                  </a:lnTo>
                  <a:lnTo>
                    <a:pt x="1" y="102"/>
                  </a:lnTo>
                  <a:lnTo>
                    <a:pt x="68" y="169"/>
                  </a:lnTo>
                  <a:lnTo>
                    <a:pt x="169" y="203"/>
                  </a:lnTo>
                  <a:lnTo>
                    <a:pt x="371" y="270"/>
                  </a:lnTo>
                  <a:lnTo>
                    <a:pt x="2088" y="270"/>
                  </a:lnTo>
                  <a:lnTo>
                    <a:pt x="2055" y="472"/>
                  </a:lnTo>
                  <a:lnTo>
                    <a:pt x="2055" y="708"/>
                  </a:lnTo>
                  <a:lnTo>
                    <a:pt x="2055" y="1145"/>
                  </a:lnTo>
                  <a:lnTo>
                    <a:pt x="2055" y="1718"/>
                  </a:lnTo>
                  <a:lnTo>
                    <a:pt x="2055" y="1987"/>
                  </a:lnTo>
                  <a:lnTo>
                    <a:pt x="2088" y="2256"/>
                  </a:lnTo>
                  <a:lnTo>
                    <a:pt x="910" y="2223"/>
                  </a:lnTo>
                  <a:lnTo>
                    <a:pt x="506" y="2189"/>
                  </a:lnTo>
                  <a:lnTo>
                    <a:pt x="304" y="2223"/>
                  </a:lnTo>
                  <a:lnTo>
                    <a:pt x="203" y="2256"/>
                  </a:lnTo>
                  <a:lnTo>
                    <a:pt x="136" y="2324"/>
                  </a:lnTo>
                  <a:lnTo>
                    <a:pt x="203" y="2391"/>
                  </a:lnTo>
                  <a:lnTo>
                    <a:pt x="304" y="2458"/>
                  </a:lnTo>
                  <a:lnTo>
                    <a:pt x="506" y="2492"/>
                  </a:lnTo>
                  <a:lnTo>
                    <a:pt x="2257" y="2492"/>
                  </a:lnTo>
                  <a:lnTo>
                    <a:pt x="2290" y="2425"/>
                  </a:lnTo>
                  <a:lnTo>
                    <a:pt x="2290" y="2357"/>
                  </a:lnTo>
                  <a:lnTo>
                    <a:pt x="2290" y="2290"/>
                  </a:lnTo>
                  <a:lnTo>
                    <a:pt x="2290" y="2021"/>
                  </a:lnTo>
                  <a:lnTo>
                    <a:pt x="2290" y="1718"/>
                  </a:lnTo>
                  <a:lnTo>
                    <a:pt x="2290" y="1145"/>
                  </a:lnTo>
                  <a:lnTo>
                    <a:pt x="2290" y="708"/>
                  </a:lnTo>
                  <a:lnTo>
                    <a:pt x="2290" y="472"/>
                  </a:lnTo>
                  <a:lnTo>
                    <a:pt x="2257" y="236"/>
                  </a:lnTo>
                  <a:lnTo>
                    <a:pt x="2290" y="203"/>
                  </a:lnTo>
                  <a:lnTo>
                    <a:pt x="2290" y="135"/>
                  </a:lnTo>
                  <a:lnTo>
                    <a:pt x="2257" y="68"/>
                  </a:lnTo>
                  <a:lnTo>
                    <a:pt x="2189" y="34"/>
                  </a:lnTo>
                  <a:lnTo>
                    <a:pt x="944"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6" name="Google Shape;376;p3"/>
            <p:cNvSpPr/>
            <p:nvPr/>
          </p:nvSpPr>
          <p:spPr>
            <a:xfrm>
              <a:off x="3139692" y="4614181"/>
              <a:ext cx="36885" cy="53637"/>
            </a:xfrm>
            <a:custGeom>
              <a:avLst/>
              <a:gdLst/>
              <a:ahLst/>
              <a:cxnLst/>
              <a:rect l="l" t="t" r="r" b="b"/>
              <a:pathLst>
                <a:path w="742" h="1079" extrusionOk="0">
                  <a:moveTo>
                    <a:pt x="540" y="1"/>
                  </a:moveTo>
                  <a:lnTo>
                    <a:pt x="371" y="35"/>
                  </a:lnTo>
                  <a:lnTo>
                    <a:pt x="136" y="35"/>
                  </a:lnTo>
                  <a:lnTo>
                    <a:pt x="102" y="68"/>
                  </a:lnTo>
                  <a:lnTo>
                    <a:pt x="35" y="68"/>
                  </a:lnTo>
                  <a:lnTo>
                    <a:pt x="1" y="136"/>
                  </a:lnTo>
                  <a:lnTo>
                    <a:pt x="1" y="169"/>
                  </a:lnTo>
                  <a:lnTo>
                    <a:pt x="35" y="203"/>
                  </a:lnTo>
                  <a:lnTo>
                    <a:pt x="68" y="203"/>
                  </a:lnTo>
                  <a:lnTo>
                    <a:pt x="68" y="607"/>
                  </a:lnTo>
                  <a:lnTo>
                    <a:pt x="136" y="1011"/>
                  </a:lnTo>
                  <a:lnTo>
                    <a:pt x="169" y="1078"/>
                  </a:lnTo>
                  <a:lnTo>
                    <a:pt x="237" y="1078"/>
                  </a:lnTo>
                  <a:lnTo>
                    <a:pt x="304" y="1045"/>
                  </a:lnTo>
                  <a:lnTo>
                    <a:pt x="338" y="977"/>
                  </a:lnTo>
                  <a:lnTo>
                    <a:pt x="304" y="607"/>
                  </a:lnTo>
                  <a:lnTo>
                    <a:pt x="371" y="641"/>
                  </a:lnTo>
                  <a:lnTo>
                    <a:pt x="472" y="607"/>
                  </a:lnTo>
                  <a:lnTo>
                    <a:pt x="573" y="573"/>
                  </a:lnTo>
                  <a:lnTo>
                    <a:pt x="607" y="540"/>
                  </a:lnTo>
                  <a:lnTo>
                    <a:pt x="607" y="506"/>
                  </a:lnTo>
                  <a:lnTo>
                    <a:pt x="573" y="439"/>
                  </a:lnTo>
                  <a:lnTo>
                    <a:pt x="506" y="439"/>
                  </a:lnTo>
                  <a:lnTo>
                    <a:pt x="338" y="472"/>
                  </a:lnTo>
                  <a:lnTo>
                    <a:pt x="270" y="506"/>
                  </a:lnTo>
                  <a:lnTo>
                    <a:pt x="237" y="237"/>
                  </a:lnTo>
                  <a:lnTo>
                    <a:pt x="540" y="237"/>
                  </a:lnTo>
                  <a:lnTo>
                    <a:pt x="641" y="203"/>
                  </a:lnTo>
                  <a:lnTo>
                    <a:pt x="708" y="169"/>
                  </a:lnTo>
                  <a:lnTo>
                    <a:pt x="742" y="136"/>
                  </a:lnTo>
                  <a:lnTo>
                    <a:pt x="742" y="68"/>
                  </a:lnTo>
                  <a:lnTo>
                    <a:pt x="67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7" name="Google Shape;377;p3"/>
            <p:cNvSpPr/>
            <p:nvPr/>
          </p:nvSpPr>
          <p:spPr>
            <a:xfrm>
              <a:off x="3271921" y="4289525"/>
              <a:ext cx="127258" cy="122187"/>
            </a:xfrm>
            <a:custGeom>
              <a:avLst/>
              <a:gdLst/>
              <a:ahLst/>
              <a:cxnLst/>
              <a:rect l="l" t="t" r="r" b="b"/>
              <a:pathLst>
                <a:path w="2560" h="2458" extrusionOk="0">
                  <a:moveTo>
                    <a:pt x="169" y="202"/>
                  </a:moveTo>
                  <a:lnTo>
                    <a:pt x="708" y="236"/>
                  </a:lnTo>
                  <a:lnTo>
                    <a:pt x="1246" y="270"/>
                  </a:lnTo>
                  <a:lnTo>
                    <a:pt x="2324" y="236"/>
                  </a:lnTo>
                  <a:lnTo>
                    <a:pt x="2324" y="707"/>
                  </a:lnTo>
                  <a:lnTo>
                    <a:pt x="2324" y="1145"/>
                  </a:lnTo>
                  <a:lnTo>
                    <a:pt x="2324" y="1684"/>
                  </a:lnTo>
                  <a:lnTo>
                    <a:pt x="2324" y="2222"/>
                  </a:lnTo>
                  <a:lnTo>
                    <a:pt x="2088" y="2189"/>
                  </a:lnTo>
                  <a:lnTo>
                    <a:pt x="607" y="2189"/>
                  </a:lnTo>
                  <a:lnTo>
                    <a:pt x="337" y="2256"/>
                  </a:lnTo>
                  <a:lnTo>
                    <a:pt x="304" y="1684"/>
                  </a:lnTo>
                  <a:lnTo>
                    <a:pt x="236" y="1145"/>
                  </a:lnTo>
                  <a:lnTo>
                    <a:pt x="236" y="674"/>
                  </a:lnTo>
                  <a:lnTo>
                    <a:pt x="169" y="202"/>
                  </a:lnTo>
                  <a:close/>
                  <a:moveTo>
                    <a:pt x="708" y="0"/>
                  </a:moveTo>
                  <a:lnTo>
                    <a:pt x="169" y="34"/>
                  </a:lnTo>
                  <a:lnTo>
                    <a:pt x="102" y="68"/>
                  </a:lnTo>
                  <a:lnTo>
                    <a:pt x="68" y="135"/>
                  </a:lnTo>
                  <a:lnTo>
                    <a:pt x="34" y="371"/>
                  </a:lnTo>
                  <a:lnTo>
                    <a:pt x="1" y="640"/>
                  </a:lnTo>
                  <a:lnTo>
                    <a:pt x="34" y="1145"/>
                  </a:lnTo>
                  <a:lnTo>
                    <a:pt x="68" y="1751"/>
                  </a:lnTo>
                  <a:lnTo>
                    <a:pt x="102" y="2054"/>
                  </a:lnTo>
                  <a:lnTo>
                    <a:pt x="169" y="2323"/>
                  </a:lnTo>
                  <a:lnTo>
                    <a:pt x="169" y="2391"/>
                  </a:lnTo>
                  <a:lnTo>
                    <a:pt x="304" y="2391"/>
                  </a:lnTo>
                  <a:lnTo>
                    <a:pt x="539" y="2424"/>
                  </a:lnTo>
                  <a:lnTo>
                    <a:pt x="1280" y="2424"/>
                  </a:lnTo>
                  <a:lnTo>
                    <a:pt x="1819" y="2458"/>
                  </a:lnTo>
                  <a:lnTo>
                    <a:pt x="2088" y="2458"/>
                  </a:lnTo>
                  <a:lnTo>
                    <a:pt x="2358" y="2424"/>
                  </a:lnTo>
                  <a:lnTo>
                    <a:pt x="2391" y="2458"/>
                  </a:lnTo>
                  <a:lnTo>
                    <a:pt x="2425" y="2458"/>
                  </a:lnTo>
                  <a:lnTo>
                    <a:pt x="2459" y="2424"/>
                  </a:lnTo>
                  <a:lnTo>
                    <a:pt x="2492" y="2391"/>
                  </a:lnTo>
                  <a:lnTo>
                    <a:pt x="2526" y="2121"/>
                  </a:lnTo>
                  <a:lnTo>
                    <a:pt x="2560" y="1852"/>
                  </a:lnTo>
                  <a:lnTo>
                    <a:pt x="2526" y="1313"/>
                  </a:lnTo>
                  <a:lnTo>
                    <a:pt x="2526" y="707"/>
                  </a:lnTo>
                  <a:lnTo>
                    <a:pt x="2526" y="404"/>
                  </a:lnTo>
                  <a:lnTo>
                    <a:pt x="2459" y="101"/>
                  </a:lnTo>
                  <a:lnTo>
                    <a:pt x="2425" y="68"/>
                  </a:lnTo>
                  <a:lnTo>
                    <a:pt x="2391" y="34"/>
                  </a:lnTo>
                  <a:lnTo>
                    <a:pt x="2324" y="34"/>
                  </a:lnTo>
                  <a:lnTo>
                    <a:pt x="124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8" name="Google Shape;378;p3"/>
            <p:cNvSpPr/>
            <p:nvPr/>
          </p:nvSpPr>
          <p:spPr>
            <a:xfrm>
              <a:off x="3072783" y="4754761"/>
              <a:ext cx="33505" cy="31864"/>
            </a:xfrm>
            <a:custGeom>
              <a:avLst/>
              <a:gdLst/>
              <a:ahLst/>
              <a:cxnLst/>
              <a:rect l="l" t="t" r="r" b="b"/>
              <a:pathLst>
                <a:path w="674" h="641" extrusionOk="0">
                  <a:moveTo>
                    <a:pt x="270" y="1"/>
                  </a:moveTo>
                  <a:lnTo>
                    <a:pt x="169" y="68"/>
                  </a:lnTo>
                  <a:lnTo>
                    <a:pt x="101" y="136"/>
                  </a:lnTo>
                  <a:lnTo>
                    <a:pt x="34" y="203"/>
                  </a:lnTo>
                  <a:lnTo>
                    <a:pt x="0" y="304"/>
                  </a:lnTo>
                  <a:lnTo>
                    <a:pt x="34" y="405"/>
                  </a:lnTo>
                  <a:lnTo>
                    <a:pt x="68" y="506"/>
                  </a:lnTo>
                  <a:lnTo>
                    <a:pt x="169" y="573"/>
                  </a:lnTo>
                  <a:lnTo>
                    <a:pt x="270" y="607"/>
                  </a:lnTo>
                  <a:lnTo>
                    <a:pt x="371" y="641"/>
                  </a:lnTo>
                  <a:lnTo>
                    <a:pt x="472" y="607"/>
                  </a:lnTo>
                  <a:lnTo>
                    <a:pt x="539" y="540"/>
                  </a:lnTo>
                  <a:lnTo>
                    <a:pt x="606" y="472"/>
                  </a:lnTo>
                  <a:lnTo>
                    <a:pt x="573" y="405"/>
                  </a:lnTo>
                  <a:lnTo>
                    <a:pt x="539" y="371"/>
                  </a:lnTo>
                  <a:lnTo>
                    <a:pt x="472" y="371"/>
                  </a:lnTo>
                  <a:lnTo>
                    <a:pt x="404" y="405"/>
                  </a:lnTo>
                  <a:lnTo>
                    <a:pt x="303" y="405"/>
                  </a:lnTo>
                  <a:lnTo>
                    <a:pt x="236" y="371"/>
                  </a:lnTo>
                  <a:lnTo>
                    <a:pt x="202" y="338"/>
                  </a:lnTo>
                  <a:lnTo>
                    <a:pt x="202" y="304"/>
                  </a:lnTo>
                  <a:lnTo>
                    <a:pt x="236" y="237"/>
                  </a:lnTo>
                  <a:lnTo>
                    <a:pt x="270" y="203"/>
                  </a:lnTo>
                  <a:lnTo>
                    <a:pt x="404" y="169"/>
                  </a:lnTo>
                  <a:lnTo>
                    <a:pt x="505" y="169"/>
                  </a:lnTo>
                  <a:lnTo>
                    <a:pt x="640" y="136"/>
                  </a:lnTo>
                  <a:lnTo>
                    <a:pt x="674" y="136"/>
                  </a:lnTo>
                  <a:lnTo>
                    <a:pt x="674" y="68"/>
                  </a:lnTo>
                  <a:lnTo>
                    <a:pt x="573" y="35"/>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79" name="Google Shape;379;p3"/>
            <p:cNvSpPr/>
            <p:nvPr/>
          </p:nvSpPr>
          <p:spPr>
            <a:xfrm>
              <a:off x="3074423" y="4430105"/>
              <a:ext cx="113886" cy="123877"/>
            </a:xfrm>
            <a:custGeom>
              <a:avLst/>
              <a:gdLst/>
              <a:ahLst/>
              <a:cxnLst/>
              <a:rect l="l" t="t" r="r" b="b"/>
              <a:pathLst>
                <a:path w="2291" h="2492" extrusionOk="0">
                  <a:moveTo>
                    <a:pt x="237" y="0"/>
                  </a:moveTo>
                  <a:lnTo>
                    <a:pt x="102" y="34"/>
                  </a:lnTo>
                  <a:lnTo>
                    <a:pt x="1" y="68"/>
                  </a:lnTo>
                  <a:lnTo>
                    <a:pt x="1" y="101"/>
                  </a:lnTo>
                  <a:lnTo>
                    <a:pt x="68" y="169"/>
                  </a:lnTo>
                  <a:lnTo>
                    <a:pt x="169" y="202"/>
                  </a:lnTo>
                  <a:lnTo>
                    <a:pt x="371" y="270"/>
                  </a:lnTo>
                  <a:lnTo>
                    <a:pt x="2088" y="270"/>
                  </a:lnTo>
                  <a:lnTo>
                    <a:pt x="2055" y="472"/>
                  </a:lnTo>
                  <a:lnTo>
                    <a:pt x="2055" y="707"/>
                  </a:lnTo>
                  <a:lnTo>
                    <a:pt x="2055" y="1145"/>
                  </a:lnTo>
                  <a:lnTo>
                    <a:pt x="2055" y="1717"/>
                  </a:lnTo>
                  <a:lnTo>
                    <a:pt x="2055" y="1987"/>
                  </a:lnTo>
                  <a:lnTo>
                    <a:pt x="2088" y="2256"/>
                  </a:lnTo>
                  <a:lnTo>
                    <a:pt x="910" y="2222"/>
                  </a:lnTo>
                  <a:lnTo>
                    <a:pt x="506" y="2189"/>
                  </a:lnTo>
                  <a:lnTo>
                    <a:pt x="304" y="2222"/>
                  </a:lnTo>
                  <a:lnTo>
                    <a:pt x="203" y="2256"/>
                  </a:lnTo>
                  <a:lnTo>
                    <a:pt x="136" y="2323"/>
                  </a:lnTo>
                  <a:lnTo>
                    <a:pt x="203" y="2391"/>
                  </a:lnTo>
                  <a:lnTo>
                    <a:pt x="304" y="2458"/>
                  </a:lnTo>
                  <a:lnTo>
                    <a:pt x="506" y="2492"/>
                  </a:lnTo>
                  <a:lnTo>
                    <a:pt x="2257" y="2492"/>
                  </a:lnTo>
                  <a:lnTo>
                    <a:pt x="2290" y="2424"/>
                  </a:lnTo>
                  <a:lnTo>
                    <a:pt x="2290" y="2357"/>
                  </a:lnTo>
                  <a:lnTo>
                    <a:pt x="2290" y="2290"/>
                  </a:lnTo>
                  <a:lnTo>
                    <a:pt x="2290" y="2020"/>
                  </a:lnTo>
                  <a:lnTo>
                    <a:pt x="2290" y="1717"/>
                  </a:lnTo>
                  <a:lnTo>
                    <a:pt x="2290" y="1145"/>
                  </a:lnTo>
                  <a:lnTo>
                    <a:pt x="2290" y="707"/>
                  </a:lnTo>
                  <a:lnTo>
                    <a:pt x="2290" y="472"/>
                  </a:lnTo>
                  <a:lnTo>
                    <a:pt x="2257" y="236"/>
                  </a:lnTo>
                  <a:lnTo>
                    <a:pt x="2290" y="202"/>
                  </a:lnTo>
                  <a:lnTo>
                    <a:pt x="2290" y="135"/>
                  </a:lnTo>
                  <a:lnTo>
                    <a:pt x="2257" y="68"/>
                  </a:lnTo>
                  <a:lnTo>
                    <a:pt x="2189" y="34"/>
                  </a:lnTo>
                  <a:lnTo>
                    <a:pt x="944"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0" name="Google Shape;380;p3"/>
            <p:cNvSpPr/>
            <p:nvPr/>
          </p:nvSpPr>
          <p:spPr>
            <a:xfrm>
              <a:off x="3116279" y="4475291"/>
              <a:ext cx="28484" cy="43546"/>
            </a:xfrm>
            <a:custGeom>
              <a:avLst/>
              <a:gdLst/>
              <a:ahLst/>
              <a:cxnLst/>
              <a:rect l="l" t="t" r="r" b="b"/>
              <a:pathLst>
                <a:path w="573" h="876" extrusionOk="0">
                  <a:moveTo>
                    <a:pt x="371" y="169"/>
                  </a:moveTo>
                  <a:lnTo>
                    <a:pt x="337" y="303"/>
                  </a:lnTo>
                  <a:lnTo>
                    <a:pt x="270" y="371"/>
                  </a:lnTo>
                  <a:lnTo>
                    <a:pt x="203" y="404"/>
                  </a:lnTo>
                  <a:lnTo>
                    <a:pt x="169" y="438"/>
                  </a:lnTo>
                  <a:lnTo>
                    <a:pt x="169" y="337"/>
                  </a:lnTo>
                  <a:lnTo>
                    <a:pt x="203" y="270"/>
                  </a:lnTo>
                  <a:lnTo>
                    <a:pt x="236" y="236"/>
                  </a:lnTo>
                  <a:lnTo>
                    <a:pt x="304" y="169"/>
                  </a:lnTo>
                  <a:close/>
                  <a:moveTo>
                    <a:pt x="405" y="0"/>
                  </a:moveTo>
                  <a:lnTo>
                    <a:pt x="236" y="34"/>
                  </a:lnTo>
                  <a:lnTo>
                    <a:pt x="102" y="135"/>
                  </a:lnTo>
                  <a:lnTo>
                    <a:pt x="68" y="135"/>
                  </a:lnTo>
                  <a:lnTo>
                    <a:pt x="68" y="169"/>
                  </a:lnTo>
                  <a:lnTo>
                    <a:pt x="34" y="202"/>
                  </a:lnTo>
                  <a:lnTo>
                    <a:pt x="1" y="337"/>
                  </a:lnTo>
                  <a:lnTo>
                    <a:pt x="1" y="472"/>
                  </a:lnTo>
                  <a:lnTo>
                    <a:pt x="34" y="741"/>
                  </a:lnTo>
                  <a:lnTo>
                    <a:pt x="68" y="808"/>
                  </a:lnTo>
                  <a:lnTo>
                    <a:pt x="102" y="808"/>
                  </a:lnTo>
                  <a:lnTo>
                    <a:pt x="135" y="775"/>
                  </a:lnTo>
                  <a:lnTo>
                    <a:pt x="169" y="741"/>
                  </a:lnTo>
                  <a:lnTo>
                    <a:pt x="169" y="606"/>
                  </a:lnTo>
                  <a:lnTo>
                    <a:pt x="203" y="674"/>
                  </a:lnTo>
                  <a:lnTo>
                    <a:pt x="270" y="775"/>
                  </a:lnTo>
                  <a:lnTo>
                    <a:pt x="371" y="842"/>
                  </a:lnTo>
                  <a:lnTo>
                    <a:pt x="472" y="876"/>
                  </a:lnTo>
                  <a:lnTo>
                    <a:pt x="539" y="876"/>
                  </a:lnTo>
                  <a:lnTo>
                    <a:pt x="573" y="808"/>
                  </a:lnTo>
                  <a:lnTo>
                    <a:pt x="573" y="741"/>
                  </a:lnTo>
                  <a:lnTo>
                    <a:pt x="506" y="674"/>
                  </a:lnTo>
                  <a:lnTo>
                    <a:pt x="405" y="640"/>
                  </a:lnTo>
                  <a:lnTo>
                    <a:pt x="337" y="539"/>
                  </a:lnTo>
                  <a:lnTo>
                    <a:pt x="472" y="438"/>
                  </a:lnTo>
                  <a:lnTo>
                    <a:pt x="573" y="270"/>
                  </a:lnTo>
                  <a:lnTo>
                    <a:pt x="573" y="169"/>
                  </a:lnTo>
                  <a:lnTo>
                    <a:pt x="573" y="68"/>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1" name="Google Shape;381;p3"/>
            <p:cNvSpPr/>
            <p:nvPr/>
          </p:nvSpPr>
          <p:spPr>
            <a:xfrm>
              <a:off x="3633462" y="4751430"/>
              <a:ext cx="46877" cy="41906"/>
            </a:xfrm>
            <a:custGeom>
              <a:avLst/>
              <a:gdLst/>
              <a:ahLst/>
              <a:cxnLst/>
              <a:rect l="l" t="t" r="r" b="b"/>
              <a:pathLst>
                <a:path w="943" h="843" extrusionOk="0">
                  <a:moveTo>
                    <a:pt x="67" y="1"/>
                  </a:moveTo>
                  <a:lnTo>
                    <a:pt x="34" y="34"/>
                  </a:lnTo>
                  <a:lnTo>
                    <a:pt x="0" y="102"/>
                  </a:lnTo>
                  <a:lnTo>
                    <a:pt x="0" y="674"/>
                  </a:lnTo>
                  <a:lnTo>
                    <a:pt x="34" y="741"/>
                  </a:lnTo>
                  <a:lnTo>
                    <a:pt x="101" y="775"/>
                  </a:lnTo>
                  <a:lnTo>
                    <a:pt x="168" y="741"/>
                  </a:lnTo>
                  <a:lnTo>
                    <a:pt x="202" y="674"/>
                  </a:lnTo>
                  <a:lnTo>
                    <a:pt x="202" y="438"/>
                  </a:lnTo>
                  <a:lnTo>
                    <a:pt x="303" y="640"/>
                  </a:lnTo>
                  <a:lnTo>
                    <a:pt x="337" y="674"/>
                  </a:lnTo>
                  <a:lnTo>
                    <a:pt x="438" y="674"/>
                  </a:lnTo>
                  <a:lnTo>
                    <a:pt x="471" y="640"/>
                  </a:lnTo>
                  <a:lnTo>
                    <a:pt x="673" y="438"/>
                  </a:lnTo>
                  <a:lnTo>
                    <a:pt x="707" y="607"/>
                  </a:lnTo>
                  <a:lnTo>
                    <a:pt x="774" y="775"/>
                  </a:lnTo>
                  <a:lnTo>
                    <a:pt x="808" y="842"/>
                  </a:lnTo>
                  <a:lnTo>
                    <a:pt x="875" y="809"/>
                  </a:lnTo>
                  <a:lnTo>
                    <a:pt x="943" y="775"/>
                  </a:lnTo>
                  <a:lnTo>
                    <a:pt x="943" y="674"/>
                  </a:lnTo>
                  <a:lnTo>
                    <a:pt x="875" y="573"/>
                  </a:lnTo>
                  <a:lnTo>
                    <a:pt x="875" y="438"/>
                  </a:lnTo>
                  <a:lnTo>
                    <a:pt x="875" y="304"/>
                  </a:lnTo>
                  <a:lnTo>
                    <a:pt x="875" y="169"/>
                  </a:lnTo>
                  <a:lnTo>
                    <a:pt x="875" y="102"/>
                  </a:lnTo>
                  <a:lnTo>
                    <a:pt x="842" y="68"/>
                  </a:lnTo>
                  <a:lnTo>
                    <a:pt x="774" y="34"/>
                  </a:lnTo>
                  <a:lnTo>
                    <a:pt x="707" y="68"/>
                  </a:lnTo>
                  <a:lnTo>
                    <a:pt x="404" y="405"/>
                  </a:lnTo>
                  <a:lnTo>
                    <a:pt x="202"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2" name="Google Shape;382;p3"/>
            <p:cNvSpPr/>
            <p:nvPr/>
          </p:nvSpPr>
          <p:spPr>
            <a:xfrm>
              <a:off x="2990761" y="4610850"/>
              <a:ext cx="38525" cy="53587"/>
            </a:xfrm>
            <a:custGeom>
              <a:avLst/>
              <a:gdLst/>
              <a:ahLst/>
              <a:cxnLst/>
              <a:rect l="l" t="t" r="r" b="b"/>
              <a:pathLst>
                <a:path w="775" h="1078" extrusionOk="0">
                  <a:moveTo>
                    <a:pt x="472" y="270"/>
                  </a:moveTo>
                  <a:lnTo>
                    <a:pt x="573" y="304"/>
                  </a:lnTo>
                  <a:lnTo>
                    <a:pt x="640" y="371"/>
                  </a:lnTo>
                  <a:lnTo>
                    <a:pt x="640" y="472"/>
                  </a:lnTo>
                  <a:lnTo>
                    <a:pt x="640" y="640"/>
                  </a:lnTo>
                  <a:lnTo>
                    <a:pt x="573" y="708"/>
                  </a:lnTo>
                  <a:lnTo>
                    <a:pt x="506" y="775"/>
                  </a:lnTo>
                  <a:lnTo>
                    <a:pt x="438" y="842"/>
                  </a:lnTo>
                  <a:lnTo>
                    <a:pt x="337" y="876"/>
                  </a:lnTo>
                  <a:lnTo>
                    <a:pt x="304" y="876"/>
                  </a:lnTo>
                  <a:lnTo>
                    <a:pt x="304" y="472"/>
                  </a:lnTo>
                  <a:lnTo>
                    <a:pt x="337" y="270"/>
                  </a:lnTo>
                  <a:close/>
                  <a:moveTo>
                    <a:pt x="304" y="1"/>
                  </a:moveTo>
                  <a:lnTo>
                    <a:pt x="236" y="68"/>
                  </a:lnTo>
                  <a:lnTo>
                    <a:pt x="203" y="169"/>
                  </a:lnTo>
                  <a:lnTo>
                    <a:pt x="135" y="405"/>
                  </a:lnTo>
                  <a:lnTo>
                    <a:pt x="102" y="640"/>
                  </a:lnTo>
                  <a:lnTo>
                    <a:pt x="135" y="876"/>
                  </a:lnTo>
                  <a:lnTo>
                    <a:pt x="34" y="910"/>
                  </a:lnTo>
                  <a:lnTo>
                    <a:pt x="1" y="910"/>
                  </a:lnTo>
                  <a:lnTo>
                    <a:pt x="1" y="977"/>
                  </a:lnTo>
                  <a:lnTo>
                    <a:pt x="1" y="1011"/>
                  </a:lnTo>
                  <a:lnTo>
                    <a:pt x="34" y="1044"/>
                  </a:lnTo>
                  <a:lnTo>
                    <a:pt x="135" y="1078"/>
                  </a:lnTo>
                  <a:lnTo>
                    <a:pt x="236" y="1078"/>
                  </a:lnTo>
                  <a:lnTo>
                    <a:pt x="337" y="1044"/>
                  </a:lnTo>
                  <a:lnTo>
                    <a:pt x="472" y="1011"/>
                  </a:lnTo>
                  <a:lnTo>
                    <a:pt x="640" y="842"/>
                  </a:lnTo>
                  <a:lnTo>
                    <a:pt x="708" y="741"/>
                  </a:lnTo>
                  <a:lnTo>
                    <a:pt x="775" y="674"/>
                  </a:lnTo>
                  <a:lnTo>
                    <a:pt x="775" y="573"/>
                  </a:lnTo>
                  <a:lnTo>
                    <a:pt x="775" y="438"/>
                  </a:lnTo>
                  <a:lnTo>
                    <a:pt x="741" y="337"/>
                  </a:lnTo>
                  <a:lnTo>
                    <a:pt x="708" y="236"/>
                  </a:lnTo>
                  <a:lnTo>
                    <a:pt x="640" y="203"/>
                  </a:lnTo>
                  <a:lnTo>
                    <a:pt x="539" y="169"/>
                  </a:lnTo>
                  <a:lnTo>
                    <a:pt x="337" y="169"/>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3" name="Google Shape;383;p3"/>
            <p:cNvSpPr/>
            <p:nvPr/>
          </p:nvSpPr>
          <p:spPr>
            <a:xfrm>
              <a:off x="2736345" y="4711264"/>
              <a:ext cx="127258" cy="122237"/>
            </a:xfrm>
            <a:custGeom>
              <a:avLst/>
              <a:gdLst/>
              <a:ahLst/>
              <a:cxnLst/>
              <a:rect l="l" t="t" r="r" b="b"/>
              <a:pathLst>
                <a:path w="2560" h="2459" extrusionOk="0">
                  <a:moveTo>
                    <a:pt x="169" y="203"/>
                  </a:moveTo>
                  <a:lnTo>
                    <a:pt x="708" y="236"/>
                  </a:lnTo>
                  <a:lnTo>
                    <a:pt x="1247" y="270"/>
                  </a:lnTo>
                  <a:lnTo>
                    <a:pt x="2324" y="236"/>
                  </a:lnTo>
                  <a:lnTo>
                    <a:pt x="2324" y="708"/>
                  </a:lnTo>
                  <a:lnTo>
                    <a:pt x="2324" y="1145"/>
                  </a:lnTo>
                  <a:lnTo>
                    <a:pt x="2324" y="1684"/>
                  </a:lnTo>
                  <a:lnTo>
                    <a:pt x="2324" y="2223"/>
                  </a:lnTo>
                  <a:lnTo>
                    <a:pt x="2088" y="2189"/>
                  </a:lnTo>
                  <a:lnTo>
                    <a:pt x="607" y="2189"/>
                  </a:lnTo>
                  <a:lnTo>
                    <a:pt x="338" y="2256"/>
                  </a:lnTo>
                  <a:lnTo>
                    <a:pt x="304" y="1684"/>
                  </a:lnTo>
                  <a:lnTo>
                    <a:pt x="237" y="1145"/>
                  </a:lnTo>
                  <a:lnTo>
                    <a:pt x="237" y="674"/>
                  </a:lnTo>
                  <a:lnTo>
                    <a:pt x="169" y="203"/>
                  </a:lnTo>
                  <a:close/>
                  <a:moveTo>
                    <a:pt x="708" y="1"/>
                  </a:moveTo>
                  <a:lnTo>
                    <a:pt x="169" y="34"/>
                  </a:lnTo>
                  <a:lnTo>
                    <a:pt x="102" y="68"/>
                  </a:lnTo>
                  <a:lnTo>
                    <a:pt x="68" y="135"/>
                  </a:lnTo>
                  <a:lnTo>
                    <a:pt x="35" y="371"/>
                  </a:lnTo>
                  <a:lnTo>
                    <a:pt x="1" y="640"/>
                  </a:lnTo>
                  <a:lnTo>
                    <a:pt x="35" y="1145"/>
                  </a:lnTo>
                  <a:lnTo>
                    <a:pt x="68" y="1751"/>
                  </a:lnTo>
                  <a:lnTo>
                    <a:pt x="102" y="2054"/>
                  </a:lnTo>
                  <a:lnTo>
                    <a:pt x="169" y="2324"/>
                  </a:lnTo>
                  <a:lnTo>
                    <a:pt x="169" y="2391"/>
                  </a:lnTo>
                  <a:lnTo>
                    <a:pt x="304" y="2391"/>
                  </a:lnTo>
                  <a:lnTo>
                    <a:pt x="540" y="2425"/>
                  </a:lnTo>
                  <a:lnTo>
                    <a:pt x="1280" y="2425"/>
                  </a:lnTo>
                  <a:lnTo>
                    <a:pt x="1819" y="2458"/>
                  </a:lnTo>
                  <a:lnTo>
                    <a:pt x="2088" y="2458"/>
                  </a:lnTo>
                  <a:lnTo>
                    <a:pt x="2358" y="2425"/>
                  </a:lnTo>
                  <a:lnTo>
                    <a:pt x="2391" y="2458"/>
                  </a:lnTo>
                  <a:lnTo>
                    <a:pt x="2425" y="2458"/>
                  </a:lnTo>
                  <a:lnTo>
                    <a:pt x="2459" y="2425"/>
                  </a:lnTo>
                  <a:lnTo>
                    <a:pt x="2492" y="2391"/>
                  </a:lnTo>
                  <a:lnTo>
                    <a:pt x="2526" y="2122"/>
                  </a:lnTo>
                  <a:lnTo>
                    <a:pt x="2560" y="1852"/>
                  </a:lnTo>
                  <a:lnTo>
                    <a:pt x="2526" y="1314"/>
                  </a:lnTo>
                  <a:lnTo>
                    <a:pt x="2526" y="708"/>
                  </a:lnTo>
                  <a:lnTo>
                    <a:pt x="2526" y="405"/>
                  </a:lnTo>
                  <a:lnTo>
                    <a:pt x="2459" y="102"/>
                  </a:lnTo>
                  <a:lnTo>
                    <a:pt x="2425" y="68"/>
                  </a:lnTo>
                  <a:lnTo>
                    <a:pt x="2391" y="34"/>
                  </a:lnTo>
                  <a:lnTo>
                    <a:pt x="2324" y="34"/>
                  </a:lnTo>
                  <a:lnTo>
                    <a:pt x="124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4" name="Google Shape;384;p3"/>
            <p:cNvSpPr/>
            <p:nvPr/>
          </p:nvSpPr>
          <p:spPr>
            <a:xfrm>
              <a:off x="3596627" y="4709574"/>
              <a:ext cx="128898" cy="123927"/>
            </a:xfrm>
            <a:custGeom>
              <a:avLst/>
              <a:gdLst/>
              <a:ahLst/>
              <a:cxnLst/>
              <a:rect l="l" t="t" r="r" b="b"/>
              <a:pathLst>
                <a:path w="2593" h="2493" extrusionOk="0">
                  <a:moveTo>
                    <a:pt x="707" y="1"/>
                  </a:moveTo>
                  <a:lnTo>
                    <a:pt x="438" y="35"/>
                  </a:lnTo>
                  <a:lnTo>
                    <a:pt x="337" y="68"/>
                  </a:lnTo>
                  <a:lnTo>
                    <a:pt x="236" y="136"/>
                  </a:lnTo>
                  <a:lnTo>
                    <a:pt x="303" y="203"/>
                  </a:lnTo>
                  <a:lnTo>
                    <a:pt x="404" y="237"/>
                  </a:lnTo>
                  <a:lnTo>
                    <a:pt x="640" y="270"/>
                  </a:lnTo>
                  <a:lnTo>
                    <a:pt x="1078" y="270"/>
                  </a:lnTo>
                  <a:lnTo>
                    <a:pt x="1751" y="338"/>
                  </a:lnTo>
                  <a:lnTo>
                    <a:pt x="2391" y="371"/>
                  </a:lnTo>
                  <a:lnTo>
                    <a:pt x="2391" y="775"/>
                  </a:lnTo>
                  <a:lnTo>
                    <a:pt x="2391" y="1146"/>
                  </a:lnTo>
                  <a:lnTo>
                    <a:pt x="2357" y="1684"/>
                  </a:lnTo>
                  <a:lnTo>
                    <a:pt x="2357" y="1954"/>
                  </a:lnTo>
                  <a:lnTo>
                    <a:pt x="2391" y="2223"/>
                  </a:lnTo>
                  <a:lnTo>
                    <a:pt x="1313" y="2189"/>
                  </a:lnTo>
                  <a:lnTo>
                    <a:pt x="775" y="2189"/>
                  </a:lnTo>
                  <a:lnTo>
                    <a:pt x="505" y="2223"/>
                  </a:lnTo>
                  <a:lnTo>
                    <a:pt x="270" y="2290"/>
                  </a:lnTo>
                  <a:lnTo>
                    <a:pt x="236" y="1752"/>
                  </a:lnTo>
                  <a:lnTo>
                    <a:pt x="236" y="1213"/>
                  </a:lnTo>
                  <a:lnTo>
                    <a:pt x="270" y="674"/>
                  </a:lnTo>
                  <a:lnTo>
                    <a:pt x="270" y="405"/>
                  </a:lnTo>
                  <a:lnTo>
                    <a:pt x="236" y="270"/>
                  </a:lnTo>
                  <a:lnTo>
                    <a:pt x="202" y="136"/>
                  </a:lnTo>
                  <a:lnTo>
                    <a:pt x="101" y="304"/>
                  </a:lnTo>
                  <a:lnTo>
                    <a:pt x="68" y="472"/>
                  </a:lnTo>
                  <a:lnTo>
                    <a:pt x="0" y="843"/>
                  </a:lnTo>
                  <a:lnTo>
                    <a:pt x="0" y="1583"/>
                  </a:lnTo>
                  <a:lnTo>
                    <a:pt x="0" y="1819"/>
                  </a:lnTo>
                  <a:lnTo>
                    <a:pt x="0" y="2088"/>
                  </a:lnTo>
                  <a:lnTo>
                    <a:pt x="0" y="2223"/>
                  </a:lnTo>
                  <a:lnTo>
                    <a:pt x="34" y="2324"/>
                  </a:lnTo>
                  <a:lnTo>
                    <a:pt x="101" y="2425"/>
                  </a:lnTo>
                  <a:lnTo>
                    <a:pt x="202" y="2459"/>
                  </a:lnTo>
                  <a:lnTo>
                    <a:pt x="270" y="2459"/>
                  </a:lnTo>
                  <a:lnTo>
                    <a:pt x="270" y="2425"/>
                  </a:lnTo>
                  <a:lnTo>
                    <a:pt x="270" y="2391"/>
                  </a:lnTo>
                  <a:lnTo>
                    <a:pt x="539" y="2459"/>
                  </a:lnTo>
                  <a:lnTo>
                    <a:pt x="775" y="2492"/>
                  </a:lnTo>
                  <a:lnTo>
                    <a:pt x="1313" y="2492"/>
                  </a:lnTo>
                  <a:lnTo>
                    <a:pt x="2391" y="2459"/>
                  </a:lnTo>
                  <a:lnTo>
                    <a:pt x="2458" y="2425"/>
                  </a:lnTo>
                  <a:lnTo>
                    <a:pt x="2492" y="2459"/>
                  </a:lnTo>
                  <a:lnTo>
                    <a:pt x="2525" y="2459"/>
                  </a:lnTo>
                  <a:lnTo>
                    <a:pt x="2559" y="2425"/>
                  </a:lnTo>
                  <a:lnTo>
                    <a:pt x="2593" y="2156"/>
                  </a:lnTo>
                  <a:lnTo>
                    <a:pt x="2593" y="1886"/>
                  </a:lnTo>
                  <a:lnTo>
                    <a:pt x="2593" y="1348"/>
                  </a:lnTo>
                  <a:lnTo>
                    <a:pt x="2593" y="708"/>
                  </a:lnTo>
                  <a:lnTo>
                    <a:pt x="2593" y="405"/>
                  </a:lnTo>
                  <a:lnTo>
                    <a:pt x="2559" y="68"/>
                  </a:lnTo>
                  <a:lnTo>
                    <a:pt x="2525" y="35"/>
                  </a:lnTo>
                  <a:lnTo>
                    <a:pt x="2458" y="35"/>
                  </a:lnTo>
                  <a:lnTo>
                    <a:pt x="2458" y="68"/>
                  </a:lnTo>
                  <a:lnTo>
                    <a:pt x="2424" y="169"/>
                  </a:lnTo>
                  <a:lnTo>
                    <a:pt x="1852" y="102"/>
                  </a:lnTo>
                  <a:lnTo>
                    <a:pt x="1246" y="35"/>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5" name="Google Shape;385;p3"/>
            <p:cNvSpPr/>
            <p:nvPr/>
          </p:nvSpPr>
          <p:spPr>
            <a:xfrm>
              <a:off x="2948905" y="4567354"/>
              <a:ext cx="125567" cy="135609"/>
            </a:xfrm>
            <a:custGeom>
              <a:avLst/>
              <a:gdLst/>
              <a:ahLst/>
              <a:cxnLst/>
              <a:rect l="l" t="t" r="r" b="b"/>
              <a:pathLst>
                <a:path w="2526" h="2728" extrusionOk="0">
                  <a:moveTo>
                    <a:pt x="2324" y="168"/>
                  </a:moveTo>
                  <a:lnTo>
                    <a:pt x="2257" y="1280"/>
                  </a:lnTo>
                  <a:lnTo>
                    <a:pt x="2223" y="2391"/>
                  </a:lnTo>
                  <a:lnTo>
                    <a:pt x="1718" y="2424"/>
                  </a:lnTo>
                  <a:lnTo>
                    <a:pt x="506" y="2424"/>
                  </a:lnTo>
                  <a:lnTo>
                    <a:pt x="270" y="2458"/>
                  </a:lnTo>
                  <a:lnTo>
                    <a:pt x="236" y="2458"/>
                  </a:lnTo>
                  <a:lnTo>
                    <a:pt x="236" y="2424"/>
                  </a:lnTo>
                  <a:lnTo>
                    <a:pt x="270" y="1886"/>
                  </a:lnTo>
                  <a:lnTo>
                    <a:pt x="270" y="1347"/>
                  </a:lnTo>
                  <a:lnTo>
                    <a:pt x="236" y="775"/>
                  </a:lnTo>
                  <a:lnTo>
                    <a:pt x="169" y="236"/>
                  </a:lnTo>
                  <a:lnTo>
                    <a:pt x="1247" y="269"/>
                  </a:lnTo>
                  <a:lnTo>
                    <a:pt x="1785" y="236"/>
                  </a:lnTo>
                  <a:lnTo>
                    <a:pt x="2324" y="168"/>
                  </a:lnTo>
                  <a:close/>
                  <a:moveTo>
                    <a:pt x="1247" y="0"/>
                  </a:moveTo>
                  <a:lnTo>
                    <a:pt x="674" y="34"/>
                  </a:lnTo>
                  <a:lnTo>
                    <a:pt x="68" y="34"/>
                  </a:lnTo>
                  <a:lnTo>
                    <a:pt x="34" y="101"/>
                  </a:lnTo>
                  <a:lnTo>
                    <a:pt x="34" y="168"/>
                  </a:lnTo>
                  <a:lnTo>
                    <a:pt x="68" y="202"/>
                  </a:lnTo>
                  <a:lnTo>
                    <a:pt x="34" y="775"/>
                  </a:lnTo>
                  <a:lnTo>
                    <a:pt x="1" y="1313"/>
                  </a:lnTo>
                  <a:lnTo>
                    <a:pt x="34" y="1886"/>
                  </a:lnTo>
                  <a:lnTo>
                    <a:pt x="68" y="2424"/>
                  </a:lnTo>
                  <a:lnTo>
                    <a:pt x="68" y="2492"/>
                  </a:lnTo>
                  <a:lnTo>
                    <a:pt x="102" y="2525"/>
                  </a:lnTo>
                  <a:lnTo>
                    <a:pt x="169" y="2525"/>
                  </a:lnTo>
                  <a:lnTo>
                    <a:pt x="203" y="2492"/>
                  </a:lnTo>
                  <a:lnTo>
                    <a:pt x="203" y="2593"/>
                  </a:lnTo>
                  <a:lnTo>
                    <a:pt x="270" y="2626"/>
                  </a:lnTo>
                  <a:lnTo>
                    <a:pt x="472" y="2660"/>
                  </a:lnTo>
                  <a:lnTo>
                    <a:pt x="708" y="2694"/>
                  </a:lnTo>
                  <a:lnTo>
                    <a:pt x="1213" y="2694"/>
                  </a:lnTo>
                  <a:lnTo>
                    <a:pt x="1718" y="2660"/>
                  </a:lnTo>
                  <a:lnTo>
                    <a:pt x="2189" y="2559"/>
                  </a:lnTo>
                  <a:lnTo>
                    <a:pt x="2189" y="2626"/>
                  </a:lnTo>
                  <a:lnTo>
                    <a:pt x="2189" y="2660"/>
                  </a:lnTo>
                  <a:lnTo>
                    <a:pt x="2223" y="2694"/>
                  </a:lnTo>
                  <a:lnTo>
                    <a:pt x="2290" y="2727"/>
                  </a:lnTo>
                  <a:lnTo>
                    <a:pt x="2358" y="2727"/>
                  </a:lnTo>
                  <a:lnTo>
                    <a:pt x="2391" y="2694"/>
                  </a:lnTo>
                  <a:lnTo>
                    <a:pt x="2425" y="2660"/>
                  </a:lnTo>
                  <a:lnTo>
                    <a:pt x="2492" y="2020"/>
                  </a:lnTo>
                  <a:lnTo>
                    <a:pt x="2526" y="1414"/>
                  </a:lnTo>
                  <a:lnTo>
                    <a:pt x="2526" y="775"/>
                  </a:lnTo>
                  <a:lnTo>
                    <a:pt x="2459" y="168"/>
                  </a:lnTo>
                  <a:lnTo>
                    <a:pt x="2459" y="101"/>
                  </a:lnTo>
                  <a:lnTo>
                    <a:pt x="2425" y="101"/>
                  </a:lnTo>
                  <a:lnTo>
                    <a:pt x="2391" y="34"/>
                  </a:lnTo>
                  <a:lnTo>
                    <a:pt x="2324" y="34"/>
                  </a:lnTo>
                  <a:lnTo>
                    <a:pt x="178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6" name="Google Shape;386;p3"/>
            <p:cNvSpPr/>
            <p:nvPr/>
          </p:nvSpPr>
          <p:spPr>
            <a:xfrm>
              <a:off x="2784912" y="4751430"/>
              <a:ext cx="38525" cy="45236"/>
            </a:xfrm>
            <a:custGeom>
              <a:avLst/>
              <a:gdLst/>
              <a:ahLst/>
              <a:cxnLst/>
              <a:rect l="l" t="t" r="r" b="b"/>
              <a:pathLst>
                <a:path w="775" h="910" extrusionOk="0">
                  <a:moveTo>
                    <a:pt x="135" y="1"/>
                  </a:moveTo>
                  <a:lnTo>
                    <a:pt x="68" y="34"/>
                  </a:lnTo>
                  <a:lnTo>
                    <a:pt x="34" y="34"/>
                  </a:lnTo>
                  <a:lnTo>
                    <a:pt x="34" y="102"/>
                  </a:lnTo>
                  <a:lnTo>
                    <a:pt x="68" y="169"/>
                  </a:lnTo>
                  <a:lnTo>
                    <a:pt x="169" y="203"/>
                  </a:lnTo>
                  <a:lnTo>
                    <a:pt x="371" y="270"/>
                  </a:lnTo>
                  <a:lnTo>
                    <a:pt x="202" y="506"/>
                  </a:lnTo>
                  <a:lnTo>
                    <a:pt x="34" y="741"/>
                  </a:lnTo>
                  <a:lnTo>
                    <a:pt x="0" y="809"/>
                  </a:lnTo>
                  <a:lnTo>
                    <a:pt x="34" y="842"/>
                  </a:lnTo>
                  <a:lnTo>
                    <a:pt x="68" y="876"/>
                  </a:lnTo>
                  <a:lnTo>
                    <a:pt x="135" y="910"/>
                  </a:lnTo>
                  <a:lnTo>
                    <a:pt x="539" y="809"/>
                  </a:lnTo>
                  <a:lnTo>
                    <a:pt x="674" y="775"/>
                  </a:lnTo>
                  <a:lnTo>
                    <a:pt x="741" y="741"/>
                  </a:lnTo>
                  <a:lnTo>
                    <a:pt x="775" y="674"/>
                  </a:lnTo>
                  <a:lnTo>
                    <a:pt x="741" y="607"/>
                  </a:lnTo>
                  <a:lnTo>
                    <a:pt x="707" y="573"/>
                  </a:lnTo>
                  <a:lnTo>
                    <a:pt x="640" y="573"/>
                  </a:lnTo>
                  <a:lnTo>
                    <a:pt x="505" y="607"/>
                  </a:lnTo>
                  <a:lnTo>
                    <a:pt x="371" y="640"/>
                  </a:lnTo>
                  <a:lnTo>
                    <a:pt x="674" y="270"/>
                  </a:lnTo>
                  <a:lnTo>
                    <a:pt x="707" y="203"/>
                  </a:lnTo>
                  <a:lnTo>
                    <a:pt x="674" y="135"/>
                  </a:lnTo>
                  <a:lnTo>
                    <a:pt x="640" y="102"/>
                  </a:lnTo>
                  <a:lnTo>
                    <a:pt x="606" y="68"/>
                  </a:lnTo>
                  <a:lnTo>
                    <a:pt x="270"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7" name="Google Shape;387;p3"/>
            <p:cNvSpPr/>
            <p:nvPr/>
          </p:nvSpPr>
          <p:spPr>
            <a:xfrm>
              <a:off x="2413380" y="4709574"/>
              <a:ext cx="162353" cy="133968"/>
            </a:xfrm>
            <a:custGeom>
              <a:avLst/>
              <a:gdLst/>
              <a:ahLst/>
              <a:cxnLst/>
              <a:rect l="l" t="t" r="r" b="b"/>
              <a:pathLst>
                <a:path w="3266" h="2695" extrusionOk="0">
                  <a:moveTo>
                    <a:pt x="269" y="270"/>
                  </a:moveTo>
                  <a:lnTo>
                    <a:pt x="572" y="304"/>
                  </a:lnTo>
                  <a:lnTo>
                    <a:pt x="842" y="304"/>
                  </a:lnTo>
                  <a:lnTo>
                    <a:pt x="1414" y="338"/>
                  </a:lnTo>
                  <a:lnTo>
                    <a:pt x="2222" y="371"/>
                  </a:lnTo>
                  <a:lnTo>
                    <a:pt x="2996" y="439"/>
                  </a:lnTo>
                  <a:lnTo>
                    <a:pt x="2963" y="910"/>
                  </a:lnTo>
                  <a:lnTo>
                    <a:pt x="2929" y="1415"/>
                  </a:lnTo>
                  <a:lnTo>
                    <a:pt x="2963" y="1920"/>
                  </a:lnTo>
                  <a:lnTo>
                    <a:pt x="2996" y="2391"/>
                  </a:lnTo>
                  <a:lnTo>
                    <a:pt x="2424" y="2391"/>
                  </a:lnTo>
                  <a:lnTo>
                    <a:pt x="1616" y="2425"/>
                  </a:lnTo>
                  <a:lnTo>
                    <a:pt x="875" y="2425"/>
                  </a:lnTo>
                  <a:lnTo>
                    <a:pt x="572" y="2391"/>
                  </a:lnTo>
                  <a:lnTo>
                    <a:pt x="404" y="2324"/>
                  </a:lnTo>
                  <a:lnTo>
                    <a:pt x="404" y="2055"/>
                  </a:lnTo>
                  <a:lnTo>
                    <a:pt x="404" y="1752"/>
                  </a:lnTo>
                  <a:lnTo>
                    <a:pt x="370" y="1179"/>
                  </a:lnTo>
                  <a:lnTo>
                    <a:pt x="337" y="708"/>
                  </a:lnTo>
                  <a:lnTo>
                    <a:pt x="269" y="270"/>
                  </a:lnTo>
                  <a:close/>
                  <a:moveTo>
                    <a:pt x="135" y="1"/>
                  </a:moveTo>
                  <a:lnTo>
                    <a:pt x="101" y="35"/>
                  </a:lnTo>
                  <a:lnTo>
                    <a:pt x="67" y="102"/>
                  </a:lnTo>
                  <a:lnTo>
                    <a:pt x="67" y="136"/>
                  </a:lnTo>
                  <a:lnTo>
                    <a:pt x="34" y="169"/>
                  </a:lnTo>
                  <a:lnTo>
                    <a:pt x="0" y="203"/>
                  </a:lnTo>
                  <a:lnTo>
                    <a:pt x="34" y="237"/>
                  </a:lnTo>
                  <a:lnTo>
                    <a:pt x="67" y="237"/>
                  </a:lnTo>
                  <a:lnTo>
                    <a:pt x="67" y="775"/>
                  </a:lnTo>
                  <a:lnTo>
                    <a:pt x="101" y="1348"/>
                  </a:lnTo>
                  <a:lnTo>
                    <a:pt x="135" y="1886"/>
                  </a:lnTo>
                  <a:lnTo>
                    <a:pt x="135" y="2156"/>
                  </a:lnTo>
                  <a:lnTo>
                    <a:pt x="202" y="2425"/>
                  </a:lnTo>
                  <a:lnTo>
                    <a:pt x="202" y="2492"/>
                  </a:lnTo>
                  <a:lnTo>
                    <a:pt x="236" y="2526"/>
                  </a:lnTo>
                  <a:lnTo>
                    <a:pt x="337" y="2492"/>
                  </a:lnTo>
                  <a:lnTo>
                    <a:pt x="1010" y="2627"/>
                  </a:lnTo>
                  <a:lnTo>
                    <a:pt x="1717" y="2694"/>
                  </a:lnTo>
                  <a:lnTo>
                    <a:pt x="2390" y="2661"/>
                  </a:lnTo>
                  <a:lnTo>
                    <a:pt x="3064" y="2560"/>
                  </a:lnTo>
                  <a:lnTo>
                    <a:pt x="3131" y="2593"/>
                  </a:lnTo>
                  <a:lnTo>
                    <a:pt x="3199" y="2560"/>
                  </a:lnTo>
                  <a:lnTo>
                    <a:pt x="3232" y="2526"/>
                  </a:lnTo>
                  <a:lnTo>
                    <a:pt x="3266" y="2459"/>
                  </a:lnTo>
                  <a:lnTo>
                    <a:pt x="3232" y="1819"/>
                  </a:lnTo>
                  <a:lnTo>
                    <a:pt x="3232" y="1179"/>
                  </a:lnTo>
                  <a:lnTo>
                    <a:pt x="3266" y="641"/>
                  </a:lnTo>
                  <a:lnTo>
                    <a:pt x="3266" y="371"/>
                  </a:lnTo>
                  <a:lnTo>
                    <a:pt x="3232" y="102"/>
                  </a:lnTo>
                  <a:lnTo>
                    <a:pt x="3232" y="35"/>
                  </a:lnTo>
                  <a:lnTo>
                    <a:pt x="3131" y="35"/>
                  </a:lnTo>
                  <a:lnTo>
                    <a:pt x="3097" y="102"/>
                  </a:lnTo>
                  <a:lnTo>
                    <a:pt x="3064" y="237"/>
                  </a:lnTo>
                  <a:lnTo>
                    <a:pt x="2357" y="169"/>
                  </a:lnTo>
                  <a:lnTo>
                    <a:pt x="1650" y="102"/>
                  </a:lnTo>
                  <a:lnTo>
                    <a:pt x="943" y="68"/>
                  </a:lnTo>
                  <a:lnTo>
                    <a:pt x="606" y="68"/>
                  </a:lnTo>
                  <a:lnTo>
                    <a:pt x="269" y="102"/>
                  </a:lnTo>
                  <a:lnTo>
                    <a:pt x="236" y="68"/>
                  </a:lnTo>
                  <a:lnTo>
                    <a:pt x="202" y="35"/>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8" name="Google Shape;388;p3"/>
            <p:cNvSpPr/>
            <p:nvPr/>
          </p:nvSpPr>
          <p:spPr>
            <a:xfrm>
              <a:off x="2415020" y="4568994"/>
              <a:ext cx="232693" cy="130588"/>
            </a:xfrm>
            <a:custGeom>
              <a:avLst/>
              <a:gdLst/>
              <a:ahLst/>
              <a:cxnLst/>
              <a:rect l="l" t="t" r="r" b="b"/>
              <a:pathLst>
                <a:path w="4681" h="2627" extrusionOk="0">
                  <a:moveTo>
                    <a:pt x="2357" y="270"/>
                  </a:moveTo>
                  <a:lnTo>
                    <a:pt x="4479" y="337"/>
                  </a:lnTo>
                  <a:lnTo>
                    <a:pt x="4411" y="539"/>
                  </a:lnTo>
                  <a:lnTo>
                    <a:pt x="4411" y="742"/>
                  </a:lnTo>
                  <a:lnTo>
                    <a:pt x="4411" y="1112"/>
                  </a:lnTo>
                  <a:lnTo>
                    <a:pt x="4411" y="1684"/>
                  </a:lnTo>
                  <a:lnTo>
                    <a:pt x="4411" y="2257"/>
                  </a:lnTo>
                  <a:lnTo>
                    <a:pt x="3401" y="2223"/>
                  </a:lnTo>
                  <a:lnTo>
                    <a:pt x="2391" y="2189"/>
                  </a:lnTo>
                  <a:lnTo>
                    <a:pt x="1852" y="2189"/>
                  </a:lnTo>
                  <a:lnTo>
                    <a:pt x="1347" y="2223"/>
                  </a:lnTo>
                  <a:lnTo>
                    <a:pt x="809" y="2257"/>
                  </a:lnTo>
                  <a:lnTo>
                    <a:pt x="539" y="2324"/>
                  </a:lnTo>
                  <a:lnTo>
                    <a:pt x="304" y="2391"/>
                  </a:lnTo>
                  <a:lnTo>
                    <a:pt x="270" y="1213"/>
                  </a:lnTo>
                  <a:lnTo>
                    <a:pt x="304" y="742"/>
                  </a:lnTo>
                  <a:lnTo>
                    <a:pt x="270" y="506"/>
                  </a:lnTo>
                  <a:lnTo>
                    <a:pt x="236" y="270"/>
                  </a:lnTo>
                  <a:close/>
                  <a:moveTo>
                    <a:pt x="842" y="1"/>
                  </a:moveTo>
                  <a:lnTo>
                    <a:pt x="607" y="34"/>
                  </a:lnTo>
                  <a:lnTo>
                    <a:pt x="405" y="102"/>
                  </a:lnTo>
                  <a:lnTo>
                    <a:pt x="203" y="169"/>
                  </a:lnTo>
                  <a:lnTo>
                    <a:pt x="169" y="135"/>
                  </a:lnTo>
                  <a:lnTo>
                    <a:pt x="135" y="102"/>
                  </a:lnTo>
                  <a:lnTo>
                    <a:pt x="102" y="135"/>
                  </a:lnTo>
                  <a:lnTo>
                    <a:pt x="34" y="337"/>
                  </a:lnTo>
                  <a:lnTo>
                    <a:pt x="1" y="573"/>
                  </a:lnTo>
                  <a:lnTo>
                    <a:pt x="34" y="1011"/>
                  </a:lnTo>
                  <a:lnTo>
                    <a:pt x="68" y="2459"/>
                  </a:lnTo>
                  <a:lnTo>
                    <a:pt x="68" y="2492"/>
                  </a:lnTo>
                  <a:lnTo>
                    <a:pt x="102" y="2526"/>
                  </a:lnTo>
                  <a:lnTo>
                    <a:pt x="203" y="2560"/>
                  </a:lnTo>
                  <a:lnTo>
                    <a:pt x="270" y="2526"/>
                  </a:lnTo>
                  <a:lnTo>
                    <a:pt x="304" y="2492"/>
                  </a:lnTo>
                  <a:lnTo>
                    <a:pt x="304" y="2459"/>
                  </a:lnTo>
                  <a:lnTo>
                    <a:pt x="304" y="2425"/>
                  </a:lnTo>
                  <a:lnTo>
                    <a:pt x="741" y="2459"/>
                  </a:lnTo>
                  <a:lnTo>
                    <a:pt x="1213" y="2459"/>
                  </a:lnTo>
                  <a:lnTo>
                    <a:pt x="2122" y="2425"/>
                  </a:lnTo>
                  <a:lnTo>
                    <a:pt x="3267" y="2425"/>
                  </a:lnTo>
                  <a:lnTo>
                    <a:pt x="4445" y="2459"/>
                  </a:lnTo>
                  <a:lnTo>
                    <a:pt x="4445" y="2526"/>
                  </a:lnTo>
                  <a:lnTo>
                    <a:pt x="4479" y="2627"/>
                  </a:lnTo>
                  <a:lnTo>
                    <a:pt x="4613" y="2627"/>
                  </a:lnTo>
                  <a:lnTo>
                    <a:pt x="4647" y="2526"/>
                  </a:lnTo>
                  <a:lnTo>
                    <a:pt x="4681" y="1920"/>
                  </a:lnTo>
                  <a:lnTo>
                    <a:pt x="4681" y="1314"/>
                  </a:lnTo>
                  <a:lnTo>
                    <a:pt x="4681" y="809"/>
                  </a:lnTo>
                  <a:lnTo>
                    <a:pt x="4681" y="573"/>
                  </a:lnTo>
                  <a:lnTo>
                    <a:pt x="4613" y="337"/>
                  </a:lnTo>
                  <a:lnTo>
                    <a:pt x="4681" y="304"/>
                  </a:lnTo>
                  <a:lnTo>
                    <a:pt x="4681" y="236"/>
                  </a:lnTo>
                  <a:lnTo>
                    <a:pt x="4647" y="169"/>
                  </a:lnTo>
                  <a:lnTo>
                    <a:pt x="4580" y="135"/>
                  </a:lnTo>
                  <a:lnTo>
                    <a:pt x="3940" y="102"/>
                  </a:lnTo>
                  <a:lnTo>
                    <a:pt x="3334" y="68"/>
                  </a:lnTo>
                  <a:lnTo>
                    <a:pt x="2054" y="34"/>
                  </a:lnTo>
                  <a:lnTo>
                    <a:pt x="161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89" name="Google Shape;389;p3"/>
            <p:cNvSpPr/>
            <p:nvPr/>
          </p:nvSpPr>
          <p:spPr>
            <a:xfrm>
              <a:off x="2555600" y="4289525"/>
              <a:ext cx="127258" cy="122187"/>
            </a:xfrm>
            <a:custGeom>
              <a:avLst/>
              <a:gdLst/>
              <a:ahLst/>
              <a:cxnLst/>
              <a:rect l="l" t="t" r="r" b="b"/>
              <a:pathLst>
                <a:path w="2560" h="2458" extrusionOk="0">
                  <a:moveTo>
                    <a:pt x="169" y="202"/>
                  </a:moveTo>
                  <a:lnTo>
                    <a:pt x="708" y="236"/>
                  </a:lnTo>
                  <a:lnTo>
                    <a:pt x="1247" y="270"/>
                  </a:lnTo>
                  <a:lnTo>
                    <a:pt x="2324" y="236"/>
                  </a:lnTo>
                  <a:lnTo>
                    <a:pt x="2324" y="707"/>
                  </a:lnTo>
                  <a:lnTo>
                    <a:pt x="2324" y="1145"/>
                  </a:lnTo>
                  <a:lnTo>
                    <a:pt x="2324" y="1684"/>
                  </a:lnTo>
                  <a:lnTo>
                    <a:pt x="2324" y="2222"/>
                  </a:lnTo>
                  <a:lnTo>
                    <a:pt x="2088" y="2189"/>
                  </a:lnTo>
                  <a:lnTo>
                    <a:pt x="1415" y="2189"/>
                  </a:lnTo>
                  <a:lnTo>
                    <a:pt x="1449" y="2155"/>
                  </a:lnTo>
                  <a:lnTo>
                    <a:pt x="1449" y="1953"/>
                  </a:lnTo>
                  <a:lnTo>
                    <a:pt x="1449" y="1751"/>
                  </a:lnTo>
                  <a:lnTo>
                    <a:pt x="1449" y="1347"/>
                  </a:lnTo>
                  <a:lnTo>
                    <a:pt x="1415" y="1280"/>
                  </a:lnTo>
                  <a:lnTo>
                    <a:pt x="1348" y="1246"/>
                  </a:lnTo>
                  <a:lnTo>
                    <a:pt x="1314" y="1280"/>
                  </a:lnTo>
                  <a:lnTo>
                    <a:pt x="1280" y="1347"/>
                  </a:lnTo>
                  <a:lnTo>
                    <a:pt x="1247" y="1751"/>
                  </a:lnTo>
                  <a:lnTo>
                    <a:pt x="1247" y="1987"/>
                  </a:lnTo>
                  <a:lnTo>
                    <a:pt x="1314" y="2155"/>
                  </a:lnTo>
                  <a:lnTo>
                    <a:pt x="1314" y="2189"/>
                  </a:lnTo>
                  <a:lnTo>
                    <a:pt x="573" y="2189"/>
                  </a:lnTo>
                  <a:lnTo>
                    <a:pt x="338" y="2256"/>
                  </a:lnTo>
                  <a:lnTo>
                    <a:pt x="304" y="1684"/>
                  </a:lnTo>
                  <a:lnTo>
                    <a:pt x="236" y="1145"/>
                  </a:lnTo>
                  <a:lnTo>
                    <a:pt x="236" y="674"/>
                  </a:lnTo>
                  <a:lnTo>
                    <a:pt x="169" y="202"/>
                  </a:lnTo>
                  <a:close/>
                  <a:moveTo>
                    <a:pt x="708" y="0"/>
                  </a:moveTo>
                  <a:lnTo>
                    <a:pt x="169" y="34"/>
                  </a:lnTo>
                  <a:lnTo>
                    <a:pt x="102" y="68"/>
                  </a:lnTo>
                  <a:lnTo>
                    <a:pt x="68" y="135"/>
                  </a:lnTo>
                  <a:lnTo>
                    <a:pt x="34" y="371"/>
                  </a:lnTo>
                  <a:lnTo>
                    <a:pt x="1" y="640"/>
                  </a:lnTo>
                  <a:lnTo>
                    <a:pt x="34" y="1145"/>
                  </a:lnTo>
                  <a:lnTo>
                    <a:pt x="68" y="1751"/>
                  </a:lnTo>
                  <a:lnTo>
                    <a:pt x="102" y="2054"/>
                  </a:lnTo>
                  <a:lnTo>
                    <a:pt x="169" y="2323"/>
                  </a:lnTo>
                  <a:lnTo>
                    <a:pt x="169" y="2391"/>
                  </a:lnTo>
                  <a:lnTo>
                    <a:pt x="304" y="2391"/>
                  </a:lnTo>
                  <a:lnTo>
                    <a:pt x="540" y="2424"/>
                  </a:lnTo>
                  <a:lnTo>
                    <a:pt x="1280" y="2424"/>
                  </a:lnTo>
                  <a:lnTo>
                    <a:pt x="1819" y="2458"/>
                  </a:lnTo>
                  <a:lnTo>
                    <a:pt x="2088" y="2458"/>
                  </a:lnTo>
                  <a:lnTo>
                    <a:pt x="2358" y="2424"/>
                  </a:lnTo>
                  <a:lnTo>
                    <a:pt x="2391" y="2458"/>
                  </a:lnTo>
                  <a:lnTo>
                    <a:pt x="2425" y="2458"/>
                  </a:lnTo>
                  <a:lnTo>
                    <a:pt x="2459" y="2424"/>
                  </a:lnTo>
                  <a:lnTo>
                    <a:pt x="2492" y="2391"/>
                  </a:lnTo>
                  <a:lnTo>
                    <a:pt x="2526" y="2121"/>
                  </a:lnTo>
                  <a:lnTo>
                    <a:pt x="2560" y="1852"/>
                  </a:lnTo>
                  <a:lnTo>
                    <a:pt x="2526" y="1313"/>
                  </a:lnTo>
                  <a:lnTo>
                    <a:pt x="2526" y="707"/>
                  </a:lnTo>
                  <a:lnTo>
                    <a:pt x="2526" y="404"/>
                  </a:lnTo>
                  <a:lnTo>
                    <a:pt x="2459" y="101"/>
                  </a:lnTo>
                  <a:lnTo>
                    <a:pt x="2425" y="68"/>
                  </a:lnTo>
                  <a:lnTo>
                    <a:pt x="2391" y="34"/>
                  </a:lnTo>
                  <a:lnTo>
                    <a:pt x="2324" y="34"/>
                  </a:lnTo>
                  <a:lnTo>
                    <a:pt x="124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0" name="Google Shape;390;p3"/>
            <p:cNvSpPr/>
            <p:nvPr/>
          </p:nvSpPr>
          <p:spPr>
            <a:xfrm>
              <a:off x="2594125" y="4707934"/>
              <a:ext cx="125567" cy="135609"/>
            </a:xfrm>
            <a:custGeom>
              <a:avLst/>
              <a:gdLst/>
              <a:ahLst/>
              <a:cxnLst/>
              <a:rect l="l" t="t" r="r" b="b"/>
              <a:pathLst>
                <a:path w="2526" h="2728" extrusionOk="0">
                  <a:moveTo>
                    <a:pt x="202" y="169"/>
                  </a:moveTo>
                  <a:lnTo>
                    <a:pt x="741" y="236"/>
                  </a:lnTo>
                  <a:lnTo>
                    <a:pt x="1280" y="270"/>
                  </a:lnTo>
                  <a:lnTo>
                    <a:pt x="2357" y="236"/>
                  </a:lnTo>
                  <a:lnTo>
                    <a:pt x="2290" y="775"/>
                  </a:lnTo>
                  <a:lnTo>
                    <a:pt x="2256" y="1347"/>
                  </a:lnTo>
                  <a:lnTo>
                    <a:pt x="2256" y="1886"/>
                  </a:lnTo>
                  <a:lnTo>
                    <a:pt x="2290" y="2424"/>
                  </a:lnTo>
                  <a:lnTo>
                    <a:pt x="2290" y="2458"/>
                  </a:lnTo>
                  <a:lnTo>
                    <a:pt x="2256" y="2458"/>
                  </a:lnTo>
                  <a:lnTo>
                    <a:pt x="2020" y="2424"/>
                  </a:lnTo>
                  <a:lnTo>
                    <a:pt x="808" y="2424"/>
                  </a:lnTo>
                  <a:lnTo>
                    <a:pt x="303" y="2391"/>
                  </a:lnTo>
                  <a:lnTo>
                    <a:pt x="236" y="1280"/>
                  </a:lnTo>
                  <a:lnTo>
                    <a:pt x="202" y="169"/>
                  </a:lnTo>
                  <a:close/>
                  <a:moveTo>
                    <a:pt x="741" y="0"/>
                  </a:moveTo>
                  <a:lnTo>
                    <a:pt x="169" y="34"/>
                  </a:lnTo>
                  <a:lnTo>
                    <a:pt x="135" y="34"/>
                  </a:lnTo>
                  <a:lnTo>
                    <a:pt x="101" y="101"/>
                  </a:lnTo>
                  <a:lnTo>
                    <a:pt x="68" y="101"/>
                  </a:lnTo>
                  <a:lnTo>
                    <a:pt x="34" y="169"/>
                  </a:lnTo>
                  <a:lnTo>
                    <a:pt x="0" y="775"/>
                  </a:lnTo>
                  <a:lnTo>
                    <a:pt x="0" y="1414"/>
                  </a:lnTo>
                  <a:lnTo>
                    <a:pt x="34" y="2020"/>
                  </a:lnTo>
                  <a:lnTo>
                    <a:pt x="101" y="2660"/>
                  </a:lnTo>
                  <a:lnTo>
                    <a:pt x="135" y="2694"/>
                  </a:lnTo>
                  <a:lnTo>
                    <a:pt x="169" y="2727"/>
                  </a:lnTo>
                  <a:lnTo>
                    <a:pt x="236" y="2727"/>
                  </a:lnTo>
                  <a:lnTo>
                    <a:pt x="303" y="2694"/>
                  </a:lnTo>
                  <a:lnTo>
                    <a:pt x="337" y="2660"/>
                  </a:lnTo>
                  <a:lnTo>
                    <a:pt x="337" y="2626"/>
                  </a:lnTo>
                  <a:lnTo>
                    <a:pt x="337" y="2559"/>
                  </a:lnTo>
                  <a:lnTo>
                    <a:pt x="808" y="2660"/>
                  </a:lnTo>
                  <a:lnTo>
                    <a:pt x="1313" y="2694"/>
                  </a:lnTo>
                  <a:lnTo>
                    <a:pt x="1818" y="2694"/>
                  </a:lnTo>
                  <a:lnTo>
                    <a:pt x="2054" y="2660"/>
                  </a:lnTo>
                  <a:lnTo>
                    <a:pt x="2256" y="2626"/>
                  </a:lnTo>
                  <a:lnTo>
                    <a:pt x="2323" y="2593"/>
                  </a:lnTo>
                  <a:lnTo>
                    <a:pt x="2323" y="2492"/>
                  </a:lnTo>
                  <a:lnTo>
                    <a:pt x="2357" y="2525"/>
                  </a:lnTo>
                  <a:lnTo>
                    <a:pt x="2391" y="2525"/>
                  </a:lnTo>
                  <a:lnTo>
                    <a:pt x="2458" y="2492"/>
                  </a:lnTo>
                  <a:lnTo>
                    <a:pt x="2458" y="2424"/>
                  </a:lnTo>
                  <a:lnTo>
                    <a:pt x="2492" y="1886"/>
                  </a:lnTo>
                  <a:lnTo>
                    <a:pt x="2525" y="1313"/>
                  </a:lnTo>
                  <a:lnTo>
                    <a:pt x="2492" y="775"/>
                  </a:lnTo>
                  <a:lnTo>
                    <a:pt x="2458" y="202"/>
                  </a:lnTo>
                  <a:lnTo>
                    <a:pt x="2492" y="169"/>
                  </a:lnTo>
                  <a:lnTo>
                    <a:pt x="2492" y="101"/>
                  </a:lnTo>
                  <a:lnTo>
                    <a:pt x="2458" y="34"/>
                  </a:lnTo>
                  <a:lnTo>
                    <a:pt x="1852" y="34"/>
                  </a:lnTo>
                  <a:lnTo>
                    <a:pt x="128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1" name="Google Shape;391;p3"/>
            <p:cNvSpPr/>
            <p:nvPr/>
          </p:nvSpPr>
          <p:spPr>
            <a:xfrm>
              <a:off x="2696180" y="4851844"/>
              <a:ext cx="127258" cy="142320"/>
            </a:xfrm>
            <a:custGeom>
              <a:avLst/>
              <a:gdLst/>
              <a:ahLst/>
              <a:cxnLst/>
              <a:rect l="l" t="t" r="r" b="b"/>
              <a:pathLst>
                <a:path w="2560" h="2863" extrusionOk="0">
                  <a:moveTo>
                    <a:pt x="169" y="203"/>
                  </a:moveTo>
                  <a:lnTo>
                    <a:pt x="708" y="236"/>
                  </a:lnTo>
                  <a:lnTo>
                    <a:pt x="1247" y="270"/>
                  </a:lnTo>
                  <a:lnTo>
                    <a:pt x="2324" y="236"/>
                  </a:lnTo>
                  <a:lnTo>
                    <a:pt x="2324" y="708"/>
                  </a:lnTo>
                  <a:lnTo>
                    <a:pt x="2324" y="1145"/>
                  </a:lnTo>
                  <a:lnTo>
                    <a:pt x="2324" y="1886"/>
                  </a:lnTo>
                  <a:lnTo>
                    <a:pt x="2324" y="2627"/>
                  </a:lnTo>
                  <a:lnTo>
                    <a:pt x="2088" y="2593"/>
                  </a:lnTo>
                  <a:lnTo>
                    <a:pt x="607" y="2593"/>
                  </a:lnTo>
                  <a:lnTo>
                    <a:pt x="338" y="2660"/>
                  </a:lnTo>
                  <a:lnTo>
                    <a:pt x="304" y="1886"/>
                  </a:lnTo>
                  <a:lnTo>
                    <a:pt x="237" y="1145"/>
                  </a:lnTo>
                  <a:lnTo>
                    <a:pt x="237" y="674"/>
                  </a:lnTo>
                  <a:lnTo>
                    <a:pt x="169" y="203"/>
                  </a:lnTo>
                  <a:close/>
                  <a:moveTo>
                    <a:pt x="708" y="1"/>
                  </a:moveTo>
                  <a:lnTo>
                    <a:pt x="169" y="34"/>
                  </a:lnTo>
                  <a:lnTo>
                    <a:pt x="102" y="68"/>
                  </a:lnTo>
                  <a:lnTo>
                    <a:pt x="68" y="135"/>
                  </a:lnTo>
                  <a:lnTo>
                    <a:pt x="35" y="371"/>
                  </a:lnTo>
                  <a:lnTo>
                    <a:pt x="1" y="640"/>
                  </a:lnTo>
                  <a:lnTo>
                    <a:pt x="35" y="1145"/>
                  </a:lnTo>
                  <a:lnTo>
                    <a:pt x="68" y="1953"/>
                  </a:lnTo>
                  <a:lnTo>
                    <a:pt x="102" y="2391"/>
                  </a:lnTo>
                  <a:lnTo>
                    <a:pt x="169" y="2728"/>
                  </a:lnTo>
                  <a:lnTo>
                    <a:pt x="169" y="2795"/>
                  </a:lnTo>
                  <a:lnTo>
                    <a:pt x="304" y="2795"/>
                  </a:lnTo>
                  <a:lnTo>
                    <a:pt x="540" y="2829"/>
                  </a:lnTo>
                  <a:lnTo>
                    <a:pt x="1280" y="2829"/>
                  </a:lnTo>
                  <a:lnTo>
                    <a:pt x="1819" y="2862"/>
                  </a:lnTo>
                  <a:lnTo>
                    <a:pt x="2088" y="2862"/>
                  </a:lnTo>
                  <a:lnTo>
                    <a:pt x="2358" y="2829"/>
                  </a:lnTo>
                  <a:lnTo>
                    <a:pt x="2391" y="2862"/>
                  </a:lnTo>
                  <a:lnTo>
                    <a:pt x="2425" y="2862"/>
                  </a:lnTo>
                  <a:lnTo>
                    <a:pt x="2459" y="2829"/>
                  </a:lnTo>
                  <a:lnTo>
                    <a:pt x="2492" y="2795"/>
                  </a:lnTo>
                  <a:lnTo>
                    <a:pt x="2526" y="2458"/>
                  </a:lnTo>
                  <a:lnTo>
                    <a:pt x="2560" y="2054"/>
                  </a:lnTo>
                  <a:lnTo>
                    <a:pt x="2526" y="1314"/>
                  </a:lnTo>
                  <a:lnTo>
                    <a:pt x="2526" y="708"/>
                  </a:lnTo>
                  <a:lnTo>
                    <a:pt x="2526" y="405"/>
                  </a:lnTo>
                  <a:lnTo>
                    <a:pt x="2459" y="102"/>
                  </a:lnTo>
                  <a:lnTo>
                    <a:pt x="2425" y="68"/>
                  </a:lnTo>
                  <a:lnTo>
                    <a:pt x="2391" y="34"/>
                  </a:lnTo>
                  <a:lnTo>
                    <a:pt x="2324" y="34"/>
                  </a:lnTo>
                  <a:lnTo>
                    <a:pt x="124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2" name="Google Shape;392;p3"/>
            <p:cNvSpPr/>
            <p:nvPr/>
          </p:nvSpPr>
          <p:spPr>
            <a:xfrm>
              <a:off x="3740537" y="4714595"/>
              <a:ext cx="15112" cy="120596"/>
            </a:xfrm>
            <a:custGeom>
              <a:avLst/>
              <a:gdLst/>
              <a:ahLst/>
              <a:cxnLst/>
              <a:rect l="l" t="t" r="r" b="b"/>
              <a:pathLst>
                <a:path w="304" h="2426" extrusionOk="0">
                  <a:moveTo>
                    <a:pt x="102" y="1"/>
                  </a:moveTo>
                  <a:lnTo>
                    <a:pt x="68" y="35"/>
                  </a:lnTo>
                  <a:lnTo>
                    <a:pt x="34" y="304"/>
                  </a:lnTo>
                  <a:lnTo>
                    <a:pt x="1" y="573"/>
                  </a:lnTo>
                  <a:lnTo>
                    <a:pt x="34" y="1112"/>
                  </a:lnTo>
                  <a:lnTo>
                    <a:pt x="34" y="1752"/>
                  </a:lnTo>
                  <a:lnTo>
                    <a:pt x="68" y="2055"/>
                  </a:lnTo>
                  <a:lnTo>
                    <a:pt x="135" y="2358"/>
                  </a:lnTo>
                  <a:lnTo>
                    <a:pt x="169" y="2425"/>
                  </a:lnTo>
                  <a:lnTo>
                    <a:pt x="203" y="2425"/>
                  </a:lnTo>
                  <a:lnTo>
                    <a:pt x="236" y="2391"/>
                  </a:lnTo>
                  <a:lnTo>
                    <a:pt x="270" y="2358"/>
                  </a:lnTo>
                  <a:lnTo>
                    <a:pt x="304" y="2055"/>
                  </a:lnTo>
                  <a:lnTo>
                    <a:pt x="270" y="1718"/>
                  </a:lnTo>
                  <a:lnTo>
                    <a:pt x="236" y="1112"/>
                  </a:lnTo>
                  <a:lnTo>
                    <a:pt x="236" y="573"/>
                  </a:lnTo>
                  <a:lnTo>
                    <a:pt x="203" y="304"/>
                  </a:lnTo>
                  <a:lnTo>
                    <a:pt x="169" y="35"/>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3" name="Google Shape;393;p3"/>
            <p:cNvSpPr/>
            <p:nvPr/>
          </p:nvSpPr>
          <p:spPr>
            <a:xfrm>
              <a:off x="3902890" y="4863576"/>
              <a:ext cx="15112" cy="135609"/>
            </a:xfrm>
            <a:custGeom>
              <a:avLst/>
              <a:gdLst/>
              <a:ahLst/>
              <a:cxnLst/>
              <a:rect l="l" t="t" r="r" b="b"/>
              <a:pathLst>
                <a:path w="304" h="2728" extrusionOk="0">
                  <a:moveTo>
                    <a:pt x="169" y="0"/>
                  </a:moveTo>
                  <a:lnTo>
                    <a:pt x="102" y="236"/>
                  </a:lnTo>
                  <a:lnTo>
                    <a:pt x="68" y="505"/>
                  </a:lnTo>
                  <a:lnTo>
                    <a:pt x="68" y="1010"/>
                  </a:lnTo>
                  <a:lnTo>
                    <a:pt x="1" y="1852"/>
                  </a:lnTo>
                  <a:lnTo>
                    <a:pt x="1" y="2256"/>
                  </a:lnTo>
                  <a:lnTo>
                    <a:pt x="34" y="2660"/>
                  </a:lnTo>
                  <a:lnTo>
                    <a:pt x="68" y="2694"/>
                  </a:lnTo>
                  <a:lnTo>
                    <a:pt x="102" y="2727"/>
                  </a:lnTo>
                  <a:lnTo>
                    <a:pt x="169" y="2727"/>
                  </a:lnTo>
                  <a:lnTo>
                    <a:pt x="203" y="2660"/>
                  </a:lnTo>
                  <a:lnTo>
                    <a:pt x="236" y="2357"/>
                  </a:lnTo>
                  <a:lnTo>
                    <a:pt x="236" y="2054"/>
                  </a:lnTo>
                  <a:lnTo>
                    <a:pt x="270" y="1414"/>
                  </a:lnTo>
                  <a:lnTo>
                    <a:pt x="304" y="707"/>
                  </a:lnTo>
                  <a:lnTo>
                    <a:pt x="270" y="337"/>
                  </a:lnTo>
                  <a:lnTo>
                    <a:pt x="270" y="169"/>
                  </a:lnTo>
                  <a:lnTo>
                    <a:pt x="2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4" name="Google Shape;394;p3"/>
            <p:cNvSpPr/>
            <p:nvPr/>
          </p:nvSpPr>
          <p:spPr>
            <a:xfrm>
              <a:off x="4113760" y="4942217"/>
              <a:ext cx="23513" cy="35195"/>
            </a:xfrm>
            <a:custGeom>
              <a:avLst/>
              <a:gdLst/>
              <a:ahLst/>
              <a:cxnLst/>
              <a:rect l="l" t="t" r="r" b="b"/>
              <a:pathLst>
                <a:path w="473" h="708" extrusionOk="0">
                  <a:moveTo>
                    <a:pt x="304" y="1"/>
                  </a:moveTo>
                  <a:lnTo>
                    <a:pt x="203" y="68"/>
                  </a:lnTo>
                  <a:lnTo>
                    <a:pt x="135" y="135"/>
                  </a:lnTo>
                  <a:lnTo>
                    <a:pt x="68" y="236"/>
                  </a:lnTo>
                  <a:lnTo>
                    <a:pt x="1" y="371"/>
                  </a:lnTo>
                  <a:lnTo>
                    <a:pt x="1" y="438"/>
                  </a:lnTo>
                  <a:lnTo>
                    <a:pt x="34" y="438"/>
                  </a:lnTo>
                  <a:lnTo>
                    <a:pt x="68" y="472"/>
                  </a:lnTo>
                  <a:lnTo>
                    <a:pt x="135" y="438"/>
                  </a:lnTo>
                  <a:lnTo>
                    <a:pt x="169" y="506"/>
                  </a:lnTo>
                  <a:lnTo>
                    <a:pt x="304" y="674"/>
                  </a:lnTo>
                  <a:lnTo>
                    <a:pt x="371" y="708"/>
                  </a:lnTo>
                  <a:lnTo>
                    <a:pt x="405" y="674"/>
                  </a:lnTo>
                  <a:lnTo>
                    <a:pt x="438" y="640"/>
                  </a:lnTo>
                  <a:lnTo>
                    <a:pt x="438" y="573"/>
                  </a:lnTo>
                  <a:lnTo>
                    <a:pt x="337" y="438"/>
                  </a:lnTo>
                  <a:lnTo>
                    <a:pt x="236" y="337"/>
                  </a:lnTo>
                  <a:lnTo>
                    <a:pt x="438" y="203"/>
                  </a:lnTo>
                  <a:lnTo>
                    <a:pt x="472" y="135"/>
                  </a:lnTo>
                  <a:lnTo>
                    <a:pt x="472" y="68"/>
                  </a:lnTo>
                  <a:lnTo>
                    <a:pt x="438" y="34"/>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5" name="Google Shape;395;p3"/>
            <p:cNvSpPr/>
            <p:nvPr/>
          </p:nvSpPr>
          <p:spPr>
            <a:xfrm>
              <a:off x="4065243" y="4915473"/>
              <a:ext cx="128898" cy="87042"/>
            </a:xfrm>
            <a:custGeom>
              <a:avLst/>
              <a:gdLst/>
              <a:ahLst/>
              <a:cxnLst/>
              <a:rect l="l" t="t" r="r" b="b"/>
              <a:pathLst>
                <a:path w="2593" h="1751" extrusionOk="0">
                  <a:moveTo>
                    <a:pt x="169" y="236"/>
                  </a:moveTo>
                  <a:lnTo>
                    <a:pt x="438" y="303"/>
                  </a:lnTo>
                  <a:lnTo>
                    <a:pt x="674" y="337"/>
                  </a:lnTo>
                  <a:lnTo>
                    <a:pt x="1212" y="370"/>
                  </a:lnTo>
                  <a:lnTo>
                    <a:pt x="1751" y="370"/>
                  </a:lnTo>
                  <a:lnTo>
                    <a:pt x="2020" y="337"/>
                  </a:lnTo>
                  <a:lnTo>
                    <a:pt x="2290" y="303"/>
                  </a:lnTo>
                  <a:lnTo>
                    <a:pt x="2323" y="943"/>
                  </a:lnTo>
                  <a:lnTo>
                    <a:pt x="2391" y="1414"/>
                  </a:lnTo>
                  <a:lnTo>
                    <a:pt x="2121" y="1380"/>
                  </a:lnTo>
                  <a:lnTo>
                    <a:pt x="505" y="1380"/>
                  </a:lnTo>
                  <a:lnTo>
                    <a:pt x="202" y="1448"/>
                  </a:lnTo>
                  <a:lnTo>
                    <a:pt x="202" y="808"/>
                  </a:lnTo>
                  <a:lnTo>
                    <a:pt x="202" y="505"/>
                  </a:lnTo>
                  <a:lnTo>
                    <a:pt x="202" y="370"/>
                  </a:lnTo>
                  <a:lnTo>
                    <a:pt x="169" y="236"/>
                  </a:lnTo>
                  <a:close/>
                  <a:moveTo>
                    <a:pt x="2290" y="0"/>
                  </a:moveTo>
                  <a:lnTo>
                    <a:pt x="2290" y="34"/>
                  </a:lnTo>
                  <a:lnTo>
                    <a:pt x="2290" y="135"/>
                  </a:lnTo>
                  <a:lnTo>
                    <a:pt x="1818" y="135"/>
                  </a:lnTo>
                  <a:lnTo>
                    <a:pt x="1381" y="168"/>
                  </a:lnTo>
                  <a:lnTo>
                    <a:pt x="775" y="135"/>
                  </a:lnTo>
                  <a:lnTo>
                    <a:pt x="472" y="101"/>
                  </a:lnTo>
                  <a:lnTo>
                    <a:pt x="169" y="135"/>
                  </a:lnTo>
                  <a:lnTo>
                    <a:pt x="101" y="135"/>
                  </a:lnTo>
                  <a:lnTo>
                    <a:pt x="68" y="168"/>
                  </a:lnTo>
                  <a:lnTo>
                    <a:pt x="34" y="303"/>
                  </a:lnTo>
                  <a:lnTo>
                    <a:pt x="0" y="438"/>
                  </a:lnTo>
                  <a:lnTo>
                    <a:pt x="0" y="707"/>
                  </a:lnTo>
                  <a:lnTo>
                    <a:pt x="0" y="1515"/>
                  </a:lnTo>
                  <a:lnTo>
                    <a:pt x="34" y="1582"/>
                  </a:lnTo>
                  <a:lnTo>
                    <a:pt x="101" y="1616"/>
                  </a:lnTo>
                  <a:lnTo>
                    <a:pt x="169" y="1582"/>
                  </a:lnTo>
                  <a:lnTo>
                    <a:pt x="202" y="1549"/>
                  </a:lnTo>
                  <a:lnTo>
                    <a:pt x="472" y="1582"/>
                  </a:lnTo>
                  <a:lnTo>
                    <a:pt x="707" y="1616"/>
                  </a:lnTo>
                  <a:lnTo>
                    <a:pt x="1212" y="1582"/>
                  </a:lnTo>
                  <a:lnTo>
                    <a:pt x="1818" y="1616"/>
                  </a:lnTo>
                  <a:lnTo>
                    <a:pt x="2121" y="1582"/>
                  </a:lnTo>
                  <a:lnTo>
                    <a:pt x="2391" y="1549"/>
                  </a:lnTo>
                  <a:lnTo>
                    <a:pt x="2458" y="1751"/>
                  </a:lnTo>
                  <a:lnTo>
                    <a:pt x="2525" y="1751"/>
                  </a:lnTo>
                  <a:lnTo>
                    <a:pt x="2559" y="1717"/>
                  </a:lnTo>
                  <a:lnTo>
                    <a:pt x="2593" y="1515"/>
                  </a:lnTo>
                  <a:lnTo>
                    <a:pt x="2593" y="1347"/>
                  </a:lnTo>
                  <a:lnTo>
                    <a:pt x="2525" y="943"/>
                  </a:lnTo>
                  <a:lnTo>
                    <a:pt x="2492" y="606"/>
                  </a:lnTo>
                  <a:lnTo>
                    <a:pt x="2458" y="269"/>
                  </a:lnTo>
                  <a:lnTo>
                    <a:pt x="2458" y="236"/>
                  </a:lnTo>
                  <a:lnTo>
                    <a:pt x="2492" y="202"/>
                  </a:lnTo>
                  <a:lnTo>
                    <a:pt x="2458" y="168"/>
                  </a:lnTo>
                  <a:lnTo>
                    <a:pt x="2424" y="168"/>
                  </a:lnTo>
                  <a:lnTo>
                    <a:pt x="2391" y="34"/>
                  </a:lnTo>
                  <a:lnTo>
                    <a:pt x="235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6" name="Google Shape;396;p3"/>
            <p:cNvSpPr/>
            <p:nvPr/>
          </p:nvSpPr>
          <p:spPr>
            <a:xfrm>
              <a:off x="4189070" y="4190751"/>
              <a:ext cx="137299" cy="93803"/>
            </a:xfrm>
            <a:custGeom>
              <a:avLst/>
              <a:gdLst/>
              <a:ahLst/>
              <a:cxnLst/>
              <a:rect l="l" t="t" r="r" b="b"/>
              <a:pathLst>
                <a:path w="2762" h="1887" extrusionOk="0">
                  <a:moveTo>
                    <a:pt x="1415" y="1"/>
                  </a:moveTo>
                  <a:lnTo>
                    <a:pt x="1078" y="34"/>
                  </a:lnTo>
                  <a:lnTo>
                    <a:pt x="742" y="68"/>
                  </a:lnTo>
                  <a:lnTo>
                    <a:pt x="405" y="102"/>
                  </a:lnTo>
                  <a:lnTo>
                    <a:pt x="102" y="203"/>
                  </a:lnTo>
                  <a:lnTo>
                    <a:pt x="34" y="169"/>
                  </a:lnTo>
                  <a:lnTo>
                    <a:pt x="1" y="237"/>
                  </a:lnTo>
                  <a:lnTo>
                    <a:pt x="1" y="607"/>
                  </a:lnTo>
                  <a:lnTo>
                    <a:pt x="34" y="1011"/>
                  </a:lnTo>
                  <a:lnTo>
                    <a:pt x="34" y="1348"/>
                  </a:lnTo>
                  <a:lnTo>
                    <a:pt x="102" y="1684"/>
                  </a:lnTo>
                  <a:lnTo>
                    <a:pt x="135" y="1718"/>
                  </a:lnTo>
                  <a:lnTo>
                    <a:pt x="237" y="1718"/>
                  </a:lnTo>
                  <a:lnTo>
                    <a:pt x="237" y="1651"/>
                  </a:lnTo>
                  <a:lnTo>
                    <a:pt x="237" y="1280"/>
                  </a:lnTo>
                  <a:lnTo>
                    <a:pt x="203" y="876"/>
                  </a:lnTo>
                  <a:lnTo>
                    <a:pt x="169" y="573"/>
                  </a:lnTo>
                  <a:lnTo>
                    <a:pt x="102" y="237"/>
                  </a:lnTo>
                  <a:lnTo>
                    <a:pt x="102" y="237"/>
                  </a:lnTo>
                  <a:lnTo>
                    <a:pt x="439" y="270"/>
                  </a:lnTo>
                  <a:lnTo>
                    <a:pt x="742" y="304"/>
                  </a:lnTo>
                  <a:lnTo>
                    <a:pt x="1348" y="270"/>
                  </a:lnTo>
                  <a:lnTo>
                    <a:pt x="1987" y="270"/>
                  </a:lnTo>
                  <a:lnTo>
                    <a:pt x="2290" y="304"/>
                  </a:lnTo>
                  <a:lnTo>
                    <a:pt x="2593" y="338"/>
                  </a:lnTo>
                  <a:lnTo>
                    <a:pt x="2560" y="540"/>
                  </a:lnTo>
                  <a:lnTo>
                    <a:pt x="2526" y="775"/>
                  </a:lnTo>
                  <a:lnTo>
                    <a:pt x="2526" y="1213"/>
                  </a:lnTo>
                  <a:lnTo>
                    <a:pt x="2560" y="1684"/>
                  </a:lnTo>
                  <a:lnTo>
                    <a:pt x="2560" y="1684"/>
                  </a:lnTo>
                  <a:lnTo>
                    <a:pt x="2257" y="1651"/>
                  </a:lnTo>
                  <a:lnTo>
                    <a:pt x="1415" y="1651"/>
                  </a:lnTo>
                  <a:lnTo>
                    <a:pt x="843" y="1583"/>
                  </a:lnTo>
                  <a:lnTo>
                    <a:pt x="540" y="1583"/>
                  </a:lnTo>
                  <a:lnTo>
                    <a:pt x="270" y="1651"/>
                  </a:lnTo>
                  <a:lnTo>
                    <a:pt x="506" y="1752"/>
                  </a:lnTo>
                  <a:lnTo>
                    <a:pt x="742" y="1785"/>
                  </a:lnTo>
                  <a:lnTo>
                    <a:pt x="1280" y="1819"/>
                  </a:lnTo>
                  <a:lnTo>
                    <a:pt x="1583" y="1853"/>
                  </a:lnTo>
                  <a:lnTo>
                    <a:pt x="1954" y="1886"/>
                  </a:lnTo>
                  <a:lnTo>
                    <a:pt x="2290" y="1853"/>
                  </a:lnTo>
                  <a:lnTo>
                    <a:pt x="2593" y="1785"/>
                  </a:lnTo>
                  <a:lnTo>
                    <a:pt x="2694" y="1785"/>
                  </a:lnTo>
                  <a:lnTo>
                    <a:pt x="2728" y="1752"/>
                  </a:lnTo>
                  <a:lnTo>
                    <a:pt x="2728" y="1718"/>
                  </a:lnTo>
                  <a:lnTo>
                    <a:pt x="2694" y="876"/>
                  </a:lnTo>
                  <a:lnTo>
                    <a:pt x="2728" y="607"/>
                  </a:lnTo>
                  <a:lnTo>
                    <a:pt x="2728" y="338"/>
                  </a:lnTo>
                  <a:lnTo>
                    <a:pt x="2762" y="304"/>
                  </a:lnTo>
                  <a:lnTo>
                    <a:pt x="2762" y="237"/>
                  </a:lnTo>
                  <a:lnTo>
                    <a:pt x="2762" y="169"/>
                  </a:lnTo>
                  <a:lnTo>
                    <a:pt x="2694" y="135"/>
                  </a:lnTo>
                  <a:lnTo>
                    <a:pt x="2391" y="68"/>
                  </a:lnTo>
                  <a:lnTo>
                    <a:pt x="2055" y="34"/>
                  </a:lnTo>
                  <a:lnTo>
                    <a:pt x="141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7" name="Google Shape;397;p3"/>
            <p:cNvSpPr/>
            <p:nvPr/>
          </p:nvSpPr>
          <p:spPr>
            <a:xfrm>
              <a:off x="3712103" y="4615871"/>
              <a:ext cx="41906" cy="45236"/>
            </a:xfrm>
            <a:custGeom>
              <a:avLst/>
              <a:gdLst/>
              <a:ahLst/>
              <a:cxnLst/>
              <a:rect l="l" t="t" r="r" b="b"/>
              <a:pathLst>
                <a:path w="843" h="910" extrusionOk="0">
                  <a:moveTo>
                    <a:pt x="34" y="1"/>
                  </a:moveTo>
                  <a:lnTo>
                    <a:pt x="0" y="135"/>
                  </a:lnTo>
                  <a:lnTo>
                    <a:pt x="0" y="270"/>
                  </a:lnTo>
                  <a:lnTo>
                    <a:pt x="34" y="708"/>
                  </a:lnTo>
                  <a:lnTo>
                    <a:pt x="34" y="741"/>
                  </a:lnTo>
                  <a:lnTo>
                    <a:pt x="68" y="775"/>
                  </a:lnTo>
                  <a:lnTo>
                    <a:pt x="169" y="775"/>
                  </a:lnTo>
                  <a:lnTo>
                    <a:pt x="404" y="573"/>
                  </a:lnTo>
                  <a:lnTo>
                    <a:pt x="438" y="640"/>
                  </a:lnTo>
                  <a:lnTo>
                    <a:pt x="505" y="775"/>
                  </a:lnTo>
                  <a:lnTo>
                    <a:pt x="573" y="876"/>
                  </a:lnTo>
                  <a:lnTo>
                    <a:pt x="640" y="910"/>
                  </a:lnTo>
                  <a:lnTo>
                    <a:pt x="674" y="910"/>
                  </a:lnTo>
                  <a:lnTo>
                    <a:pt x="707" y="876"/>
                  </a:lnTo>
                  <a:lnTo>
                    <a:pt x="707" y="809"/>
                  </a:lnTo>
                  <a:lnTo>
                    <a:pt x="640" y="708"/>
                  </a:lnTo>
                  <a:lnTo>
                    <a:pt x="539" y="573"/>
                  </a:lnTo>
                  <a:lnTo>
                    <a:pt x="505" y="539"/>
                  </a:lnTo>
                  <a:lnTo>
                    <a:pt x="472" y="506"/>
                  </a:lnTo>
                  <a:lnTo>
                    <a:pt x="438" y="506"/>
                  </a:lnTo>
                  <a:lnTo>
                    <a:pt x="539" y="438"/>
                  </a:lnTo>
                  <a:lnTo>
                    <a:pt x="674" y="337"/>
                  </a:lnTo>
                  <a:lnTo>
                    <a:pt x="775" y="337"/>
                  </a:lnTo>
                  <a:lnTo>
                    <a:pt x="842" y="270"/>
                  </a:lnTo>
                  <a:lnTo>
                    <a:pt x="842" y="203"/>
                  </a:lnTo>
                  <a:lnTo>
                    <a:pt x="842" y="169"/>
                  </a:lnTo>
                  <a:lnTo>
                    <a:pt x="775" y="135"/>
                  </a:lnTo>
                  <a:lnTo>
                    <a:pt x="741" y="102"/>
                  </a:lnTo>
                  <a:lnTo>
                    <a:pt x="640" y="102"/>
                  </a:lnTo>
                  <a:lnTo>
                    <a:pt x="472" y="203"/>
                  </a:lnTo>
                  <a:lnTo>
                    <a:pt x="337" y="337"/>
                  </a:lnTo>
                  <a:lnTo>
                    <a:pt x="169" y="506"/>
                  </a:lnTo>
                  <a:lnTo>
                    <a:pt x="169" y="337"/>
                  </a:lnTo>
                  <a:lnTo>
                    <a:pt x="135" y="169"/>
                  </a:lnTo>
                  <a:lnTo>
                    <a:pt x="135" y="102"/>
                  </a:lnTo>
                  <a:lnTo>
                    <a:pt x="1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8" name="Google Shape;398;p3"/>
            <p:cNvSpPr/>
            <p:nvPr/>
          </p:nvSpPr>
          <p:spPr>
            <a:xfrm>
              <a:off x="4307927" y="3266940"/>
              <a:ext cx="590853" cy="1874514"/>
            </a:xfrm>
            <a:custGeom>
              <a:avLst/>
              <a:gdLst/>
              <a:ahLst/>
              <a:cxnLst/>
              <a:rect l="l" t="t" r="r" b="b"/>
              <a:pathLst>
                <a:path w="11886" h="37709" extrusionOk="0">
                  <a:moveTo>
                    <a:pt x="11885" y="0"/>
                  </a:moveTo>
                  <a:lnTo>
                    <a:pt x="11683" y="303"/>
                  </a:lnTo>
                  <a:lnTo>
                    <a:pt x="11515" y="606"/>
                  </a:lnTo>
                  <a:lnTo>
                    <a:pt x="11279" y="1279"/>
                  </a:lnTo>
                  <a:lnTo>
                    <a:pt x="10437" y="3266"/>
                  </a:lnTo>
                  <a:lnTo>
                    <a:pt x="8720" y="7508"/>
                  </a:lnTo>
                  <a:lnTo>
                    <a:pt x="5252" y="15959"/>
                  </a:lnTo>
                  <a:lnTo>
                    <a:pt x="5252" y="16026"/>
                  </a:lnTo>
                  <a:lnTo>
                    <a:pt x="4646" y="15992"/>
                  </a:lnTo>
                  <a:lnTo>
                    <a:pt x="2896" y="15992"/>
                  </a:lnTo>
                  <a:lnTo>
                    <a:pt x="2189" y="15959"/>
                  </a:lnTo>
                  <a:lnTo>
                    <a:pt x="1448" y="15891"/>
                  </a:lnTo>
                  <a:lnTo>
                    <a:pt x="707" y="15891"/>
                  </a:lnTo>
                  <a:lnTo>
                    <a:pt x="371" y="15925"/>
                  </a:lnTo>
                  <a:lnTo>
                    <a:pt x="34" y="15992"/>
                  </a:lnTo>
                  <a:lnTo>
                    <a:pt x="0" y="16026"/>
                  </a:lnTo>
                  <a:lnTo>
                    <a:pt x="34" y="16060"/>
                  </a:lnTo>
                  <a:lnTo>
                    <a:pt x="337" y="16127"/>
                  </a:lnTo>
                  <a:lnTo>
                    <a:pt x="640" y="16194"/>
                  </a:lnTo>
                  <a:lnTo>
                    <a:pt x="1313" y="16228"/>
                  </a:lnTo>
                  <a:lnTo>
                    <a:pt x="2660" y="16228"/>
                  </a:lnTo>
                  <a:lnTo>
                    <a:pt x="3838" y="16295"/>
                  </a:lnTo>
                  <a:lnTo>
                    <a:pt x="4444" y="16329"/>
                  </a:lnTo>
                  <a:lnTo>
                    <a:pt x="5050" y="16329"/>
                  </a:lnTo>
                  <a:lnTo>
                    <a:pt x="5623" y="16767"/>
                  </a:lnTo>
                  <a:lnTo>
                    <a:pt x="5892" y="16969"/>
                  </a:lnTo>
                  <a:lnTo>
                    <a:pt x="6094" y="17238"/>
                  </a:lnTo>
                  <a:lnTo>
                    <a:pt x="6296" y="17507"/>
                  </a:lnTo>
                  <a:lnTo>
                    <a:pt x="6465" y="17777"/>
                  </a:lnTo>
                  <a:lnTo>
                    <a:pt x="6566" y="18113"/>
                  </a:lnTo>
                  <a:lnTo>
                    <a:pt x="6633" y="18484"/>
                  </a:lnTo>
                  <a:lnTo>
                    <a:pt x="6667" y="18821"/>
                  </a:lnTo>
                  <a:lnTo>
                    <a:pt x="6667" y="19157"/>
                  </a:lnTo>
                  <a:lnTo>
                    <a:pt x="6633" y="19864"/>
                  </a:lnTo>
                  <a:lnTo>
                    <a:pt x="6532" y="21278"/>
                  </a:lnTo>
                  <a:lnTo>
                    <a:pt x="6397" y="24039"/>
                  </a:lnTo>
                  <a:lnTo>
                    <a:pt x="6364" y="26833"/>
                  </a:lnTo>
                  <a:lnTo>
                    <a:pt x="6330" y="29561"/>
                  </a:lnTo>
                  <a:lnTo>
                    <a:pt x="6330" y="32288"/>
                  </a:lnTo>
                  <a:lnTo>
                    <a:pt x="6364" y="37708"/>
                  </a:lnTo>
                  <a:lnTo>
                    <a:pt x="6667" y="37708"/>
                  </a:lnTo>
                  <a:lnTo>
                    <a:pt x="6599" y="31884"/>
                  </a:lnTo>
                  <a:lnTo>
                    <a:pt x="6599" y="28955"/>
                  </a:lnTo>
                  <a:lnTo>
                    <a:pt x="6633" y="26025"/>
                  </a:lnTo>
                  <a:lnTo>
                    <a:pt x="6700" y="22995"/>
                  </a:lnTo>
                  <a:lnTo>
                    <a:pt x="6835" y="19932"/>
                  </a:lnTo>
                  <a:lnTo>
                    <a:pt x="6869" y="19326"/>
                  </a:lnTo>
                  <a:lnTo>
                    <a:pt x="6869" y="18719"/>
                  </a:lnTo>
                  <a:lnTo>
                    <a:pt x="6869" y="18450"/>
                  </a:lnTo>
                  <a:lnTo>
                    <a:pt x="6801" y="18147"/>
                  </a:lnTo>
                  <a:lnTo>
                    <a:pt x="6734" y="17844"/>
                  </a:lnTo>
                  <a:lnTo>
                    <a:pt x="6633" y="17575"/>
                  </a:lnTo>
                  <a:lnTo>
                    <a:pt x="6532" y="17373"/>
                  </a:lnTo>
                  <a:lnTo>
                    <a:pt x="6397" y="17171"/>
                  </a:lnTo>
                  <a:lnTo>
                    <a:pt x="6094" y="16868"/>
                  </a:lnTo>
                  <a:lnTo>
                    <a:pt x="5757" y="16565"/>
                  </a:lnTo>
                  <a:lnTo>
                    <a:pt x="5387" y="16329"/>
                  </a:lnTo>
                  <a:lnTo>
                    <a:pt x="5791" y="16262"/>
                  </a:lnTo>
                  <a:lnTo>
                    <a:pt x="5825" y="16262"/>
                  </a:lnTo>
                  <a:lnTo>
                    <a:pt x="5858" y="16194"/>
                  </a:lnTo>
                  <a:lnTo>
                    <a:pt x="5858" y="16127"/>
                  </a:lnTo>
                  <a:lnTo>
                    <a:pt x="5791" y="16093"/>
                  </a:lnTo>
                  <a:lnTo>
                    <a:pt x="5454" y="16060"/>
                  </a:lnTo>
                  <a:lnTo>
                    <a:pt x="5454" y="16026"/>
                  </a:lnTo>
                  <a:lnTo>
                    <a:pt x="7138" y="11919"/>
                  </a:lnTo>
                  <a:lnTo>
                    <a:pt x="8821" y="7811"/>
                  </a:lnTo>
                  <a:lnTo>
                    <a:pt x="10437" y="3805"/>
                  </a:lnTo>
                  <a:lnTo>
                    <a:pt x="11245" y="1818"/>
                  </a:lnTo>
                  <a:lnTo>
                    <a:pt x="11649" y="943"/>
                  </a:lnTo>
                  <a:lnTo>
                    <a:pt x="11818" y="471"/>
                  </a:lnTo>
                  <a:lnTo>
                    <a:pt x="11851" y="236"/>
                  </a:lnTo>
                  <a:lnTo>
                    <a:pt x="11885" y="34"/>
                  </a:lnTo>
                  <a:lnTo>
                    <a:pt x="1188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99" name="Google Shape;399;p3"/>
            <p:cNvSpPr/>
            <p:nvPr/>
          </p:nvSpPr>
          <p:spPr>
            <a:xfrm>
              <a:off x="2634291" y="4426774"/>
              <a:ext cx="125567" cy="135609"/>
            </a:xfrm>
            <a:custGeom>
              <a:avLst/>
              <a:gdLst/>
              <a:ahLst/>
              <a:cxnLst/>
              <a:rect l="l" t="t" r="r" b="b"/>
              <a:pathLst>
                <a:path w="2526" h="2728" extrusionOk="0">
                  <a:moveTo>
                    <a:pt x="202" y="168"/>
                  </a:moveTo>
                  <a:lnTo>
                    <a:pt x="741" y="236"/>
                  </a:lnTo>
                  <a:lnTo>
                    <a:pt x="1280" y="269"/>
                  </a:lnTo>
                  <a:lnTo>
                    <a:pt x="2357" y="236"/>
                  </a:lnTo>
                  <a:lnTo>
                    <a:pt x="2290" y="774"/>
                  </a:lnTo>
                  <a:lnTo>
                    <a:pt x="2256" y="1347"/>
                  </a:lnTo>
                  <a:lnTo>
                    <a:pt x="2256" y="1885"/>
                  </a:lnTo>
                  <a:lnTo>
                    <a:pt x="2290" y="2424"/>
                  </a:lnTo>
                  <a:lnTo>
                    <a:pt x="2290" y="2458"/>
                  </a:lnTo>
                  <a:lnTo>
                    <a:pt x="2256" y="2458"/>
                  </a:lnTo>
                  <a:lnTo>
                    <a:pt x="2020" y="2424"/>
                  </a:lnTo>
                  <a:lnTo>
                    <a:pt x="808" y="2424"/>
                  </a:lnTo>
                  <a:lnTo>
                    <a:pt x="303" y="2390"/>
                  </a:lnTo>
                  <a:lnTo>
                    <a:pt x="236" y="1279"/>
                  </a:lnTo>
                  <a:lnTo>
                    <a:pt x="202" y="168"/>
                  </a:lnTo>
                  <a:close/>
                  <a:moveTo>
                    <a:pt x="741" y="0"/>
                  </a:moveTo>
                  <a:lnTo>
                    <a:pt x="169" y="34"/>
                  </a:lnTo>
                  <a:lnTo>
                    <a:pt x="135" y="34"/>
                  </a:lnTo>
                  <a:lnTo>
                    <a:pt x="101" y="101"/>
                  </a:lnTo>
                  <a:lnTo>
                    <a:pt x="68" y="101"/>
                  </a:lnTo>
                  <a:lnTo>
                    <a:pt x="34" y="168"/>
                  </a:lnTo>
                  <a:lnTo>
                    <a:pt x="0" y="774"/>
                  </a:lnTo>
                  <a:lnTo>
                    <a:pt x="0" y="1414"/>
                  </a:lnTo>
                  <a:lnTo>
                    <a:pt x="34" y="2020"/>
                  </a:lnTo>
                  <a:lnTo>
                    <a:pt x="101" y="2660"/>
                  </a:lnTo>
                  <a:lnTo>
                    <a:pt x="135" y="2693"/>
                  </a:lnTo>
                  <a:lnTo>
                    <a:pt x="169" y="2727"/>
                  </a:lnTo>
                  <a:lnTo>
                    <a:pt x="236" y="2727"/>
                  </a:lnTo>
                  <a:lnTo>
                    <a:pt x="303" y="2693"/>
                  </a:lnTo>
                  <a:lnTo>
                    <a:pt x="337" y="2660"/>
                  </a:lnTo>
                  <a:lnTo>
                    <a:pt x="337" y="2626"/>
                  </a:lnTo>
                  <a:lnTo>
                    <a:pt x="337" y="2559"/>
                  </a:lnTo>
                  <a:lnTo>
                    <a:pt x="808" y="2660"/>
                  </a:lnTo>
                  <a:lnTo>
                    <a:pt x="1313" y="2693"/>
                  </a:lnTo>
                  <a:lnTo>
                    <a:pt x="1818" y="2693"/>
                  </a:lnTo>
                  <a:lnTo>
                    <a:pt x="2054" y="2660"/>
                  </a:lnTo>
                  <a:lnTo>
                    <a:pt x="2256" y="2626"/>
                  </a:lnTo>
                  <a:lnTo>
                    <a:pt x="2323" y="2592"/>
                  </a:lnTo>
                  <a:lnTo>
                    <a:pt x="2323" y="2491"/>
                  </a:lnTo>
                  <a:lnTo>
                    <a:pt x="2357" y="2525"/>
                  </a:lnTo>
                  <a:lnTo>
                    <a:pt x="2391" y="2525"/>
                  </a:lnTo>
                  <a:lnTo>
                    <a:pt x="2458" y="2491"/>
                  </a:lnTo>
                  <a:lnTo>
                    <a:pt x="2458" y="2424"/>
                  </a:lnTo>
                  <a:lnTo>
                    <a:pt x="2492" y="1885"/>
                  </a:lnTo>
                  <a:lnTo>
                    <a:pt x="2525" y="1313"/>
                  </a:lnTo>
                  <a:lnTo>
                    <a:pt x="2492" y="774"/>
                  </a:lnTo>
                  <a:lnTo>
                    <a:pt x="2458" y="202"/>
                  </a:lnTo>
                  <a:lnTo>
                    <a:pt x="2492" y="168"/>
                  </a:lnTo>
                  <a:lnTo>
                    <a:pt x="2492" y="101"/>
                  </a:lnTo>
                  <a:lnTo>
                    <a:pt x="2458" y="34"/>
                  </a:lnTo>
                  <a:lnTo>
                    <a:pt x="1852" y="34"/>
                  </a:lnTo>
                  <a:lnTo>
                    <a:pt x="128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0" name="Google Shape;400;p3"/>
            <p:cNvSpPr/>
            <p:nvPr/>
          </p:nvSpPr>
          <p:spPr>
            <a:xfrm>
              <a:off x="3665227" y="4567354"/>
              <a:ext cx="125567" cy="135609"/>
            </a:xfrm>
            <a:custGeom>
              <a:avLst/>
              <a:gdLst/>
              <a:ahLst/>
              <a:cxnLst/>
              <a:rect l="l" t="t" r="r" b="b"/>
              <a:pathLst>
                <a:path w="2526" h="2728" extrusionOk="0">
                  <a:moveTo>
                    <a:pt x="2324" y="168"/>
                  </a:moveTo>
                  <a:lnTo>
                    <a:pt x="2256" y="1280"/>
                  </a:lnTo>
                  <a:lnTo>
                    <a:pt x="2223" y="2391"/>
                  </a:lnTo>
                  <a:lnTo>
                    <a:pt x="1718" y="2424"/>
                  </a:lnTo>
                  <a:lnTo>
                    <a:pt x="506" y="2424"/>
                  </a:lnTo>
                  <a:lnTo>
                    <a:pt x="270" y="2458"/>
                  </a:lnTo>
                  <a:lnTo>
                    <a:pt x="236" y="2458"/>
                  </a:lnTo>
                  <a:lnTo>
                    <a:pt x="236" y="2424"/>
                  </a:lnTo>
                  <a:lnTo>
                    <a:pt x="270" y="1886"/>
                  </a:lnTo>
                  <a:lnTo>
                    <a:pt x="270" y="1347"/>
                  </a:lnTo>
                  <a:lnTo>
                    <a:pt x="236" y="775"/>
                  </a:lnTo>
                  <a:lnTo>
                    <a:pt x="169" y="236"/>
                  </a:lnTo>
                  <a:lnTo>
                    <a:pt x="1246" y="269"/>
                  </a:lnTo>
                  <a:lnTo>
                    <a:pt x="1785" y="236"/>
                  </a:lnTo>
                  <a:lnTo>
                    <a:pt x="2324" y="168"/>
                  </a:lnTo>
                  <a:close/>
                  <a:moveTo>
                    <a:pt x="1246" y="0"/>
                  </a:moveTo>
                  <a:lnTo>
                    <a:pt x="674" y="34"/>
                  </a:lnTo>
                  <a:lnTo>
                    <a:pt x="68" y="34"/>
                  </a:lnTo>
                  <a:lnTo>
                    <a:pt x="34" y="101"/>
                  </a:lnTo>
                  <a:lnTo>
                    <a:pt x="34" y="168"/>
                  </a:lnTo>
                  <a:lnTo>
                    <a:pt x="68" y="202"/>
                  </a:lnTo>
                  <a:lnTo>
                    <a:pt x="34" y="775"/>
                  </a:lnTo>
                  <a:lnTo>
                    <a:pt x="1" y="1313"/>
                  </a:lnTo>
                  <a:lnTo>
                    <a:pt x="34" y="1886"/>
                  </a:lnTo>
                  <a:lnTo>
                    <a:pt x="68" y="2424"/>
                  </a:lnTo>
                  <a:lnTo>
                    <a:pt x="68" y="2492"/>
                  </a:lnTo>
                  <a:lnTo>
                    <a:pt x="102" y="2525"/>
                  </a:lnTo>
                  <a:lnTo>
                    <a:pt x="169" y="2525"/>
                  </a:lnTo>
                  <a:lnTo>
                    <a:pt x="203" y="2492"/>
                  </a:lnTo>
                  <a:lnTo>
                    <a:pt x="203" y="2593"/>
                  </a:lnTo>
                  <a:lnTo>
                    <a:pt x="270" y="2626"/>
                  </a:lnTo>
                  <a:lnTo>
                    <a:pt x="472" y="2660"/>
                  </a:lnTo>
                  <a:lnTo>
                    <a:pt x="708" y="2694"/>
                  </a:lnTo>
                  <a:lnTo>
                    <a:pt x="1213" y="2694"/>
                  </a:lnTo>
                  <a:lnTo>
                    <a:pt x="1718" y="2660"/>
                  </a:lnTo>
                  <a:lnTo>
                    <a:pt x="2189" y="2559"/>
                  </a:lnTo>
                  <a:lnTo>
                    <a:pt x="2189" y="2626"/>
                  </a:lnTo>
                  <a:lnTo>
                    <a:pt x="2189" y="2660"/>
                  </a:lnTo>
                  <a:lnTo>
                    <a:pt x="2223" y="2694"/>
                  </a:lnTo>
                  <a:lnTo>
                    <a:pt x="2290" y="2727"/>
                  </a:lnTo>
                  <a:lnTo>
                    <a:pt x="2357" y="2727"/>
                  </a:lnTo>
                  <a:lnTo>
                    <a:pt x="2391" y="2694"/>
                  </a:lnTo>
                  <a:lnTo>
                    <a:pt x="2425" y="2660"/>
                  </a:lnTo>
                  <a:lnTo>
                    <a:pt x="2492" y="2020"/>
                  </a:lnTo>
                  <a:lnTo>
                    <a:pt x="2526" y="1414"/>
                  </a:lnTo>
                  <a:lnTo>
                    <a:pt x="2526" y="775"/>
                  </a:lnTo>
                  <a:lnTo>
                    <a:pt x="2458" y="168"/>
                  </a:lnTo>
                  <a:lnTo>
                    <a:pt x="2458" y="101"/>
                  </a:lnTo>
                  <a:lnTo>
                    <a:pt x="2425" y="101"/>
                  </a:lnTo>
                  <a:lnTo>
                    <a:pt x="2391" y="34"/>
                  </a:lnTo>
                  <a:lnTo>
                    <a:pt x="2324" y="34"/>
                  </a:lnTo>
                  <a:lnTo>
                    <a:pt x="178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1" name="Google Shape;401;p3"/>
            <p:cNvSpPr/>
            <p:nvPr/>
          </p:nvSpPr>
          <p:spPr>
            <a:xfrm>
              <a:off x="3882807" y="4709574"/>
              <a:ext cx="128898" cy="123927"/>
            </a:xfrm>
            <a:custGeom>
              <a:avLst/>
              <a:gdLst/>
              <a:ahLst/>
              <a:cxnLst/>
              <a:rect l="l" t="t" r="r" b="b"/>
              <a:pathLst>
                <a:path w="2593" h="2493" extrusionOk="0">
                  <a:moveTo>
                    <a:pt x="135" y="1"/>
                  </a:moveTo>
                  <a:lnTo>
                    <a:pt x="102" y="35"/>
                  </a:lnTo>
                  <a:lnTo>
                    <a:pt x="34" y="304"/>
                  </a:lnTo>
                  <a:lnTo>
                    <a:pt x="1" y="573"/>
                  </a:lnTo>
                  <a:lnTo>
                    <a:pt x="1" y="1112"/>
                  </a:lnTo>
                  <a:lnTo>
                    <a:pt x="1" y="1752"/>
                  </a:lnTo>
                  <a:lnTo>
                    <a:pt x="34" y="2055"/>
                  </a:lnTo>
                  <a:lnTo>
                    <a:pt x="102" y="2391"/>
                  </a:lnTo>
                  <a:lnTo>
                    <a:pt x="135" y="2425"/>
                  </a:lnTo>
                  <a:lnTo>
                    <a:pt x="236" y="2425"/>
                  </a:lnTo>
                  <a:lnTo>
                    <a:pt x="270" y="2358"/>
                  </a:lnTo>
                  <a:lnTo>
                    <a:pt x="270" y="2055"/>
                  </a:lnTo>
                  <a:lnTo>
                    <a:pt x="236" y="1718"/>
                  </a:lnTo>
                  <a:lnTo>
                    <a:pt x="236" y="1112"/>
                  </a:lnTo>
                  <a:lnTo>
                    <a:pt x="236" y="674"/>
                  </a:lnTo>
                  <a:lnTo>
                    <a:pt x="236" y="237"/>
                  </a:lnTo>
                  <a:lnTo>
                    <a:pt x="472" y="270"/>
                  </a:lnTo>
                  <a:lnTo>
                    <a:pt x="2290" y="270"/>
                  </a:lnTo>
                  <a:lnTo>
                    <a:pt x="2324" y="304"/>
                  </a:lnTo>
                  <a:lnTo>
                    <a:pt x="2357" y="338"/>
                  </a:lnTo>
                  <a:lnTo>
                    <a:pt x="2391" y="338"/>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7"/>
                  </a:lnTo>
                  <a:lnTo>
                    <a:pt x="270" y="2358"/>
                  </a:lnTo>
                  <a:lnTo>
                    <a:pt x="337" y="2425"/>
                  </a:lnTo>
                  <a:lnTo>
                    <a:pt x="472" y="2492"/>
                  </a:lnTo>
                  <a:lnTo>
                    <a:pt x="2088" y="2492"/>
                  </a:lnTo>
                  <a:lnTo>
                    <a:pt x="2357" y="2459"/>
                  </a:lnTo>
                  <a:lnTo>
                    <a:pt x="2391" y="2492"/>
                  </a:lnTo>
                  <a:lnTo>
                    <a:pt x="2458" y="2492"/>
                  </a:lnTo>
                  <a:lnTo>
                    <a:pt x="2526" y="2459"/>
                  </a:lnTo>
                  <a:lnTo>
                    <a:pt x="2559" y="2391"/>
                  </a:lnTo>
                  <a:lnTo>
                    <a:pt x="2559" y="1179"/>
                  </a:lnTo>
                  <a:lnTo>
                    <a:pt x="2593" y="641"/>
                  </a:lnTo>
                  <a:lnTo>
                    <a:pt x="2559" y="405"/>
                  </a:lnTo>
                  <a:lnTo>
                    <a:pt x="2526" y="136"/>
                  </a:lnTo>
                  <a:lnTo>
                    <a:pt x="2492" y="136"/>
                  </a:lnTo>
                  <a:lnTo>
                    <a:pt x="2458" y="169"/>
                  </a:lnTo>
                  <a:lnTo>
                    <a:pt x="2391" y="102"/>
                  </a:lnTo>
                  <a:lnTo>
                    <a:pt x="2290" y="68"/>
                  </a:lnTo>
                  <a:lnTo>
                    <a:pt x="2088" y="68"/>
                  </a:lnTo>
                  <a:lnTo>
                    <a:pt x="1650" y="102"/>
                  </a:lnTo>
                  <a:lnTo>
                    <a:pt x="943" y="68"/>
                  </a:lnTo>
                  <a:lnTo>
                    <a:pt x="573" y="68"/>
                  </a:lnTo>
                  <a:lnTo>
                    <a:pt x="203" y="102"/>
                  </a:lnTo>
                  <a:lnTo>
                    <a:pt x="203" y="35"/>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2" name="Google Shape;402;p3"/>
            <p:cNvSpPr/>
            <p:nvPr/>
          </p:nvSpPr>
          <p:spPr>
            <a:xfrm>
              <a:off x="3926303" y="4734678"/>
              <a:ext cx="33554" cy="33554"/>
            </a:xfrm>
            <a:custGeom>
              <a:avLst/>
              <a:gdLst/>
              <a:ahLst/>
              <a:cxnLst/>
              <a:rect l="l" t="t" r="r" b="b"/>
              <a:pathLst>
                <a:path w="675" h="675" extrusionOk="0">
                  <a:moveTo>
                    <a:pt x="1" y="1"/>
                  </a:moveTo>
                  <a:lnTo>
                    <a:pt x="1" y="35"/>
                  </a:lnTo>
                  <a:lnTo>
                    <a:pt x="1" y="68"/>
                  </a:lnTo>
                  <a:lnTo>
                    <a:pt x="1" y="102"/>
                  </a:lnTo>
                  <a:lnTo>
                    <a:pt x="169" y="237"/>
                  </a:lnTo>
                  <a:lnTo>
                    <a:pt x="338" y="304"/>
                  </a:lnTo>
                  <a:lnTo>
                    <a:pt x="68" y="506"/>
                  </a:lnTo>
                  <a:lnTo>
                    <a:pt x="35" y="573"/>
                  </a:lnTo>
                  <a:lnTo>
                    <a:pt x="68" y="641"/>
                  </a:lnTo>
                  <a:lnTo>
                    <a:pt x="136" y="674"/>
                  </a:lnTo>
                  <a:lnTo>
                    <a:pt x="203" y="674"/>
                  </a:lnTo>
                  <a:lnTo>
                    <a:pt x="405" y="506"/>
                  </a:lnTo>
                  <a:lnTo>
                    <a:pt x="641" y="371"/>
                  </a:lnTo>
                  <a:lnTo>
                    <a:pt x="674" y="304"/>
                  </a:lnTo>
                  <a:lnTo>
                    <a:pt x="674" y="237"/>
                  </a:lnTo>
                  <a:lnTo>
                    <a:pt x="674" y="203"/>
                  </a:lnTo>
                  <a:lnTo>
                    <a:pt x="607" y="169"/>
                  </a:lnTo>
                  <a:lnTo>
                    <a:pt x="338" y="68"/>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3" name="Google Shape;403;p3"/>
            <p:cNvSpPr/>
            <p:nvPr/>
          </p:nvSpPr>
          <p:spPr>
            <a:xfrm>
              <a:off x="2856892" y="4195772"/>
              <a:ext cx="135609" cy="83761"/>
            </a:xfrm>
            <a:custGeom>
              <a:avLst/>
              <a:gdLst/>
              <a:ahLst/>
              <a:cxnLst/>
              <a:rect l="l" t="t" r="r" b="b"/>
              <a:pathLst>
                <a:path w="2728" h="1685" extrusionOk="0">
                  <a:moveTo>
                    <a:pt x="67" y="1"/>
                  </a:moveTo>
                  <a:lnTo>
                    <a:pt x="67" y="68"/>
                  </a:lnTo>
                  <a:lnTo>
                    <a:pt x="34" y="439"/>
                  </a:lnTo>
                  <a:lnTo>
                    <a:pt x="0" y="809"/>
                  </a:lnTo>
                  <a:lnTo>
                    <a:pt x="0" y="1550"/>
                  </a:lnTo>
                  <a:lnTo>
                    <a:pt x="0" y="1617"/>
                  </a:lnTo>
                  <a:lnTo>
                    <a:pt x="67" y="1651"/>
                  </a:lnTo>
                  <a:lnTo>
                    <a:pt x="135" y="1617"/>
                  </a:lnTo>
                  <a:lnTo>
                    <a:pt x="168" y="1550"/>
                  </a:lnTo>
                  <a:lnTo>
                    <a:pt x="202" y="843"/>
                  </a:lnTo>
                  <a:lnTo>
                    <a:pt x="202" y="169"/>
                  </a:lnTo>
                  <a:lnTo>
                    <a:pt x="842" y="203"/>
                  </a:lnTo>
                  <a:lnTo>
                    <a:pt x="1481" y="203"/>
                  </a:lnTo>
                  <a:lnTo>
                    <a:pt x="2054" y="237"/>
                  </a:lnTo>
                  <a:lnTo>
                    <a:pt x="2323" y="237"/>
                  </a:lnTo>
                  <a:lnTo>
                    <a:pt x="2593" y="169"/>
                  </a:lnTo>
                  <a:lnTo>
                    <a:pt x="2525" y="472"/>
                  </a:lnTo>
                  <a:lnTo>
                    <a:pt x="2525" y="809"/>
                  </a:lnTo>
                  <a:lnTo>
                    <a:pt x="2525" y="1415"/>
                  </a:lnTo>
                  <a:lnTo>
                    <a:pt x="875" y="1415"/>
                  </a:lnTo>
                  <a:lnTo>
                    <a:pt x="606" y="1449"/>
                  </a:lnTo>
                  <a:lnTo>
                    <a:pt x="337" y="1516"/>
                  </a:lnTo>
                  <a:lnTo>
                    <a:pt x="606" y="1583"/>
                  </a:lnTo>
                  <a:lnTo>
                    <a:pt x="842" y="1617"/>
                  </a:lnTo>
                  <a:lnTo>
                    <a:pt x="1953" y="1617"/>
                  </a:lnTo>
                  <a:lnTo>
                    <a:pt x="2458" y="1583"/>
                  </a:lnTo>
                  <a:lnTo>
                    <a:pt x="2458" y="1617"/>
                  </a:lnTo>
                  <a:lnTo>
                    <a:pt x="2492" y="1651"/>
                  </a:lnTo>
                  <a:lnTo>
                    <a:pt x="2559" y="1684"/>
                  </a:lnTo>
                  <a:lnTo>
                    <a:pt x="2626" y="1651"/>
                  </a:lnTo>
                  <a:lnTo>
                    <a:pt x="2660" y="1617"/>
                  </a:lnTo>
                  <a:lnTo>
                    <a:pt x="2660" y="1550"/>
                  </a:lnTo>
                  <a:lnTo>
                    <a:pt x="2694" y="1482"/>
                  </a:lnTo>
                  <a:lnTo>
                    <a:pt x="2727" y="775"/>
                  </a:lnTo>
                  <a:lnTo>
                    <a:pt x="2727" y="405"/>
                  </a:lnTo>
                  <a:lnTo>
                    <a:pt x="2660" y="68"/>
                  </a:lnTo>
                  <a:lnTo>
                    <a:pt x="2626" y="68"/>
                  </a:lnTo>
                  <a:lnTo>
                    <a:pt x="2593" y="102"/>
                  </a:lnTo>
                  <a:lnTo>
                    <a:pt x="2357" y="34"/>
                  </a:lnTo>
                  <a:lnTo>
                    <a:pt x="2054" y="1"/>
                  </a:lnTo>
                  <a:lnTo>
                    <a:pt x="505" y="1"/>
                  </a:lnTo>
                  <a:lnTo>
                    <a:pt x="202" y="34"/>
                  </a:lnTo>
                  <a:lnTo>
                    <a:pt x="1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4" name="Google Shape;404;p3"/>
            <p:cNvSpPr/>
            <p:nvPr/>
          </p:nvSpPr>
          <p:spPr>
            <a:xfrm>
              <a:off x="2821747" y="4478621"/>
              <a:ext cx="48567" cy="35195"/>
            </a:xfrm>
            <a:custGeom>
              <a:avLst/>
              <a:gdLst/>
              <a:ahLst/>
              <a:cxnLst/>
              <a:rect l="l" t="t" r="r" b="b"/>
              <a:pathLst>
                <a:path w="977" h="708" extrusionOk="0">
                  <a:moveTo>
                    <a:pt x="875" y="1"/>
                  </a:moveTo>
                  <a:lnTo>
                    <a:pt x="842" y="34"/>
                  </a:lnTo>
                  <a:lnTo>
                    <a:pt x="774" y="135"/>
                  </a:lnTo>
                  <a:lnTo>
                    <a:pt x="707" y="236"/>
                  </a:lnTo>
                  <a:lnTo>
                    <a:pt x="606" y="506"/>
                  </a:lnTo>
                  <a:lnTo>
                    <a:pt x="539" y="371"/>
                  </a:lnTo>
                  <a:lnTo>
                    <a:pt x="471" y="270"/>
                  </a:lnTo>
                  <a:lnTo>
                    <a:pt x="539" y="169"/>
                  </a:lnTo>
                  <a:lnTo>
                    <a:pt x="539" y="102"/>
                  </a:lnTo>
                  <a:lnTo>
                    <a:pt x="505" y="68"/>
                  </a:lnTo>
                  <a:lnTo>
                    <a:pt x="438" y="34"/>
                  </a:lnTo>
                  <a:lnTo>
                    <a:pt x="370" y="68"/>
                  </a:lnTo>
                  <a:lnTo>
                    <a:pt x="168" y="405"/>
                  </a:lnTo>
                  <a:lnTo>
                    <a:pt x="168" y="337"/>
                  </a:lnTo>
                  <a:lnTo>
                    <a:pt x="135" y="203"/>
                  </a:lnTo>
                  <a:lnTo>
                    <a:pt x="135" y="169"/>
                  </a:lnTo>
                  <a:lnTo>
                    <a:pt x="101" y="135"/>
                  </a:lnTo>
                  <a:lnTo>
                    <a:pt x="67" y="135"/>
                  </a:lnTo>
                  <a:lnTo>
                    <a:pt x="34" y="169"/>
                  </a:lnTo>
                  <a:lnTo>
                    <a:pt x="0" y="236"/>
                  </a:lnTo>
                  <a:lnTo>
                    <a:pt x="0" y="371"/>
                  </a:lnTo>
                  <a:lnTo>
                    <a:pt x="67" y="607"/>
                  </a:lnTo>
                  <a:lnTo>
                    <a:pt x="101" y="674"/>
                  </a:lnTo>
                  <a:lnTo>
                    <a:pt x="202" y="674"/>
                  </a:lnTo>
                  <a:lnTo>
                    <a:pt x="236" y="640"/>
                  </a:lnTo>
                  <a:lnTo>
                    <a:pt x="370" y="405"/>
                  </a:lnTo>
                  <a:lnTo>
                    <a:pt x="404" y="472"/>
                  </a:lnTo>
                  <a:lnTo>
                    <a:pt x="505" y="607"/>
                  </a:lnTo>
                  <a:lnTo>
                    <a:pt x="640" y="708"/>
                  </a:lnTo>
                  <a:lnTo>
                    <a:pt x="707" y="708"/>
                  </a:lnTo>
                  <a:lnTo>
                    <a:pt x="741" y="640"/>
                  </a:lnTo>
                  <a:lnTo>
                    <a:pt x="842" y="371"/>
                  </a:lnTo>
                  <a:lnTo>
                    <a:pt x="976" y="102"/>
                  </a:lnTo>
                  <a:lnTo>
                    <a:pt x="943" y="34"/>
                  </a:lnTo>
                  <a:lnTo>
                    <a:pt x="90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5" name="Google Shape;405;p3"/>
            <p:cNvSpPr/>
            <p:nvPr/>
          </p:nvSpPr>
          <p:spPr>
            <a:xfrm>
              <a:off x="2776561" y="4430105"/>
              <a:ext cx="127208" cy="122237"/>
            </a:xfrm>
            <a:custGeom>
              <a:avLst/>
              <a:gdLst/>
              <a:ahLst/>
              <a:cxnLst/>
              <a:rect l="l" t="t" r="r" b="b"/>
              <a:pathLst>
                <a:path w="2559" h="2459" extrusionOk="0">
                  <a:moveTo>
                    <a:pt x="168" y="202"/>
                  </a:moveTo>
                  <a:lnTo>
                    <a:pt x="707" y="236"/>
                  </a:lnTo>
                  <a:lnTo>
                    <a:pt x="1246" y="270"/>
                  </a:lnTo>
                  <a:lnTo>
                    <a:pt x="2323" y="236"/>
                  </a:lnTo>
                  <a:lnTo>
                    <a:pt x="2323" y="707"/>
                  </a:lnTo>
                  <a:lnTo>
                    <a:pt x="2323" y="1145"/>
                  </a:lnTo>
                  <a:lnTo>
                    <a:pt x="2323" y="1684"/>
                  </a:lnTo>
                  <a:lnTo>
                    <a:pt x="2323" y="2222"/>
                  </a:lnTo>
                  <a:lnTo>
                    <a:pt x="2087" y="2189"/>
                  </a:lnTo>
                  <a:lnTo>
                    <a:pt x="606" y="2189"/>
                  </a:lnTo>
                  <a:lnTo>
                    <a:pt x="337" y="2256"/>
                  </a:lnTo>
                  <a:lnTo>
                    <a:pt x="303" y="1684"/>
                  </a:lnTo>
                  <a:lnTo>
                    <a:pt x="236" y="1145"/>
                  </a:lnTo>
                  <a:lnTo>
                    <a:pt x="236" y="674"/>
                  </a:lnTo>
                  <a:lnTo>
                    <a:pt x="168" y="202"/>
                  </a:lnTo>
                  <a:close/>
                  <a:moveTo>
                    <a:pt x="707" y="0"/>
                  </a:moveTo>
                  <a:lnTo>
                    <a:pt x="168" y="34"/>
                  </a:lnTo>
                  <a:lnTo>
                    <a:pt x="101" y="68"/>
                  </a:lnTo>
                  <a:lnTo>
                    <a:pt x="67" y="135"/>
                  </a:lnTo>
                  <a:lnTo>
                    <a:pt x="34" y="371"/>
                  </a:lnTo>
                  <a:lnTo>
                    <a:pt x="0" y="640"/>
                  </a:lnTo>
                  <a:lnTo>
                    <a:pt x="34" y="1145"/>
                  </a:lnTo>
                  <a:lnTo>
                    <a:pt x="67" y="1751"/>
                  </a:lnTo>
                  <a:lnTo>
                    <a:pt x="101" y="2054"/>
                  </a:lnTo>
                  <a:lnTo>
                    <a:pt x="168" y="2323"/>
                  </a:lnTo>
                  <a:lnTo>
                    <a:pt x="168" y="2391"/>
                  </a:lnTo>
                  <a:lnTo>
                    <a:pt x="303" y="2391"/>
                  </a:lnTo>
                  <a:lnTo>
                    <a:pt x="539" y="2424"/>
                  </a:lnTo>
                  <a:lnTo>
                    <a:pt x="1279" y="2424"/>
                  </a:lnTo>
                  <a:lnTo>
                    <a:pt x="1818" y="2458"/>
                  </a:lnTo>
                  <a:lnTo>
                    <a:pt x="2087" y="2458"/>
                  </a:lnTo>
                  <a:lnTo>
                    <a:pt x="2357" y="2424"/>
                  </a:lnTo>
                  <a:lnTo>
                    <a:pt x="2390" y="2458"/>
                  </a:lnTo>
                  <a:lnTo>
                    <a:pt x="2424" y="2458"/>
                  </a:lnTo>
                  <a:lnTo>
                    <a:pt x="2458" y="2424"/>
                  </a:lnTo>
                  <a:lnTo>
                    <a:pt x="2491" y="2391"/>
                  </a:lnTo>
                  <a:lnTo>
                    <a:pt x="2525" y="2121"/>
                  </a:lnTo>
                  <a:lnTo>
                    <a:pt x="2559" y="1852"/>
                  </a:lnTo>
                  <a:lnTo>
                    <a:pt x="2525" y="1313"/>
                  </a:lnTo>
                  <a:lnTo>
                    <a:pt x="2525" y="707"/>
                  </a:lnTo>
                  <a:lnTo>
                    <a:pt x="2525" y="404"/>
                  </a:lnTo>
                  <a:lnTo>
                    <a:pt x="2458" y="101"/>
                  </a:lnTo>
                  <a:lnTo>
                    <a:pt x="2424" y="68"/>
                  </a:lnTo>
                  <a:lnTo>
                    <a:pt x="2390" y="34"/>
                  </a:lnTo>
                  <a:lnTo>
                    <a:pt x="2323" y="34"/>
                  </a:lnTo>
                  <a:lnTo>
                    <a:pt x="124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6" name="Google Shape;406;p3"/>
            <p:cNvSpPr/>
            <p:nvPr/>
          </p:nvSpPr>
          <p:spPr>
            <a:xfrm>
              <a:off x="2716263" y="4609160"/>
              <a:ext cx="30174" cy="46926"/>
            </a:xfrm>
            <a:custGeom>
              <a:avLst/>
              <a:gdLst/>
              <a:ahLst/>
              <a:cxnLst/>
              <a:rect l="l" t="t" r="r" b="b"/>
              <a:pathLst>
                <a:path w="607" h="944" extrusionOk="0">
                  <a:moveTo>
                    <a:pt x="338" y="1"/>
                  </a:moveTo>
                  <a:lnTo>
                    <a:pt x="270" y="35"/>
                  </a:lnTo>
                  <a:lnTo>
                    <a:pt x="237" y="68"/>
                  </a:lnTo>
                  <a:lnTo>
                    <a:pt x="102" y="506"/>
                  </a:lnTo>
                  <a:lnTo>
                    <a:pt x="35" y="641"/>
                  </a:lnTo>
                  <a:lnTo>
                    <a:pt x="1" y="742"/>
                  </a:lnTo>
                  <a:lnTo>
                    <a:pt x="35" y="843"/>
                  </a:lnTo>
                  <a:lnTo>
                    <a:pt x="68" y="876"/>
                  </a:lnTo>
                  <a:lnTo>
                    <a:pt x="169" y="809"/>
                  </a:lnTo>
                  <a:lnTo>
                    <a:pt x="237" y="742"/>
                  </a:lnTo>
                  <a:lnTo>
                    <a:pt x="371" y="742"/>
                  </a:lnTo>
                  <a:lnTo>
                    <a:pt x="405" y="809"/>
                  </a:lnTo>
                  <a:lnTo>
                    <a:pt x="439" y="910"/>
                  </a:lnTo>
                  <a:lnTo>
                    <a:pt x="472" y="944"/>
                  </a:lnTo>
                  <a:lnTo>
                    <a:pt x="540" y="944"/>
                  </a:lnTo>
                  <a:lnTo>
                    <a:pt x="573" y="910"/>
                  </a:lnTo>
                  <a:lnTo>
                    <a:pt x="607" y="843"/>
                  </a:lnTo>
                  <a:lnTo>
                    <a:pt x="573" y="708"/>
                  </a:lnTo>
                  <a:lnTo>
                    <a:pt x="607" y="674"/>
                  </a:lnTo>
                  <a:lnTo>
                    <a:pt x="607" y="641"/>
                  </a:lnTo>
                  <a:lnTo>
                    <a:pt x="607" y="607"/>
                  </a:lnTo>
                  <a:lnTo>
                    <a:pt x="573" y="607"/>
                  </a:lnTo>
                  <a:lnTo>
                    <a:pt x="540" y="472"/>
                  </a:lnTo>
                  <a:lnTo>
                    <a:pt x="439" y="68"/>
                  </a:lnTo>
                  <a:lnTo>
                    <a:pt x="405" y="35"/>
                  </a:lnTo>
                  <a:lnTo>
                    <a:pt x="33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7" name="Google Shape;407;p3"/>
            <p:cNvSpPr/>
            <p:nvPr/>
          </p:nvSpPr>
          <p:spPr>
            <a:xfrm>
              <a:off x="2804995" y="4570684"/>
              <a:ext cx="125567" cy="122237"/>
            </a:xfrm>
            <a:custGeom>
              <a:avLst/>
              <a:gdLst/>
              <a:ahLst/>
              <a:cxnLst/>
              <a:rect l="l" t="t" r="r" b="b"/>
              <a:pathLst>
                <a:path w="2526" h="2459" extrusionOk="0">
                  <a:moveTo>
                    <a:pt x="2357" y="202"/>
                  </a:moveTo>
                  <a:lnTo>
                    <a:pt x="2323" y="674"/>
                  </a:lnTo>
                  <a:lnTo>
                    <a:pt x="2323" y="1145"/>
                  </a:lnTo>
                  <a:lnTo>
                    <a:pt x="2256" y="1684"/>
                  </a:lnTo>
                  <a:lnTo>
                    <a:pt x="2222" y="2256"/>
                  </a:lnTo>
                  <a:lnTo>
                    <a:pt x="1953" y="2189"/>
                  </a:lnTo>
                  <a:lnTo>
                    <a:pt x="472" y="2189"/>
                  </a:lnTo>
                  <a:lnTo>
                    <a:pt x="236" y="2223"/>
                  </a:lnTo>
                  <a:lnTo>
                    <a:pt x="236" y="1684"/>
                  </a:lnTo>
                  <a:lnTo>
                    <a:pt x="236" y="1145"/>
                  </a:lnTo>
                  <a:lnTo>
                    <a:pt x="236" y="708"/>
                  </a:lnTo>
                  <a:lnTo>
                    <a:pt x="236" y="236"/>
                  </a:lnTo>
                  <a:lnTo>
                    <a:pt x="1313" y="270"/>
                  </a:lnTo>
                  <a:lnTo>
                    <a:pt x="1852" y="236"/>
                  </a:lnTo>
                  <a:lnTo>
                    <a:pt x="2357" y="202"/>
                  </a:lnTo>
                  <a:close/>
                  <a:moveTo>
                    <a:pt x="1313" y="0"/>
                  </a:moveTo>
                  <a:lnTo>
                    <a:pt x="236" y="34"/>
                  </a:lnTo>
                  <a:lnTo>
                    <a:pt x="169" y="34"/>
                  </a:lnTo>
                  <a:lnTo>
                    <a:pt x="135" y="68"/>
                  </a:lnTo>
                  <a:lnTo>
                    <a:pt x="101" y="101"/>
                  </a:lnTo>
                  <a:lnTo>
                    <a:pt x="34" y="404"/>
                  </a:lnTo>
                  <a:lnTo>
                    <a:pt x="34" y="708"/>
                  </a:lnTo>
                  <a:lnTo>
                    <a:pt x="0" y="1314"/>
                  </a:lnTo>
                  <a:lnTo>
                    <a:pt x="0" y="1852"/>
                  </a:lnTo>
                  <a:lnTo>
                    <a:pt x="34" y="2122"/>
                  </a:lnTo>
                  <a:lnTo>
                    <a:pt x="68" y="2391"/>
                  </a:lnTo>
                  <a:lnTo>
                    <a:pt x="101" y="2425"/>
                  </a:lnTo>
                  <a:lnTo>
                    <a:pt x="135" y="2458"/>
                  </a:lnTo>
                  <a:lnTo>
                    <a:pt x="169" y="2458"/>
                  </a:lnTo>
                  <a:lnTo>
                    <a:pt x="202" y="2425"/>
                  </a:lnTo>
                  <a:lnTo>
                    <a:pt x="472" y="2458"/>
                  </a:lnTo>
                  <a:lnTo>
                    <a:pt x="741" y="2458"/>
                  </a:lnTo>
                  <a:lnTo>
                    <a:pt x="1280" y="2425"/>
                  </a:lnTo>
                  <a:lnTo>
                    <a:pt x="2020" y="2425"/>
                  </a:lnTo>
                  <a:lnTo>
                    <a:pt x="2256" y="2391"/>
                  </a:lnTo>
                  <a:lnTo>
                    <a:pt x="2357" y="2391"/>
                  </a:lnTo>
                  <a:lnTo>
                    <a:pt x="2391" y="2324"/>
                  </a:lnTo>
                  <a:lnTo>
                    <a:pt x="2458" y="2054"/>
                  </a:lnTo>
                  <a:lnTo>
                    <a:pt x="2492" y="1751"/>
                  </a:lnTo>
                  <a:lnTo>
                    <a:pt x="2525" y="1145"/>
                  </a:lnTo>
                  <a:lnTo>
                    <a:pt x="2525" y="640"/>
                  </a:lnTo>
                  <a:lnTo>
                    <a:pt x="2525" y="371"/>
                  </a:lnTo>
                  <a:lnTo>
                    <a:pt x="2492" y="135"/>
                  </a:lnTo>
                  <a:lnTo>
                    <a:pt x="2458" y="68"/>
                  </a:lnTo>
                  <a:lnTo>
                    <a:pt x="2391"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8" name="Google Shape;408;p3"/>
            <p:cNvSpPr/>
            <p:nvPr/>
          </p:nvSpPr>
          <p:spPr>
            <a:xfrm>
              <a:off x="2853512" y="4617561"/>
              <a:ext cx="31864" cy="43546"/>
            </a:xfrm>
            <a:custGeom>
              <a:avLst/>
              <a:gdLst/>
              <a:ahLst/>
              <a:cxnLst/>
              <a:rect l="l" t="t" r="r" b="b"/>
              <a:pathLst>
                <a:path w="641" h="876" extrusionOk="0">
                  <a:moveTo>
                    <a:pt x="337" y="0"/>
                  </a:moveTo>
                  <a:lnTo>
                    <a:pt x="203" y="68"/>
                  </a:lnTo>
                  <a:lnTo>
                    <a:pt x="135" y="101"/>
                  </a:lnTo>
                  <a:lnTo>
                    <a:pt x="102" y="169"/>
                  </a:lnTo>
                  <a:lnTo>
                    <a:pt x="102" y="236"/>
                  </a:lnTo>
                  <a:lnTo>
                    <a:pt x="102" y="303"/>
                  </a:lnTo>
                  <a:lnTo>
                    <a:pt x="169" y="438"/>
                  </a:lnTo>
                  <a:lnTo>
                    <a:pt x="270" y="505"/>
                  </a:lnTo>
                  <a:lnTo>
                    <a:pt x="438" y="573"/>
                  </a:lnTo>
                  <a:lnTo>
                    <a:pt x="405" y="606"/>
                  </a:lnTo>
                  <a:lnTo>
                    <a:pt x="371" y="674"/>
                  </a:lnTo>
                  <a:lnTo>
                    <a:pt x="304" y="707"/>
                  </a:lnTo>
                  <a:lnTo>
                    <a:pt x="236" y="707"/>
                  </a:lnTo>
                  <a:lnTo>
                    <a:pt x="135" y="640"/>
                  </a:lnTo>
                  <a:lnTo>
                    <a:pt x="34" y="640"/>
                  </a:lnTo>
                  <a:lnTo>
                    <a:pt x="1" y="674"/>
                  </a:lnTo>
                  <a:lnTo>
                    <a:pt x="1" y="741"/>
                  </a:lnTo>
                  <a:lnTo>
                    <a:pt x="34" y="775"/>
                  </a:lnTo>
                  <a:lnTo>
                    <a:pt x="135" y="842"/>
                  </a:lnTo>
                  <a:lnTo>
                    <a:pt x="236" y="876"/>
                  </a:lnTo>
                  <a:lnTo>
                    <a:pt x="337" y="876"/>
                  </a:lnTo>
                  <a:lnTo>
                    <a:pt x="472" y="842"/>
                  </a:lnTo>
                  <a:lnTo>
                    <a:pt x="539" y="775"/>
                  </a:lnTo>
                  <a:lnTo>
                    <a:pt x="607" y="674"/>
                  </a:lnTo>
                  <a:lnTo>
                    <a:pt x="640" y="573"/>
                  </a:lnTo>
                  <a:lnTo>
                    <a:pt x="607" y="438"/>
                  </a:lnTo>
                  <a:lnTo>
                    <a:pt x="573" y="404"/>
                  </a:lnTo>
                  <a:lnTo>
                    <a:pt x="506" y="371"/>
                  </a:lnTo>
                  <a:lnTo>
                    <a:pt x="371" y="337"/>
                  </a:lnTo>
                  <a:lnTo>
                    <a:pt x="304" y="303"/>
                  </a:lnTo>
                  <a:lnTo>
                    <a:pt x="304" y="236"/>
                  </a:lnTo>
                  <a:lnTo>
                    <a:pt x="304" y="202"/>
                  </a:lnTo>
                  <a:lnTo>
                    <a:pt x="371" y="169"/>
                  </a:lnTo>
                  <a:lnTo>
                    <a:pt x="539" y="169"/>
                  </a:lnTo>
                  <a:lnTo>
                    <a:pt x="539" y="135"/>
                  </a:lnTo>
                  <a:lnTo>
                    <a:pt x="506" y="68"/>
                  </a:lnTo>
                  <a:lnTo>
                    <a:pt x="472" y="34"/>
                  </a:lnTo>
                  <a:lnTo>
                    <a:pt x="4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09" name="Google Shape;409;p3"/>
            <p:cNvSpPr/>
            <p:nvPr/>
          </p:nvSpPr>
          <p:spPr>
            <a:xfrm>
              <a:off x="2659394" y="4568994"/>
              <a:ext cx="128898" cy="123927"/>
            </a:xfrm>
            <a:custGeom>
              <a:avLst/>
              <a:gdLst/>
              <a:ahLst/>
              <a:cxnLst/>
              <a:rect l="l" t="t" r="r" b="b"/>
              <a:pathLst>
                <a:path w="2593" h="2493" extrusionOk="0">
                  <a:moveTo>
                    <a:pt x="1886" y="1"/>
                  </a:moveTo>
                  <a:lnTo>
                    <a:pt x="1347" y="34"/>
                  </a:lnTo>
                  <a:lnTo>
                    <a:pt x="741" y="102"/>
                  </a:lnTo>
                  <a:lnTo>
                    <a:pt x="169" y="169"/>
                  </a:lnTo>
                  <a:lnTo>
                    <a:pt x="135" y="68"/>
                  </a:lnTo>
                  <a:lnTo>
                    <a:pt x="135" y="34"/>
                  </a:lnTo>
                  <a:lnTo>
                    <a:pt x="68" y="34"/>
                  </a:lnTo>
                  <a:lnTo>
                    <a:pt x="34" y="68"/>
                  </a:lnTo>
                  <a:lnTo>
                    <a:pt x="0" y="405"/>
                  </a:lnTo>
                  <a:lnTo>
                    <a:pt x="0" y="708"/>
                  </a:lnTo>
                  <a:lnTo>
                    <a:pt x="0" y="1348"/>
                  </a:lnTo>
                  <a:lnTo>
                    <a:pt x="0" y="1886"/>
                  </a:lnTo>
                  <a:lnTo>
                    <a:pt x="0" y="2156"/>
                  </a:lnTo>
                  <a:lnTo>
                    <a:pt x="34" y="2425"/>
                  </a:lnTo>
                  <a:lnTo>
                    <a:pt x="68" y="2459"/>
                  </a:lnTo>
                  <a:lnTo>
                    <a:pt x="101" y="2459"/>
                  </a:lnTo>
                  <a:lnTo>
                    <a:pt x="135" y="2425"/>
                  </a:lnTo>
                  <a:lnTo>
                    <a:pt x="202" y="2459"/>
                  </a:lnTo>
                  <a:lnTo>
                    <a:pt x="1280" y="2492"/>
                  </a:lnTo>
                  <a:lnTo>
                    <a:pt x="1818" y="2492"/>
                  </a:lnTo>
                  <a:lnTo>
                    <a:pt x="2054" y="2459"/>
                  </a:lnTo>
                  <a:lnTo>
                    <a:pt x="2323" y="2391"/>
                  </a:lnTo>
                  <a:lnTo>
                    <a:pt x="2323" y="2425"/>
                  </a:lnTo>
                  <a:lnTo>
                    <a:pt x="2323" y="2459"/>
                  </a:lnTo>
                  <a:lnTo>
                    <a:pt x="2391" y="2459"/>
                  </a:lnTo>
                  <a:lnTo>
                    <a:pt x="2492" y="2425"/>
                  </a:lnTo>
                  <a:lnTo>
                    <a:pt x="2559" y="2324"/>
                  </a:lnTo>
                  <a:lnTo>
                    <a:pt x="2593" y="2223"/>
                  </a:lnTo>
                  <a:lnTo>
                    <a:pt x="2593" y="2088"/>
                  </a:lnTo>
                  <a:lnTo>
                    <a:pt x="2593" y="1819"/>
                  </a:lnTo>
                  <a:lnTo>
                    <a:pt x="2593" y="1583"/>
                  </a:lnTo>
                  <a:lnTo>
                    <a:pt x="2593" y="843"/>
                  </a:lnTo>
                  <a:lnTo>
                    <a:pt x="2525" y="472"/>
                  </a:lnTo>
                  <a:lnTo>
                    <a:pt x="2492" y="304"/>
                  </a:lnTo>
                  <a:lnTo>
                    <a:pt x="2391" y="135"/>
                  </a:lnTo>
                  <a:lnTo>
                    <a:pt x="2357" y="270"/>
                  </a:lnTo>
                  <a:lnTo>
                    <a:pt x="2323" y="405"/>
                  </a:lnTo>
                  <a:lnTo>
                    <a:pt x="2323" y="674"/>
                  </a:lnTo>
                  <a:lnTo>
                    <a:pt x="2357" y="1213"/>
                  </a:lnTo>
                  <a:lnTo>
                    <a:pt x="2357" y="1752"/>
                  </a:lnTo>
                  <a:lnTo>
                    <a:pt x="2323" y="2290"/>
                  </a:lnTo>
                  <a:lnTo>
                    <a:pt x="2088" y="2223"/>
                  </a:lnTo>
                  <a:lnTo>
                    <a:pt x="1818" y="2189"/>
                  </a:lnTo>
                  <a:lnTo>
                    <a:pt x="1280" y="2189"/>
                  </a:lnTo>
                  <a:lnTo>
                    <a:pt x="202" y="2223"/>
                  </a:lnTo>
                  <a:lnTo>
                    <a:pt x="202" y="2223"/>
                  </a:lnTo>
                  <a:lnTo>
                    <a:pt x="236" y="1954"/>
                  </a:lnTo>
                  <a:lnTo>
                    <a:pt x="236" y="1684"/>
                  </a:lnTo>
                  <a:lnTo>
                    <a:pt x="202" y="1146"/>
                  </a:lnTo>
                  <a:lnTo>
                    <a:pt x="202" y="775"/>
                  </a:lnTo>
                  <a:lnTo>
                    <a:pt x="202" y="371"/>
                  </a:lnTo>
                  <a:lnTo>
                    <a:pt x="842" y="337"/>
                  </a:lnTo>
                  <a:lnTo>
                    <a:pt x="1515" y="270"/>
                  </a:lnTo>
                  <a:lnTo>
                    <a:pt x="1953" y="270"/>
                  </a:lnTo>
                  <a:lnTo>
                    <a:pt x="2189" y="236"/>
                  </a:lnTo>
                  <a:lnTo>
                    <a:pt x="2290" y="203"/>
                  </a:lnTo>
                  <a:lnTo>
                    <a:pt x="2357" y="135"/>
                  </a:lnTo>
                  <a:lnTo>
                    <a:pt x="2256" y="68"/>
                  </a:lnTo>
                  <a:lnTo>
                    <a:pt x="2121"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0" name="Google Shape;410;p3"/>
            <p:cNvSpPr/>
            <p:nvPr/>
          </p:nvSpPr>
          <p:spPr>
            <a:xfrm>
              <a:off x="2927182" y="4754761"/>
              <a:ext cx="40215" cy="38575"/>
            </a:xfrm>
            <a:custGeom>
              <a:avLst/>
              <a:gdLst/>
              <a:ahLst/>
              <a:cxnLst/>
              <a:rect l="l" t="t" r="r" b="b"/>
              <a:pathLst>
                <a:path w="809" h="776" extrusionOk="0">
                  <a:moveTo>
                    <a:pt x="741" y="1"/>
                  </a:moveTo>
                  <a:lnTo>
                    <a:pt x="539" y="102"/>
                  </a:lnTo>
                  <a:lnTo>
                    <a:pt x="404" y="237"/>
                  </a:lnTo>
                  <a:lnTo>
                    <a:pt x="202" y="102"/>
                  </a:lnTo>
                  <a:lnTo>
                    <a:pt x="135" y="102"/>
                  </a:lnTo>
                  <a:lnTo>
                    <a:pt x="101" y="169"/>
                  </a:lnTo>
                  <a:lnTo>
                    <a:pt x="101" y="203"/>
                  </a:lnTo>
                  <a:lnTo>
                    <a:pt x="269" y="371"/>
                  </a:lnTo>
                  <a:lnTo>
                    <a:pt x="168" y="472"/>
                  </a:lnTo>
                  <a:lnTo>
                    <a:pt x="67" y="573"/>
                  </a:lnTo>
                  <a:lnTo>
                    <a:pt x="34" y="607"/>
                  </a:lnTo>
                  <a:lnTo>
                    <a:pt x="0" y="674"/>
                  </a:lnTo>
                  <a:lnTo>
                    <a:pt x="34" y="742"/>
                  </a:lnTo>
                  <a:lnTo>
                    <a:pt x="101" y="775"/>
                  </a:lnTo>
                  <a:lnTo>
                    <a:pt x="202" y="742"/>
                  </a:lnTo>
                  <a:lnTo>
                    <a:pt x="303" y="674"/>
                  </a:lnTo>
                  <a:lnTo>
                    <a:pt x="438" y="472"/>
                  </a:lnTo>
                  <a:lnTo>
                    <a:pt x="673" y="573"/>
                  </a:lnTo>
                  <a:lnTo>
                    <a:pt x="741" y="573"/>
                  </a:lnTo>
                  <a:lnTo>
                    <a:pt x="808" y="506"/>
                  </a:lnTo>
                  <a:lnTo>
                    <a:pt x="774" y="439"/>
                  </a:lnTo>
                  <a:lnTo>
                    <a:pt x="741" y="371"/>
                  </a:lnTo>
                  <a:lnTo>
                    <a:pt x="572" y="338"/>
                  </a:lnTo>
                  <a:lnTo>
                    <a:pt x="640" y="270"/>
                  </a:lnTo>
                  <a:lnTo>
                    <a:pt x="774" y="35"/>
                  </a:lnTo>
                  <a:lnTo>
                    <a:pt x="77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1" name="Google Shape;411;p3"/>
            <p:cNvSpPr/>
            <p:nvPr/>
          </p:nvSpPr>
          <p:spPr>
            <a:xfrm>
              <a:off x="2985741" y="4287835"/>
              <a:ext cx="128898" cy="123877"/>
            </a:xfrm>
            <a:custGeom>
              <a:avLst/>
              <a:gdLst/>
              <a:ahLst/>
              <a:cxnLst/>
              <a:rect l="l" t="t" r="r" b="b"/>
              <a:pathLst>
                <a:path w="2593" h="2492" extrusionOk="0">
                  <a:moveTo>
                    <a:pt x="135" y="1"/>
                  </a:moveTo>
                  <a:lnTo>
                    <a:pt x="102" y="34"/>
                  </a:lnTo>
                  <a:lnTo>
                    <a:pt x="34" y="304"/>
                  </a:lnTo>
                  <a:lnTo>
                    <a:pt x="1" y="573"/>
                  </a:lnTo>
                  <a:lnTo>
                    <a:pt x="1" y="1112"/>
                  </a:lnTo>
                  <a:lnTo>
                    <a:pt x="1" y="1751"/>
                  </a:lnTo>
                  <a:lnTo>
                    <a:pt x="34" y="2054"/>
                  </a:lnTo>
                  <a:lnTo>
                    <a:pt x="102" y="2391"/>
                  </a:lnTo>
                  <a:lnTo>
                    <a:pt x="135" y="2425"/>
                  </a:lnTo>
                  <a:lnTo>
                    <a:pt x="236" y="2425"/>
                  </a:lnTo>
                  <a:lnTo>
                    <a:pt x="270" y="2357"/>
                  </a:lnTo>
                  <a:lnTo>
                    <a:pt x="270" y="2054"/>
                  </a:lnTo>
                  <a:lnTo>
                    <a:pt x="236" y="1718"/>
                  </a:lnTo>
                  <a:lnTo>
                    <a:pt x="236" y="1112"/>
                  </a:lnTo>
                  <a:lnTo>
                    <a:pt x="236" y="674"/>
                  </a:lnTo>
                  <a:lnTo>
                    <a:pt x="236" y="236"/>
                  </a:lnTo>
                  <a:lnTo>
                    <a:pt x="472" y="270"/>
                  </a:lnTo>
                  <a:lnTo>
                    <a:pt x="2290" y="270"/>
                  </a:lnTo>
                  <a:lnTo>
                    <a:pt x="2324" y="304"/>
                  </a:lnTo>
                  <a:lnTo>
                    <a:pt x="2357" y="337"/>
                  </a:lnTo>
                  <a:lnTo>
                    <a:pt x="2391" y="337"/>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6"/>
                  </a:lnTo>
                  <a:lnTo>
                    <a:pt x="270" y="2357"/>
                  </a:lnTo>
                  <a:lnTo>
                    <a:pt x="337" y="2425"/>
                  </a:lnTo>
                  <a:lnTo>
                    <a:pt x="472" y="2492"/>
                  </a:lnTo>
                  <a:lnTo>
                    <a:pt x="2088" y="2492"/>
                  </a:lnTo>
                  <a:lnTo>
                    <a:pt x="2357" y="2458"/>
                  </a:lnTo>
                  <a:lnTo>
                    <a:pt x="2391" y="2492"/>
                  </a:lnTo>
                  <a:lnTo>
                    <a:pt x="2458" y="2492"/>
                  </a:lnTo>
                  <a:lnTo>
                    <a:pt x="2526" y="2458"/>
                  </a:lnTo>
                  <a:lnTo>
                    <a:pt x="2559" y="2391"/>
                  </a:lnTo>
                  <a:lnTo>
                    <a:pt x="2559" y="1179"/>
                  </a:lnTo>
                  <a:lnTo>
                    <a:pt x="2593" y="640"/>
                  </a:lnTo>
                  <a:lnTo>
                    <a:pt x="2559" y="405"/>
                  </a:lnTo>
                  <a:lnTo>
                    <a:pt x="2526" y="135"/>
                  </a:lnTo>
                  <a:lnTo>
                    <a:pt x="2492" y="135"/>
                  </a:lnTo>
                  <a:lnTo>
                    <a:pt x="2458" y="169"/>
                  </a:lnTo>
                  <a:lnTo>
                    <a:pt x="2391" y="102"/>
                  </a:lnTo>
                  <a:lnTo>
                    <a:pt x="2290" y="68"/>
                  </a:lnTo>
                  <a:lnTo>
                    <a:pt x="2088" y="68"/>
                  </a:lnTo>
                  <a:lnTo>
                    <a:pt x="1650" y="102"/>
                  </a:lnTo>
                  <a:lnTo>
                    <a:pt x="943" y="68"/>
                  </a:lnTo>
                  <a:lnTo>
                    <a:pt x="573" y="68"/>
                  </a:lnTo>
                  <a:lnTo>
                    <a:pt x="203" y="102"/>
                  </a:lnTo>
                  <a:lnTo>
                    <a:pt x="203" y="34"/>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2" name="Google Shape;412;p3"/>
            <p:cNvSpPr/>
            <p:nvPr/>
          </p:nvSpPr>
          <p:spPr>
            <a:xfrm>
              <a:off x="3129651" y="4286144"/>
              <a:ext cx="125617" cy="135659"/>
            </a:xfrm>
            <a:custGeom>
              <a:avLst/>
              <a:gdLst/>
              <a:ahLst/>
              <a:cxnLst/>
              <a:rect l="l" t="t" r="r" b="b"/>
              <a:pathLst>
                <a:path w="2527" h="2729" extrusionOk="0">
                  <a:moveTo>
                    <a:pt x="203" y="169"/>
                  </a:moveTo>
                  <a:lnTo>
                    <a:pt x="742" y="237"/>
                  </a:lnTo>
                  <a:lnTo>
                    <a:pt x="1280" y="270"/>
                  </a:lnTo>
                  <a:lnTo>
                    <a:pt x="2358" y="237"/>
                  </a:lnTo>
                  <a:lnTo>
                    <a:pt x="2290" y="775"/>
                  </a:lnTo>
                  <a:lnTo>
                    <a:pt x="2257" y="1348"/>
                  </a:lnTo>
                  <a:lnTo>
                    <a:pt x="2257" y="1886"/>
                  </a:lnTo>
                  <a:lnTo>
                    <a:pt x="2290" y="2425"/>
                  </a:lnTo>
                  <a:lnTo>
                    <a:pt x="2290" y="2459"/>
                  </a:lnTo>
                  <a:lnTo>
                    <a:pt x="2257" y="2459"/>
                  </a:lnTo>
                  <a:lnTo>
                    <a:pt x="2021" y="2425"/>
                  </a:lnTo>
                  <a:lnTo>
                    <a:pt x="809" y="2425"/>
                  </a:lnTo>
                  <a:lnTo>
                    <a:pt x="304" y="2391"/>
                  </a:lnTo>
                  <a:lnTo>
                    <a:pt x="237" y="1280"/>
                  </a:lnTo>
                  <a:lnTo>
                    <a:pt x="203" y="169"/>
                  </a:lnTo>
                  <a:close/>
                  <a:moveTo>
                    <a:pt x="742" y="1"/>
                  </a:moveTo>
                  <a:lnTo>
                    <a:pt x="169" y="35"/>
                  </a:lnTo>
                  <a:lnTo>
                    <a:pt x="136" y="35"/>
                  </a:lnTo>
                  <a:lnTo>
                    <a:pt x="102" y="102"/>
                  </a:lnTo>
                  <a:lnTo>
                    <a:pt x="68" y="102"/>
                  </a:lnTo>
                  <a:lnTo>
                    <a:pt x="35" y="169"/>
                  </a:lnTo>
                  <a:lnTo>
                    <a:pt x="1" y="775"/>
                  </a:lnTo>
                  <a:lnTo>
                    <a:pt x="1" y="1415"/>
                  </a:lnTo>
                  <a:lnTo>
                    <a:pt x="35" y="2021"/>
                  </a:lnTo>
                  <a:lnTo>
                    <a:pt x="102" y="2661"/>
                  </a:lnTo>
                  <a:lnTo>
                    <a:pt x="136" y="2694"/>
                  </a:lnTo>
                  <a:lnTo>
                    <a:pt x="169" y="2728"/>
                  </a:lnTo>
                  <a:lnTo>
                    <a:pt x="237" y="2728"/>
                  </a:lnTo>
                  <a:lnTo>
                    <a:pt x="304" y="2694"/>
                  </a:lnTo>
                  <a:lnTo>
                    <a:pt x="338" y="2661"/>
                  </a:lnTo>
                  <a:lnTo>
                    <a:pt x="338" y="2627"/>
                  </a:lnTo>
                  <a:lnTo>
                    <a:pt x="338" y="2560"/>
                  </a:lnTo>
                  <a:lnTo>
                    <a:pt x="809" y="2661"/>
                  </a:lnTo>
                  <a:lnTo>
                    <a:pt x="1314" y="2694"/>
                  </a:lnTo>
                  <a:lnTo>
                    <a:pt x="1819" y="2694"/>
                  </a:lnTo>
                  <a:lnTo>
                    <a:pt x="2055" y="2661"/>
                  </a:lnTo>
                  <a:lnTo>
                    <a:pt x="2257" y="2627"/>
                  </a:lnTo>
                  <a:lnTo>
                    <a:pt x="2324" y="2593"/>
                  </a:lnTo>
                  <a:lnTo>
                    <a:pt x="2324" y="2492"/>
                  </a:lnTo>
                  <a:lnTo>
                    <a:pt x="2358" y="2526"/>
                  </a:lnTo>
                  <a:lnTo>
                    <a:pt x="2391" y="2526"/>
                  </a:lnTo>
                  <a:lnTo>
                    <a:pt x="2459" y="2492"/>
                  </a:lnTo>
                  <a:lnTo>
                    <a:pt x="2459" y="2425"/>
                  </a:lnTo>
                  <a:lnTo>
                    <a:pt x="2492" y="1886"/>
                  </a:lnTo>
                  <a:lnTo>
                    <a:pt x="2526" y="1314"/>
                  </a:lnTo>
                  <a:lnTo>
                    <a:pt x="2492" y="775"/>
                  </a:lnTo>
                  <a:lnTo>
                    <a:pt x="2459" y="203"/>
                  </a:lnTo>
                  <a:lnTo>
                    <a:pt x="2492" y="169"/>
                  </a:lnTo>
                  <a:lnTo>
                    <a:pt x="2492" y="102"/>
                  </a:lnTo>
                  <a:lnTo>
                    <a:pt x="2459" y="35"/>
                  </a:lnTo>
                  <a:lnTo>
                    <a:pt x="1853" y="35"/>
                  </a:lnTo>
                  <a:lnTo>
                    <a:pt x="128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3" name="Google Shape;413;p3"/>
            <p:cNvSpPr/>
            <p:nvPr/>
          </p:nvSpPr>
          <p:spPr>
            <a:xfrm>
              <a:off x="2880306" y="4709574"/>
              <a:ext cx="128898" cy="123927"/>
            </a:xfrm>
            <a:custGeom>
              <a:avLst/>
              <a:gdLst/>
              <a:ahLst/>
              <a:cxnLst/>
              <a:rect l="l" t="t" r="r" b="b"/>
              <a:pathLst>
                <a:path w="2593" h="2493" extrusionOk="0">
                  <a:moveTo>
                    <a:pt x="707" y="1"/>
                  </a:moveTo>
                  <a:lnTo>
                    <a:pt x="438" y="35"/>
                  </a:lnTo>
                  <a:lnTo>
                    <a:pt x="337" y="68"/>
                  </a:lnTo>
                  <a:lnTo>
                    <a:pt x="236" y="136"/>
                  </a:lnTo>
                  <a:lnTo>
                    <a:pt x="303" y="203"/>
                  </a:lnTo>
                  <a:lnTo>
                    <a:pt x="404" y="237"/>
                  </a:lnTo>
                  <a:lnTo>
                    <a:pt x="640" y="270"/>
                  </a:lnTo>
                  <a:lnTo>
                    <a:pt x="1078" y="270"/>
                  </a:lnTo>
                  <a:lnTo>
                    <a:pt x="1751" y="338"/>
                  </a:lnTo>
                  <a:lnTo>
                    <a:pt x="2391" y="371"/>
                  </a:lnTo>
                  <a:lnTo>
                    <a:pt x="2391" y="775"/>
                  </a:lnTo>
                  <a:lnTo>
                    <a:pt x="2391" y="1146"/>
                  </a:lnTo>
                  <a:lnTo>
                    <a:pt x="2357" y="1684"/>
                  </a:lnTo>
                  <a:lnTo>
                    <a:pt x="2357" y="1954"/>
                  </a:lnTo>
                  <a:lnTo>
                    <a:pt x="2391" y="2223"/>
                  </a:lnTo>
                  <a:lnTo>
                    <a:pt x="1313" y="2189"/>
                  </a:lnTo>
                  <a:lnTo>
                    <a:pt x="775" y="2189"/>
                  </a:lnTo>
                  <a:lnTo>
                    <a:pt x="505" y="2223"/>
                  </a:lnTo>
                  <a:lnTo>
                    <a:pt x="270" y="2290"/>
                  </a:lnTo>
                  <a:lnTo>
                    <a:pt x="236" y="1752"/>
                  </a:lnTo>
                  <a:lnTo>
                    <a:pt x="236" y="1213"/>
                  </a:lnTo>
                  <a:lnTo>
                    <a:pt x="270" y="674"/>
                  </a:lnTo>
                  <a:lnTo>
                    <a:pt x="270" y="405"/>
                  </a:lnTo>
                  <a:lnTo>
                    <a:pt x="236" y="270"/>
                  </a:lnTo>
                  <a:lnTo>
                    <a:pt x="202" y="136"/>
                  </a:lnTo>
                  <a:lnTo>
                    <a:pt x="101" y="304"/>
                  </a:lnTo>
                  <a:lnTo>
                    <a:pt x="68" y="472"/>
                  </a:lnTo>
                  <a:lnTo>
                    <a:pt x="0" y="843"/>
                  </a:lnTo>
                  <a:lnTo>
                    <a:pt x="0" y="1583"/>
                  </a:lnTo>
                  <a:lnTo>
                    <a:pt x="0" y="1819"/>
                  </a:lnTo>
                  <a:lnTo>
                    <a:pt x="0" y="2088"/>
                  </a:lnTo>
                  <a:lnTo>
                    <a:pt x="0" y="2223"/>
                  </a:lnTo>
                  <a:lnTo>
                    <a:pt x="34" y="2324"/>
                  </a:lnTo>
                  <a:lnTo>
                    <a:pt x="101" y="2425"/>
                  </a:lnTo>
                  <a:lnTo>
                    <a:pt x="202" y="2459"/>
                  </a:lnTo>
                  <a:lnTo>
                    <a:pt x="270" y="2459"/>
                  </a:lnTo>
                  <a:lnTo>
                    <a:pt x="270" y="2425"/>
                  </a:lnTo>
                  <a:lnTo>
                    <a:pt x="270" y="2391"/>
                  </a:lnTo>
                  <a:lnTo>
                    <a:pt x="539" y="2459"/>
                  </a:lnTo>
                  <a:lnTo>
                    <a:pt x="775" y="2492"/>
                  </a:lnTo>
                  <a:lnTo>
                    <a:pt x="1313" y="2492"/>
                  </a:lnTo>
                  <a:lnTo>
                    <a:pt x="2391" y="2459"/>
                  </a:lnTo>
                  <a:lnTo>
                    <a:pt x="2458" y="2425"/>
                  </a:lnTo>
                  <a:lnTo>
                    <a:pt x="2492" y="2459"/>
                  </a:lnTo>
                  <a:lnTo>
                    <a:pt x="2526" y="2459"/>
                  </a:lnTo>
                  <a:lnTo>
                    <a:pt x="2559" y="2425"/>
                  </a:lnTo>
                  <a:lnTo>
                    <a:pt x="2593" y="2156"/>
                  </a:lnTo>
                  <a:lnTo>
                    <a:pt x="2593" y="1886"/>
                  </a:lnTo>
                  <a:lnTo>
                    <a:pt x="2593" y="1348"/>
                  </a:lnTo>
                  <a:lnTo>
                    <a:pt x="2593" y="708"/>
                  </a:lnTo>
                  <a:lnTo>
                    <a:pt x="2593" y="405"/>
                  </a:lnTo>
                  <a:lnTo>
                    <a:pt x="2559" y="68"/>
                  </a:lnTo>
                  <a:lnTo>
                    <a:pt x="2526" y="35"/>
                  </a:lnTo>
                  <a:lnTo>
                    <a:pt x="2458" y="35"/>
                  </a:lnTo>
                  <a:lnTo>
                    <a:pt x="2458" y="68"/>
                  </a:lnTo>
                  <a:lnTo>
                    <a:pt x="2425" y="169"/>
                  </a:lnTo>
                  <a:lnTo>
                    <a:pt x="1852" y="102"/>
                  </a:lnTo>
                  <a:lnTo>
                    <a:pt x="1246" y="35"/>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4" name="Google Shape;414;p3"/>
            <p:cNvSpPr/>
            <p:nvPr/>
          </p:nvSpPr>
          <p:spPr>
            <a:xfrm>
              <a:off x="2751408" y="4346393"/>
              <a:ext cx="38575" cy="45236"/>
            </a:xfrm>
            <a:custGeom>
              <a:avLst/>
              <a:gdLst/>
              <a:ahLst/>
              <a:cxnLst/>
              <a:rect l="l" t="t" r="r" b="b"/>
              <a:pathLst>
                <a:path w="776" h="910" extrusionOk="0">
                  <a:moveTo>
                    <a:pt x="304" y="1"/>
                  </a:moveTo>
                  <a:lnTo>
                    <a:pt x="169" y="68"/>
                  </a:lnTo>
                  <a:lnTo>
                    <a:pt x="136" y="136"/>
                  </a:lnTo>
                  <a:lnTo>
                    <a:pt x="102" y="169"/>
                  </a:lnTo>
                  <a:lnTo>
                    <a:pt x="136" y="237"/>
                  </a:lnTo>
                  <a:lnTo>
                    <a:pt x="169" y="270"/>
                  </a:lnTo>
                  <a:lnTo>
                    <a:pt x="203" y="270"/>
                  </a:lnTo>
                  <a:lnTo>
                    <a:pt x="371" y="203"/>
                  </a:lnTo>
                  <a:lnTo>
                    <a:pt x="237" y="472"/>
                  </a:lnTo>
                  <a:lnTo>
                    <a:pt x="35" y="742"/>
                  </a:lnTo>
                  <a:lnTo>
                    <a:pt x="1" y="809"/>
                  </a:lnTo>
                  <a:lnTo>
                    <a:pt x="1" y="843"/>
                  </a:lnTo>
                  <a:lnTo>
                    <a:pt x="35" y="910"/>
                  </a:lnTo>
                  <a:lnTo>
                    <a:pt x="102" y="910"/>
                  </a:lnTo>
                  <a:lnTo>
                    <a:pt x="439" y="876"/>
                  </a:lnTo>
                  <a:lnTo>
                    <a:pt x="607" y="876"/>
                  </a:lnTo>
                  <a:lnTo>
                    <a:pt x="742" y="809"/>
                  </a:lnTo>
                  <a:lnTo>
                    <a:pt x="775" y="775"/>
                  </a:lnTo>
                  <a:lnTo>
                    <a:pt x="775" y="742"/>
                  </a:lnTo>
                  <a:lnTo>
                    <a:pt x="775" y="708"/>
                  </a:lnTo>
                  <a:lnTo>
                    <a:pt x="742" y="674"/>
                  </a:lnTo>
                  <a:lnTo>
                    <a:pt x="439" y="674"/>
                  </a:lnTo>
                  <a:lnTo>
                    <a:pt x="338" y="708"/>
                  </a:lnTo>
                  <a:lnTo>
                    <a:pt x="506" y="439"/>
                  </a:lnTo>
                  <a:lnTo>
                    <a:pt x="607" y="136"/>
                  </a:lnTo>
                  <a:lnTo>
                    <a:pt x="607" y="68"/>
                  </a:lnTo>
                  <a:lnTo>
                    <a:pt x="5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5" name="Google Shape;415;p3"/>
            <p:cNvSpPr/>
            <p:nvPr/>
          </p:nvSpPr>
          <p:spPr>
            <a:xfrm>
              <a:off x="2853512" y="4289525"/>
              <a:ext cx="113886" cy="123877"/>
            </a:xfrm>
            <a:custGeom>
              <a:avLst/>
              <a:gdLst/>
              <a:ahLst/>
              <a:cxnLst/>
              <a:rect l="l" t="t" r="r" b="b"/>
              <a:pathLst>
                <a:path w="2291" h="2492" extrusionOk="0">
                  <a:moveTo>
                    <a:pt x="236" y="0"/>
                  </a:moveTo>
                  <a:lnTo>
                    <a:pt x="102" y="34"/>
                  </a:lnTo>
                  <a:lnTo>
                    <a:pt x="1" y="68"/>
                  </a:lnTo>
                  <a:lnTo>
                    <a:pt x="1" y="101"/>
                  </a:lnTo>
                  <a:lnTo>
                    <a:pt x="68" y="169"/>
                  </a:lnTo>
                  <a:lnTo>
                    <a:pt x="169" y="202"/>
                  </a:lnTo>
                  <a:lnTo>
                    <a:pt x="371" y="270"/>
                  </a:lnTo>
                  <a:lnTo>
                    <a:pt x="2088" y="270"/>
                  </a:lnTo>
                  <a:lnTo>
                    <a:pt x="2054" y="472"/>
                  </a:lnTo>
                  <a:lnTo>
                    <a:pt x="2054" y="707"/>
                  </a:lnTo>
                  <a:lnTo>
                    <a:pt x="2054" y="1145"/>
                  </a:lnTo>
                  <a:lnTo>
                    <a:pt x="2054" y="1717"/>
                  </a:lnTo>
                  <a:lnTo>
                    <a:pt x="2054" y="1987"/>
                  </a:lnTo>
                  <a:lnTo>
                    <a:pt x="2088" y="2256"/>
                  </a:lnTo>
                  <a:lnTo>
                    <a:pt x="910" y="2222"/>
                  </a:lnTo>
                  <a:lnTo>
                    <a:pt x="506" y="2189"/>
                  </a:lnTo>
                  <a:lnTo>
                    <a:pt x="304" y="2222"/>
                  </a:lnTo>
                  <a:lnTo>
                    <a:pt x="203" y="2256"/>
                  </a:lnTo>
                  <a:lnTo>
                    <a:pt x="135" y="2323"/>
                  </a:lnTo>
                  <a:lnTo>
                    <a:pt x="203" y="2391"/>
                  </a:lnTo>
                  <a:lnTo>
                    <a:pt x="304" y="2458"/>
                  </a:lnTo>
                  <a:lnTo>
                    <a:pt x="506" y="2492"/>
                  </a:lnTo>
                  <a:lnTo>
                    <a:pt x="2256" y="2492"/>
                  </a:lnTo>
                  <a:lnTo>
                    <a:pt x="2290" y="2424"/>
                  </a:lnTo>
                  <a:lnTo>
                    <a:pt x="2290" y="2357"/>
                  </a:lnTo>
                  <a:lnTo>
                    <a:pt x="2290" y="2290"/>
                  </a:lnTo>
                  <a:lnTo>
                    <a:pt x="2290" y="2020"/>
                  </a:lnTo>
                  <a:lnTo>
                    <a:pt x="2290" y="1717"/>
                  </a:lnTo>
                  <a:lnTo>
                    <a:pt x="2290" y="1145"/>
                  </a:lnTo>
                  <a:lnTo>
                    <a:pt x="2290" y="707"/>
                  </a:lnTo>
                  <a:lnTo>
                    <a:pt x="2290" y="472"/>
                  </a:lnTo>
                  <a:lnTo>
                    <a:pt x="2256" y="236"/>
                  </a:lnTo>
                  <a:lnTo>
                    <a:pt x="2290" y="202"/>
                  </a:lnTo>
                  <a:lnTo>
                    <a:pt x="2290" y="135"/>
                  </a:lnTo>
                  <a:lnTo>
                    <a:pt x="2256" y="68"/>
                  </a:lnTo>
                  <a:lnTo>
                    <a:pt x="2189" y="34"/>
                  </a:lnTo>
                  <a:lnTo>
                    <a:pt x="943"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6" name="Google Shape;416;p3"/>
            <p:cNvSpPr/>
            <p:nvPr/>
          </p:nvSpPr>
          <p:spPr>
            <a:xfrm>
              <a:off x="2893678" y="4346393"/>
              <a:ext cx="36885" cy="53637"/>
            </a:xfrm>
            <a:custGeom>
              <a:avLst/>
              <a:gdLst/>
              <a:ahLst/>
              <a:cxnLst/>
              <a:rect l="l" t="t" r="r" b="b"/>
              <a:pathLst>
                <a:path w="742" h="1079" extrusionOk="0">
                  <a:moveTo>
                    <a:pt x="337" y="1"/>
                  </a:moveTo>
                  <a:lnTo>
                    <a:pt x="236" y="35"/>
                  </a:lnTo>
                  <a:lnTo>
                    <a:pt x="135" y="102"/>
                  </a:lnTo>
                  <a:lnTo>
                    <a:pt x="34" y="203"/>
                  </a:lnTo>
                  <a:lnTo>
                    <a:pt x="1" y="237"/>
                  </a:lnTo>
                  <a:lnTo>
                    <a:pt x="34" y="304"/>
                  </a:lnTo>
                  <a:lnTo>
                    <a:pt x="68" y="338"/>
                  </a:lnTo>
                  <a:lnTo>
                    <a:pt x="135" y="304"/>
                  </a:lnTo>
                  <a:lnTo>
                    <a:pt x="236" y="237"/>
                  </a:lnTo>
                  <a:lnTo>
                    <a:pt x="337" y="203"/>
                  </a:lnTo>
                  <a:lnTo>
                    <a:pt x="371" y="169"/>
                  </a:lnTo>
                  <a:lnTo>
                    <a:pt x="438" y="203"/>
                  </a:lnTo>
                  <a:lnTo>
                    <a:pt x="438" y="237"/>
                  </a:lnTo>
                  <a:lnTo>
                    <a:pt x="472" y="304"/>
                  </a:lnTo>
                  <a:lnTo>
                    <a:pt x="371" y="371"/>
                  </a:lnTo>
                  <a:lnTo>
                    <a:pt x="270" y="506"/>
                  </a:lnTo>
                  <a:lnTo>
                    <a:pt x="169" y="674"/>
                  </a:lnTo>
                  <a:lnTo>
                    <a:pt x="169" y="708"/>
                  </a:lnTo>
                  <a:lnTo>
                    <a:pt x="203" y="775"/>
                  </a:lnTo>
                  <a:lnTo>
                    <a:pt x="472" y="775"/>
                  </a:lnTo>
                  <a:lnTo>
                    <a:pt x="472" y="910"/>
                  </a:lnTo>
                  <a:lnTo>
                    <a:pt x="203" y="910"/>
                  </a:lnTo>
                  <a:lnTo>
                    <a:pt x="169" y="944"/>
                  </a:lnTo>
                  <a:lnTo>
                    <a:pt x="169" y="1011"/>
                  </a:lnTo>
                  <a:lnTo>
                    <a:pt x="236" y="1045"/>
                  </a:lnTo>
                  <a:lnTo>
                    <a:pt x="337" y="1078"/>
                  </a:lnTo>
                  <a:lnTo>
                    <a:pt x="506" y="1078"/>
                  </a:lnTo>
                  <a:lnTo>
                    <a:pt x="607" y="1045"/>
                  </a:lnTo>
                  <a:lnTo>
                    <a:pt x="674" y="977"/>
                  </a:lnTo>
                  <a:lnTo>
                    <a:pt x="708" y="910"/>
                  </a:lnTo>
                  <a:lnTo>
                    <a:pt x="741" y="843"/>
                  </a:lnTo>
                  <a:lnTo>
                    <a:pt x="708" y="708"/>
                  </a:lnTo>
                  <a:lnTo>
                    <a:pt x="640" y="641"/>
                  </a:lnTo>
                  <a:lnTo>
                    <a:pt x="539" y="607"/>
                  </a:lnTo>
                  <a:lnTo>
                    <a:pt x="438" y="573"/>
                  </a:lnTo>
                  <a:lnTo>
                    <a:pt x="539" y="472"/>
                  </a:lnTo>
                  <a:lnTo>
                    <a:pt x="607" y="371"/>
                  </a:lnTo>
                  <a:lnTo>
                    <a:pt x="640" y="270"/>
                  </a:lnTo>
                  <a:lnTo>
                    <a:pt x="607" y="136"/>
                  </a:lnTo>
                  <a:lnTo>
                    <a:pt x="573" y="68"/>
                  </a:lnTo>
                  <a:lnTo>
                    <a:pt x="472" y="35"/>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7" name="Google Shape;417;p3"/>
            <p:cNvSpPr/>
            <p:nvPr/>
          </p:nvSpPr>
          <p:spPr>
            <a:xfrm>
              <a:off x="2843471" y="4292855"/>
              <a:ext cx="15112" cy="120547"/>
            </a:xfrm>
            <a:custGeom>
              <a:avLst/>
              <a:gdLst/>
              <a:ahLst/>
              <a:cxnLst/>
              <a:rect l="l" t="t" r="r" b="b"/>
              <a:pathLst>
                <a:path w="304" h="2425" extrusionOk="0">
                  <a:moveTo>
                    <a:pt x="102" y="1"/>
                  </a:moveTo>
                  <a:lnTo>
                    <a:pt x="68" y="34"/>
                  </a:lnTo>
                  <a:lnTo>
                    <a:pt x="34" y="304"/>
                  </a:lnTo>
                  <a:lnTo>
                    <a:pt x="1" y="573"/>
                  </a:lnTo>
                  <a:lnTo>
                    <a:pt x="34" y="1112"/>
                  </a:lnTo>
                  <a:lnTo>
                    <a:pt x="34" y="1751"/>
                  </a:lnTo>
                  <a:lnTo>
                    <a:pt x="68" y="2054"/>
                  </a:lnTo>
                  <a:lnTo>
                    <a:pt x="135" y="2357"/>
                  </a:lnTo>
                  <a:lnTo>
                    <a:pt x="169" y="2425"/>
                  </a:lnTo>
                  <a:lnTo>
                    <a:pt x="203" y="2425"/>
                  </a:lnTo>
                  <a:lnTo>
                    <a:pt x="236" y="2391"/>
                  </a:lnTo>
                  <a:lnTo>
                    <a:pt x="270" y="2357"/>
                  </a:lnTo>
                  <a:lnTo>
                    <a:pt x="304" y="2054"/>
                  </a:lnTo>
                  <a:lnTo>
                    <a:pt x="270" y="1718"/>
                  </a:lnTo>
                  <a:lnTo>
                    <a:pt x="236" y="1112"/>
                  </a:lnTo>
                  <a:lnTo>
                    <a:pt x="236" y="573"/>
                  </a:lnTo>
                  <a:lnTo>
                    <a:pt x="203" y="304"/>
                  </a:lnTo>
                  <a:lnTo>
                    <a:pt x="169"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8" name="Google Shape;418;p3"/>
            <p:cNvSpPr/>
            <p:nvPr/>
          </p:nvSpPr>
          <p:spPr>
            <a:xfrm>
              <a:off x="2709601" y="4190751"/>
              <a:ext cx="137299" cy="93803"/>
            </a:xfrm>
            <a:custGeom>
              <a:avLst/>
              <a:gdLst/>
              <a:ahLst/>
              <a:cxnLst/>
              <a:rect l="l" t="t" r="r" b="b"/>
              <a:pathLst>
                <a:path w="2762" h="1887" extrusionOk="0">
                  <a:moveTo>
                    <a:pt x="1414" y="1"/>
                  </a:moveTo>
                  <a:lnTo>
                    <a:pt x="1078" y="34"/>
                  </a:lnTo>
                  <a:lnTo>
                    <a:pt x="741" y="68"/>
                  </a:lnTo>
                  <a:lnTo>
                    <a:pt x="404" y="102"/>
                  </a:lnTo>
                  <a:lnTo>
                    <a:pt x="101" y="203"/>
                  </a:lnTo>
                  <a:lnTo>
                    <a:pt x="34" y="169"/>
                  </a:lnTo>
                  <a:lnTo>
                    <a:pt x="0" y="237"/>
                  </a:lnTo>
                  <a:lnTo>
                    <a:pt x="0" y="607"/>
                  </a:lnTo>
                  <a:lnTo>
                    <a:pt x="34" y="1011"/>
                  </a:lnTo>
                  <a:lnTo>
                    <a:pt x="34" y="1348"/>
                  </a:lnTo>
                  <a:lnTo>
                    <a:pt x="101" y="1684"/>
                  </a:lnTo>
                  <a:lnTo>
                    <a:pt x="135" y="1718"/>
                  </a:lnTo>
                  <a:lnTo>
                    <a:pt x="236" y="1718"/>
                  </a:lnTo>
                  <a:lnTo>
                    <a:pt x="236" y="1651"/>
                  </a:lnTo>
                  <a:lnTo>
                    <a:pt x="236" y="1280"/>
                  </a:lnTo>
                  <a:lnTo>
                    <a:pt x="202" y="876"/>
                  </a:lnTo>
                  <a:lnTo>
                    <a:pt x="169" y="573"/>
                  </a:lnTo>
                  <a:lnTo>
                    <a:pt x="101" y="237"/>
                  </a:lnTo>
                  <a:lnTo>
                    <a:pt x="438" y="270"/>
                  </a:lnTo>
                  <a:lnTo>
                    <a:pt x="741" y="304"/>
                  </a:lnTo>
                  <a:lnTo>
                    <a:pt x="1347" y="270"/>
                  </a:lnTo>
                  <a:lnTo>
                    <a:pt x="1987" y="270"/>
                  </a:lnTo>
                  <a:lnTo>
                    <a:pt x="2290" y="304"/>
                  </a:lnTo>
                  <a:lnTo>
                    <a:pt x="2593" y="338"/>
                  </a:lnTo>
                  <a:lnTo>
                    <a:pt x="2559" y="540"/>
                  </a:lnTo>
                  <a:lnTo>
                    <a:pt x="2525" y="775"/>
                  </a:lnTo>
                  <a:lnTo>
                    <a:pt x="2525" y="1213"/>
                  </a:lnTo>
                  <a:lnTo>
                    <a:pt x="2559" y="1684"/>
                  </a:lnTo>
                  <a:lnTo>
                    <a:pt x="2559" y="1684"/>
                  </a:lnTo>
                  <a:lnTo>
                    <a:pt x="2256" y="1651"/>
                  </a:lnTo>
                  <a:lnTo>
                    <a:pt x="1414" y="1651"/>
                  </a:lnTo>
                  <a:lnTo>
                    <a:pt x="842" y="1583"/>
                  </a:lnTo>
                  <a:lnTo>
                    <a:pt x="539" y="1583"/>
                  </a:lnTo>
                  <a:lnTo>
                    <a:pt x="270" y="1651"/>
                  </a:lnTo>
                  <a:lnTo>
                    <a:pt x="505" y="1752"/>
                  </a:lnTo>
                  <a:lnTo>
                    <a:pt x="741" y="1785"/>
                  </a:lnTo>
                  <a:lnTo>
                    <a:pt x="1280" y="1819"/>
                  </a:lnTo>
                  <a:lnTo>
                    <a:pt x="1583" y="1853"/>
                  </a:lnTo>
                  <a:lnTo>
                    <a:pt x="1953" y="1886"/>
                  </a:lnTo>
                  <a:lnTo>
                    <a:pt x="2290" y="1853"/>
                  </a:lnTo>
                  <a:lnTo>
                    <a:pt x="2593" y="1785"/>
                  </a:lnTo>
                  <a:lnTo>
                    <a:pt x="2694" y="1785"/>
                  </a:lnTo>
                  <a:lnTo>
                    <a:pt x="2727" y="1752"/>
                  </a:lnTo>
                  <a:lnTo>
                    <a:pt x="2727" y="1718"/>
                  </a:lnTo>
                  <a:lnTo>
                    <a:pt x="2694" y="876"/>
                  </a:lnTo>
                  <a:lnTo>
                    <a:pt x="2727" y="607"/>
                  </a:lnTo>
                  <a:lnTo>
                    <a:pt x="2727" y="338"/>
                  </a:lnTo>
                  <a:lnTo>
                    <a:pt x="2761" y="304"/>
                  </a:lnTo>
                  <a:lnTo>
                    <a:pt x="2761" y="237"/>
                  </a:lnTo>
                  <a:lnTo>
                    <a:pt x="2761" y="169"/>
                  </a:lnTo>
                  <a:lnTo>
                    <a:pt x="2694" y="135"/>
                  </a:lnTo>
                  <a:lnTo>
                    <a:pt x="2391" y="68"/>
                  </a:lnTo>
                  <a:lnTo>
                    <a:pt x="2054" y="34"/>
                  </a:lnTo>
                  <a:lnTo>
                    <a:pt x="141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19" name="Google Shape;419;p3"/>
            <p:cNvSpPr/>
            <p:nvPr/>
          </p:nvSpPr>
          <p:spPr>
            <a:xfrm>
              <a:off x="2677787" y="4468580"/>
              <a:ext cx="40215" cy="51947"/>
            </a:xfrm>
            <a:custGeom>
              <a:avLst/>
              <a:gdLst/>
              <a:ahLst/>
              <a:cxnLst/>
              <a:rect l="l" t="t" r="r" b="b"/>
              <a:pathLst>
                <a:path w="809" h="1045" extrusionOk="0">
                  <a:moveTo>
                    <a:pt x="472" y="236"/>
                  </a:moveTo>
                  <a:lnTo>
                    <a:pt x="506" y="270"/>
                  </a:lnTo>
                  <a:lnTo>
                    <a:pt x="506" y="371"/>
                  </a:lnTo>
                  <a:lnTo>
                    <a:pt x="472" y="438"/>
                  </a:lnTo>
                  <a:lnTo>
                    <a:pt x="438" y="506"/>
                  </a:lnTo>
                  <a:lnTo>
                    <a:pt x="371" y="539"/>
                  </a:lnTo>
                  <a:lnTo>
                    <a:pt x="236" y="573"/>
                  </a:lnTo>
                  <a:lnTo>
                    <a:pt x="236" y="438"/>
                  </a:lnTo>
                  <a:lnTo>
                    <a:pt x="304" y="337"/>
                  </a:lnTo>
                  <a:lnTo>
                    <a:pt x="371" y="270"/>
                  </a:lnTo>
                  <a:lnTo>
                    <a:pt x="405" y="270"/>
                  </a:lnTo>
                  <a:lnTo>
                    <a:pt x="472" y="236"/>
                  </a:lnTo>
                  <a:close/>
                  <a:moveTo>
                    <a:pt x="438" y="1"/>
                  </a:moveTo>
                  <a:lnTo>
                    <a:pt x="337" y="34"/>
                  </a:lnTo>
                  <a:lnTo>
                    <a:pt x="236" y="102"/>
                  </a:lnTo>
                  <a:lnTo>
                    <a:pt x="169" y="169"/>
                  </a:lnTo>
                  <a:lnTo>
                    <a:pt x="68" y="337"/>
                  </a:lnTo>
                  <a:lnTo>
                    <a:pt x="1" y="506"/>
                  </a:lnTo>
                  <a:lnTo>
                    <a:pt x="1" y="674"/>
                  </a:lnTo>
                  <a:lnTo>
                    <a:pt x="68" y="741"/>
                  </a:lnTo>
                  <a:lnTo>
                    <a:pt x="135" y="809"/>
                  </a:lnTo>
                  <a:lnTo>
                    <a:pt x="304" y="809"/>
                  </a:lnTo>
                  <a:lnTo>
                    <a:pt x="438" y="741"/>
                  </a:lnTo>
                  <a:lnTo>
                    <a:pt x="438" y="809"/>
                  </a:lnTo>
                  <a:lnTo>
                    <a:pt x="506" y="876"/>
                  </a:lnTo>
                  <a:lnTo>
                    <a:pt x="539" y="943"/>
                  </a:lnTo>
                  <a:lnTo>
                    <a:pt x="708" y="1044"/>
                  </a:lnTo>
                  <a:lnTo>
                    <a:pt x="775" y="1044"/>
                  </a:lnTo>
                  <a:lnTo>
                    <a:pt x="809" y="977"/>
                  </a:lnTo>
                  <a:lnTo>
                    <a:pt x="775" y="943"/>
                  </a:lnTo>
                  <a:lnTo>
                    <a:pt x="674" y="842"/>
                  </a:lnTo>
                  <a:lnTo>
                    <a:pt x="607" y="775"/>
                  </a:lnTo>
                  <a:lnTo>
                    <a:pt x="539" y="674"/>
                  </a:lnTo>
                  <a:lnTo>
                    <a:pt x="640" y="607"/>
                  </a:lnTo>
                  <a:lnTo>
                    <a:pt x="674" y="506"/>
                  </a:lnTo>
                  <a:lnTo>
                    <a:pt x="741" y="405"/>
                  </a:lnTo>
                  <a:lnTo>
                    <a:pt x="741" y="304"/>
                  </a:lnTo>
                  <a:lnTo>
                    <a:pt x="741" y="203"/>
                  </a:lnTo>
                  <a:lnTo>
                    <a:pt x="708" y="135"/>
                  </a:lnTo>
                  <a:lnTo>
                    <a:pt x="640" y="68"/>
                  </a:lnTo>
                  <a:lnTo>
                    <a:pt x="57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0" name="Google Shape;420;p3"/>
            <p:cNvSpPr/>
            <p:nvPr/>
          </p:nvSpPr>
          <p:spPr>
            <a:xfrm>
              <a:off x="2979030" y="4476981"/>
              <a:ext cx="28534" cy="8401"/>
            </a:xfrm>
            <a:custGeom>
              <a:avLst/>
              <a:gdLst/>
              <a:ahLst/>
              <a:cxnLst/>
              <a:rect l="l" t="t" r="r" b="b"/>
              <a:pathLst>
                <a:path w="574" h="169" extrusionOk="0">
                  <a:moveTo>
                    <a:pt x="35" y="0"/>
                  </a:moveTo>
                  <a:lnTo>
                    <a:pt x="1" y="34"/>
                  </a:lnTo>
                  <a:lnTo>
                    <a:pt x="35" y="101"/>
                  </a:lnTo>
                  <a:lnTo>
                    <a:pt x="68" y="135"/>
                  </a:lnTo>
                  <a:lnTo>
                    <a:pt x="203" y="168"/>
                  </a:lnTo>
                  <a:lnTo>
                    <a:pt x="439" y="168"/>
                  </a:lnTo>
                  <a:lnTo>
                    <a:pt x="540" y="135"/>
                  </a:lnTo>
                  <a:lnTo>
                    <a:pt x="573" y="101"/>
                  </a:lnTo>
                  <a:lnTo>
                    <a:pt x="573" y="67"/>
                  </a:lnTo>
                  <a:lnTo>
                    <a:pt x="540" y="34"/>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1" name="Google Shape;421;p3"/>
            <p:cNvSpPr/>
            <p:nvPr/>
          </p:nvSpPr>
          <p:spPr>
            <a:xfrm>
              <a:off x="2920471" y="4428414"/>
              <a:ext cx="128898" cy="123927"/>
            </a:xfrm>
            <a:custGeom>
              <a:avLst/>
              <a:gdLst/>
              <a:ahLst/>
              <a:cxnLst/>
              <a:rect l="l" t="t" r="r" b="b"/>
              <a:pathLst>
                <a:path w="2593" h="2493" extrusionOk="0">
                  <a:moveTo>
                    <a:pt x="707" y="1"/>
                  </a:moveTo>
                  <a:lnTo>
                    <a:pt x="438" y="34"/>
                  </a:lnTo>
                  <a:lnTo>
                    <a:pt x="337" y="68"/>
                  </a:lnTo>
                  <a:lnTo>
                    <a:pt x="236" y="135"/>
                  </a:lnTo>
                  <a:lnTo>
                    <a:pt x="303" y="203"/>
                  </a:lnTo>
                  <a:lnTo>
                    <a:pt x="404" y="236"/>
                  </a:lnTo>
                  <a:lnTo>
                    <a:pt x="640" y="270"/>
                  </a:lnTo>
                  <a:lnTo>
                    <a:pt x="1078" y="270"/>
                  </a:lnTo>
                  <a:lnTo>
                    <a:pt x="1751" y="337"/>
                  </a:lnTo>
                  <a:lnTo>
                    <a:pt x="2391" y="371"/>
                  </a:lnTo>
                  <a:lnTo>
                    <a:pt x="2391" y="775"/>
                  </a:lnTo>
                  <a:lnTo>
                    <a:pt x="2391" y="1145"/>
                  </a:lnTo>
                  <a:lnTo>
                    <a:pt x="2357" y="1684"/>
                  </a:lnTo>
                  <a:lnTo>
                    <a:pt x="2357" y="1953"/>
                  </a:lnTo>
                  <a:lnTo>
                    <a:pt x="2391" y="2223"/>
                  </a:lnTo>
                  <a:lnTo>
                    <a:pt x="1314" y="2189"/>
                  </a:lnTo>
                  <a:lnTo>
                    <a:pt x="775" y="2189"/>
                  </a:lnTo>
                  <a:lnTo>
                    <a:pt x="505" y="2223"/>
                  </a:lnTo>
                  <a:lnTo>
                    <a:pt x="270" y="2290"/>
                  </a:lnTo>
                  <a:lnTo>
                    <a:pt x="236" y="1751"/>
                  </a:lnTo>
                  <a:lnTo>
                    <a:pt x="236" y="1213"/>
                  </a:lnTo>
                  <a:lnTo>
                    <a:pt x="270" y="674"/>
                  </a:lnTo>
                  <a:lnTo>
                    <a:pt x="270" y="405"/>
                  </a:lnTo>
                  <a:lnTo>
                    <a:pt x="236" y="270"/>
                  </a:lnTo>
                  <a:lnTo>
                    <a:pt x="202" y="135"/>
                  </a:lnTo>
                  <a:lnTo>
                    <a:pt x="101" y="304"/>
                  </a:lnTo>
                  <a:lnTo>
                    <a:pt x="68" y="472"/>
                  </a:lnTo>
                  <a:lnTo>
                    <a:pt x="0" y="842"/>
                  </a:lnTo>
                  <a:lnTo>
                    <a:pt x="0" y="1583"/>
                  </a:lnTo>
                  <a:lnTo>
                    <a:pt x="0" y="1819"/>
                  </a:lnTo>
                  <a:lnTo>
                    <a:pt x="0" y="2088"/>
                  </a:lnTo>
                  <a:lnTo>
                    <a:pt x="0" y="2223"/>
                  </a:lnTo>
                  <a:lnTo>
                    <a:pt x="34" y="2324"/>
                  </a:lnTo>
                  <a:lnTo>
                    <a:pt x="101" y="2425"/>
                  </a:lnTo>
                  <a:lnTo>
                    <a:pt x="202" y="2458"/>
                  </a:lnTo>
                  <a:lnTo>
                    <a:pt x="270" y="2458"/>
                  </a:lnTo>
                  <a:lnTo>
                    <a:pt x="270" y="2425"/>
                  </a:lnTo>
                  <a:lnTo>
                    <a:pt x="270" y="2391"/>
                  </a:lnTo>
                  <a:lnTo>
                    <a:pt x="539" y="2458"/>
                  </a:lnTo>
                  <a:lnTo>
                    <a:pt x="775" y="2492"/>
                  </a:lnTo>
                  <a:lnTo>
                    <a:pt x="1314" y="2492"/>
                  </a:lnTo>
                  <a:lnTo>
                    <a:pt x="2391" y="2458"/>
                  </a:lnTo>
                  <a:lnTo>
                    <a:pt x="2458" y="2425"/>
                  </a:lnTo>
                  <a:lnTo>
                    <a:pt x="2492" y="2458"/>
                  </a:lnTo>
                  <a:lnTo>
                    <a:pt x="2526" y="2458"/>
                  </a:lnTo>
                  <a:lnTo>
                    <a:pt x="2559" y="2425"/>
                  </a:lnTo>
                  <a:lnTo>
                    <a:pt x="2593" y="2155"/>
                  </a:lnTo>
                  <a:lnTo>
                    <a:pt x="2593" y="1886"/>
                  </a:lnTo>
                  <a:lnTo>
                    <a:pt x="2593" y="1347"/>
                  </a:lnTo>
                  <a:lnTo>
                    <a:pt x="2593" y="708"/>
                  </a:lnTo>
                  <a:lnTo>
                    <a:pt x="2593" y="405"/>
                  </a:lnTo>
                  <a:lnTo>
                    <a:pt x="2559" y="68"/>
                  </a:lnTo>
                  <a:lnTo>
                    <a:pt x="2526" y="34"/>
                  </a:lnTo>
                  <a:lnTo>
                    <a:pt x="2458" y="34"/>
                  </a:lnTo>
                  <a:lnTo>
                    <a:pt x="2458" y="68"/>
                  </a:lnTo>
                  <a:lnTo>
                    <a:pt x="2425" y="169"/>
                  </a:lnTo>
                  <a:lnTo>
                    <a:pt x="1852" y="102"/>
                  </a:lnTo>
                  <a:lnTo>
                    <a:pt x="1246"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2" name="Google Shape;422;p3"/>
            <p:cNvSpPr/>
            <p:nvPr/>
          </p:nvSpPr>
          <p:spPr>
            <a:xfrm>
              <a:off x="2970678" y="4478621"/>
              <a:ext cx="33505" cy="40215"/>
            </a:xfrm>
            <a:custGeom>
              <a:avLst/>
              <a:gdLst/>
              <a:ahLst/>
              <a:cxnLst/>
              <a:rect l="l" t="t" r="r" b="b"/>
              <a:pathLst>
                <a:path w="674" h="809" extrusionOk="0">
                  <a:moveTo>
                    <a:pt x="101" y="1"/>
                  </a:moveTo>
                  <a:lnTo>
                    <a:pt x="101" y="34"/>
                  </a:lnTo>
                  <a:lnTo>
                    <a:pt x="68" y="337"/>
                  </a:lnTo>
                  <a:lnTo>
                    <a:pt x="34" y="640"/>
                  </a:lnTo>
                  <a:lnTo>
                    <a:pt x="68" y="674"/>
                  </a:lnTo>
                  <a:lnTo>
                    <a:pt x="101" y="674"/>
                  </a:lnTo>
                  <a:lnTo>
                    <a:pt x="34" y="708"/>
                  </a:lnTo>
                  <a:lnTo>
                    <a:pt x="0" y="708"/>
                  </a:lnTo>
                  <a:lnTo>
                    <a:pt x="0" y="741"/>
                  </a:lnTo>
                  <a:lnTo>
                    <a:pt x="169" y="809"/>
                  </a:lnTo>
                  <a:lnTo>
                    <a:pt x="371" y="809"/>
                  </a:lnTo>
                  <a:lnTo>
                    <a:pt x="539" y="775"/>
                  </a:lnTo>
                  <a:lnTo>
                    <a:pt x="607" y="775"/>
                  </a:lnTo>
                  <a:lnTo>
                    <a:pt x="640" y="708"/>
                  </a:lnTo>
                  <a:lnTo>
                    <a:pt x="674" y="674"/>
                  </a:lnTo>
                  <a:lnTo>
                    <a:pt x="640" y="640"/>
                  </a:lnTo>
                  <a:lnTo>
                    <a:pt x="573" y="607"/>
                  </a:lnTo>
                  <a:lnTo>
                    <a:pt x="506" y="607"/>
                  </a:lnTo>
                  <a:lnTo>
                    <a:pt x="371" y="640"/>
                  </a:lnTo>
                  <a:lnTo>
                    <a:pt x="169" y="674"/>
                  </a:lnTo>
                  <a:lnTo>
                    <a:pt x="203" y="640"/>
                  </a:lnTo>
                  <a:lnTo>
                    <a:pt x="203" y="405"/>
                  </a:lnTo>
                  <a:lnTo>
                    <a:pt x="236" y="405"/>
                  </a:lnTo>
                  <a:lnTo>
                    <a:pt x="304" y="438"/>
                  </a:lnTo>
                  <a:lnTo>
                    <a:pt x="438" y="438"/>
                  </a:lnTo>
                  <a:lnTo>
                    <a:pt x="506" y="405"/>
                  </a:lnTo>
                  <a:lnTo>
                    <a:pt x="539" y="371"/>
                  </a:lnTo>
                  <a:lnTo>
                    <a:pt x="539" y="304"/>
                  </a:lnTo>
                  <a:lnTo>
                    <a:pt x="506" y="270"/>
                  </a:lnTo>
                  <a:lnTo>
                    <a:pt x="405" y="236"/>
                  </a:lnTo>
                  <a:lnTo>
                    <a:pt x="236" y="236"/>
                  </a:lnTo>
                  <a:lnTo>
                    <a:pt x="169" y="270"/>
                  </a:lnTo>
                  <a:lnTo>
                    <a:pt x="169"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3" name="Google Shape;423;p3"/>
            <p:cNvSpPr/>
            <p:nvPr/>
          </p:nvSpPr>
          <p:spPr>
            <a:xfrm>
              <a:off x="3029237" y="4349773"/>
              <a:ext cx="40215" cy="45236"/>
            </a:xfrm>
            <a:custGeom>
              <a:avLst/>
              <a:gdLst/>
              <a:ahLst/>
              <a:cxnLst/>
              <a:rect l="l" t="t" r="r" b="b"/>
              <a:pathLst>
                <a:path w="809" h="910" extrusionOk="0">
                  <a:moveTo>
                    <a:pt x="439" y="0"/>
                  </a:moveTo>
                  <a:lnTo>
                    <a:pt x="304" y="101"/>
                  </a:lnTo>
                  <a:lnTo>
                    <a:pt x="203" y="270"/>
                  </a:lnTo>
                  <a:lnTo>
                    <a:pt x="35" y="573"/>
                  </a:lnTo>
                  <a:lnTo>
                    <a:pt x="1" y="640"/>
                  </a:lnTo>
                  <a:lnTo>
                    <a:pt x="35" y="674"/>
                  </a:lnTo>
                  <a:lnTo>
                    <a:pt x="68" y="707"/>
                  </a:lnTo>
                  <a:lnTo>
                    <a:pt x="102" y="741"/>
                  </a:lnTo>
                  <a:lnTo>
                    <a:pt x="573" y="741"/>
                  </a:lnTo>
                  <a:lnTo>
                    <a:pt x="573" y="808"/>
                  </a:lnTo>
                  <a:lnTo>
                    <a:pt x="641" y="909"/>
                  </a:lnTo>
                  <a:lnTo>
                    <a:pt x="674" y="909"/>
                  </a:lnTo>
                  <a:lnTo>
                    <a:pt x="708" y="876"/>
                  </a:lnTo>
                  <a:lnTo>
                    <a:pt x="742" y="808"/>
                  </a:lnTo>
                  <a:lnTo>
                    <a:pt x="742" y="707"/>
                  </a:lnTo>
                  <a:lnTo>
                    <a:pt x="775" y="674"/>
                  </a:lnTo>
                  <a:lnTo>
                    <a:pt x="809" y="640"/>
                  </a:lnTo>
                  <a:lnTo>
                    <a:pt x="809" y="573"/>
                  </a:lnTo>
                  <a:lnTo>
                    <a:pt x="742" y="505"/>
                  </a:lnTo>
                  <a:lnTo>
                    <a:pt x="775" y="337"/>
                  </a:lnTo>
                  <a:lnTo>
                    <a:pt x="775" y="303"/>
                  </a:lnTo>
                  <a:lnTo>
                    <a:pt x="742" y="303"/>
                  </a:lnTo>
                  <a:lnTo>
                    <a:pt x="607" y="505"/>
                  </a:lnTo>
                  <a:lnTo>
                    <a:pt x="270" y="539"/>
                  </a:lnTo>
                  <a:lnTo>
                    <a:pt x="405" y="303"/>
                  </a:lnTo>
                  <a:lnTo>
                    <a:pt x="506" y="34"/>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4" name="Google Shape;424;p3"/>
            <p:cNvSpPr/>
            <p:nvPr/>
          </p:nvSpPr>
          <p:spPr>
            <a:xfrm>
              <a:off x="3176528" y="4354794"/>
              <a:ext cx="36885" cy="48567"/>
            </a:xfrm>
            <a:custGeom>
              <a:avLst/>
              <a:gdLst/>
              <a:ahLst/>
              <a:cxnLst/>
              <a:rect l="l" t="t" r="r" b="b"/>
              <a:pathLst>
                <a:path w="742" h="977" extrusionOk="0">
                  <a:moveTo>
                    <a:pt x="539" y="0"/>
                  </a:moveTo>
                  <a:lnTo>
                    <a:pt x="405" y="34"/>
                  </a:lnTo>
                  <a:lnTo>
                    <a:pt x="102" y="135"/>
                  </a:lnTo>
                  <a:lnTo>
                    <a:pt x="68" y="202"/>
                  </a:lnTo>
                  <a:lnTo>
                    <a:pt x="68" y="236"/>
                  </a:lnTo>
                  <a:lnTo>
                    <a:pt x="169" y="539"/>
                  </a:lnTo>
                  <a:lnTo>
                    <a:pt x="203" y="606"/>
                  </a:lnTo>
                  <a:lnTo>
                    <a:pt x="304" y="606"/>
                  </a:lnTo>
                  <a:lnTo>
                    <a:pt x="405" y="539"/>
                  </a:lnTo>
                  <a:lnTo>
                    <a:pt x="472" y="539"/>
                  </a:lnTo>
                  <a:lnTo>
                    <a:pt x="539" y="573"/>
                  </a:lnTo>
                  <a:lnTo>
                    <a:pt x="573" y="640"/>
                  </a:lnTo>
                  <a:lnTo>
                    <a:pt x="573" y="674"/>
                  </a:lnTo>
                  <a:lnTo>
                    <a:pt x="472" y="707"/>
                  </a:lnTo>
                  <a:lnTo>
                    <a:pt x="270" y="741"/>
                  </a:lnTo>
                  <a:lnTo>
                    <a:pt x="102" y="775"/>
                  </a:lnTo>
                  <a:lnTo>
                    <a:pt x="34" y="808"/>
                  </a:lnTo>
                  <a:lnTo>
                    <a:pt x="1" y="876"/>
                  </a:lnTo>
                  <a:lnTo>
                    <a:pt x="1" y="943"/>
                  </a:lnTo>
                  <a:lnTo>
                    <a:pt x="34" y="977"/>
                  </a:lnTo>
                  <a:lnTo>
                    <a:pt x="102" y="977"/>
                  </a:lnTo>
                  <a:lnTo>
                    <a:pt x="169" y="943"/>
                  </a:lnTo>
                  <a:lnTo>
                    <a:pt x="270" y="909"/>
                  </a:lnTo>
                  <a:lnTo>
                    <a:pt x="438" y="909"/>
                  </a:lnTo>
                  <a:lnTo>
                    <a:pt x="607" y="876"/>
                  </a:lnTo>
                  <a:lnTo>
                    <a:pt x="674" y="808"/>
                  </a:lnTo>
                  <a:lnTo>
                    <a:pt x="708" y="741"/>
                  </a:lnTo>
                  <a:lnTo>
                    <a:pt x="741" y="674"/>
                  </a:lnTo>
                  <a:lnTo>
                    <a:pt x="741" y="573"/>
                  </a:lnTo>
                  <a:lnTo>
                    <a:pt x="674" y="505"/>
                  </a:lnTo>
                  <a:lnTo>
                    <a:pt x="640" y="438"/>
                  </a:lnTo>
                  <a:lnTo>
                    <a:pt x="539" y="404"/>
                  </a:lnTo>
                  <a:lnTo>
                    <a:pt x="472" y="371"/>
                  </a:lnTo>
                  <a:lnTo>
                    <a:pt x="304" y="404"/>
                  </a:lnTo>
                  <a:lnTo>
                    <a:pt x="270" y="270"/>
                  </a:lnTo>
                  <a:lnTo>
                    <a:pt x="506" y="202"/>
                  </a:lnTo>
                  <a:lnTo>
                    <a:pt x="708" y="101"/>
                  </a:lnTo>
                  <a:lnTo>
                    <a:pt x="741" y="68"/>
                  </a:lnTo>
                  <a:lnTo>
                    <a:pt x="708" y="34"/>
                  </a:lnTo>
                  <a:lnTo>
                    <a:pt x="53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5" name="Google Shape;425;p3"/>
            <p:cNvSpPr/>
            <p:nvPr/>
          </p:nvSpPr>
          <p:spPr>
            <a:xfrm>
              <a:off x="3896179" y="4359815"/>
              <a:ext cx="31864" cy="36835"/>
            </a:xfrm>
            <a:custGeom>
              <a:avLst/>
              <a:gdLst/>
              <a:ahLst/>
              <a:cxnLst/>
              <a:rect l="l" t="t" r="r" b="b"/>
              <a:pathLst>
                <a:path w="641" h="741" extrusionOk="0">
                  <a:moveTo>
                    <a:pt x="405" y="371"/>
                  </a:moveTo>
                  <a:lnTo>
                    <a:pt x="371" y="438"/>
                  </a:lnTo>
                  <a:lnTo>
                    <a:pt x="338" y="505"/>
                  </a:lnTo>
                  <a:lnTo>
                    <a:pt x="270" y="539"/>
                  </a:lnTo>
                  <a:lnTo>
                    <a:pt x="203" y="539"/>
                  </a:lnTo>
                  <a:lnTo>
                    <a:pt x="169" y="505"/>
                  </a:lnTo>
                  <a:lnTo>
                    <a:pt x="203" y="472"/>
                  </a:lnTo>
                  <a:lnTo>
                    <a:pt x="237" y="438"/>
                  </a:lnTo>
                  <a:lnTo>
                    <a:pt x="338" y="371"/>
                  </a:lnTo>
                  <a:close/>
                  <a:moveTo>
                    <a:pt x="405" y="0"/>
                  </a:moveTo>
                  <a:lnTo>
                    <a:pt x="270" y="34"/>
                  </a:lnTo>
                  <a:lnTo>
                    <a:pt x="203" y="68"/>
                  </a:lnTo>
                  <a:lnTo>
                    <a:pt x="169" y="135"/>
                  </a:lnTo>
                  <a:lnTo>
                    <a:pt x="169" y="169"/>
                  </a:lnTo>
                  <a:lnTo>
                    <a:pt x="203" y="236"/>
                  </a:lnTo>
                  <a:lnTo>
                    <a:pt x="136" y="270"/>
                  </a:lnTo>
                  <a:lnTo>
                    <a:pt x="35" y="371"/>
                  </a:lnTo>
                  <a:lnTo>
                    <a:pt x="1" y="472"/>
                  </a:lnTo>
                  <a:lnTo>
                    <a:pt x="1" y="573"/>
                  </a:lnTo>
                  <a:lnTo>
                    <a:pt x="35" y="674"/>
                  </a:lnTo>
                  <a:lnTo>
                    <a:pt x="136" y="741"/>
                  </a:lnTo>
                  <a:lnTo>
                    <a:pt x="270" y="741"/>
                  </a:lnTo>
                  <a:lnTo>
                    <a:pt x="371" y="707"/>
                  </a:lnTo>
                  <a:lnTo>
                    <a:pt x="472" y="674"/>
                  </a:lnTo>
                  <a:lnTo>
                    <a:pt x="573" y="539"/>
                  </a:lnTo>
                  <a:lnTo>
                    <a:pt x="607" y="404"/>
                  </a:lnTo>
                  <a:lnTo>
                    <a:pt x="641" y="270"/>
                  </a:lnTo>
                  <a:lnTo>
                    <a:pt x="607" y="135"/>
                  </a:lnTo>
                  <a:lnTo>
                    <a:pt x="573" y="34"/>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6" name="Google Shape;426;p3"/>
            <p:cNvSpPr/>
            <p:nvPr/>
          </p:nvSpPr>
          <p:spPr>
            <a:xfrm>
              <a:off x="1973198" y="3258539"/>
              <a:ext cx="2344821" cy="1882915"/>
            </a:xfrm>
            <a:custGeom>
              <a:avLst/>
              <a:gdLst/>
              <a:ahLst/>
              <a:cxnLst/>
              <a:rect l="l" t="t" r="r" b="b"/>
              <a:pathLst>
                <a:path w="47170" h="37878" extrusionOk="0">
                  <a:moveTo>
                    <a:pt x="5960" y="26161"/>
                  </a:moveTo>
                  <a:lnTo>
                    <a:pt x="5960" y="28955"/>
                  </a:lnTo>
                  <a:lnTo>
                    <a:pt x="5690" y="29056"/>
                  </a:lnTo>
                  <a:lnTo>
                    <a:pt x="5488" y="29157"/>
                  </a:lnTo>
                  <a:lnTo>
                    <a:pt x="5286" y="29326"/>
                  </a:lnTo>
                  <a:lnTo>
                    <a:pt x="5118" y="29494"/>
                  </a:lnTo>
                  <a:lnTo>
                    <a:pt x="4950" y="29696"/>
                  </a:lnTo>
                  <a:lnTo>
                    <a:pt x="4781" y="29932"/>
                  </a:lnTo>
                  <a:lnTo>
                    <a:pt x="4680" y="30167"/>
                  </a:lnTo>
                  <a:lnTo>
                    <a:pt x="4546" y="30437"/>
                  </a:lnTo>
                  <a:lnTo>
                    <a:pt x="4377" y="30942"/>
                  </a:lnTo>
                  <a:lnTo>
                    <a:pt x="4243" y="31480"/>
                  </a:lnTo>
                  <a:lnTo>
                    <a:pt x="4175" y="32019"/>
                  </a:lnTo>
                  <a:lnTo>
                    <a:pt x="4142" y="32490"/>
                  </a:lnTo>
                  <a:lnTo>
                    <a:pt x="4108" y="32894"/>
                  </a:lnTo>
                  <a:lnTo>
                    <a:pt x="4108" y="33298"/>
                  </a:lnTo>
                  <a:lnTo>
                    <a:pt x="4175" y="33702"/>
                  </a:lnTo>
                  <a:lnTo>
                    <a:pt x="4209" y="34106"/>
                  </a:lnTo>
                  <a:lnTo>
                    <a:pt x="4209" y="34106"/>
                  </a:lnTo>
                  <a:lnTo>
                    <a:pt x="3906" y="33871"/>
                  </a:lnTo>
                  <a:lnTo>
                    <a:pt x="3603" y="33601"/>
                  </a:lnTo>
                  <a:lnTo>
                    <a:pt x="3333" y="33332"/>
                  </a:lnTo>
                  <a:lnTo>
                    <a:pt x="3131" y="33063"/>
                  </a:lnTo>
                  <a:lnTo>
                    <a:pt x="2963" y="32760"/>
                  </a:lnTo>
                  <a:lnTo>
                    <a:pt x="2795" y="32457"/>
                  </a:lnTo>
                  <a:lnTo>
                    <a:pt x="2660" y="32120"/>
                  </a:lnTo>
                  <a:lnTo>
                    <a:pt x="2559" y="31783"/>
                  </a:lnTo>
                  <a:lnTo>
                    <a:pt x="2492" y="31413"/>
                  </a:lnTo>
                  <a:lnTo>
                    <a:pt x="2424" y="31076"/>
                  </a:lnTo>
                  <a:lnTo>
                    <a:pt x="2391" y="30706"/>
                  </a:lnTo>
                  <a:lnTo>
                    <a:pt x="2391" y="30369"/>
                  </a:lnTo>
                  <a:lnTo>
                    <a:pt x="2424" y="29965"/>
                  </a:lnTo>
                  <a:lnTo>
                    <a:pt x="2458" y="29595"/>
                  </a:lnTo>
                  <a:lnTo>
                    <a:pt x="2559" y="29225"/>
                  </a:lnTo>
                  <a:lnTo>
                    <a:pt x="2660" y="28854"/>
                  </a:lnTo>
                  <a:lnTo>
                    <a:pt x="2795" y="28484"/>
                  </a:lnTo>
                  <a:lnTo>
                    <a:pt x="2997" y="28147"/>
                  </a:lnTo>
                  <a:lnTo>
                    <a:pt x="3199" y="27811"/>
                  </a:lnTo>
                  <a:lnTo>
                    <a:pt x="3434" y="27508"/>
                  </a:lnTo>
                  <a:lnTo>
                    <a:pt x="3704" y="27238"/>
                  </a:lnTo>
                  <a:lnTo>
                    <a:pt x="3973" y="27002"/>
                  </a:lnTo>
                  <a:lnTo>
                    <a:pt x="4276" y="26800"/>
                  </a:lnTo>
                  <a:lnTo>
                    <a:pt x="4579" y="26632"/>
                  </a:lnTo>
                  <a:lnTo>
                    <a:pt x="4916" y="26497"/>
                  </a:lnTo>
                  <a:lnTo>
                    <a:pt x="5253" y="26363"/>
                  </a:lnTo>
                  <a:lnTo>
                    <a:pt x="5960" y="26161"/>
                  </a:lnTo>
                  <a:close/>
                  <a:moveTo>
                    <a:pt x="5960" y="29157"/>
                  </a:moveTo>
                  <a:lnTo>
                    <a:pt x="5993" y="32356"/>
                  </a:lnTo>
                  <a:lnTo>
                    <a:pt x="6027" y="33904"/>
                  </a:lnTo>
                  <a:lnTo>
                    <a:pt x="5859" y="34106"/>
                  </a:lnTo>
                  <a:lnTo>
                    <a:pt x="5724" y="34241"/>
                  </a:lnTo>
                  <a:lnTo>
                    <a:pt x="5556" y="34342"/>
                  </a:lnTo>
                  <a:lnTo>
                    <a:pt x="5387" y="34409"/>
                  </a:lnTo>
                  <a:lnTo>
                    <a:pt x="5017" y="34409"/>
                  </a:lnTo>
                  <a:lnTo>
                    <a:pt x="4815" y="34376"/>
                  </a:lnTo>
                  <a:lnTo>
                    <a:pt x="4647" y="34308"/>
                  </a:lnTo>
                  <a:lnTo>
                    <a:pt x="4546" y="33904"/>
                  </a:lnTo>
                  <a:lnTo>
                    <a:pt x="4478" y="33534"/>
                  </a:lnTo>
                  <a:lnTo>
                    <a:pt x="4445" y="33130"/>
                  </a:lnTo>
                  <a:lnTo>
                    <a:pt x="4445" y="32726"/>
                  </a:lnTo>
                  <a:lnTo>
                    <a:pt x="4478" y="32221"/>
                  </a:lnTo>
                  <a:lnTo>
                    <a:pt x="4512" y="31716"/>
                  </a:lnTo>
                  <a:lnTo>
                    <a:pt x="4647" y="31211"/>
                  </a:lnTo>
                  <a:lnTo>
                    <a:pt x="4781" y="30740"/>
                  </a:lnTo>
                  <a:lnTo>
                    <a:pt x="5017" y="30302"/>
                  </a:lnTo>
                  <a:lnTo>
                    <a:pt x="5253" y="29864"/>
                  </a:lnTo>
                  <a:lnTo>
                    <a:pt x="5589" y="29494"/>
                  </a:lnTo>
                  <a:lnTo>
                    <a:pt x="5960" y="29157"/>
                  </a:lnTo>
                  <a:close/>
                  <a:moveTo>
                    <a:pt x="6027" y="34342"/>
                  </a:moveTo>
                  <a:lnTo>
                    <a:pt x="6027" y="35352"/>
                  </a:lnTo>
                  <a:lnTo>
                    <a:pt x="6061" y="36396"/>
                  </a:lnTo>
                  <a:lnTo>
                    <a:pt x="5892" y="36396"/>
                  </a:lnTo>
                  <a:lnTo>
                    <a:pt x="5791" y="36329"/>
                  </a:lnTo>
                  <a:lnTo>
                    <a:pt x="5556" y="36127"/>
                  </a:lnTo>
                  <a:lnTo>
                    <a:pt x="5320" y="35857"/>
                  </a:lnTo>
                  <a:lnTo>
                    <a:pt x="5185" y="35723"/>
                  </a:lnTo>
                  <a:lnTo>
                    <a:pt x="5051" y="35487"/>
                  </a:lnTo>
                  <a:lnTo>
                    <a:pt x="4950" y="35251"/>
                  </a:lnTo>
                  <a:lnTo>
                    <a:pt x="4781" y="34746"/>
                  </a:lnTo>
                  <a:lnTo>
                    <a:pt x="4714" y="34611"/>
                  </a:lnTo>
                  <a:lnTo>
                    <a:pt x="4714" y="34611"/>
                  </a:lnTo>
                  <a:lnTo>
                    <a:pt x="5084" y="34679"/>
                  </a:lnTo>
                  <a:lnTo>
                    <a:pt x="5421" y="34645"/>
                  </a:lnTo>
                  <a:lnTo>
                    <a:pt x="5556" y="34611"/>
                  </a:lnTo>
                  <a:lnTo>
                    <a:pt x="5724" y="34544"/>
                  </a:lnTo>
                  <a:lnTo>
                    <a:pt x="5859" y="34443"/>
                  </a:lnTo>
                  <a:lnTo>
                    <a:pt x="6027" y="34342"/>
                  </a:lnTo>
                  <a:close/>
                  <a:moveTo>
                    <a:pt x="34" y="1"/>
                  </a:moveTo>
                  <a:lnTo>
                    <a:pt x="0" y="34"/>
                  </a:lnTo>
                  <a:lnTo>
                    <a:pt x="0" y="102"/>
                  </a:lnTo>
                  <a:lnTo>
                    <a:pt x="303" y="1112"/>
                  </a:lnTo>
                  <a:lnTo>
                    <a:pt x="640" y="2122"/>
                  </a:lnTo>
                  <a:lnTo>
                    <a:pt x="1347" y="4142"/>
                  </a:lnTo>
                  <a:lnTo>
                    <a:pt x="2761" y="8317"/>
                  </a:lnTo>
                  <a:lnTo>
                    <a:pt x="3502" y="10337"/>
                  </a:lnTo>
                  <a:lnTo>
                    <a:pt x="4276" y="12323"/>
                  </a:lnTo>
                  <a:lnTo>
                    <a:pt x="5118" y="14310"/>
                  </a:lnTo>
                  <a:lnTo>
                    <a:pt x="5993" y="16262"/>
                  </a:lnTo>
                  <a:lnTo>
                    <a:pt x="6027" y="16296"/>
                  </a:lnTo>
                  <a:lnTo>
                    <a:pt x="5993" y="16363"/>
                  </a:lnTo>
                  <a:lnTo>
                    <a:pt x="6027" y="16397"/>
                  </a:lnTo>
                  <a:lnTo>
                    <a:pt x="6027" y="16431"/>
                  </a:lnTo>
                  <a:lnTo>
                    <a:pt x="6094" y="16464"/>
                  </a:lnTo>
                  <a:lnTo>
                    <a:pt x="6498" y="16464"/>
                  </a:lnTo>
                  <a:lnTo>
                    <a:pt x="6397" y="16565"/>
                  </a:lnTo>
                  <a:lnTo>
                    <a:pt x="6296" y="16700"/>
                  </a:lnTo>
                  <a:lnTo>
                    <a:pt x="6162" y="17037"/>
                  </a:lnTo>
                  <a:lnTo>
                    <a:pt x="6094" y="17340"/>
                  </a:lnTo>
                  <a:lnTo>
                    <a:pt x="6061" y="17643"/>
                  </a:lnTo>
                  <a:lnTo>
                    <a:pt x="6027" y="18316"/>
                  </a:lnTo>
                  <a:lnTo>
                    <a:pt x="6027" y="18956"/>
                  </a:lnTo>
                  <a:lnTo>
                    <a:pt x="6027" y="19562"/>
                  </a:lnTo>
                  <a:lnTo>
                    <a:pt x="5960" y="22760"/>
                  </a:lnTo>
                  <a:lnTo>
                    <a:pt x="5960" y="25959"/>
                  </a:lnTo>
                  <a:lnTo>
                    <a:pt x="5960" y="26060"/>
                  </a:lnTo>
                  <a:lnTo>
                    <a:pt x="5556" y="26060"/>
                  </a:lnTo>
                  <a:lnTo>
                    <a:pt x="5152" y="26127"/>
                  </a:lnTo>
                  <a:lnTo>
                    <a:pt x="4748" y="26262"/>
                  </a:lnTo>
                  <a:lnTo>
                    <a:pt x="4344" y="26430"/>
                  </a:lnTo>
                  <a:lnTo>
                    <a:pt x="3973" y="26632"/>
                  </a:lnTo>
                  <a:lnTo>
                    <a:pt x="3636" y="26901"/>
                  </a:lnTo>
                  <a:lnTo>
                    <a:pt x="3333" y="27171"/>
                  </a:lnTo>
                  <a:lnTo>
                    <a:pt x="3064" y="27474"/>
                  </a:lnTo>
                  <a:lnTo>
                    <a:pt x="2795" y="27912"/>
                  </a:lnTo>
                  <a:lnTo>
                    <a:pt x="2559" y="28349"/>
                  </a:lnTo>
                  <a:lnTo>
                    <a:pt x="2391" y="28787"/>
                  </a:lnTo>
                  <a:lnTo>
                    <a:pt x="2222" y="29258"/>
                  </a:lnTo>
                  <a:lnTo>
                    <a:pt x="2155" y="29730"/>
                  </a:lnTo>
                  <a:lnTo>
                    <a:pt x="2088" y="30235"/>
                  </a:lnTo>
                  <a:lnTo>
                    <a:pt x="2088" y="30706"/>
                  </a:lnTo>
                  <a:lnTo>
                    <a:pt x="2121" y="31211"/>
                  </a:lnTo>
                  <a:lnTo>
                    <a:pt x="2222" y="31649"/>
                  </a:lnTo>
                  <a:lnTo>
                    <a:pt x="2323" y="32053"/>
                  </a:lnTo>
                  <a:lnTo>
                    <a:pt x="2458" y="32457"/>
                  </a:lnTo>
                  <a:lnTo>
                    <a:pt x="2660" y="32861"/>
                  </a:lnTo>
                  <a:lnTo>
                    <a:pt x="2862" y="33231"/>
                  </a:lnTo>
                  <a:lnTo>
                    <a:pt x="3131" y="33601"/>
                  </a:lnTo>
                  <a:lnTo>
                    <a:pt x="3434" y="33904"/>
                  </a:lnTo>
                  <a:lnTo>
                    <a:pt x="3771" y="34174"/>
                  </a:lnTo>
                  <a:lnTo>
                    <a:pt x="4041" y="34342"/>
                  </a:lnTo>
                  <a:lnTo>
                    <a:pt x="4310" y="34477"/>
                  </a:lnTo>
                  <a:lnTo>
                    <a:pt x="4411" y="34813"/>
                  </a:lnTo>
                  <a:lnTo>
                    <a:pt x="4546" y="35150"/>
                  </a:lnTo>
                  <a:lnTo>
                    <a:pt x="4714" y="35487"/>
                  </a:lnTo>
                  <a:lnTo>
                    <a:pt x="4882" y="35790"/>
                  </a:lnTo>
                  <a:lnTo>
                    <a:pt x="5084" y="36059"/>
                  </a:lnTo>
                  <a:lnTo>
                    <a:pt x="5320" y="36329"/>
                  </a:lnTo>
                  <a:lnTo>
                    <a:pt x="5589" y="36531"/>
                  </a:lnTo>
                  <a:lnTo>
                    <a:pt x="5859" y="36733"/>
                  </a:lnTo>
                  <a:lnTo>
                    <a:pt x="5993" y="36766"/>
                  </a:lnTo>
                  <a:lnTo>
                    <a:pt x="6061" y="36699"/>
                  </a:lnTo>
                  <a:lnTo>
                    <a:pt x="6128" y="37305"/>
                  </a:lnTo>
                  <a:lnTo>
                    <a:pt x="6195" y="37877"/>
                  </a:lnTo>
                  <a:lnTo>
                    <a:pt x="6431" y="37877"/>
                  </a:lnTo>
                  <a:lnTo>
                    <a:pt x="6330" y="36935"/>
                  </a:lnTo>
                  <a:lnTo>
                    <a:pt x="6296" y="35958"/>
                  </a:lnTo>
                  <a:lnTo>
                    <a:pt x="6263" y="34982"/>
                  </a:lnTo>
                  <a:lnTo>
                    <a:pt x="6263" y="34039"/>
                  </a:lnTo>
                  <a:lnTo>
                    <a:pt x="6296" y="33938"/>
                  </a:lnTo>
                  <a:lnTo>
                    <a:pt x="6263" y="33871"/>
                  </a:lnTo>
                  <a:lnTo>
                    <a:pt x="6263" y="32894"/>
                  </a:lnTo>
                  <a:lnTo>
                    <a:pt x="6195" y="30100"/>
                  </a:lnTo>
                  <a:lnTo>
                    <a:pt x="6195" y="27306"/>
                  </a:lnTo>
                  <a:lnTo>
                    <a:pt x="6195" y="24511"/>
                  </a:lnTo>
                  <a:lnTo>
                    <a:pt x="6195" y="21717"/>
                  </a:lnTo>
                  <a:lnTo>
                    <a:pt x="6263" y="19057"/>
                  </a:lnTo>
                  <a:lnTo>
                    <a:pt x="6229" y="18417"/>
                  </a:lnTo>
                  <a:lnTo>
                    <a:pt x="6229" y="18047"/>
                  </a:lnTo>
                  <a:lnTo>
                    <a:pt x="6229" y="17643"/>
                  </a:lnTo>
                  <a:lnTo>
                    <a:pt x="6296" y="17272"/>
                  </a:lnTo>
                  <a:lnTo>
                    <a:pt x="6397" y="16936"/>
                  </a:lnTo>
                  <a:lnTo>
                    <a:pt x="6465" y="16801"/>
                  </a:lnTo>
                  <a:lnTo>
                    <a:pt x="6532" y="16666"/>
                  </a:lnTo>
                  <a:lnTo>
                    <a:pt x="6667" y="16565"/>
                  </a:lnTo>
                  <a:lnTo>
                    <a:pt x="6768" y="16464"/>
                  </a:lnTo>
                  <a:lnTo>
                    <a:pt x="8013" y="16431"/>
                  </a:lnTo>
                  <a:lnTo>
                    <a:pt x="9225" y="16431"/>
                  </a:lnTo>
                  <a:lnTo>
                    <a:pt x="10471" y="16363"/>
                  </a:lnTo>
                  <a:lnTo>
                    <a:pt x="11683" y="16262"/>
                  </a:lnTo>
                  <a:lnTo>
                    <a:pt x="11683" y="16397"/>
                  </a:lnTo>
                  <a:lnTo>
                    <a:pt x="11683" y="16532"/>
                  </a:lnTo>
                  <a:lnTo>
                    <a:pt x="11683" y="16801"/>
                  </a:lnTo>
                  <a:lnTo>
                    <a:pt x="11750" y="17407"/>
                  </a:lnTo>
                  <a:lnTo>
                    <a:pt x="11851" y="18013"/>
                  </a:lnTo>
                  <a:lnTo>
                    <a:pt x="11885" y="18080"/>
                  </a:lnTo>
                  <a:lnTo>
                    <a:pt x="11952" y="18080"/>
                  </a:lnTo>
                  <a:lnTo>
                    <a:pt x="11986" y="18114"/>
                  </a:lnTo>
                  <a:lnTo>
                    <a:pt x="13030" y="18181"/>
                  </a:lnTo>
                  <a:lnTo>
                    <a:pt x="14107" y="18181"/>
                  </a:lnTo>
                  <a:lnTo>
                    <a:pt x="16195" y="18148"/>
                  </a:lnTo>
                  <a:lnTo>
                    <a:pt x="20706" y="18148"/>
                  </a:lnTo>
                  <a:lnTo>
                    <a:pt x="29393" y="18181"/>
                  </a:lnTo>
                  <a:lnTo>
                    <a:pt x="47001" y="18181"/>
                  </a:lnTo>
                  <a:lnTo>
                    <a:pt x="47035" y="18148"/>
                  </a:lnTo>
                  <a:lnTo>
                    <a:pt x="47102" y="18114"/>
                  </a:lnTo>
                  <a:lnTo>
                    <a:pt x="47136" y="18047"/>
                  </a:lnTo>
                  <a:lnTo>
                    <a:pt x="47136" y="17979"/>
                  </a:lnTo>
                  <a:lnTo>
                    <a:pt x="47136" y="17946"/>
                  </a:lnTo>
                  <a:lnTo>
                    <a:pt x="47068" y="17912"/>
                  </a:lnTo>
                  <a:lnTo>
                    <a:pt x="47068" y="17744"/>
                  </a:lnTo>
                  <a:lnTo>
                    <a:pt x="47068" y="17542"/>
                  </a:lnTo>
                  <a:lnTo>
                    <a:pt x="47102" y="17542"/>
                  </a:lnTo>
                  <a:lnTo>
                    <a:pt x="47136" y="17508"/>
                  </a:lnTo>
                  <a:lnTo>
                    <a:pt x="47169" y="17407"/>
                  </a:lnTo>
                  <a:lnTo>
                    <a:pt x="47136" y="17306"/>
                  </a:lnTo>
                  <a:lnTo>
                    <a:pt x="47102" y="17272"/>
                  </a:lnTo>
                  <a:lnTo>
                    <a:pt x="47035" y="17272"/>
                  </a:lnTo>
                  <a:lnTo>
                    <a:pt x="47035" y="16902"/>
                  </a:lnTo>
                  <a:lnTo>
                    <a:pt x="47035" y="16565"/>
                  </a:lnTo>
                  <a:lnTo>
                    <a:pt x="47001" y="16363"/>
                  </a:lnTo>
                  <a:lnTo>
                    <a:pt x="46900" y="16229"/>
                  </a:lnTo>
                  <a:lnTo>
                    <a:pt x="46833" y="16330"/>
                  </a:lnTo>
                  <a:lnTo>
                    <a:pt x="46799" y="16464"/>
                  </a:lnTo>
                  <a:lnTo>
                    <a:pt x="46799" y="16767"/>
                  </a:lnTo>
                  <a:lnTo>
                    <a:pt x="46833" y="17340"/>
                  </a:lnTo>
                  <a:lnTo>
                    <a:pt x="38079" y="17474"/>
                  </a:lnTo>
                  <a:lnTo>
                    <a:pt x="33702" y="17508"/>
                  </a:lnTo>
                  <a:lnTo>
                    <a:pt x="29325" y="17542"/>
                  </a:lnTo>
                  <a:lnTo>
                    <a:pt x="24881" y="17542"/>
                  </a:lnTo>
                  <a:lnTo>
                    <a:pt x="20437" y="17508"/>
                  </a:lnTo>
                  <a:lnTo>
                    <a:pt x="16296" y="17441"/>
                  </a:lnTo>
                  <a:lnTo>
                    <a:pt x="14141" y="17407"/>
                  </a:lnTo>
                  <a:lnTo>
                    <a:pt x="13064" y="17373"/>
                  </a:lnTo>
                  <a:lnTo>
                    <a:pt x="12525" y="17373"/>
                  </a:lnTo>
                  <a:lnTo>
                    <a:pt x="12256" y="17407"/>
                  </a:lnTo>
                  <a:lnTo>
                    <a:pt x="11986" y="17474"/>
                  </a:lnTo>
                  <a:lnTo>
                    <a:pt x="11986" y="17508"/>
                  </a:lnTo>
                  <a:lnTo>
                    <a:pt x="12222" y="17542"/>
                  </a:lnTo>
                  <a:lnTo>
                    <a:pt x="12458" y="17609"/>
                  </a:lnTo>
                  <a:lnTo>
                    <a:pt x="12929" y="17643"/>
                  </a:lnTo>
                  <a:lnTo>
                    <a:pt x="13872" y="17643"/>
                  </a:lnTo>
                  <a:lnTo>
                    <a:pt x="16026" y="17676"/>
                  </a:lnTo>
                  <a:lnTo>
                    <a:pt x="20437" y="17744"/>
                  </a:lnTo>
                  <a:lnTo>
                    <a:pt x="24881" y="17777"/>
                  </a:lnTo>
                  <a:lnTo>
                    <a:pt x="29325" y="17811"/>
                  </a:lnTo>
                  <a:lnTo>
                    <a:pt x="33702" y="17777"/>
                  </a:lnTo>
                  <a:lnTo>
                    <a:pt x="38079" y="17710"/>
                  </a:lnTo>
                  <a:lnTo>
                    <a:pt x="46833" y="17575"/>
                  </a:lnTo>
                  <a:lnTo>
                    <a:pt x="46833" y="17777"/>
                  </a:lnTo>
                  <a:lnTo>
                    <a:pt x="46833" y="17946"/>
                  </a:lnTo>
                  <a:lnTo>
                    <a:pt x="38113" y="17979"/>
                  </a:lnTo>
                  <a:lnTo>
                    <a:pt x="29393" y="17979"/>
                  </a:lnTo>
                  <a:lnTo>
                    <a:pt x="20706" y="17946"/>
                  </a:lnTo>
                  <a:lnTo>
                    <a:pt x="16464" y="17946"/>
                  </a:lnTo>
                  <a:lnTo>
                    <a:pt x="14276" y="17912"/>
                  </a:lnTo>
                  <a:lnTo>
                    <a:pt x="13165" y="17946"/>
                  </a:lnTo>
                  <a:lnTo>
                    <a:pt x="12087" y="17979"/>
                  </a:lnTo>
                  <a:lnTo>
                    <a:pt x="11986" y="17508"/>
                  </a:lnTo>
                  <a:lnTo>
                    <a:pt x="11919" y="17070"/>
                  </a:lnTo>
                  <a:lnTo>
                    <a:pt x="11885" y="16666"/>
                  </a:lnTo>
                  <a:lnTo>
                    <a:pt x="11885" y="16363"/>
                  </a:lnTo>
                  <a:lnTo>
                    <a:pt x="11885" y="16296"/>
                  </a:lnTo>
                  <a:lnTo>
                    <a:pt x="11851" y="16229"/>
                  </a:lnTo>
                  <a:lnTo>
                    <a:pt x="11885" y="16195"/>
                  </a:lnTo>
                  <a:lnTo>
                    <a:pt x="11885" y="16161"/>
                  </a:lnTo>
                  <a:lnTo>
                    <a:pt x="11851" y="16128"/>
                  </a:lnTo>
                  <a:lnTo>
                    <a:pt x="11818" y="16060"/>
                  </a:lnTo>
                  <a:lnTo>
                    <a:pt x="11750" y="16027"/>
                  </a:lnTo>
                  <a:lnTo>
                    <a:pt x="10370" y="16027"/>
                  </a:lnTo>
                  <a:lnTo>
                    <a:pt x="8990" y="16094"/>
                  </a:lnTo>
                  <a:lnTo>
                    <a:pt x="7576" y="16161"/>
                  </a:lnTo>
                  <a:lnTo>
                    <a:pt x="6229" y="16262"/>
                  </a:lnTo>
                  <a:lnTo>
                    <a:pt x="6229" y="16195"/>
                  </a:lnTo>
                  <a:lnTo>
                    <a:pt x="6229" y="16128"/>
                  </a:lnTo>
                  <a:lnTo>
                    <a:pt x="5320" y="14141"/>
                  </a:lnTo>
                  <a:lnTo>
                    <a:pt x="4512" y="12088"/>
                  </a:lnTo>
                  <a:lnTo>
                    <a:pt x="3704" y="10067"/>
                  </a:lnTo>
                  <a:lnTo>
                    <a:pt x="2929" y="7980"/>
                  </a:lnTo>
                  <a:lnTo>
                    <a:pt x="1549" y="4075"/>
                  </a:lnTo>
                  <a:lnTo>
                    <a:pt x="876" y="2054"/>
                  </a:lnTo>
                  <a:lnTo>
                    <a:pt x="505" y="1044"/>
                  </a:lnTo>
                  <a:lnTo>
                    <a:pt x="101"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7" name="Google Shape;427;p3"/>
            <p:cNvSpPr/>
            <p:nvPr/>
          </p:nvSpPr>
          <p:spPr>
            <a:xfrm>
              <a:off x="2021714" y="4870287"/>
              <a:ext cx="13471" cy="18442"/>
            </a:xfrm>
            <a:custGeom>
              <a:avLst/>
              <a:gdLst/>
              <a:ahLst/>
              <a:cxnLst/>
              <a:rect l="l" t="t" r="r" b="b"/>
              <a:pathLst>
                <a:path w="271" h="371" extrusionOk="0">
                  <a:moveTo>
                    <a:pt x="1" y="0"/>
                  </a:moveTo>
                  <a:lnTo>
                    <a:pt x="1" y="67"/>
                  </a:lnTo>
                  <a:lnTo>
                    <a:pt x="34" y="303"/>
                  </a:lnTo>
                  <a:lnTo>
                    <a:pt x="34" y="337"/>
                  </a:lnTo>
                  <a:lnTo>
                    <a:pt x="68" y="370"/>
                  </a:lnTo>
                  <a:lnTo>
                    <a:pt x="169" y="370"/>
                  </a:lnTo>
                  <a:lnTo>
                    <a:pt x="236" y="303"/>
                  </a:lnTo>
                  <a:lnTo>
                    <a:pt x="270" y="269"/>
                  </a:lnTo>
                  <a:lnTo>
                    <a:pt x="236" y="236"/>
                  </a:lnTo>
                  <a:lnTo>
                    <a:pt x="169" y="34"/>
                  </a:lnTo>
                  <a:lnTo>
                    <a:pt x="13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8" name="Google Shape;428;p3"/>
            <p:cNvSpPr/>
            <p:nvPr/>
          </p:nvSpPr>
          <p:spPr>
            <a:xfrm>
              <a:off x="1112916" y="4369856"/>
              <a:ext cx="286280" cy="771599"/>
            </a:xfrm>
            <a:custGeom>
              <a:avLst/>
              <a:gdLst/>
              <a:ahLst/>
              <a:cxnLst/>
              <a:rect l="l" t="t" r="r" b="b"/>
              <a:pathLst>
                <a:path w="5759" h="15522" extrusionOk="0">
                  <a:moveTo>
                    <a:pt x="1651" y="202"/>
                  </a:moveTo>
                  <a:lnTo>
                    <a:pt x="1853" y="236"/>
                  </a:lnTo>
                  <a:lnTo>
                    <a:pt x="2021" y="270"/>
                  </a:lnTo>
                  <a:lnTo>
                    <a:pt x="2189" y="371"/>
                  </a:lnTo>
                  <a:lnTo>
                    <a:pt x="2324" y="505"/>
                  </a:lnTo>
                  <a:lnTo>
                    <a:pt x="2459" y="674"/>
                  </a:lnTo>
                  <a:lnTo>
                    <a:pt x="2560" y="842"/>
                  </a:lnTo>
                  <a:lnTo>
                    <a:pt x="2425" y="909"/>
                  </a:lnTo>
                  <a:lnTo>
                    <a:pt x="2290" y="1010"/>
                  </a:lnTo>
                  <a:lnTo>
                    <a:pt x="2223" y="1145"/>
                  </a:lnTo>
                  <a:lnTo>
                    <a:pt x="2189" y="1313"/>
                  </a:lnTo>
                  <a:lnTo>
                    <a:pt x="2156" y="1448"/>
                  </a:lnTo>
                  <a:lnTo>
                    <a:pt x="2189" y="1583"/>
                  </a:lnTo>
                  <a:lnTo>
                    <a:pt x="2223" y="1684"/>
                  </a:lnTo>
                  <a:lnTo>
                    <a:pt x="2324" y="1785"/>
                  </a:lnTo>
                  <a:lnTo>
                    <a:pt x="2425" y="1818"/>
                  </a:lnTo>
                  <a:lnTo>
                    <a:pt x="2593" y="1818"/>
                  </a:lnTo>
                  <a:lnTo>
                    <a:pt x="2661" y="1785"/>
                  </a:lnTo>
                  <a:lnTo>
                    <a:pt x="2694" y="1717"/>
                  </a:lnTo>
                  <a:lnTo>
                    <a:pt x="2694" y="1650"/>
                  </a:lnTo>
                  <a:lnTo>
                    <a:pt x="2728" y="1650"/>
                  </a:lnTo>
                  <a:lnTo>
                    <a:pt x="2728" y="1751"/>
                  </a:lnTo>
                  <a:lnTo>
                    <a:pt x="2694" y="1953"/>
                  </a:lnTo>
                  <a:lnTo>
                    <a:pt x="2627" y="2121"/>
                  </a:lnTo>
                  <a:lnTo>
                    <a:pt x="2526" y="2256"/>
                  </a:lnTo>
                  <a:lnTo>
                    <a:pt x="2391" y="2357"/>
                  </a:lnTo>
                  <a:lnTo>
                    <a:pt x="2257" y="2424"/>
                  </a:lnTo>
                  <a:lnTo>
                    <a:pt x="2055" y="2492"/>
                  </a:lnTo>
                  <a:lnTo>
                    <a:pt x="1853" y="2458"/>
                  </a:lnTo>
                  <a:lnTo>
                    <a:pt x="1819" y="2492"/>
                  </a:lnTo>
                  <a:lnTo>
                    <a:pt x="1785" y="2492"/>
                  </a:lnTo>
                  <a:lnTo>
                    <a:pt x="1785" y="2559"/>
                  </a:lnTo>
                  <a:lnTo>
                    <a:pt x="1785" y="2593"/>
                  </a:lnTo>
                  <a:lnTo>
                    <a:pt x="1853" y="3030"/>
                  </a:lnTo>
                  <a:lnTo>
                    <a:pt x="1920" y="3434"/>
                  </a:lnTo>
                  <a:lnTo>
                    <a:pt x="2122" y="4276"/>
                  </a:lnTo>
                  <a:lnTo>
                    <a:pt x="2257" y="4815"/>
                  </a:lnTo>
                  <a:lnTo>
                    <a:pt x="2290" y="5387"/>
                  </a:lnTo>
                  <a:lnTo>
                    <a:pt x="2290" y="5623"/>
                  </a:lnTo>
                  <a:lnTo>
                    <a:pt x="2257" y="5926"/>
                  </a:lnTo>
                  <a:lnTo>
                    <a:pt x="2223" y="6027"/>
                  </a:lnTo>
                  <a:lnTo>
                    <a:pt x="2156" y="6128"/>
                  </a:lnTo>
                  <a:lnTo>
                    <a:pt x="2088" y="6162"/>
                  </a:lnTo>
                  <a:lnTo>
                    <a:pt x="1987" y="6128"/>
                  </a:lnTo>
                  <a:lnTo>
                    <a:pt x="1853" y="5993"/>
                  </a:lnTo>
                  <a:lnTo>
                    <a:pt x="1752" y="5825"/>
                  </a:lnTo>
                  <a:lnTo>
                    <a:pt x="1550" y="5455"/>
                  </a:lnTo>
                  <a:lnTo>
                    <a:pt x="1381" y="5051"/>
                  </a:lnTo>
                  <a:lnTo>
                    <a:pt x="1280" y="4613"/>
                  </a:lnTo>
                  <a:lnTo>
                    <a:pt x="1213" y="4141"/>
                  </a:lnTo>
                  <a:lnTo>
                    <a:pt x="1179" y="3704"/>
                  </a:lnTo>
                  <a:lnTo>
                    <a:pt x="1146" y="2896"/>
                  </a:lnTo>
                  <a:lnTo>
                    <a:pt x="1146" y="2828"/>
                  </a:lnTo>
                  <a:lnTo>
                    <a:pt x="1146" y="2761"/>
                  </a:lnTo>
                  <a:lnTo>
                    <a:pt x="1112" y="2727"/>
                  </a:lnTo>
                  <a:lnTo>
                    <a:pt x="1045" y="2694"/>
                  </a:lnTo>
                  <a:lnTo>
                    <a:pt x="809" y="2660"/>
                  </a:lnTo>
                  <a:lnTo>
                    <a:pt x="641" y="2593"/>
                  </a:lnTo>
                  <a:lnTo>
                    <a:pt x="472" y="2492"/>
                  </a:lnTo>
                  <a:lnTo>
                    <a:pt x="371" y="2357"/>
                  </a:lnTo>
                  <a:lnTo>
                    <a:pt x="304" y="2189"/>
                  </a:lnTo>
                  <a:lnTo>
                    <a:pt x="270" y="1987"/>
                  </a:lnTo>
                  <a:lnTo>
                    <a:pt x="237" y="1785"/>
                  </a:lnTo>
                  <a:lnTo>
                    <a:pt x="270" y="1583"/>
                  </a:lnTo>
                  <a:lnTo>
                    <a:pt x="304" y="1381"/>
                  </a:lnTo>
                  <a:lnTo>
                    <a:pt x="371" y="1179"/>
                  </a:lnTo>
                  <a:lnTo>
                    <a:pt x="472" y="977"/>
                  </a:lnTo>
                  <a:lnTo>
                    <a:pt x="573" y="775"/>
                  </a:lnTo>
                  <a:lnTo>
                    <a:pt x="708" y="606"/>
                  </a:lnTo>
                  <a:lnTo>
                    <a:pt x="843" y="472"/>
                  </a:lnTo>
                  <a:lnTo>
                    <a:pt x="1011" y="371"/>
                  </a:lnTo>
                  <a:lnTo>
                    <a:pt x="1179" y="270"/>
                  </a:lnTo>
                  <a:lnTo>
                    <a:pt x="1415" y="202"/>
                  </a:lnTo>
                  <a:close/>
                  <a:moveTo>
                    <a:pt x="1314" y="0"/>
                  </a:moveTo>
                  <a:lnTo>
                    <a:pt x="1045" y="68"/>
                  </a:lnTo>
                  <a:lnTo>
                    <a:pt x="843" y="169"/>
                  </a:lnTo>
                  <a:lnTo>
                    <a:pt x="641" y="337"/>
                  </a:lnTo>
                  <a:lnTo>
                    <a:pt x="472" y="505"/>
                  </a:lnTo>
                  <a:lnTo>
                    <a:pt x="304" y="741"/>
                  </a:lnTo>
                  <a:lnTo>
                    <a:pt x="203" y="977"/>
                  </a:lnTo>
                  <a:lnTo>
                    <a:pt x="102" y="1246"/>
                  </a:lnTo>
                  <a:lnTo>
                    <a:pt x="35" y="1515"/>
                  </a:lnTo>
                  <a:lnTo>
                    <a:pt x="1" y="1751"/>
                  </a:lnTo>
                  <a:lnTo>
                    <a:pt x="35" y="2020"/>
                  </a:lnTo>
                  <a:lnTo>
                    <a:pt x="68" y="2256"/>
                  </a:lnTo>
                  <a:lnTo>
                    <a:pt x="169" y="2458"/>
                  </a:lnTo>
                  <a:lnTo>
                    <a:pt x="270" y="2660"/>
                  </a:lnTo>
                  <a:lnTo>
                    <a:pt x="472" y="2795"/>
                  </a:lnTo>
                  <a:lnTo>
                    <a:pt x="674" y="2896"/>
                  </a:lnTo>
                  <a:lnTo>
                    <a:pt x="944" y="2929"/>
                  </a:lnTo>
                  <a:lnTo>
                    <a:pt x="910" y="3367"/>
                  </a:lnTo>
                  <a:lnTo>
                    <a:pt x="944" y="3872"/>
                  </a:lnTo>
                  <a:lnTo>
                    <a:pt x="1011" y="4377"/>
                  </a:lnTo>
                  <a:lnTo>
                    <a:pt x="1112" y="4916"/>
                  </a:lnTo>
                  <a:lnTo>
                    <a:pt x="1280" y="5421"/>
                  </a:lnTo>
                  <a:lnTo>
                    <a:pt x="1482" y="5859"/>
                  </a:lnTo>
                  <a:lnTo>
                    <a:pt x="1617" y="6061"/>
                  </a:lnTo>
                  <a:lnTo>
                    <a:pt x="1785" y="6229"/>
                  </a:lnTo>
                  <a:lnTo>
                    <a:pt x="1920" y="6397"/>
                  </a:lnTo>
                  <a:lnTo>
                    <a:pt x="2122" y="6498"/>
                  </a:lnTo>
                  <a:lnTo>
                    <a:pt x="2156" y="6902"/>
                  </a:lnTo>
                  <a:lnTo>
                    <a:pt x="2223" y="7306"/>
                  </a:lnTo>
                  <a:lnTo>
                    <a:pt x="2324" y="7643"/>
                  </a:lnTo>
                  <a:lnTo>
                    <a:pt x="2492" y="8013"/>
                  </a:lnTo>
                  <a:lnTo>
                    <a:pt x="2661" y="8350"/>
                  </a:lnTo>
                  <a:lnTo>
                    <a:pt x="2863" y="8653"/>
                  </a:lnTo>
                  <a:lnTo>
                    <a:pt x="3334" y="9293"/>
                  </a:lnTo>
                  <a:lnTo>
                    <a:pt x="3839" y="9899"/>
                  </a:lnTo>
                  <a:lnTo>
                    <a:pt x="4344" y="10505"/>
                  </a:lnTo>
                  <a:lnTo>
                    <a:pt x="4816" y="11111"/>
                  </a:lnTo>
                  <a:lnTo>
                    <a:pt x="5018" y="11447"/>
                  </a:lnTo>
                  <a:lnTo>
                    <a:pt x="5220" y="11750"/>
                  </a:lnTo>
                  <a:lnTo>
                    <a:pt x="5321" y="11986"/>
                  </a:lnTo>
                  <a:lnTo>
                    <a:pt x="5422" y="12222"/>
                  </a:lnTo>
                  <a:lnTo>
                    <a:pt x="5455" y="12424"/>
                  </a:lnTo>
                  <a:lnTo>
                    <a:pt x="5455" y="12659"/>
                  </a:lnTo>
                  <a:lnTo>
                    <a:pt x="5455" y="12862"/>
                  </a:lnTo>
                  <a:lnTo>
                    <a:pt x="5422" y="13064"/>
                  </a:lnTo>
                  <a:lnTo>
                    <a:pt x="5321" y="13501"/>
                  </a:lnTo>
                  <a:lnTo>
                    <a:pt x="5051" y="14343"/>
                  </a:lnTo>
                  <a:lnTo>
                    <a:pt x="4917" y="14781"/>
                  </a:lnTo>
                  <a:lnTo>
                    <a:pt x="4849" y="15218"/>
                  </a:lnTo>
                  <a:lnTo>
                    <a:pt x="4849" y="15521"/>
                  </a:lnTo>
                  <a:lnTo>
                    <a:pt x="5186" y="15521"/>
                  </a:lnTo>
                  <a:lnTo>
                    <a:pt x="5152" y="15185"/>
                  </a:lnTo>
                  <a:lnTo>
                    <a:pt x="5186" y="14882"/>
                  </a:lnTo>
                  <a:lnTo>
                    <a:pt x="5287" y="14579"/>
                  </a:lnTo>
                  <a:lnTo>
                    <a:pt x="5388" y="14242"/>
                  </a:lnTo>
                  <a:lnTo>
                    <a:pt x="5624" y="13636"/>
                  </a:lnTo>
                  <a:lnTo>
                    <a:pt x="5725" y="13333"/>
                  </a:lnTo>
                  <a:lnTo>
                    <a:pt x="5758" y="12996"/>
                  </a:lnTo>
                  <a:lnTo>
                    <a:pt x="5758" y="12727"/>
                  </a:lnTo>
                  <a:lnTo>
                    <a:pt x="5725" y="12424"/>
                  </a:lnTo>
                  <a:lnTo>
                    <a:pt x="5657" y="12121"/>
                  </a:lnTo>
                  <a:lnTo>
                    <a:pt x="5590" y="11851"/>
                  </a:lnTo>
                  <a:lnTo>
                    <a:pt x="5455" y="11548"/>
                  </a:lnTo>
                  <a:lnTo>
                    <a:pt x="5287" y="11279"/>
                  </a:lnTo>
                  <a:lnTo>
                    <a:pt x="4917" y="10740"/>
                  </a:lnTo>
                  <a:lnTo>
                    <a:pt x="4512" y="10202"/>
                  </a:lnTo>
                  <a:lnTo>
                    <a:pt x="3637" y="9225"/>
                  </a:lnTo>
                  <a:lnTo>
                    <a:pt x="3368" y="8889"/>
                  </a:lnTo>
                  <a:lnTo>
                    <a:pt x="3132" y="8552"/>
                  </a:lnTo>
                  <a:lnTo>
                    <a:pt x="2930" y="8249"/>
                  </a:lnTo>
                  <a:lnTo>
                    <a:pt x="2762" y="7912"/>
                  </a:lnTo>
                  <a:lnTo>
                    <a:pt x="2627" y="7542"/>
                  </a:lnTo>
                  <a:lnTo>
                    <a:pt x="2492" y="7172"/>
                  </a:lnTo>
                  <a:lnTo>
                    <a:pt x="2391" y="6801"/>
                  </a:lnTo>
                  <a:lnTo>
                    <a:pt x="2324" y="6397"/>
                  </a:lnTo>
                  <a:lnTo>
                    <a:pt x="2425" y="6162"/>
                  </a:lnTo>
                  <a:lnTo>
                    <a:pt x="2492" y="5960"/>
                  </a:lnTo>
                  <a:lnTo>
                    <a:pt x="2526" y="5724"/>
                  </a:lnTo>
                  <a:lnTo>
                    <a:pt x="2560" y="5488"/>
                  </a:lnTo>
                  <a:lnTo>
                    <a:pt x="2526" y="5017"/>
                  </a:lnTo>
                  <a:lnTo>
                    <a:pt x="2459" y="4545"/>
                  </a:lnTo>
                  <a:lnTo>
                    <a:pt x="2358" y="4074"/>
                  </a:lnTo>
                  <a:lnTo>
                    <a:pt x="2223" y="3603"/>
                  </a:lnTo>
                  <a:lnTo>
                    <a:pt x="2122" y="3131"/>
                  </a:lnTo>
                  <a:lnTo>
                    <a:pt x="2021" y="2694"/>
                  </a:lnTo>
                  <a:lnTo>
                    <a:pt x="2257" y="2694"/>
                  </a:lnTo>
                  <a:lnTo>
                    <a:pt x="2459" y="2626"/>
                  </a:lnTo>
                  <a:lnTo>
                    <a:pt x="2593" y="2492"/>
                  </a:lnTo>
                  <a:lnTo>
                    <a:pt x="2728" y="2323"/>
                  </a:lnTo>
                  <a:lnTo>
                    <a:pt x="2863" y="2088"/>
                  </a:lnTo>
                  <a:lnTo>
                    <a:pt x="2930" y="1886"/>
                  </a:lnTo>
                  <a:lnTo>
                    <a:pt x="2964" y="1650"/>
                  </a:lnTo>
                  <a:lnTo>
                    <a:pt x="2964" y="1414"/>
                  </a:lnTo>
                  <a:lnTo>
                    <a:pt x="2930" y="1111"/>
                  </a:lnTo>
                  <a:lnTo>
                    <a:pt x="2829" y="808"/>
                  </a:lnTo>
                  <a:lnTo>
                    <a:pt x="2694" y="539"/>
                  </a:lnTo>
                  <a:lnTo>
                    <a:pt x="2459" y="337"/>
                  </a:lnTo>
                  <a:lnTo>
                    <a:pt x="2223" y="169"/>
                  </a:lnTo>
                  <a:lnTo>
                    <a:pt x="1954" y="34"/>
                  </a:lnTo>
                  <a:lnTo>
                    <a:pt x="161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29" name="Google Shape;429;p3"/>
            <p:cNvSpPr/>
            <p:nvPr/>
          </p:nvSpPr>
          <p:spPr>
            <a:xfrm>
              <a:off x="1151442" y="4383228"/>
              <a:ext cx="35195" cy="115526"/>
            </a:xfrm>
            <a:custGeom>
              <a:avLst/>
              <a:gdLst/>
              <a:ahLst/>
              <a:cxnLst/>
              <a:rect l="l" t="t" r="r" b="b"/>
              <a:pathLst>
                <a:path w="708" h="2324" extrusionOk="0">
                  <a:moveTo>
                    <a:pt x="640" y="1"/>
                  </a:moveTo>
                  <a:lnTo>
                    <a:pt x="606" y="34"/>
                  </a:lnTo>
                  <a:lnTo>
                    <a:pt x="472" y="102"/>
                  </a:lnTo>
                  <a:lnTo>
                    <a:pt x="371" y="236"/>
                  </a:lnTo>
                  <a:lnTo>
                    <a:pt x="202" y="506"/>
                  </a:lnTo>
                  <a:lnTo>
                    <a:pt x="68" y="842"/>
                  </a:lnTo>
                  <a:lnTo>
                    <a:pt x="0" y="1213"/>
                  </a:lnTo>
                  <a:lnTo>
                    <a:pt x="0" y="1549"/>
                  </a:lnTo>
                  <a:lnTo>
                    <a:pt x="0" y="1718"/>
                  </a:lnTo>
                  <a:lnTo>
                    <a:pt x="68" y="1886"/>
                  </a:lnTo>
                  <a:lnTo>
                    <a:pt x="135" y="2021"/>
                  </a:lnTo>
                  <a:lnTo>
                    <a:pt x="236" y="2155"/>
                  </a:lnTo>
                  <a:lnTo>
                    <a:pt x="371" y="2256"/>
                  </a:lnTo>
                  <a:lnTo>
                    <a:pt x="505" y="2324"/>
                  </a:lnTo>
                  <a:lnTo>
                    <a:pt x="573" y="2324"/>
                  </a:lnTo>
                  <a:lnTo>
                    <a:pt x="606" y="2290"/>
                  </a:lnTo>
                  <a:lnTo>
                    <a:pt x="640" y="2223"/>
                  </a:lnTo>
                  <a:lnTo>
                    <a:pt x="606" y="2155"/>
                  </a:lnTo>
                  <a:lnTo>
                    <a:pt x="404" y="1953"/>
                  </a:lnTo>
                  <a:lnTo>
                    <a:pt x="303" y="1684"/>
                  </a:lnTo>
                  <a:lnTo>
                    <a:pt x="236" y="1415"/>
                  </a:lnTo>
                  <a:lnTo>
                    <a:pt x="236" y="1145"/>
                  </a:lnTo>
                  <a:lnTo>
                    <a:pt x="270" y="876"/>
                  </a:lnTo>
                  <a:lnTo>
                    <a:pt x="371" y="607"/>
                  </a:lnTo>
                  <a:lnTo>
                    <a:pt x="505" y="371"/>
                  </a:lnTo>
                  <a:lnTo>
                    <a:pt x="674" y="135"/>
                  </a:lnTo>
                  <a:lnTo>
                    <a:pt x="707" y="68"/>
                  </a:lnTo>
                  <a:lnTo>
                    <a:pt x="674" y="34"/>
                  </a:lnTo>
                  <a:lnTo>
                    <a:pt x="6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0" name="Google Shape;430;p3"/>
            <p:cNvSpPr/>
            <p:nvPr/>
          </p:nvSpPr>
          <p:spPr>
            <a:xfrm>
              <a:off x="2031756" y="4922134"/>
              <a:ext cx="31864" cy="102154"/>
            </a:xfrm>
            <a:custGeom>
              <a:avLst/>
              <a:gdLst/>
              <a:ahLst/>
              <a:cxnLst/>
              <a:rect l="l" t="t" r="r" b="b"/>
              <a:pathLst>
                <a:path w="641" h="2055" extrusionOk="0">
                  <a:moveTo>
                    <a:pt x="102" y="1"/>
                  </a:moveTo>
                  <a:lnTo>
                    <a:pt x="68" y="34"/>
                  </a:lnTo>
                  <a:lnTo>
                    <a:pt x="1" y="203"/>
                  </a:lnTo>
                  <a:lnTo>
                    <a:pt x="1" y="405"/>
                  </a:lnTo>
                  <a:lnTo>
                    <a:pt x="68" y="741"/>
                  </a:lnTo>
                  <a:lnTo>
                    <a:pt x="169" y="1347"/>
                  </a:lnTo>
                  <a:lnTo>
                    <a:pt x="236" y="1651"/>
                  </a:lnTo>
                  <a:lnTo>
                    <a:pt x="337" y="1954"/>
                  </a:lnTo>
                  <a:lnTo>
                    <a:pt x="371" y="1987"/>
                  </a:lnTo>
                  <a:lnTo>
                    <a:pt x="438" y="2021"/>
                  </a:lnTo>
                  <a:lnTo>
                    <a:pt x="539" y="2055"/>
                  </a:lnTo>
                  <a:lnTo>
                    <a:pt x="573" y="2021"/>
                  </a:lnTo>
                  <a:lnTo>
                    <a:pt x="640" y="1987"/>
                  </a:lnTo>
                  <a:lnTo>
                    <a:pt x="640" y="1920"/>
                  </a:lnTo>
                  <a:lnTo>
                    <a:pt x="640" y="1853"/>
                  </a:lnTo>
                  <a:lnTo>
                    <a:pt x="472" y="1415"/>
                  </a:lnTo>
                  <a:lnTo>
                    <a:pt x="371" y="977"/>
                  </a:lnTo>
                  <a:lnTo>
                    <a:pt x="236" y="68"/>
                  </a:lnTo>
                  <a:lnTo>
                    <a:pt x="203"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1" name="Google Shape;431;p3"/>
            <p:cNvSpPr/>
            <p:nvPr/>
          </p:nvSpPr>
          <p:spPr>
            <a:xfrm>
              <a:off x="4336361" y="4195772"/>
              <a:ext cx="135609" cy="83761"/>
            </a:xfrm>
            <a:custGeom>
              <a:avLst/>
              <a:gdLst/>
              <a:ahLst/>
              <a:cxnLst/>
              <a:rect l="l" t="t" r="r" b="b"/>
              <a:pathLst>
                <a:path w="2728" h="1685" extrusionOk="0">
                  <a:moveTo>
                    <a:pt x="68" y="1"/>
                  </a:moveTo>
                  <a:lnTo>
                    <a:pt x="68" y="68"/>
                  </a:lnTo>
                  <a:lnTo>
                    <a:pt x="34" y="439"/>
                  </a:lnTo>
                  <a:lnTo>
                    <a:pt x="1" y="809"/>
                  </a:lnTo>
                  <a:lnTo>
                    <a:pt x="1" y="1550"/>
                  </a:lnTo>
                  <a:lnTo>
                    <a:pt x="1" y="1617"/>
                  </a:lnTo>
                  <a:lnTo>
                    <a:pt x="68" y="1651"/>
                  </a:lnTo>
                  <a:lnTo>
                    <a:pt x="135" y="1617"/>
                  </a:lnTo>
                  <a:lnTo>
                    <a:pt x="169" y="1550"/>
                  </a:lnTo>
                  <a:lnTo>
                    <a:pt x="203" y="843"/>
                  </a:lnTo>
                  <a:lnTo>
                    <a:pt x="203" y="169"/>
                  </a:lnTo>
                  <a:lnTo>
                    <a:pt x="842" y="203"/>
                  </a:lnTo>
                  <a:lnTo>
                    <a:pt x="1482" y="203"/>
                  </a:lnTo>
                  <a:lnTo>
                    <a:pt x="2054" y="237"/>
                  </a:lnTo>
                  <a:lnTo>
                    <a:pt x="2324" y="237"/>
                  </a:lnTo>
                  <a:lnTo>
                    <a:pt x="2593" y="169"/>
                  </a:lnTo>
                  <a:lnTo>
                    <a:pt x="2593" y="169"/>
                  </a:lnTo>
                  <a:lnTo>
                    <a:pt x="2526" y="472"/>
                  </a:lnTo>
                  <a:lnTo>
                    <a:pt x="2526" y="809"/>
                  </a:lnTo>
                  <a:lnTo>
                    <a:pt x="2526" y="1415"/>
                  </a:lnTo>
                  <a:lnTo>
                    <a:pt x="876" y="1415"/>
                  </a:lnTo>
                  <a:lnTo>
                    <a:pt x="607" y="1449"/>
                  </a:lnTo>
                  <a:lnTo>
                    <a:pt x="337" y="1516"/>
                  </a:lnTo>
                  <a:lnTo>
                    <a:pt x="607" y="1583"/>
                  </a:lnTo>
                  <a:lnTo>
                    <a:pt x="842" y="1617"/>
                  </a:lnTo>
                  <a:lnTo>
                    <a:pt x="1953" y="1617"/>
                  </a:lnTo>
                  <a:lnTo>
                    <a:pt x="2458" y="1583"/>
                  </a:lnTo>
                  <a:lnTo>
                    <a:pt x="2458" y="1617"/>
                  </a:lnTo>
                  <a:lnTo>
                    <a:pt x="2492" y="1651"/>
                  </a:lnTo>
                  <a:lnTo>
                    <a:pt x="2559" y="1684"/>
                  </a:lnTo>
                  <a:lnTo>
                    <a:pt x="2627" y="1651"/>
                  </a:lnTo>
                  <a:lnTo>
                    <a:pt x="2660" y="1617"/>
                  </a:lnTo>
                  <a:lnTo>
                    <a:pt x="2660" y="1550"/>
                  </a:lnTo>
                  <a:lnTo>
                    <a:pt x="2694" y="1482"/>
                  </a:lnTo>
                  <a:lnTo>
                    <a:pt x="2728" y="775"/>
                  </a:lnTo>
                  <a:lnTo>
                    <a:pt x="2728" y="405"/>
                  </a:lnTo>
                  <a:lnTo>
                    <a:pt x="2660" y="68"/>
                  </a:lnTo>
                  <a:lnTo>
                    <a:pt x="2627" y="68"/>
                  </a:lnTo>
                  <a:lnTo>
                    <a:pt x="2593" y="102"/>
                  </a:lnTo>
                  <a:lnTo>
                    <a:pt x="2357" y="34"/>
                  </a:lnTo>
                  <a:lnTo>
                    <a:pt x="2054" y="1"/>
                  </a:lnTo>
                  <a:lnTo>
                    <a:pt x="506" y="1"/>
                  </a:lnTo>
                  <a:lnTo>
                    <a:pt x="203"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2" name="Google Shape;432;p3"/>
            <p:cNvSpPr/>
            <p:nvPr/>
          </p:nvSpPr>
          <p:spPr>
            <a:xfrm>
              <a:off x="2413380" y="4286144"/>
              <a:ext cx="125567" cy="135659"/>
            </a:xfrm>
            <a:custGeom>
              <a:avLst/>
              <a:gdLst/>
              <a:ahLst/>
              <a:cxnLst/>
              <a:rect l="l" t="t" r="r" b="b"/>
              <a:pathLst>
                <a:path w="2526" h="2729" extrusionOk="0">
                  <a:moveTo>
                    <a:pt x="202" y="169"/>
                  </a:moveTo>
                  <a:lnTo>
                    <a:pt x="741" y="237"/>
                  </a:lnTo>
                  <a:lnTo>
                    <a:pt x="1279" y="270"/>
                  </a:lnTo>
                  <a:lnTo>
                    <a:pt x="2357" y="237"/>
                  </a:lnTo>
                  <a:lnTo>
                    <a:pt x="2357" y="237"/>
                  </a:lnTo>
                  <a:lnTo>
                    <a:pt x="2289" y="775"/>
                  </a:lnTo>
                  <a:lnTo>
                    <a:pt x="2256" y="1348"/>
                  </a:lnTo>
                  <a:lnTo>
                    <a:pt x="2256" y="1886"/>
                  </a:lnTo>
                  <a:lnTo>
                    <a:pt x="2289" y="2425"/>
                  </a:lnTo>
                  <a:lnTo>
                    <a:pt x="2289" y="2459"/>
                  </a:lnTo>
                  <a:lnTo>
                    <a:pt x="2256" y="2459"/>
                  </a:lnTo>
                  <a:lnTo>
                    <a:pt x="2020" y="2425"/>
                  </a:lnTo>
                  <a:lnTo>
                    <a:pt x="808" y="2425"/>
                  </a:lnTo>
                  <a:lnTo>
                    <a:pt x="303" y="2391"/>
                  </a:lnTo>
                  <a:lnTo>
                    <a:pt x="236" y="1280"/>
                  </a:lnTo>
                  <a:lnTo>
                    <a:pt x="202" y="169"/>
                  </a:lnTo>
                  <a:close/>
                  <a:moveTo>
                    <a:pt x="741" y="1"/>
                  </a:moveTo>
                  <a:lnTo>
                    <a:pt x="168" y="35"/>
                  </a:lnTo>
                  <a:lnTo>
                    <a:pt x="135" y="35"/>
                  </a:lnTo>
                  <a:lnTo>
                    <a:pt x="101" y="102"/>
                  </a:lnTo>
                  <a:lnTo>
                    <a:pt x="67" y="102"/>
                  </a:lnTo>
                  <a:lnTo>
                    <a:pt x="34" y="169"/>
                  </a:lnTo>
                  <a:lnTo>
                    <a:pt x="0" y="775"/>
                  </a:lnTo>
                  <a:lnTo>
                    <a:pt x="0" y="1415"/>
                  </a:lnTo>
                  <a:lnTo>
                    <a:pt x="34" y="2021"/>
                  </a:lnTo>
                  <a:lnTo>
                    <a:pt x="101" y="2661"/>
                  </a:lnTo>
                  <a:lnTo>
                    <a:pt x="135" y="2694"/>
                  </a:lnTo>
                  <a:lnTo>
                    <a:pt x="168" y="2728"/>
                  </a:lnTo>
                  <a:lnTo>
                    <a:pt x="236" y="2728"/>
                  </a:lnTo>
                  <a:lnTo>
                    <a:pt x="303" y="2694"/>
                  </a:lnTo>
                  <a:lnTo>
                    <a:pt x="337" y="2661"/>
                  </a:lnTo>
                  <a:lnTo>
                    <a:pt x="337" y="2627"/>
                  </a:lnTo>
                  <a:lnTo>
                    <a:pt x="337" y="2560"/>
                  </a:lnTo>
                  <a:lnTo>
                    <a:pt x="808" y="2661"/>
                  </a:lnTo>
                  <a:lnTo>
                    <a:pt x="1313" y="2694"/>
                  </a:lnTo>
                  <a:lnTo>
                    <a:pt x="1818" y="2694"/>
                  </a:lnTo>
                  <a:lnTo>
                    <a:pt x="2054" y="2661"/>
                  </a:lnTo>
                  <a:lnTo>
                    <a:pt x="2256" y="2627"/>
                  </a:lnTo>
                  <a:lnTo>
                    <a:pt x="2323" y="2593"/>
                  </a:lnTo>
                  <a:lnTo>
                    <a:pt x="2323" y="2492"/>
                  </a:lnTo>
                  <a:lnTo>
                    <a:pt x="2357" y="2526"/>
                  </a:lnTo>
                  <a:lnTo>
                    <a:pt x="2390" y="2526"/>
                  </a:lnTo>
                  <a:lnTo>
                    <a:pt x="2458" y="2492"/>
                  </a:lnTo>
                  <a:lnTo>
                    <a:pt x="2458" y="2425"/>
                  </a:lnTo>
                  <a:lnTo>
                    <a:pt x="2491" y="1886"/>
                  </a:lnTo>
                  <a:lnTo>
                    <a:pt x="2525" y="1314"/>
                  </a:lnTo>
                  <a:lnTo>
                    <a:pt x="2491" y="775"/>
                  </a:lnTo>
                  <a:lnTo>
                    <a:pt x="2458" y="203"/>
                  </a:lnTo>
                  <a:lnTo>
                    <a:pt x="2491" y="169"/>
                  </a:lnTo>
                  <a:lnTo>
                    <a:pt x="2491" y="102"/>
                  </a:lnTo>
                  <a:lnTo>
                    <a:pt x="2458" y="35"/>
                  </a:lnTo>
                  <a:lnTo>
                    <a:pt x="1852" y="35"/>
                  </a:lnTo>
                  <a:lnTo>
                    <a:pt x="127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3" name="Google Shape;433;p3"/>
            <p:cNvSpPr/>
            <p:nvPr/>
          </p:nvSpPr>
          <p:spPr>
            <a:xfrm>
              <a:off x="4132202" y="4287835"/>
              <a:ext cx="128898" cy="123877"/>
            </a:xfrm>
            <a:custGeom>
              <a:avLst/>
              <a:gdLst/>
              <a:ahLst/>
              <a:cxnLst/>
              <a:rect l="l" t="t" r="r" b="b"/>
              <a:pathLst>
                <a:path w="2593" h="2492" extrusionOk="0">
                  <a:moveTo>
                    <a:pt x="707" y="1"/>
                  </a:moveTo>
                  <a:lnTo>
                    <a:pt x="438" y="34"/>
                  </a:lnTo>
                  <a:lnTo>
                    <a:pt x="337" y="68"/>
                  </a:lnTo>
                  <a:lnTo>
                    <a:pt x="236" y="135"/>
                  </a:lnTo>
                  <a:lnTo>
                    <a:pt x="303" y="203"/>
                  </a:lnTo>
                  <a:lnTo>
                    <a:pt x="404" y="236"/>
                  </a:lnTo>
                  <a:lnTo>
                    <a:pt x="640" y="270"/>
                  </a:lnTo>
                  <a:lnTo>
                    <a:pt x="1077" y="270"/>
                  </a:lnTo>
                  <a:lnTo>
                    <a:pt x="1751" y="337"/>
                  </a:lnTo>
                  <a:lnTo>
                    <a:pt x="2391" y="371"/>
                  </a:lnTo>
                  <a:lnTo>
                    <a:pt x="2391" y="775"/>
                  </a:lnTo>
                  <a:lnTo>
                    <a:pt x="2391" y="1145"/>
                  </a:lnTo>
                  <a:lnTo>
                    <a:pt x="2357" y="1684"/>
                  </a:lnTo>
                  <a:lnTo>
                    <a:pt x="2357" y="1953"/>
                  </a:lnTo>
                  <a:lnTo>
                    <a:pt x="2391" y="2223"/>
                  </a:lnTo>
                  <a:lnTo>
                    <a:pt x="1313" y="2189"/>
                  </a:lnTo>
                  <a:lnTo>
                    <a:pt x="774" y="2189"/>
                  </a:lnTo>
                  <a:lnTo>
                    <a:pt x="505" y="2223"/>
                  </a:lnTo>
                  <a:lnTo>
                    <a:pt x="269" y="2290"/>
                  </a:lnTo>
                  <a:lnTo>
                    <a:pt x="236" y="1751"/>
                  </a:lnTo>
                  <a:lnTo>
                    <a:pt x="236" y="1213"/>
                  </a:lnTo>
                  <a:lnTo>
                    <a:pt x="269" y="674"/>
                  </a:lnTo>
                  <a:lnTo>
                    <a:pt x="269" y="405"/>
                  </a:lnTo>
                  <a:lnTo>
                    <a:pt x="236" y="270"/>
                  </a:lnTo>
                  <a:lnTo>
                    <a:pt x="202" y="135"/>
                  </a:lnTo>
                  <a:lnTo>
                    <a:pt x="101" y="304"/>
                  </a:lnTo>
                  <a:lnTo>
                    <a:pt x="67" y="472"/>
                  </a:lnTo>
                  <a:lnTo>
                    <a:pt x="0" y="842"/>
                  </a:lnTo>
                  <a:lnTo>
                    <a:pt x="0" y="1583"/>
                  </a:lnTo>
                  <a:lnTo>
                    <a:pt x="0" y="1819"/>
                  </a:lnTo>
                  <a:lnTo>
                    <a:pt x="0" y="2088"/>
                  </a:lnTo>
                  <a:lnTo>
                    <a:pt x="0" y="2223"/>
                  </a:lnTo>
                  <a:lnTo>
                    <a:pt x="34" y="2324"/>
                  </a:lnTo>
                  <a:lnTo>
                    <a:pt x="101" y="2425"/>
                  </a:lnTo>
                  <a:lnTo>
                    <a:pt x="202" y="2458"/>
                  </a:lnTo>
                  <a:lnTo>
                    <a:pt x="269" y="2458"/>
                  </a:lnTo>
                  <a:lnTo>
                    <a:pt x="269" y="2425"/>
                  </a:lnTo>
                  <a:lnTo>
                    <a:pt x="269" y="2391"/>
                  </a:lnTo>
                  <a:lnTo>
                    <a:pt x="539" y="2458"/>
                  </a:lnTo>
                  <a:lnTo>
                    <a:pt x="774" y="2492"/>
                  </a:lnTo>
                  <a:lnTo>
                    <a:pt x="1313" y="2492"/>
                  </a:lnTo>
                  <a:lnTo>
                    <a:pt x="2391" y="2458"/>
                  </a:lnTo>
                  <a:lnTo>
                    <a:pt x="2458" y="2425"/>
                  </a:lnTo>
                  <a:lnTo>
                    <a:pt x="2492" y="2458"/>
                  </a:lnTo>
                  <a:lnTo>
                    <a:pt x="2525" y="2458"/>
                  </a:lnTo>
                  <a:lnTo>
                    <a:pt x="2559" y="2425"/>
                  </a:lnTo>
                  <a:lnTo>
                    <a:pt x="2593" y="2155"/>
                  </a:lnTo>
                  <a:lnTo>
                    <a:pt x="2593" y="1886"/>
                  </a:lnTo>
                  <a:lnTo>
                    <a:pt x="2593" y="1347"/>
                  </a:lnTo>
                  <a:lnTo>
                    <a:pt x="2593" y="708"/>
                  </a:lnTo>
                  <a:lnTo>
                    <a:pt x="2593" y="405"/>
                  </a:lnTo>
                  <a:lnTo>
                    <a:pt x="2559" y="68"/>
                  </a:lnTo>
                  <a:lnTo>
                    <a:pt x="2525" y="34"/>
                  </a:lnTo>
                  <a:lnTo>
                    <a:pt x="2458" y="34"/>
                  </a:lnTo>
                  <a:lnTo>
                    <a:pt x="2458" y="68"/>
                  </a:lnTo>
                  <a:lnTo>
                    <a:pt x="2424" y="169"/>
                  </a:lnTo>
                  <a:lnTo>
                    <a:pt x="1852" y="102"/>
                  </a:lnTo>
                  <a:lnTo>
                    <a:pt x="1246"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4" name="Google Shape;434;p3"/>
            <p:cNvSpPr/>
            <p:nvPr/>
          </p:nvSpPr>
          <p:spPr>
            <a:xfrm>
              <a:off x="4041829" y="4192441"/>
              <a:ext cx="127208" cy="88732"/>
            </a:xfrm>
            <a:custGeom>
              <a:avLst/>
              <a:gdLst/>
              <a:ahLst/>
              <a:cxnLst/>
              <a:rect l="l" t="t" r="r" b="b"/>
              <a:pathLst>
                <a:path w="2559" h="1785" extrusionOk="0">
                  <a:moveTo>
                    <a:pt x="168" y="203"/>
                  </a:moveTo>
                  <a:lnTo>
                    <a:pt x="404" y="236"/>
                  </a:lnTo>
                  <a:lnTo>
                    <a:pt x="673" y="270"/>
                  </a:lnTo>
                  <a:lnTo>
                    <a:pt x="1178" y="270"/>
                  </a:lnTo>
                  <a:lnTo>
                    <a:pt x="2323" y="371"/>
                  </a:lnTo>
                  <a:lnTo>
                    <a:pt x="2289" y="607"/>
                  </a:lnTo>
                  <a:lnTo>
                    <a:pt x="2289" y="842"/>
                  </a:lnTo>
                  <a:lnTo>
                    <a:pt x="2323" y="1448"/>
                  </a:lnTo>
                  <a:lnTo>
                    <a:pt x="1246" y="1516"/>
                  </a:lnTo>
                  <a:lnTo>
                    <a:pt x="741" y="1516"/>
                  </a:lnTo>
                  <a:lnTo>
                    <a:pt x="505" y="1549"/>
                  </a:lnTo>
                  <a:lnTo>
                    <a:pt x="236" y="1583"/>
                  </a:lnTo>
                  <a:lnTo>
                    <a:pt x="202" y="876"/>
                  </a:lnTo>
                  <a:lnTo>
                    <a:pt x="168" y="203"/>
                  </a:lnTo>
                  <a:close/>
                  <a:moveTo>
                    <a:pt x="673" y="0"/>
                  </a:moveTo>
                  <a:lnTo>
                    <a:pt x="404" y="34"/>
                  </a:lnTo>
                  <a:lnTo>
                    <a:pt x="135" y="101"/>
                  </a:lnTo>
                  <a:lnTo>
                    <a:pt x="101" y="101"/>
                  </a:lnTo>
                  <a:lnTo>
                    <a:pt x="67" y="135"/>
                  </a:lnTo>
                  <a:lnTo>
                    <a:pt x="34" y="506"/>
                  </a:lnTo>
                  <a:lnTo>
                    <a:pt x="0" y="876"/>
                  </a:lnTo>
                  <a:lnTo>
                    <a:pt x="34" y="1246"/>
                  </a:lnTo>
                  <a:lnTo>
                    <a:pt x="67" y="1583"/>
                  </a:lnTo>
                  <a:lnTo>
                    <a:pt x="101" y="1650"/>
                  </a:lnTo>
                  <a:lnTo>
                    <a:pt x="202" y="1650"/>
                  </a:lnTo>
                  <a:lnTo>
                    <a:pt x="236" y="1617"/>
                  </a:lnTo>
                  <a:lnTo>
                    <a:pt x="471" y="1718"/>
                  </a:lnTo>
                  <a:lnTo>
                    <a:pt x="741" y="1751"/>
                  </a:lnTo>
                  <a:lnTo>
                    <a:pt x="1010" y="1785"/>
                  </a:lnTo>
                  <a:lnTo>
                    <a:pt x="1279" y="1785"/>
                  </a:lnTo>
                  <a:lnTo>
                    <a:pt x="1818" y="1751"/>
                  </a:lnTo>
                  <a:lnTo>
                    <a:pt x="2357" y="1650"/>
                  </a:lnTo>
                  <a:lnTo>
                    <a:pt x="2357" y="1718"/>
                  </a:lnTo>
                  <a:lnTo>
                    <a:pt x="2390" y="1751"/>
                  </a:lnTo>
                  <a:lnTo>
                    <a:pt x="2458" y="1785"/>
                  </a:lnTo>
                  <a:lnTo>
                    <a:pt x="2525" y="1751"/>
                  </a:lnTo>
                  <a:lnTo>
                    <a:pt x="2559" y="1718"/>
                  </a:lnTo>
                  <a:lnTo>
                    <a:pt x="2559" y="1650"/>
                  </a:lnTo>
                  <a:lnTo>
                    <a:pt x="2491" y="1011"/>
                  </a:lnTo>
                  <a:lnTo>
                    <a:pt x="2458" y="371"/>
                  </a:lnTo>
                  <a:lnTo>
                    <a:pt x="2491" y="304"/>
                  </a:lnTo>
                  <a:lnTo>
                    <a:pt x="2491" y="236"/>
                  </a:lnTo>
                  <a:lnTo>
                    <a:pt x="2458" y="203"/>
                  </a:lnTo>
                  <a:lnTo>
                    <a:pt x="2390" y="169"/>
                  </a:lnTo>
                  <a:lnTo>
                    <a:pt x="1852" y="101"/>
                  </a:lnTo>
                  <a:lnTo>
                    <a:pt x="1246" y="34"/>
                  </a:lnTo>
                  <a:lnTo>
                    <a:pt x="97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5" name="Google Shape;435;p3"/>
            <p:cNvSpPr/>
            <p:nvPr/>
          </p:nvSpPr>
          <p:spPr>
            <a:xfrm>
              <a:off x="4209153" y="4430105"/>
              <a:ext cx="127258" cy="122237"/>
            </a:xfrm>
            <a:custGeom>
              <a:avLst/>
              <a:gdLst/>
              <a:ahLst/>
              <a:cxnLst/>
              <a:rect l="l" t="t" r="r" b="b"/>
              <a:pathLst>
                <a:path w="2560" h="2459" extrusionOk="0">
                  <a:moveTo>
                    <a:pt x="169" y="202"/>
                  </a:moveTo>
                  <a:lnTo>
                    <a:pt x="708" y="236"/>
                  </a:lnTo>
                  <a:lnTo>
                    <a:pt x="1247" y="270"/>
                  </a:lnTo>
                  <a:lnTo>
                    <a:pt x="2324" y="236"/>
                  </a:lnTo>
                  <a:lnTo>
                    <a:pt x="2324" y="707"/>
                  </a:lnTo>
                  <a:lnTo>
                    <a:pt x="2324" y="1145"/>
                  </a:lnTo>
                  <a:lnTo>
                    <a:pt x="2324" y="1684"/>
                  </a:lnTo>
                  <a:lnTo>
                    <a:pt x="2324" y="2222"/>
                  </a:lnTo>
                  <a:lnTo>
                    <a:pt x="2088" y="2189"/>
                  </a:lnTo>
                  <a:lnTo>
                    <a:pt x="607" y="2189"/>
                  </a:lnTo>
                  <a:lnTo>
                    <a:pt x="338" y="2256"/>
                  </a:lnTo>
                  <a:lnTo>
                    <a:pt x="304" y="1684"/>
                  </a:lnTo>
                  <a:lnTo>
                    <a:pt x="237" y="1145"/>
                  </a:lnTo>
                  <a:lnTo>
                    <a:pt x="237" y="674"/>
                  </a:lnTo>
                  <a:lnTo>
                    <a:pt x="169" y="202"/>
                  </a:lnTo>
                  <a:close/>
                  <a:moveTo>
                    <a:pt x="708" y="0"/>
                  </a:moveTo>
                  <a:lnTo>
                    <a:pt x="169" y="34"/>
                  </a:lnTo>
                  <a:lnTo>
                    <a:pt x="102" y="68"/>
                  </a:lnTo>
                  <a:lnTo>
                    <a:pt x="68" y="135"/>
                  </a:lnTo>
                  <a:lnTo>
                    <a:pt x="35" y="371"/>
                  </a:lnTo>
                  <a:lnTo>
                    <a:pt x="1" y="640"/>
                  </a:lnTo>
                  <a:lnTo>
                    <a:pt x="35" y="1145"/>
                  </a:lnTo>
                  <a:lnTo>
                    <a:pt x="68" y="1751"/>
                  </a:lnTo>
                  <a:lnTo>
                    <a:pt x="102" y="2054"/>
                  </a:lnTo>
                  <a:lnTo>
                    <a:pt x="169" y="2323"/>
                  </a:lnTo>
                  <a:lnTo>
                    <a:pt x="169" y="2391"/>
                  </a:lnTo>
                  <a:lnTo>
                    <a:pt x="304" y="2391"/>
                  </a:lnTo>
                  <a:lnTo>
                    <a:pt x="540" y="2424"/>
                  </a:lnTo>
                  <a:lnTo>
                    <a:pt x="1280" y="2424"/>
                  </a:lnTo>
                  <a:lnTo>
                    <a:pt x="1819" y="2458"/>
                  </a:lnTo>
                  <a:lnTo>
                    <a:pt x="2088" y="2458"/>
                  </a:lnTo>
                  <a:lnTo>
                    <a:pt x="2358" y="2424"/>
                  </a:lnTo>
                  <a:lnTo>
                    <a:pt x="2391" y="2458"/>
                  </a:lnTo>
                  <a:lnTo>
                    <a:pt x="2425" y="2458"/>
                  </a:lnTo>
                  <a:lnTo>
                    <a:pt x="2459" y="2424"/>
                  </a:lnTo>
                  <a:lnTo>
                    <a:pt x="2492" y="2391"/>
                  </a:lnTo>
                  <a:lnTo>
                    <a:pt x="2526" y="2121"/>
                  </a:lnTo>
                  <a:lnTo>
                    <a:pt x="2560" y="1852"/>
                  </a:lnTo>
                  <a:lnTo>
                    <a:pt x="2526" y="1313"/>
                  </a:lnTo>
                  <a:lnTo>
                    <a:pt x="2526" y="707"/>
                  </a:lnTo>
                  <a:lnTo>
                    <a:pt x="2526" y="404"/>
                  </a:lnTo>
                  <a:lnTo>
                    <a:pt x="2459" y="101"/>
                  </a:lnTo>
                  <a:lnTo>
                    <a:pt x="2425" y="68"/>
                  </a:lnTo>
                  <a:lnTo>
                    <a:pt x="2391" y="34"/>
                  </a:lnTo>
                  <a:lnTo>
                    <a:pt x="2324" y="34"/>
                  </a:lnTo>
                  <a:lnTo>
                    <a:pt x="124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6" name="Google Shape;436;p3"/>
            <p:cNvSpPr/>
            <p:nvPr/>
          </p:nvSpPr>
          <p:spPr>
            <a:xfrm>
              <a:off x="4237637" y="4570684"/>
              <a:ext cx="125567" cy="122237"/>
            </a:xfrm>
            <a:custGeom>
              <a:avLst/>
              <a:gdLst/>
              <a:ahLst/>
              <a:cxnLst/>
              <a:rect l="l" t="t" r="r" b="b"/>
              <a:pathLst>
                <a:path w="2526" h="2459" extrusionOk="0">
                  <a:moveTo>
                    <a:pt x="2357" y="202"/>
                  </a:moveTo>
                  <a:lnTo>
                    <a:pt x="2323" y="674"/>
                  </a:lnTo>
                  <a:lnTo>
                    <a:pt x="2323" y="1145"/>
                  </a:lnTo>
                  <a:lnTo>
                    <a:pt x="2256" y="1684"/>
                  </a:lnTo>
                  <a:lnTo>
                    <a:pt x="2222" y="2256"/>
                  </a:lnTo>
                  <a:lnTo>
                    <a:pt x="1953" y="2189"/>
                  </a:lnTo>
                  <a:lnTo>
                    <a:pt x="472" y="2189"/>
                  </a:lnTo>
                  <a:lnTo>
                    <a:pt x="236" y="2223"/>
                  </a:lnTo>
                  <a:lnTo>
                    <a:pt x="236" y="1684"/>
                  </a:lnTo>
                  <a:lnTo>
                    <a:pt x="236" y="1145"/>
                  </a:lnTo>
                  <a:lnTo>
                    <a:pt x="236" y="708"/>
                  </a:lnTo>
                  <a:lnTo>
                    <a:pt x="236" y="236"/>
                  </a:lnTo>
                  <a:lnTo>
                    <a:pt x="1313" y="270"/>
                  </a:lnTo>
                  <a:lnTo>
                    <a:pt x="1852" y="236"/>
                  </a:lnTo>
                  <a:lnTo>
                    <a:pt x="2357" y="202"/>
                  </a:lnTo>
                  <a:close/>
                  <a:moveTo>
                    <a:pt x="1313" y="0"/>
                  </a:moveTo>
                  <a:lnTo>
                    <a:pt x="236" y="34"/>
                  </a:lnTo>
                  <a:lnTo>
                    <a:pt x="169" y="34"/>
                  </a:lnTo>
                  <a:lnTo>
                    <a:pt x="135" y="68"/>
                  </a:lnTo>
                  <a:lnTo>
                    <a:pt x="101" y="101"/>
                  </a:lnTo>
                  <a:lnTo>
                    <a:pt x="34" y="404"/>
                  </a:lnTo>
                  <a:lnTo>
                    <a:pt x="34" y="708"/>
                  </a:lnTo>
                  <a:lnTo>
                    <a:pt x="0" y="1314"/>
                  </a:lnTo>
                  <a:lnTo>
                    <a:pt x="0" y="1852"/>
                  </a:lnTo>
                  <a:lnTo>
                    <a:pt x="34" y="2122"/>
                  </a:lnTo>
                  <a:lnTo>
                    <a:pt x="68" y="2391"/>
                  </a:lnTo>
                  <a:lnTo>
                    <a:pt x="101" y="2425"/>
                  </a:lnTo>
                  <a:lnTo>
                    <a:pt x="135" y="2458"/>
                  </a:lnTo>
                  <a:lnTo>
                    <a:pt x="169" y="2458"/>
                  </a:lnTo>
                  <a:lnTo>
                    <a:pt x="202" y="2425"/>
                  </a:lnTo>
                  <a:lnTo>
                    <a:pt x="472" y="2458"/>
                  </a:lnTo>
                  <a:lnTo>
                    <a:pt x="741" y="2458"/>
                  </a:lnTo>
                  <a:lnTo>
                    <a:pt x="1280" y="2425"/>
                  </a:lnTo>
                  <a:lnTo>
                    <a:pt x="2020" y="2425"/>
                  </a:lnTo>
                  <a:lnTo>
                    <a:pt x="2256" y="2391"/>
                  </a:lnTo>
                  <a:lnTo>
                    <a:pt x="2357" y="2391"/>
                  </a:lnTo>
                  <a:lnTo>
                    <a:pt x="2391" y="2324"/>
                  </a:lnTo>
                  <a:lnTo>
                    <a:pt x="2458" y="2054"/>
                  </a:lnTo>
                  <a:lnTo>
                    <a:pt x="2492" y="1751"/>
                  </a:lnTo>
                  <a:lnTo>
                    <a:pt x="2525" y="1145"/>
                  </a:lnTo>
                  <a:lnTo>
                    <a:pt x="2525" y="640"/>
                  </a:lnTo>
                  <a:lnTo>
                    <a:pt x="2525" y="371"/>
                  </a:lnTo>
                  <a:lnTo>
                    <a:pt x="2492" y="135"/>
                  </a:lnTo>
                  <a:lnTo>
                    <a:pt x="2458" y="68"/>
                  </a:lnTo>
                  <a:lnTo>
                    <a:pt x="2391"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7" name="Google Shape;437;p3"/>
            <p:cNvSpPr/>
            <p:nvPr/>
          </p:nvSpPr>
          <p:spPr>
            <a:xfrm>
              <a:off x="3896179" y="4195772"/>
              <a:ext cx="132278" cy="80381"/>
            </a:xfrm>
            <a:custGeom>
              <a:avLst/>
              <a:gdLst/>
              <a:ahLst/>
              <a:cxnLst/>
              <a:rect l="l" t="t" r="r" b="b"/>
              <a:pathLst>
                <a:path w="2661" h="1617" extrusionOk="0">
                  <a:moveTo>
                    <a:pt x="2189" y="203"/>
                  </a:moveTo>
                  <a:lnTo>
                    <a:pt x="2358" y="237"/>
                  </a:lnTo>
                  <a:lnTo>
                    <a:pt x="2391" y="270"/>
                  </a:lnTo>
                  <a:lnTo>
                    <a:pt x="2459" y="237"/>
                  </a:lnTo>
                  <a:lnTo>
                    <a:pt x="2459" y="371"/>
                  </a:lnTo>
                  <a:lnTo>
                    <a:pt x="2425" y="506"/>
                  </a:lnTo>
                  <a:lnTo>
                    <a:pt x="2425" y="775"/>
                  </a:lnTo>
                  <a:lnTo>
                    <a:pt x="2425" y="1078"/>
                  </a:lnTo>
                  <a:lnTo>
                    <a:pt x="2459" y="1381"/>
                  </a:lnTo>
                  <a:lnTo>
                    <a:pt x="1280" y="1381"/>
                  </a:lnTo>
                  <a:lnTo>
                    <a:pt x="708" y="1415"/>
                  </a:lnTo>
                  <a:lnTo>
                    <a:pt x="136" y="1482"/>
                  </a:lnTo>
                  <a:lnTo>
                    <a:pt x="169" y="1280"/>
                  </a:lnTo>
                  <a:lnTo>
                    <a:pt x="203" y="1078"/>
                  </a:lnTo>
                  <a:lnTo>
                    <a:pt x="203" y="708"/>
                  </a:lnTo>
                  <a:lnTo>
                    <a:pt x="203" y="439"/>
                  </a:lnTo>
                  <a:lnTo>
                    <a:pt x="203" y="304"/>
                  </a:lnTo>
                  <a:lnTo>
                    <a:pt x="203" y="203"/>
                  </a:lnTo>
                  <a:lnTo>
                    <a:pt x="371" y="237"/>
                  </a:lnTo>
                  <a:lnTo>
                    <a:pt x="1651" y="237"/>
                  </a:lnTo>
                  <a:lnTo>
                    <a:pt x="1987" y="203"/>
                  </a:lnTo>
                  <a:close/>
                  <a:moveTo>
                    <a:pt x="708" y="1"/>
                  </a:moveTo>
                  <a:lnTo>
                    <a:pt x="439" y="34"/>
                  </a:lnTo>
                  <a:lnTo>
                    <a:pt x="136" y="68"/>
                  </a:lnTo>
                  <a:lnTo>
                    <a:pt x="136" y="102"/>
                  </a:lnTo>
                  <a:lnTo>
                    <a:pt x="35" y="102"/>
                  </a:lnTo>
                  <a:lnTo>
                    <a:pt x="35" y="136"/>
                  </a:lnTo>
                  <a:lnTo>
                    <a:pt x="68" y="136"/>
                  </a:lnTo>
                  <a:lnTo>
                    <a:pt x="35" y="270"/>
                  </a:lnTo>
                  <a:lnTo>
                    <a:pt x="35" y="439"/>
                  </a:lnTo>
                  <a:lnTo>
                    <a:pt x="35" y="708"/>
                  </a:lnTo>
                  <a:lnTo>
                    <a:pt x="1" y="1078"/>
                  </a:lnTo>
                  <a:lnTo>
                    <a:pt x="1" y="1280"/>
                  </a:lnTo>
                  <a:lnTo>
                    <a:pt x="35" y="1482"/>
                  </a:lnTo>
                  <a:lnTo>
                    <a:pt x="68" y="1516"/>
                  </a:lnTo>
                  <a:lnTo>
                    <a:pt x="68" y="1550"/>
                  </a:lnTo>
                  <a:lnTo>
                    <a:pt x="102" y="1583"/>
                  </a:lnTo>
                  <a:lnTo>
                    <a:pt x="708" y="1617"/>
                  </a:lnTo>
                  <a:lnTo>
                    <a:pt x="1314" y="1617"/>
                  </a:lnTo>
                  <a:lnTo>
                    <a:pt x="2492" y="1583"/>
                  </a:lnTo>
                  <a:lnTo>
                    <a:pt x="2593" y="1583"/>
                  </a:lnTo>
                  <a:lnTo>
                    <a:pt x="2627" y="1550"/>
                  </a:lnTo>
                  <a:lnTo>
                    <a:pt x="2661" y="1482"/>
                  </a:lnTo>
                  <a:lnTo>
                    <a:pt x="2661" y="1449"/>
                  </a:lnTo>
                  <a:lnTo>
                    <a:pt x="2627" y="1381"/>
                  </a:lnTo>
                  <a:lnTo>
                    <a:pt x="2627" y="1078"/>
                  </a:lnTo>
                  <a:lnTo>
                    <a:pt x="2593" y="775"/>
                  </a:lnTo>
                  <a:lnTo>
                    <a:pt x="2627" y="439"/>
                  </a:lnTo>
                  <a:lnTo>
                    <a:pt x="2593" y="270"/>
                  </a:lnTo>
                  <a:lnTo>
                    <a:pt x="2560" y="136"/>
                  </a:lnTo>
                  <a:lnTo>
                    <a:pt x="2526" y="136"/>
                  </a:lnTo>
                  <a:lnTo>
                    <a:pt x="2492" y="102"/>
                  </a:lnTo>
                  <a:lnTo>
                    <a:pt x="2459" y="68"/>
                  </a:lnTo>
                  <a:lnTo>
                    <a:pt x="2324" y="34"/>
                  </a:lnTo>
                  <a:lnTo>
                    <a:pt x="2189" y="1"/>
                  </a:lnTo>
                  <a:lnTo>
                    <a:pt x="1886" y="1"/>
                  </a:lnTo>
                  <a:lnTo>
                    <a:pt x="1280" y="34"/>
                  </a:lnTo>
                  <a:lnTo>
                    <a:pt x="7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8" name="Google Shape;438;p3"/>
            <p:cNvSpPr/>
            <p:nvPr/>
          </p:nvSpPr>
          <p:spPr>
            <a:xfrm>
              <a:off x="2699560" y="4287835"/>
              <a:ext cx="128898" cy="123877"/>
            </a:xfrm>
            <a:custGeom>
              <a:avLst/>
              <a:gdLst/>
              <a:ahLst/>
              <a:cxnLst/>
              <a:rect l="l" t="t" r="r" b="b"/>
              <a:pathLst>
                <a:path w="2593" h="2492" extrusionOk="0">
                  <a:moveTo>
                    <a:pt x="707" y="1"/>
                  </a:moveTo>
                  <a:lnTo>
                    <a:pt x="438" y="34"/>
                  </a:lnTo>
                  <a:lnTo>
                    <a:pt x="337" y="68"/>
                  </a:lnTo>
                  <a:lnTo>
                    <a:pt x="236" y="135"/>
                  </a:lnTo>
                  <a:lnTo>
                    <a:pt x="303" y="203"/>
                  </a:lnTo>
                  <a:lnTo>
                    <a:pt x="404" y="236"/>
                  </a:lnTo>
                  <a:lnTo>
                    <a:pt x="640" y="270"/>
                  </a:lnTo>
                  <a:lnTo>
                    <a:pt x="1078" y="270"/>
                  </a:lnTo>
                  <a:lnTo>
                    <a:pt x="1751" y="337"/>
                  </a:lnTo>
                  <a:lnTo>
                    <a:pt x="2391" y="371"/>
                  </a:lnTo>
                  <a:lnTo>
                    <a:pt x="2391" y="775"/>
                  </a:lnTo>
                  <a:lnTo>
                    <a:pt x="2391" y="1145"/>
                  </a:lnTo>
                  <a:lnTo>
                    <a:pt x="2357" y="1684"/>
                  </a:lnTo>
                  <a:lnTo>
                    <a:pt x="2357" y="1953"/>
                  </a:lnTo>
                  <a:lnTo>
                    <a:pt x="2391" y="2223"/>
                  </a:lnTo>
                  <a:lnTo>
                    <a:pt x="1313" y="2189"/>
                  </a:lnTo>
                  <a:lnTo>
                    <a:pt x="775" y="2189"/>
                  </a:lnTo>
                  <a:lnTo>
                    <a:pt x="505" y="2223"/>
                  </a:lnTo>
                  <a:lnTo>
                    <a:pt x="270" y="2290"/>
                  </a:lnTo>
                  <a:lnTo>
                    <a:pt x="236" y="1751"/>
                  </a:lnTo>
                  <a:lnTo>
                    <a:pt x="236" y="1213"/>
                  </a:lnTo>
                  <a:lnTo>
                    <a:pt x="270" y="674"/>
                  </a:lnTo>
                  <a:lnTo>
                    <a:pt x="270" y="405"/>
                  </a:lnTo>
                  <a:lnTo>
                    <a:pt x="236" y="270"/>
                  </a:lnTo>
                  <a:lnTo>
                    <a:pt x="202" y="135"/>
                  </a:lnTo>
                  <a:lnTo>
                    <a:pt x="101" y="304"/>
                  </a:lnTo>
                  <a:lnTo>
                    <a:pt x="68" y="472"/>
                  </a:lnTo>
                  <a:lnTo>
                    <a:pt x="0" y="842"/>
                  </a:lnTo>
                  <a:lnTo>
                    <a:pt x="0" y="1583"/>
                  </a:lnTo>
                  <a:lnTo>
                    <a:pt x="0" y="1819"/>
                  </a:lnTo>
                  <a:lnTo>
                    <a:pt x="0" y="2088"/>
                  </a:lnTo>
                  <a:lnTo>
                    <a:pt x="0" y="2223"/>
                  </a:lnTo>
                  <a:lnTo>
                    <a:pt x="34" y="2324"/>
                  </a:lnTo>
                  <a:lnTo>
                    <a:pt x="101" y="2425"/>
                  </a:lnTo>
                  <a:lnTo>
                    <a:pt x="202" y="2458"/>
                  </a:lnTo>
                  <a:lnTo>
                    <a:pt x="270" y="2458"/>
                  </a:lnTo>
                  <a:lnTo>
                    <a:pt x="270" y="2425"/>
                  </a:lnTo>
                  <a:lnTo>
                    <a:pt x="270" y="2391"/>
                  </a:lnTo>
                  <a:lnTo>
                    <a:pt x="539" y="2458"/>
                  </a:lnTo>
                  <a:lnTo>
                    <a:pt x="775" y="2492"/>
                  </a:lnTo>
                  <a:lnTo>
                    <a:pt x="1313" y="2492"/>
                  </a:lnTo>
                  <a:lnTo>
                    <a:pt x="2391" y="2458"/>
                  </a:lnTo>
                  <a:lnTo>
                    <a:pt x="2458" y="2425"/>
                  </a:lnTo>
                  <a:lnTo>
                    <a:pt x="2492" y="2458"/>
                  </a:lnTo>
                  <a:lnTo>
                    <a:pt x="2525" y="2458"/>
                  </a:lnTo>
                  <a:lnTo>
                    <a:pt x="2559" y="2425"/>
                  </a:lnTo>
                  <a:lnTo>
                    <a:pt x="2593" y="2155"/>
                  </a:lnTo>
                  <a:lnTo>
                    <a:pt x="2593" y="1886"/>
                  </a:lnTo>
                  <a:lnTo>
                    <a:pt x="2593" y="1347"/>
                  </a:lnTo>
                  <a:lnTo>
                    <a:pt x="2593" y="708"/>
                  </a:lnTo>
                  <a:lnTo>
                    <a:pt x="2593" y="405"/>
                  </a:lnTo>
                  <a:lnTo>
                    <a:pt x="2559" y="68"/>
                  </a:lnTo>
                  <a:lnTo>
                    <a:pt x="2525" y="34"/>
                  </a:lnTo>
                  <a:lnTo>
                    <a:pt x="2458" y="34"/>
                  </a:lnTo>
                  <a:lnTo>
                    <a:pt x="2458" y="68"/>
                  </a:lnTo>
                  <a:lnTo>
                    <a:pt x="2424" y="169"/>
                  </a:lnTo>
                  <a:lnTo>
                    <a:pt x="1852" y="102"/>
                  </a:lnTo>
                  <a:lnTo>
                    <a:pt x="1246"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39" name="Google Shape;439;p3"/>
            <p:cNvSpPr/>
            <p:nvPr/>
          </p:nvSpPr>
          <p:spPr>
            <a:xfrm>
              <a:off x="3005823" y="4195772"/>
              <a:ext cx="137299" cy="80381"/>
            </a:xfrm>
            <a:custGeom>
              <a:avLst/>
              <a:gdLst/>
              <a:ahLst/>
              <a:cxnLst/>
              <a:rect l="l" t="t" r="r" b="b"/>
              <a:pathLst>
                <a:path w="2762" h="1617" extrusionOk="0">
                  <a:moveTo>
                    <a:pt x="135" y="136"/>
                  </a:moveTo>
                  <a:lnTo>
                    <a:pt x="438" y="203"/>
                  </a:lnTo>
                  <a:lnTo>
                    <a:pt x="741" y="237"/>
                  </a:lnTo>
                  <a:lnTo>
                    <a:pt x="1347" y="237"/>
                  </a:lnTo>
                  <a:lnTo>
                    <a:pt x="2593" y="203"/>
                  </a:lnTo>
                  <a:lnTo>
                    <a:pt x="2593" y="203"/>
                  </a:lnTo>
                  <a:lnTo>
                    <a:pt x="2559" y="506"/>
                  </a:lnTo>
                  <a:lnTo>
                    <a:pt x="2526" y="775"/>
                  </a:lnTo>
                  <a:lnTo>
                    <a:pt x="2559" y="1381"/>
                  </a:lnTo>
                  <a:lnTo>
                    <a:pt x="2223" y="1415"/>
                  </a:lnTo>
                  <a:lnTo>
                    <a:pt x="1886" y="1415"/>
                  </a:lnTo>
                  <a:lnTo>
                    <a:pt x="1246" y="1381"/>
                  </a:lnTo>
                  <a:lnTo>
                    <a:pt x="708" y="1348"/>
                  </a:lnTo>
                  <a:lnTo>
                    <a:pt x="438" y="1381"/>
                  </a:lnTo>
                  <a:lnTo>
                    <a:pt x="203" y="1449"/>
                  </a:lnTo>
                  <a:lnTo>
                    <a:pt x="169" y="775"/>
                  </a:lnTo>
                  <a:lnTo>
                    <a:pt x="169" y="439"/>
                  </a:lnTo>
                  <a:lnTo>
                    <a:pt x="135" y="136"/>
                  </a:lnTo>
                  <a:close/>
                  <a:moveTo>
                    <a:pt x="708" y="1"/>
                  </a:moveTo>
                  <a:lnTo>
                    <a:pt x="102" y="68"/>
                  </a:lnTo>
                  <a:lnTo>
                    <a:pt x="68" y="102"/>
                  </a:lnTo>
                  <a:lnTo>
                    <a:pt x="102" y="136"/>
                  </a:lnTo>
                  <a:lnTo>
                    <a:pt x="1" y="439"/>
                  </a:lnTo>
                  <a:lnTo>
                    <a:pt x="1" y="809"/>
                  </a:lnTo>
                  <a:lnTo>
                    <a:pt x="34" y="1516"/>
                  </a:lnTo>
                  <a:lnTo>
                    <a:pt x="68" y="1550"/>
                  </a:lnTo>
                  <a:lnTo>
                    <a:pt x="135" y="1583"/>
                  </a:lnTo>
                  <a:lnTo>
                    <a:pt x="169" y="1583"/>
                  </a:lnTo>
                  <a:lnTo>
                    <a:pt x="203" y="1516"/>
                  </a:lnTo>
                  <a:lnTo>
                    <a:pt x="506" y="1550"/>
                  </a:lnTo>
                  <a:lnTo>
                    <a:pt x="809" y="1550"/>
                  </a:lnTo>
                  <a:lnTo>
                    <a:pt x="1415" y="1583"/>
                  </a:lnTo>
                  <a:lnTo>
                    <a:pt x="2021" y="1617"/>
                  </a:lnTo>
                  <a:lnTo>
                    <a:pt x="2593" y="1583"/>
                  </a:lnTo>
                  <a:lnTo>
                    <a:pt x="2660" y="1583"/>
                  </a:lnTo>
                  <a:lnTo>
                    <a:pt x="2728" y="1550"/>
                  </a:lnTo>
                  <a:lnTo>
                    <a:pt x="2761" y="1550"/>
                  </a:lnTo>
                  <a:lnTo>
                    <a:pt x="2761" y="1482"/>
                  </a:lnTo>
                  <a:lnTo>
                    <a:pt x="2761" y="1415"/>
                  </a:lnTo>
                  <a:lnTo>
                    <a:pt x="2761" y="775"/>
                  </a:lnTo>
                  <a:lnTo>
                    <a:pt x="2761" y="439"/>
                  </a:lnTo>
                  <a:lnTo>
                    <a:pt x="2694" y="102"/>
                  </a:lnTo>
                  <a:lnTo>
                    <a:pt x="2694" y="68"/>
                  </a:lnTo>
                  <a:lnTo>
                    <a:pt x="2660" y="34"/>
                  </a:lnTo>
                  <a:lnTo>
                    <a:pt x="1347" y="34"/>
                  </a:lnTo>
                  <a:lnTo>
                    <a:pt x="7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0" name="Google Shape;440;p3"/>
            <p:cNvSpPr/>
            <p:nvPr/>
          </p:nvSpPr>
          <p:spPr>
            <a:xfrm>
              <a:off x="4092037" y="4568994"/>
              <a:ext cx="128898" cy="123927"/>
            </a:xfrm>
            <a:custGeom>
              <a:avLst/>
              <a:gdLst/>
              <a:ahLst/>
              <a:cxnLst/>
              <a:rect l="l" t="t" r="r" b="b"/>
              <a:pathLst>
                <a:path w="2593" h="2493" extrusionOk="0">
                  <a:moveTo>
                    <a:pt x="1885" y="1"/>
                  </a:moveTo>
                  <a:lnTo>
                    <a:pt x="1347" y="34"/>
                  </a:lnTo>
                  <a:lnTo>
                    <a:pt x="741" y="102"/>
                  </a:lnTo>
                  <a:lnTo>
                    <a:pt x="168" y="169"/>
                  </a:lnTo>
                  <a:lnTo>
                    <a:pt x="135" y="68"/>
                  </a:lnTo>
                  <a:lnTo>
                    <a:pt x="135" y="34"/>
                  </a:lnTo>
                  <a:lnTo>
                    <a:pt x="67" y="34"/>
                  </a:lnTo>
                  <a:lnTo>
                    <a:pt x="34" y="68"/>
                  </a:lnTo>
                  <a:lnTo>
                    <a:pt x="0" y="405"/>
                  </a:lnTo>
                  <a:lnTo>
                    <a:pt x="0" y="708"/>
                  </a:lnTo>
                  <a:lnTo>
                    <a:pt x="0" y="1348"/>
                  </a:lnTo>
                  <a:lnTo>
                    <a:pt x="0" y="1886"/>
                  </a:lnTo>
                  <a:lnTo>
                    <a:pt x="0" y="2156"/>
                  </a:lnTo>
                  <a:lnTo>
                    <a:pt x="34" y="2425"/>
                  </a:lnTo>
                  <a:lnTo>
                    <a:pt x="67" y="2459"/>
                  </a:lnTo>
                  <a:lnTo>
                    <a:pt x="101" y="2459"/>
                  </a:lnTo>
                  <a:lnTo>
                    <a:pt x="135" y="2425"/>
                  </a:lnTo>
                  <a:lnTo>
                    <a:pt x="202" y="2459"/>
                  </a:lnTo>
                  <a:lnTo>
                    <a:pt x="1279" y="2492"/>
                  </a:lnTo>
                  <a:lnTo>
                    <a:pt x="1818" y="2492"/>
                  </a:lnTo>
                  <a:lnTo>
                    <a:pt x="2054" y="2459"/>
                  </a:lnTo>
                  <a:lnTo>
                    <a:pt x="2323" y="2391"/>
                  </a:lnTo>
                  <a:lnTo>
                    <a:pt x="2323" y="2425"/>
                  </a:lnTo>
                  <a:lnTo>
                    <a:pt x="2323" y="2459"/>
                  </a:lnTo>
                  <a:lnTo>
                    <a:pt x="2391" y="2459"/>
                  </a:lnTo>
                  <a:lnTo>
                    <a:pt x="2492" y="2425"/>
                  </a:lnTo>
                  <a:lnTo>
                    <a:pt x="2559" y="2324"/>
                  </a:lnTo>
                  <a:lnTo>
                    <a:pt x="2593" y="2223"/>
                  </a:lnTo>
                  <a:lnTo>
                    <a:pt x="2593" y="2088"/>
                  </a:lnTo>
                  <a:lnTo>
                    <a:pt x="2593" y="1819"/>
                  </a:lnTo>
                  <a:lnTo>
                    <a:pt x="2593" y="1583"/>
                  </a:lnTo>
                  <a:lnTo>
                    <a:pt x="2593" y="843"/>
                  </a:lnTo>
                  <a:lnTo>
                    <a:pt x="2525" y="472"/>
                  </a:lnTo>
                  <a:lnTo>
                    <a:pt x="2492" y="304"/>
                  </a:lnTo>
                  <a:lnTo>
                    <a:pt x="2391" y="135"/>
                  </a:lnTo>
                  <a:lnTo>
                    <a:pt x="2357" y="270"/>
                  </a:lnTo>
                  <a:lnTo>
                    <a:pt x="2323" y="405"/>
                  </a:lnTo>
                  <a:lnTo>
                    <a:pt x="2323" y="674"/>
                  </a:lnTo>
                  <a:lnTo>
                    <a:pt x="2357" y="1213"/>
                  </a:lnTo>
                  <a:lnTo>
                    <a:pt x="2357" y="1752"/>
                  </a:lnTo>
                  <a:lnTo>
                    <a:pt x="2323" y="2290"/>
                  </a:lnTo>
                  <a:lnTo>
                    <a:pt x="2087" y="2223"/>
                  </a:lnTo>
                  <a:lnTo>
                    <a:pt x="1818" y="2189"/>
                  </a:lnTo>
                  <a:lnTo>
                    <a:pt x="1279" y="2189"/>
                  </a:lnTo>
                  <a:lnTo>
                    <a:pt x="202" y="2223"/>
                  </a:lnTo>
                  <a:lnTo>
                    <a:pt x="202" y="2223"/>
                  </a:lnTo>
                  <a:lnTo>
                    <a:pt x="236" y="1954"/>
                  </a:lnTo>
                  <a:lnTo>
                    <a:pt x="236" y="1684"/>
                  </a:lnTo>
                  <a:lnTo>
                    <a:pt x="202" y="1146"/>
                  </a:lnTo>
                  <a:lnTo>
                    <a:pt x="202" y="775"/>
                  </a:lnTo>
                  <a:lnTo>
                    <a:pt x="202" y="371"/>
                  </a:lnTo>
                  <a:lnTo>
                    <a:pt x="842" y="337"/>
                  </a:lnTo>
                  <a:lnTo>
                    <a:pt x="1515" y="270"/>
                  </a:lnTo>
                  <a:lnTo>
                    <a:pt x="1953" y="270"/>
                  </a:lnTo>
                  <a:lnTo>
                    <a:pt x="2189" y="236"/>
                  </a:lnTo>
                  <a:lnTo>
                    <a:pt x="2290" y="203"/>
                  </a:lnTo>
                  <a:lnTo>
                    <a:pt x="2357" y="135"/>
                  </a:lnTo>
                  <a:lnTo>
                    <a:pt x="2256" y="68"/>
                  </a:lnTo>
                  <a:lnTo>
                    <a:pt x="2121" y="34"/>
                  </a:lnTo>
                  <a:lnTo>
                    <a:pt x="188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1" name="Google Shape;441;p3"/>
            <p:cNvSpPr/>
            <p:nvPr/>
          </p:nvSpPr>
          <p:spPr>
            <a:xfrm>
              <a:off x="3608358" y="4192441"/>
              <a:ext cx="127208" cy="88732"/>
            </a:xfrm>
            <a:custGeom>
              <a:avLst/>
              <a:gdLst/>
              <a:ahLst/>
              <a:cxnLst/>
              <a:rect l="l" t="t" r="r" b="b"/>
              <a:pathLst>
                <a:path w="2559" h="1785" extrusionOk="0">
                  <a:moveTo>
                    <a:pt x="2390" y="203"/>
                  </a:moveTo>
                  <a:lnTo>
                    <a:pt x="2357" y="876"/>
                  </a:lnTo>
                  <a:lnTo>
                    <a:pt x="2323" y="1583"/>
                  </a:lnTo>
                  <a:lnTo>
                    <a:pt x="2087" y="1549"/>
                  </a:lnTo>
                  <a:lnTo>
                    <a:pt x="1852" y="1516"/>
                  </a:lnTo>
                  <a:lnTo>
                    <a:pt x="1347" y="1516"/>
                  </a:lnTo>
                  <a:lnTo>
                    <a:pt x="236" y="1448"/>
                  </a:lnTo>
                  <a:lnTo>
                    <a:pt x="269" y="842"/>
                  </a:lnTo>
                  <a:lnTo>
                    <a:pt x="269" y="607"/>
                  </a:lnTo>
                  <a:lnTo>
                    <a:pt x="236" y="371"/>
                  </a:lnTo>
                  <a:lnTo>
                    <a:pt x="1380" y="270"/>
                  </a:lnTo>
                  <a:lnTo>
                    <a:pt x="1885" y="270"/>
                  </a:lnTo>
                  <a:lnTo>
                    <a:pt x="2155" y="236"/>
                  </a:lnTo>
                  <a:lnTo>
                    <a:pt x="2390" y="203"/>
                  </a:lnTo>
                  <a:close/>
                  <a:moveTo>
                    <a:pt x="1616" y="0"/>
                  </a:moveTo>
                  <a:lnTo>
                    <a:pt x="1313" y="34"/>
                  </a:lnTo>
                  <a:lnTo>
                    <a:pt x="741" y="101"/>
                  </a:lnTo>
                  <a:lnTo>
                    <a:pt x="168" y="169"/>
                  </a:lnTo>
                  <a:lnTo>
                    <a:pt x="101" y="203"/>
                  </a:lnTo>
                  <a:lnTo>
                    <a:pt x="67" y="236"/>
                  </a:lnTo>
                  <a:lnTo>
                    <a:pt x="67" y="304"/>
                  </a:lnTo>
                  <a:lnTo>
                    <a:pt x="101" y="371"/>
                  </a:lnTo>
                  <a:lnTo>
                    <a:pt x="67" y="1011"/>
                  </a:lnTo>
                  <a:lnTo>
                    <a:pt x="0" y="1650"/>
                  </a:lnTo>
                  <a:lnTo>
                    <a:pt x="0" y="1718"/>
                  </a:lnTo>
                  <a:lnTo>
                    <a:pt x="34" y="1751"/>
                  </a:lnTo>
                  <a:lnTo>
                    <a:pt x="101" y="1785"/>
                  </a:lnTo>
                  <a:lnTo>
                    <a:pt x="202" y="1751"/>
                  </a:lnTo>
                  <a:lnTo>
                    <a:pt x="202" y="1718"/>
                  </a:lnTo>
                  <a:lnTo>
                    <a:pt x="236" y="1650"/>
                  </a:lnTo>
                  <a:lnTo>
                    <a:pt x="741" y="1751"/>
                  </a:lnTo>
                  <a:lnTo>
                    <a:pt x="1313" y="1785"/>
                  </a:lnTo>
                  <a:lnTo>
                    <a:pt x="1582" y="1785"/>
                  </a:lnTo>
                  <a:lnTo>
                    <a:pt x="1852" y="1751"/>
                  </a:lnTo>
                  <a:lnTo>
                    <a:pt x="2121" y="1718"/>
                  </a:lnTo>
                  <a:lnTo>
                    <a:pt x="2357" y="1617"/>
                  </a:lnTo>
                  <a:lnTo>
                    <a:pt x="2390" y="1650"/>
                  </a:lnTo>
                  <a:lnTo>
                    <a:pt x="2491" y="1650"/>
                  </a:lnTo>
                  <a:lnTo>
                    <a:pt x="2491" y="1583"/>
                  </a:lnTo>
                  <a:lnTo>
                    <a:pt x="2525" y="1246"/>
                  </a:lnTo>
                  <a:lnTo>
                    <a:pt x="2559" y="876"/>
                  </a:lnTo>
                  <a:lnTo>
                    <a:pt x="2559" y="506"/>
                  </a:lnTo>
                  <a:lnTo>
                    <a:pt x="2491" y="135"/>
                  </a:lnTo>
                  <a:lnTo>
                    <a:pt x="2491" y="101"/>
                  </a:lnTo>
                  <a:lnTo>
                    <a:pt x="2458" y="101"/>
                  </a:lnTo>
                  <a:lnTo>
                    <a:pt x="2188" y="34"/>
                  </a:lnTo>
                  <a:lnTo>
                    <a:pt x="188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2" name="Google Shape;442;p3"/>
            <p:cNvSpPr/>
            <p:nvPr/>
          </p:nvSpPr>
          <p:spPr>
            <a:xfrm>
              <a:off x="3154755" y="4195772"/>
              <a:ext cx="137299" cy="80381"/>
            </a:xfrm>
            <a:custGeom>
              <a:avLst/>
              <a:gdLst/>
              <a:ahLst/>
              <a:cxnLst/>
              <a:rect l="l" t="t" r="r" b="b"/>
              <a:pathLst>
                <a:path w="2762" h="1617" extrusionOk="0">
                  <a:moveTo>
                    <a:pt x="2661" y="136"/>
                  </a:moveTo>
                  <a:lnTo>
                    <a:pt x="2593" y="439"/>
                  </a:lnTo>
                  <a:lnTo>
                    <a:pt x="2593" y="775"/>
                  </a:lnTo>
                  <a:lnTo>
                    <a:pt x="2560" y="1449"/>
                  </a:lnTo>
                  <a:lnTo>
                    <a:pt x="2324" y="1381"/>
                  </a:lnTo>
                  <a:lnTo>
                    <a:pt x="2055" y="1348"/>
                  </a:lnTo>
                  <a:lnTo>
                    <a:pt x="1516" y="1381"/>
                  </a:lnTo>
                  <a:lnTo>
                    <a:pt x="876" y="1415"/>
                  </a:lnTo>
                  <a:lnTo>
                    <a:pt x="540" y="1415"/>
                  </a:lnTo>
                  <a:lnTo>
                    <a:pt x="237" y="1381"/>
                  </a:lnTo>
                  <a:lnTo>
                    <a:pt x="237" y="775"/>
                  </a:lnTo>
                  <a:lnTo>
                    <a:pt x="237" y="506"/>
                  </a:lnTo>
                  <a:lnTo>
                    <a:pt x="203" y="203"/>
                  </a:lnTo>
                  <a:lnTo>
                    <a:pt x="203" y="203"/>
                  </a:lnTo>
                  <a:lnTo>
                    <a:pt x="1415" y="237"/>
                  </a:lnTo>
                  <a:lnTo>
                    <a:pt x="2055" y="237"/>
                  </a:lnTo>
                  <a:lnTo>
                    <a:pt x="2358" y="203"/>
                  </a:lnTo>
                  <a:lnTo>
                    <a:pt x="2661" y="136"/>
                  </a:lnTo>
                  <a:close/>
                  <a:moveTo>
                    <a:pt x="2055" y="1"/>
                  </a:moveTo>
                  <a:lnTo>
                    <a:pt x="1415" y="34"/>
                  </a:lnTo>
                  <a:lnTo>
                    <a:pt x="136" y="34"/>
                  </a:lnTo>
                  <a:lnTo>
                    <a:pt x="102" y="68"/>
                  </a:lnTo>
                  <a:lnTo>
                    <a:pt x="68" y="102"/>
                  </a:lnTo>
                  <a:lnTo>
                    <a:pt x="35" y="439"/>
                  </a:lnTo>
                  <a:lnTo>
                    <a:pt x="1" y="775"/>
                  </a:lnTo>
                  <a:lnTo>
                    <a:pt x="35" y="1415"/>
                  </a:lnTo>
                  <a:lnTo>
                    <a:pt x="1" y="1482"/>
                  </a:lnTo>
                  <a:lnTo>
                    <a:pt x="1" y="1550"/>
                  </a:lnTo>
                  <a:lnTo>
                    <a:pt x="68" y="1550"/>
                  </a:lnTo>
                  <a:lnTo>
                    <a:pt x="102" y="1583"/>
                  </a:lnTo>
                  <a:lnTo>
                    <a:pt x="169" y="1583"/>
                  </a:lnTo>
                  <a:lnTo>
                    <a:pt x="775" y="1617"/>
                  </a:lnTo>
                  <a:lnTo>
                    <a:pt x="1348" y="1583"/>
                  </a:lnTo>
                  <a:lnTo>
                    <a:pt x="1954" y="1550"/>
                  </a:lnTo>
                  <a:lnTo>
                    <a:pt x="2257" y="1550"/>
                  </a:lnTo>
                  <a:lnTo>
                    <a:pt x="2560" y="1516"/>
                  </a:lnTo>
                  <a:lnTo>
                    <a:pt x="2593" y="1583"/>
                  </a:lnTo>
                  <a:lnTo>
                    <a:pt x="2661" y="1583"/>
                  </a:lnTo>
                  <a:lnTo>
                    <a:pt x="2694" y="1550"/>
                  </a:lnTo>
                  <a:lnTo>
                    <a:pt x="2728" y="1516"/>
                  </a:lnTo>
                  <a:lnTo>
                    <a:pt x="2762" y="809"/>
                  </a:lnTo>
                  <a:lnTo>
                    <a:pt x="2762" y="439"/>
                  </a:lnTo>
                  <a:lnTo>
                    <a:pt x="2694" y="136"/>
                  </a:lnTo>
                  <a:lnTo>
                    <a:pt x="2694" y="102"/>
                  </a:lnTo>
                  <a:lnTo>
                    <a:pt x="2694" y="68"/>
                  </a:lnTo>
                  <a:lnTo>
                    <a:pt x="205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3" name="Google Shape;443;p3"/>
            <p:cNvSpPr/>
            <p:nvPr/>
          </p:nvSpPr>
          <p:spPr>
            <a:xfrm>
              <a:off x="2562311" y="4192441"/>
              <a:ext cx="127258" cy="88732"/>
            </a:xfrm>
            <a:custGeom>
              <a:avLst/>
              <a:gdLst/>
              <a:ahLst/>
              <a:cxnLst/>
              <a:rect l="l" t="t" r="r" b="b"/>
              <a:pathLst>
                <a:path w="2560" h="1785" extrusionOk="0">
                  <a:moveTo>
                    <a:pt x="169" y="203"/>
                  </a:moveTo>
                  <a:lnTo>
                    <a:pt x="405" y="236"/>
                  </a:lnTo>
                  <a:lnTo>
                    <a:pt x="674" y="270"/>
                  </a:lnTo>
                  <a:lnTo>
                    <a:pt x="1179" y="270"/>
                  </a:lnTo>
                  <a:lnTo>
                    <a:pt x="2324" y="371"/>
                  </a:lnTo>
                  <a:lnTo>
                    <a:pt x="2290" y="607"/>
                  </a:lnTo>
                  <a:lnTo>
                    <a:pt x="2290" y="842"/>
                  </a:lnTo>
                  <a:lnTo>
                    <a:pt x="2324" y="1448"/>
                  </a:lnTo>
                  <a:lnTo>
                    <a:pt x="1246" y="1516"/>
                  </a:lnTo>
                  <a:lnTo>
                    <a:pt x="741" y="1516"/>
                  </a:lnTo>
                  <a:lnTo>
                    <a:pt x="506" y="1549"/>
                  </a:lnTo>
                  <a:lnTo>
                    <a:pt x="236" y="1583"/>
                  </a:lnTo>
                  <a:lnTo>
                    <a:pt x="203" y="876"/>
                  </a:lnTo>
                  <a:lnTo>
                    <a:pt x="169" y="203"/>
                  </a:lnTo>
                  <a:close/>
                  <a:moveTo>
                    <a:pt x="674" y="0"/>
                  </a:moveTo>
                  <a:lnTo>
                    <a:pt x="405" y="34"/>
                  </a:lnTo>
                  <a:lnTo>
                    <a:pt x="135" y="101"/>
                  </a:lnTo>
                  <a:lnTo>
                    <a:pt x="101" y="101"/>
                  </a:lnTo>
                  <a:lnTo>
                    <a:pt x="68" y="135"/>
                  </a:lnTo>
                  <a:lnTo>
                    <a:pt x="34" y="506"/>
                  </a:lnTo>
                  <a:lnTo>
                    <a:pt x="0" y="876"/>
                  </a:lnTo>
                  <a:lnTo>
                    <a:pt x="34" y="1246"/>
                  </a:lnTo>
                  <a:lnTo>
                    <a:pt x="68" y="1583"/>
                  </a:lnTo>
                  <a:lnTo>
                    <a:pt x="101" y="1650"/>
                  </a:lnTo>
                  <a:lnTo>
                    <a:pt x="203" y="1650"/>
                  </a:lnTo>
                  <a:lnTo>
                    <a:pt x="236" y="1617"/>
                  </a:lnTo>
                  <a:lnTo>
                    <a:pt x="472" y="1718"/>
                  </a:lnTo>
                  <a:lnTo>
                    <a:pt x="741" y="1751"/>
                  </a:lnTo>
                  <a:lnTo>
                    <a:pt x="1011" y="1785"/>
                  </a:lnTo>
                  <a:lnTo>
                    <a:pt x="1280" y="1785"/>
                  </a:lnTo>
                  <a:lnTo>
                    <a:pt x="1819" y="1751"/>
                  </a:lnTo>
                  <a:lnTo>
                    <a:pt x="2357" y="1650"/>
                  </a:lnTo>
                  <a:lnTo>
                    <a:pt x="2357" y="1718"/>
                  </a:lnTo>
                  <a:lnTo>
                    <a:pt x="2391" y="1751"/>
                  </a:lnTo>
                  <a:lnTo>
                    <a:pt x="2458" y="1785"/>
                  </a:lnTo>
                  <a:lnTo>
                    <a:pt x="2526" y="1751"/>
                  </a:lnTo>
                  <a:lnTo>
                    <a:pt x="2559" y="1718"/>
                  </a:lnTo>
                  <a:lnTo>
                    <a:pt x="2559" y="1650"/>
                  </a:lnTo>
                  <a:lnTo>
                    <a:pt x="2492" y="1011"/>
                  </a:lnTo>
                  <a:lnTo>
                    <a:pt x="2458" y="371"/>
                  </a:lnTo>
                  <a:lnTo>
                    <a:pt x="2492" y="304"/>
                  </a:lnTo>
                  <a:lnTo>
                    <a:pt x="2492" y="236"/>
                  </a:lnTo>
                  <a:lnTo>
                    <a:pt x="2458" y="203"/>
                  </a:lnTo>
                  <a:lnTo>
                    <a:pt x="2391" y="169"/>
                  </a:lnTo>
                  <a:lnTo>
                    <a:pt x="1852" y="101"/>
                  </a:lnTo>
                  <a:lnTo>
                    <a:pt x="1246" y="34"/>
                  </a:lnTo>
                  <a:lnTo>
                    <a:pt x="97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4" name="Google Shape;444;p3"/>
            <p:cNvSpPr/>
            <p:nvPr/>
          </p:nvSpPr>
          <p:spPr>
            <a:xfrm>
              <a:off x="3748938" y="4195772"/>
              <a:ext cx="133919" cy="80381"/>
            </a:xfrm>
            <a:custGeom>
              <a:avLst/>
              <a:gdLst/>
              <a:ahLst/>
              <a:cxnLst/>
              <a:rect l="l" t="t" r="r" b="b"/>
              <a:pathLst>
                <a:path w="2694" h="1617" extrusionOk="0">
                  <a:moveTo>
                    <a:pt x="2492" y="203"/>
                  </a:moveTo>
                  <a:lnTo>
                    <a:pt x="2458" y="304"/>
                  </a:lnTo>
                  <a:lnTo>
                    <a:pt x="2458" y="439"/>
                  </a:lnTo>
                  <a:lnTo>
                    <a:pt x="2492" y="708"/>
                  </a:lnTo>
                  <a:lnTo>
                    <a:pt x="2492" y="1078"/>
                  </a:lnTo>
                  <a:lnTo>
                    <a:pt x="2492" y="1280"/>
                  </a:lnTo>
                  <a:lnTo>
                    <a:pt x="2525" y="1482"/>
                  </a:lnTo>
                  <a:lnTo>
                    <a:pt x="1987" y="1415"/>
                  </a:lnTo>
                  <a:lnTo>
                    <a:pt x="1381" y="1381"/>
                  </a:lnTo>
                  <a:lnTo>
                    <a:pt x="236" y="1381"/>
                  </a:lnTo>
                  <a:lnTo>
                    <a:pt x="236" y="1078"/>
                  </a:lnTo>
                  <a:lnTo>
                    <a:pt x="236" y="775"/>
                  </a:lnTo>
                  <a:lnTo>
                    <a:pt x="236" y="506"/>
                  </a:lnTo>
                  <a:lnTo>
                    <a:pt x="236" y="371"/>
                  </a:lnTo>
                  <a:lnTo>
                    <a:pt x="202" y="237"/>
                  </a:lnTo>
                  <a:lnTo>
                    <a:pt x="202" y="237"/>
                  </a:lnTo>
                  <a:lnTo>
                    <a:pt x="269" y="270"/>
                  </a:lnTo>
                  <a:lnTo>
                    <a:pt x="337" y="237"/>
                  </a:lnTo>
                  <a:lnTo>
                    <a:pt x="505" y="203"/>
                  </a:lnTo>
                  <a:lnTo>
                    <a:pt x="673" y="203"/>
                  </a:lnTo>
                  <a:lnTo>
                    <a:pt x="1010" y="237"/>
                  </a:lnTo>
                  <a:lnTo>
                    <a:pt x="2290" y="237"/>
                  </a:lnTo>
                  <a:lnTo>
                    <a:pt x="2492" y="203"/>
                  </a:lnTo>
                  <a:close/>
                  <a:moveTo>
                    <a:pt x="471" y="1"/>
                  </a:moveTo>
                  <a:lnTo>
                    <a:pt x="337" y="34"/>
                  </a:lnTo>
                  <a:lnTo>
                    <a:pt x="202" y="68"/>
                  </a:lnTo>
                  <a:lnTo>
                    <a:pt x="168" y="102"/>
                  </a:lnTo>
                  <a:lnTo>
                    <a:pt x="135" y="136"/>
                  </a:lnTo>
                  <a:lnTo>
                    <a:pt x="67" y="270"/>
                  </a:lnTo>
                  <a:lnTo>
                    <a:pt x="67" y="439"/>
                  </a:lnTo>
                  <a:lnTo>
                    <a:pt x="67" y="775"/>
                  </a:lnTo>
                  <a:lnTo>
                    <a:pt x="67" y="1078"/>
                  </a:lnTo>
                  <a:lnTo>
                    <a:pt x="67" y="1381"/>
                  </a:lnTo>
                  <a:lnTo>
                    <a:pt x="0" y="1449"/>
                  </a:lnTo>
                  <a:lnTo>
                    <a:pt x="0" y="1482"/>
                  </a:lnTo>
                  <a:lnTo>
                    <a:pt x="34" y="1550"/>
                  </a:lnTo>
                  <a:lnTo>
                    <a:pt x="101" y="1583"/>
                  </a:lnTo>
                  <a:lnTo>
                    <a:pt x="168" y="1583"/>
                  </a:lnTo>
                  <a:lnTo>
                    <a:pt x="1381" y="1617"/>
                  </a:lnTo>
                  <a:lnTo>
                    <a:pt x="1987" y="1617"/>
                  </a:lnTo>
                  <a:lnTo>
                    <a:pt x="2559" y="1583"/>
                  </a:lnTo>
                  <a:lnTo>
                    <a:pt x="2593" y="1550"/>
                  </a:lnTo>
                  <a:lnTo>
                    <a:pt x="2593" y="1516"/>
                  </a:lnTo>
                  <a:lnTo>
                    <a:pt x="2626" y="1482"/>
                  </a:lnTo>
                  <a:lnTo>
                    <a:pt x="2694" y="1280"/>
                  </a:lnTo>
                  <a:lnTo>
                    <a:pt x="2694" y="1078"/>
                  </a:lnTo>
                  <a:lnTo>
                    <a:pt x="2660" y="708"/>
                  </a:lnTo>
                  <a:lnTo>
                    <a:pt x="2660" y="439"/>
                  </a:lnTo>
                  <a:lnTo>
                    <a:pt x="2626" y="270"/>
                  </a:lnTo>
                  <a:lnTo>
                    <a:pt x="2593" y="136"/>
                  </a:lnTo>
                  <a:lnTo>
                    <a:pt x="2626" y="136"/>
                  </a:lnTo>
                  <a:lnTo>
                    <a:pt x="2626" y="102"/>
                  </a:lnTo>
                  <a:lnTo>
                    <a:pt x="2559" y="102"/>
                  </a:lnTo>
                  <a:lnTo>
                    <a:pt x="2559" y="68"/>
                  </a:lnTo>
                  <a:lnTo>
                    <a:pt x="2525" y="68"/>
                  </a:lnTo>
                  <a:lnTo>
                    <a:pt x="2256" y="34"/>
                  </a:lnTo>
                  <a:lnTo>
                    <a:pt x="1953" y="1"/>
                  </a:lnTo>
                  <a:lnTo>
                    <a:pt x="1381" y="34"/>
                  </a:lnTo>
                  <a:lnTo>
                    <a:pt x="77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5" name="Google Shape;445;p3"/>
            <p:cNvSpPr/>
            <p:nvPr/>
          </p:nvSpPr>
          <p:spPr>
            <a:xfrm>
              <a:off x="3790744" y="4430105"/>
              <a:ext cx="113886" cy="123877"/>
            </a:xfrm>
            <a:custGeom>
              <a:avLst/>
              <a:gdLst/>
              <a:ahLst/>
              <a:cxnLst/>
              <a:rect l="l" t="t" r="r" b="b"/>
              <a:pathLst>
                <a:path w="2291" h="2492" extrusionOk="0">
                  <a:moveTo>
                    <a:pt x="237" y="0"/>
                  </a:moveTo>
                  <a:lnTo>
                    <a:pt x="102" y="34"/>
                  </a:lnTo>
                  <a:lnTo>
                    <a:pt x="1" y="68"/>
                  </a:lnTo>
                  <a:lnTo>
                    <a:pt x="1" y="101"/>
                  </a:lnTo>
                  <a:lnTo>
                    <a:pt x="68" y="169"/>
                  </a:lnTo>
                  <a:lnTo>
                    <a:pt x="169" y="202"/>
                  </a:lnTo>
                  <a:lnTo>
                    <a:pt x="371" y="270"/>
                  </a:lnTo>
                  <a:lnTo>
                    <a:pt x="2088" y="270"/>
                  </a:lnTo>
                  <a:lnTo>
                    <a:pt x="2055" y="472"/>
                  </a:lnTo>
                  <a:lnTo>
                    <a:pt x="2055" y="707"/>
                  </a:lnTo>
                  <a:lnTo>
                    <a:pt x="2055" y="1145"/>
                  </a:lnTo>
                  <a:lnTo>
                    <a:pt x="2055" y="1717"/>
                  </a:lnTo>
                  <a:lnTo>
                    <a:pt x="2055" y="1987"/>
                  </a:lnTo>
                  <a:lnTo>
                    <a:pt x="2088" y="2256"/>
                  </a:lnTo>
                  <a:lnTo>
                    <a:pt x="910" y="2222"/>
                  </a:lnTo>
                  <a:lnTo>
                    <a:pt x="506" y="2189"/>
                  </a:lnTo>
                  <a:lnTo>
                    <a:pt x="304" y="2222"/>
                  </a:lnTo>
                  <a:lnTo>
                    <a:pt x="203" y="2256"/>
                  </a:lnTo>
                  <a:lnTo>
                    <a:pt x="136" y="2323"/>
                  </a:lnTo>
                  <a:lnTo>
                    <a:pt x="203" y="2391"/>
                  </a:lnTo>
                  <a:lnTo>
                    <a:pt x="304" y="2458"/>
                  </a:lnTo>
                  <a:lnTo>
                    <a:pt x="506" y="2492"/>
                  </a:lnTo>
                  <a:lnTo>
                    <a:pt x="2257" y="2492"/>
                  </a:lnTo>
                  <a:lnTo>
                    <a:pt x="2290" y="2424"/>
                  </a:lnTo>
                  <a:lnTo>
                    <a:pt x="2290" y="2357"/>
                  </a:lnTo>
                  <a:lnTo>
                    <a:pt x="2290" y="2290"/>
                  </a:lnTo>
                  <a:lnTo>
                    <a:pt x="2290" y="2020"/>
                  </a:lnTo>
                  <a:lnTo>
                    <a:pt x="2290" y="1717"/>
                  </a:lnTo>
                  <a:lnTo>
                    <a:pt x="2290" y="1145"/>
                  </a:lnTo>
                  <a:lnTo>
                    <a:pt x="2290" y="707"/>
                  </a:lnTo>
                  <a:lnTo>
                    <a:pt x="2290" y="472"/>
                  </a:lnTo>
                  <a:lnTo>
                    <a:pt x="2257" y="236"/>
                  </a:lnTo>
                  <a:lnTo>
                    <a:pt x="2290" y="202"/>
                  </a:lnTo>
                  <a:lnTo>
                    <a:pt x="2290" y="135"/>
                  </a:lnTo>
                  <a:lnTo>
                    <a:pt x="2257" y="68"/>
                  </a:lnTo>
                  <a:lnTo>
                    <a:pt x="2189" y="34"/>
                  </a:lnTo>
                  <a:lnTo>
                    <a:pt x="944"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6" name="Google Shape;446;p3"/>
            <p:cNvSpPr/>
            <p:nvPr/>
          </p:nvSpPr>
          <p:spPr>
            <a:xfrm>
              <a:off x="3822559" y="4476981"/>
              <a:ext cx="38525" cy="40215"/>
            </a:xfrm>
            <a:custGeom>
              <a:avLst/>
              <a:gdLst/>
              <a:ahLst/>
              <a:cxnLst/>
              <a:rect l="l" t="t" r="r" b="b"/>
              <a:pathLst>
                <a:path w="775" h="809" extrusionOk="0">
                  <a:moveTo>
                    <a:pt x="337" y="202"/>
                  </a:moveTo>
                  <a:lnTo>
                    <a:pt x="337" y="236"/>
                  </a:lnTo>
                  <a:lnTo>
                    <a:pt x="405" y="269"/>
                  </a:lnTo>
                  <a:lnTo>
                    <a:pt x="539" y="269"/>
                  </a:lnTo>
                  <a:lnTo>
                    <a:pt x="573" y="438"/>
                  </a:lnTo>
                  <a:lnTo>
                    <a:pt x="539" y="505"/>
                  </a:lnTo>
                  <a:lnTo>
                    <a:pt x="506" y="572"/>
                  </a:lnTo>
                  <a:lnTo>
                    <a:pt x="438" y="606"/>
                  </a:lnTo>
                  <a:lnTo>
                    <a:pt x="371" y="640"/>
                  </a:lnTo>
                  <a:lnTo>
                    <a:pt x="304" y="606"/>
                  </a:lnTo>
                  <a:lnTo>
                    <a:pt x="236" y="572"/>
                  </a:lnTo>
                  <a:lnTo>
                    <a:pt x="203" y="505"/>
                  </a:lnTo>
                  <a:lnTo>
                    <a:pt x="203" y="438"/>
                  </a:lnTo>
                  <a:lnTo>
                    <a:pt x="236" y="269"/>
                  </a:lnTo>
                  <a:lnTo>
                    <a:pt x="337" y="202"/>
                  </a:lnTo>
                  <a:close/>
                  <a:moveTo>
                    <a:pt x="337" y="0"/>
                  </a:moveTo>
                  <a:lnTo>
                    <a:pt x="203" y="67"/>
                  </a:lnTo>
                  <a:lnTo>
                    <a:pt x="102" y="168"/>
                  </a:lnTo>
                  <a:lnTo>
                    <a:pt x="34" y="303"/>
                  </a:lnTo>
                  <a:lnTo>
                    <a:pt x="1" y="438"/>
                  </a:lnTo>
                  <a:lnTo>
                    <a:pt x="34" y="606"/>
                  </a:lnTo>
                  <a:lnTo>
                    <a:pt x="135" y="741"/>
                  </a:lnTo>
                  <a:lnTo>
                    <a:pt x="236" y="808"/>
                  </a:lnTo>
                  <a:lnTo>
                    <a:pt x="506" y="808"/>
                  </a:lnTo>
                  <a:lnTo>
                    <a:pt x="607" y="741"/>
                  </a:lnTo>
                  <a:lnTo>
                    <a:pt x="708" y="606"/>
                  </a:lnTo>
                  <a:lnTo>
                    <a:pt x="775" y="438"/>
                  </a:lnTo>
                  <a:lnTo>
                    <a:pt x="741" y="269"/>
                  </a:lnTo>
                  <a:lnTo>
                    <a:pt x="708" y="135"/>
                  </a:lnTo>
                  <a:lnTo>
                    <a:pt x="640" y="67"/>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7" name="Google Shape;447;p3"/>
            <p:cNvSpPr/>
            <p:nvPr/>
          </p:nvSpPr>
          <p:spPr>
            <a:xfrm>
              <a:off x="3750579" y="4711264"/>
              <a:ext cx="113886" cy="123927"/>
            </a:xfrm>
            <a:custGeom>
              <a:avLst/>
              <a:gdLst/>
              <a:ahLst/>
              <a:cxnLst/>
              <a:rect l="l" t="t" r="r" b="b"/>
              <a:pathLst>
                <a:path w="2291" h="2493" extrusionOk="0">
                  <a:moveTo>
                    <a:pt x="236" y="1"/>
                  </a:moveTo>
                  <a:lnTo>
                    <a:pt x="102" y="34"/>
                  </a:lnTo>
                  <a:lnTo>
                    <a:pt x="1" y="68"/>
                  </a:lnTo>
                  <a:lnTo>
                    <a:pt x="1" y="102"/>
                  </a:lnTo>
                  <a:lnTo>
                    <a:pt x="68" y="169"/>
                  </a:lnTo>
                  <a:lnTo>
                    <a:pt x="169" y="203"/>
                  </a:lnTo>
                  <a:lnTo>
                    <a:pt x="371" y="270"/>
                  </a:lnTo>
                  <a:lnTo>
                    <a:pt x="2088" y="270"/>
                  </a:lnTo>
                  <a:lnTo>
                    <a:pt x="2055" y="472"/>
                  </a:lnTo>
                  <a:lnTo>
                    <a:pt x="2055" y="708"/>
                  </a:lnTo>
                  <a:lnTo>
                    <a:pt x="2055" y="1145"/>
                  </a:lnTo>
                  <a:lnTo>
                    <a:pt x="2055" y="1718"/>
                  </a:lnTo>
                  <a:lnTo>
                    <a:pt x="2055" y="1987"/>
                  </a:lnTo>
                  <a:lnTo>
                    <a:pt x="2088" y="2256"/>
                  </a:lnTo>
                  <a:lnTo>
                    <a:pt x="910" y="2223"/>
                  </a:lnTo>
                  <a:lnTo>
                    <a:pt x="506" y="2189"/>
                  </a:lnTo>
                  <a:lnTo>
                    <a:pt x="304" y="2223"/>
                  </a:lnTo>
                  <a:lnTo>
                    <a:pt x="203" y="2256"/>
                  </a:lnTo>
                  <a:lnTo>
                    <a:pt x="135" y="2324"/>
                  </a:lnTo>
                  <a:lnTo>
                    <a:pt x="203" y="2391"/>
                  </a:lnTo>
                  <a:lnTo>
                    <a:pt x="304" y="2458"/>
                  </a:lnTo>
                  <a:lnTo>
                    <a:pt x="506" y="2492"/>
                  </a:lnTo>
                  <a:lnTo>
                    <a:pt x="2257" y="2492"/>
                  </a:lnTo>
                  <a:lnTo>
                    <a:pt x="2290" y="2425"/>
                  </a:lnTo>
                  <a:lnTo>
                    <a:pt x="2290" y="2357"/>
                  </a:lnTo>
                  <a:lnTo>
                    <a:pt x="2290" y="2290"/>
                  </a:lnTo>
                  <a:lnTo>
                    <a:pt x="2290" y="2021"/>
                  </a:lnTo>
                  <a:lnTo>
                    <a:pt x="2290" y="1718"/>
                  </a:lnTo>
                  <a:lnTo>
                    <a:pt x="2290" y="1145"/>
                  </a:lnTo>
                  <a:lnTo>
                    <a:pt x="2290" y="708"/>
                  </a:lnTo>
                  <a:lnTo>
                    <a:pt x="2290" y="472"/>
                  </a:lnTo>
                  <a:lnTo>
                    <a:pt x="2257" y="236"/>
                  </a:lnTo>
                  <a:lnTo>
                    <a:pt x="2290" y="203"/>
                  </a:lnTo>
                  <a:lnTo>
                    <a:pt x="2290" y="135"/>
                  </a:lnTo>
                  <a:lnTo>
                    <a:pt x="2257" y="68"/>
                  </a:lnTo>
                  <a:lnTo>
                    <a:pt x="2189" y="34"/>
                  </a:lnTo>
                  <a:lnTo>
                    <a:pt x="944"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8" name="Google Shape;448;p3"/>
            <p:cNvSpPr/>
            <p:nvPr/>
          </p:nvSpPr>
          <p:spPr>
            <a:xfrm>
              <a:off x="3859394" y="4615871"/>
              <a:ext cx="36835" cy="43546"/>
            </a:xfrm>
            <a:custGeom>
              <a:avLst/>
              <a:gdLst/>
              <a:ahLst/>
              <a:cxnLst/>
              <a:rect l="l" t="t" r="r" b="b"/>
              <a:pathLst>
                <a:path w="741" h="876" extrusionOk="0">
                  <a:moveTo>
                    <a:pt x="236" y="1"/>
                  </a:moveTo>
                  <a:lnTo>
                    <a:pt x="169" y="68"/>
                  </a:lnTo>
                  <a:lnTo>
                    <a:pt x="101" y="135"/>
                  </a:lnTo>
                  <a:lnTo>
                    <a:pt x="34" y="337"/>
                  </a:lnTo>
                  <a:lnTo>
                    <a:pt x="0" y="573"/>
                  </a:lnTo>
                  <a:lnTo>
                    <a:pt x="0" y="775"/>
                  </a:lnTo>
                  <a:lnTo>
                    <a:pt x="34" y="842"/>
                  </a:lnTo>
                  <a:lnTo>
                    <a:pt x="68" y="876"/>
                  </a:lnTo>
                  <a:lnTo>
                    <a:pt x="438" y="876"/>
                  </a:lnTo>
                  <a:lnTo>
                    <a:pt x="573" y="842"/>
                  </a:lnTo>
                  <a:lnTo>
                    <a:pt x="707" y="775"/>
                  </a:lnTo>
                  <a:lnTo>
                    <a:pt x="741" y="741"/>
                  </a:lnTo>
                  <a:lnTo>
                    <a:pt x="741" y="708"/>
                  </a:lnTo>
                  <a:lnTo>
                    <a:pt x="707" y="640"/>
                  </a:lnTo>
                  <a:lnTo>
                    <a:pt x="606" y="607"/>
                  </a:lnTo>
                  <a:lnTo>
                    <a:pt x="472" y="607"/>
                  </a:lnTo>
                  <a:lnTo>
                    <a:pt x="236" y="640"/>
                  </a:lnTo>
                  <a:lnTo>
                    <a:pt x="270" y="304"/>
                  </a:lnTo>
                  <a:lnTo>
                    <a:pt x="303" y="169"/>
                  </a:lnTo>
                  <a:lnTo>
                    <a:pt x="303" y="102"/>
                  </a:lnTo>
                  <a:lnTo>
                    <a:pt x="270" y="34"/>
                  </a:lnTo>
                  <a:lnTo>
                    <a:pt x="2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49" name="Google Shape;449;p3"/>
            <p:cNvSpPr/>
            <p:nvPr/>
          </p:nvSpPr>
          <p:spPr>
            <a:xfrm>
              <a:off x="3780703" y="4433435"/>
              <a:ext cx="15112" cy="120547"/>
            </a:xfrm>
            <a:custGeom>
              <a:avLst/>
              <a:gdLst/>
              <a:ahLst/>
              <a:cxnLst/>
              <a:rect l="l" t="t" r="r" b="b"/>
              <a:pathLst>
                <a:path w="304" h="2425" extrusionOk="0">
                  <a:moveTo>
                    <a:pt x="102" y="1"/>
                  </a:moveTo>
                  <a:lnTo>
                    <a:pt x="68" y="34"/>
                  </a:lnTo>
                  <a:lnTo>
                    <a:pt x="34" y="304"/>
                  </a:lnTo>
                  <a:lnTo>
                    <a:pt x="1" y="573"/>
                  </a:lnTo>
                  <a:lnTo>
                    <a:pt x="34" y="1112"/>
                  </a:lnTo>
                  <a:lnTo>
                    <a:pt x="34" y="1751"/>
                  </a:lnTo>
                  <a:lnTo>
                    <a:pt x="68" y="2054"/>
                  </a:lnTo>
                  <a:lnTo>
                    <a:pt x="135" y="2357"/>
                  </a:lnTo>
                  <a:lnTo>
                    <a:pt x="169" y="2425"/>
                  </a:lnTo>
                  <a:lnTo>
                    <a:pt x="203" y="2425"/>
                  </a:lnTo>
                  <a:lnTo>
                    <a:pt x="237" y="2391"/>
                  </a:lnTo>
                  <a:lnTo>
                    <a:pt x="270" y="2357"/>
                  </a:lnTo>
                  <a:lnTo>
                    <a:pt x="304" y="2054"/>
                  </a:lnTo>
                  <a:lnTo>
                    <a:pt x="270" y="1718"/>
                  </a:lnTo>
                  <a:lnTo>
                    <a:pt x="237" y="1112"/>
                  </a:lnTo>
                  <a:lnTo>
                    <a:pt x="237" y="573"/>
                  </a:lnTo>
                  <a:lnTo>
                    <a:pt x="203" y="304"/>
                  </a:lnTo>
                  <a:lnTo>
                    <a:pt x="169"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0" name="Google Shape;450;p3"/>
            <p:cNvSpPr/>
            <p:nvPr/>
          </p:nvSpPr>
          <p:spPr>
            <a:xfrm>
              <a:off x="3805806" y="4568994"/>
              <a:ext cx="128948" cy="123927"/>
            </a:xfrm>
            <a:custGeom>
              <a:avLst/>
              <a:gdLst/>
              <a:ahLst/>
              <a:cxnLst/>
              <a:rect l="l" t="t" r="r" b="b"/>
              <a:pathLst>
                <a:path w="2594" h="2493" extrusionOk="0">
                  <a:moveTo>
                    <a:pt x="2391" y="1"/>
                  </a:moveTo>
                  <a:lnTo>
                    <a:pt x="2391" y="34"/>
                  </a:lnTo>
                  <a:lnTo>
                    <a:pt x="2391" y="102"/>
                  </a:lnTo>
                  <a:lnTo>
                    <a:pt x="2021" y="68"/>
                  </a:lnTo>
                  <a:lnTo>
                    <a:pt x="1651" y="68"/>
                  </a:lnTo>
                  <a:lnTo>
                    <a:pt x="910" y="102"/>
                  </a:lnTo>
                  <a:lnTo>
                    <a:pt x="506" y="68"/>
                  </a:lnTo>
                  <a:lnTo>
                    <a:pt x="304" y="68"/>
                  </a:lnTo>
                  <a:lnTo>
                    <a:pt x="203" y="102"/>
                  </a:lnTo>
                  <a:lnTo>
                    <a:pt x="136" y="169"/>
                  </a:lnTo>
                  <a:lnTo>
                    <a:pt x="102" y="135"/>
                  </a:lnTo>
                  <a:lnTo>
                    <a:pt x="68" y="135"/>
                  </a:lnTo>
                  <a:lnTo>
                    <a:pt x="35" y="405"/>
                  </a:lnTo>
                  <a:lnTo>
                    <a:pt x="1" y="640"/>
                  </a:lnTo>
                  <a:lnTo>
                    <a:pt x="35" y="1179"/>
                  </a:lnTo>
                  <a:lnTo>
                    <a:pt x="35" y="2391"/>
                  </a:lnTo>
                  <a:lnTo>
                    <a:pt x="68" y="2459"/>
                  </a:lnTo>
                  <a:lnTo>
                    <a:pt x="136" y="2492"/>
                  </a:lnTo>
                  <a:lnTo>
                    <a:pt x="203" y="2492"/>
                  </a:lnTo>
                  <a:lnTo>
                    <a:pt x="237" y="2459"/>
                  </a:lnTo>
                  <a:lnTo>
                    <a:pt x="506" y="2492"/>
                  </a:lnTo>
                  <a:lnTo>
                    <a:pt x="2122" y="2492"/>
                  </a:lnTo>
                  <a:lnTo>
                    <a:pt x="2257" y="2425"/>
                  </a:lnTo>
                  <a:lnTo>
                    <a:pt x="2324" y="2358"/>
                  </a:lnTo>
                  <a:lnTo>
                    <a:pt x="2223" y="2257"/>
                  </a:lnTo>
                  <a:lnTo>
                    <a:pt x="2088" y="2223"/>
                  </a:lnTo>
                  <a:lnTo>
                    <a:pt x="1954" y="2189"/>
                  </a:lnTo>
                  <a:lnTo>
                    <a:pt x="1819" y="2189"/>
                  </a:lnTo>
                  <a:lnTo>
                    <a:pt x="1213" y="2223"/>
                  </a:lnTo>
                  <a:lnTo>
                    <a:pt x="742" y="2189"/>
                  </a:lnTo>
                  <a:lnTo>
                    <a:pt x="472" y="2189"/>
                  </a:lnTo>
                  <a:lnTo>
                    <a:pt x="270" y="2223"/>
                  </a:lnTo>
                  <a:lnTo>
                    <a:pt x="237" y="1011"/>
                  </a:lnTo>
                  <a:lnTo>
                    <a:pt x="237" y="674"/>
                  </a:lnTo>
                  <a:lnTo>
                    <a:pt x="203" y="506"/>
                  </a:lnTo>
                  <a:lnTo>
                    <a:pt x="169" y="337"/>
                  </a:lnTo>
                  <a:lnTo>
                    <a:pt x="237" y="337"/>
                  </a:lnTo>
                  <a:lnTo>
                    <a:pt x="270" y="304"/>
                  </a:lnTo>
                  <a:lnTo>
                    <a:pt x="304" y="270"/>
                  </a:lnTo>
                  <a:lnTo>
                    <a:pt x="2122" y="270"/>
                  </a:lnTo>
                  <a:lnTo>
                    <a:pt x="2358" y="236"/>
                  </a:lnTo>
                  <a:lnTo>
                    <a:pt x="2358" y="674"/>
                  </a:lnTo>
                  <a:lnTo>
                    <a:pt x="2358" y="1112"/>
                  </a:lnTo>
                  <a:lnTo>
                    <a:pt x="2324" y="1718"/>
                  </a:lnTo>
                  <a:lnTo>
                    <a:pt x="2324" y="2055"/>
                  </a:lnTo>
                  <a:lnTo>
                    <a:pt x="2324" y="2358"/>
                  </a:lnTo>
                  <a:lnTo>
                    <a:pt x="2358" y="2425"/>
                  </a:lnTo>
                  <a:lnTo>
                    <a:pt x="2459" y="2425"/>
                  </a:lnTo>
                  <a:lnTo>
                    <a:pt x="2492" y="2391"/>
                  </a:lnTo>
                  <a:lnTo>
                    <a:pt x="2560" y="2055"/>
                  </a:lnTo>
                  <a:lnTo>
                    <a:pt x="2593" y="1752"/>
                  </a:lnTo>
                  <a:lnTo>
                    <a:pt x="2593" y="1112"/>
                  </a:lnTo>
                  <a:lnTo>
                    <a:pt x="2593" y="573"/>
                  </a:lnTo>
                  <a:lnTo>
                    <a:pt x="2560" y="304"/>
                  </a:lnTo>
                  <a:lnTo>
                    <a:pt x="2492" y="34"/>
                  </a:lnTo>
                  <a:lnTo>
                    <a:pt x="245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1" name="Google Shape;451;p3"/>
            <p:cNvSpPr/>
            <p:nvPr/>
          </p:nvSpPr>
          <p:spPr>
            <a:xfrm>
              <a:off x="4066933" y="4426774"/>
              <a:ext cx="125567" cy="135609"/>
            </a:xfrm>
            <a:custGeom>
              <a:avLst/>
              <a:gdLst/>
              <a:ahLst/>
              <a:cxnLst/>
              <a:rect l="l" t="t" r="r" b="b"/>
              <a:pathLst>
                <a:path w="2526" h="2728" extrusionOk="0">
                  <a:moveTo>
                    <a:pt x="202" y="168"/>
                  </a:moveTo>
                  <a:lnTo>
                    <a:pt x="741" y="236"/>
                  </a:lnTo>
                  <a:lnTo>
                    <a:pt x="1279" y="269"/>
                  </a:lnTo>
                  <a:lnTo>
                    <a:pt x="2357" y="236"/>
                  </a:lnTo>
                  <a:lnTo>
                    <a:pt x="2289" y="774"/>
                  </a:lnTo>
                  <a:lnTo>
                    <a:pt x="2256" y="1347"/>
                  </a:lnTo>
                  <a:lnTo>
                    <a:pt x="2256" y="1885"/>
                  </a:lnTo>
                  <a:lnTo>
                    <a:pt x="2289" y="2424"/>
                  </a:lnTo>
                  <a:lnTo>
                    <a:pt x="2289" y="2458"/>
                  </a:lnTo>
                  <a:lnTo>
                    <a:pt x="2256" y="2458"/>
                  </a:lnTo>
                  <a:lnTo>
                    <a:pt x="2020" y="2424"/>
                  </a:lnTo>
                  <a:lnTo>
                    <a:pt x="808" y="2424"/>
                  </a:lnTo>
                  <a:lnTo>
                    <a:pt x="303" y="2390"/>
                  </a:lnTo>
                  <a:lnTo>
                    <a:pt x="236" y="1279"/>
                  </a:lnTo>
                  <a:lnTo>
                    <a:pt x="202" y="168"/>
                  </a:lnTo>
                  <a:close/>
                  <a:moveTo>
                    <a:pt x="741" y="0"/>
                  </a:moveTo>
                  <a:lnTo>
                    <a:pt x="168" y="34"/>
                  </a:lnTo>
                  <a:lnTo>
                    <a:pt x="135" y="34"/>
                  </a:lnTo>
                  <a:lnTo>
                    <a:pt x="101" y="101"/>
                  </a:lnTo>
                  <a:lnTo>
                    <a:pt x="67" y="101"/>
                  </a:lnTo>
                  <a:lnTo>
                    <a:pt x="34" y="168"/>
                  </a:lnTo>
                  <a:lnTo>
                    <a:pt x="0" y="774"/>
                  </a:lnTo>
                  <a:lnTo>
                    <a:pt x="0" y="1414"/>
                  </a:lnTo>
                  <a:lnTo>
                    <a:pt x="34" y="2020"/>
                  </a:lnTo>
                  <a:lnTo>
                    <a:pt x="101" y="2660"/>
                  </a:lnTo>
                  <a:lnTo>
                    <a:pt x="135" y="2693"/>
                  </a:lnTo>
                  <a:lnTo>
                    <a:pt x="168" y="2727"/>
                  </a:lnTo>
                  <a:lnTo>
                    <a:pt x="236" y="2727"/>
                  </a:lnTo>
                  <a:lnTo>
                    <a:pt x="303" y="2693"/>
                  </a:lnTo>
                  <a:lnTo>
                    <a:pt x="337" y="2660"/>
                  </a:lnTo>
                  <a:lnTo>
                    <a:pt x="337" y="2626"/>
                  </a:lnTo>
                  <a:lnTo>
                    <a:pt x="337" y="2559"/>
                  </a:lnTo>
                  <a:lnTo>
                    <a:pt x="808" y="2660"/>
                  </a:lnTo>
                  <a:lnTo>
                    <a:pt x="1313" y="2693"/>
                  </a:lnTo>
                  <a:lnTo>
                    <a:pt x="1818" y="2693"/>
                  </a:lnTo>
                  <a:lnTo>
                    <a:pt x="2054" y="2660"/>
                  </a:lnTo>
                  <a:lnTo>
                    <a:pt x="2256" y="2626"/>
                  </a:lnTo>
                  <a:lnTo>
                    <a:pt x="2323" y="2592"/>
                  </a:lnTo>
                  <a:lnTo>
                    <a:pt x="2323" y="2491"/>
                  </a:lnTo>
                  <a:lnTo>
                    <a:pt x="2357" y="2525"/>
                  </a:lnTo>
                  <a:lnTo>
                    <a:pt x="2390" y="2525"/>
                  </a:lnTo>
                  <a:lnTo>
                    <a:pt x="2458" y="2491"/>
                  </a:lnTo>
                  <a:lnTo>
                    <a:pt x="2458" y="2424"/>
                  </a:lnTo>
                  <a:lnTo>
                    <a:pt x="2491" y="1885"/>
                  </a:lnTo>
                  <a:lnTo>
                    <a:pt x="2525" y="1313"/>
                  </a:lnTo>
                  <a:lnTo>
                    <a:pt x="2491" y="774"/>
                  </a:lnTo>
                  <a:lnTo>
                    <a:pt x="2458" y="202"/>
                  </a:lnTo>
                  <a:lnTo>
                    <a:pt x="2491" y="168"/>
                  </a:lnTo>
                  <a:lnTo>
                    <a:pt x="2491" y="101"/>
                  </a:lnTo>
                  <a:lnTo>
                    <a:pt x="2458" y="34"/>
                  </a:lnTo>
                  <a:lnTo>
                    <a:pt x="1852" y="34"/>
                  </a:lnTo>
                  <a:lnTo>
                    <a:pt x="127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2" name="Google Shape;452;p3"/>
            <p:cNvSpPr/>
            <p:nvPr/>
          </p:nvSpPr>
          <p:spPr>
            <a:xfrm>
              <a:off x="3951407" y="4570684"/>
              <a:ext cx="115576" cy="123877"/>
            </a:xfrm>
            <a:custGeom>
              <a:avLst/>
              <a:gdLst/>
              <a:ahLst/>
              <a:cxnLst/>
              <a:rect l="l" t="t" r="r" b="b"/>
              <a:pathLst>
                <a:path w="2325" h="2492" extrusionOk="0">
                  <a:moveTo>
                    <a:pt x="1853" y="0"/>
                  </a:moveTo>
                  <a:lnTo>
                    <a:pt x="1381" y="34"/>
                  </a:lnTo>
                  <a:lnTo>
                    <a:pt x="136" y="34"/>
                  </a:lnTo>
                  <a:lnTo>
                    <a:pt x="68" y="68"/>
                  </a:lnTo>
                  <a:lnTo>
                    <a:pt x="35" y="135"/>
                  </a:lnTo>
                  <a:lnTo>
                    <a:pt x="35" y="202"/>
                  </a:lnTo>
                  <a:lnTo>
                    <a:pt x="68" y="236"/>
                  </a:lnTo>
                  <a:lnTo>
                    <a:pt x="35" y="472"/>
                  </a:lnTo>
                  <a:lnTo>
                    <a:pt x="35" y="708"/>
                  </a:lnTo>
                  <a:lnTo>
                    <a:pt x="35" y="1145"/>
                  </a:lnTo>
                  <a:lnTo>
                    <a:pt x="1" y="1718"/>
                  </a:lnTo>
                  <a:lnTo>
                    <a:pt x="35" y="2021"/>
                  </a:lnTo>
                  <a:lnTo>
                    <a:pt x="35" y="2290"/>
                  </a:lnTo>
                  <a:lnTo>
                    <a:pt x="35" y="2357"/>
                  </a:lnTo>
                  <a:lnTo>
                    <a:pt x="35" y="2425"/>
                  </a:lnTo>
                  <a:lnTo>
                    <a:pt x="68" y="2492"/>
                  </a:lnTo>
                  <a:lnTo>
                    <a:pt x="1819" y="2492"/>
                  </a:lnTo>
                  <a:lnTo>
                    <a:pt x="2021" y="2458"/>
                  </a:lnTo>
                  <a:lnTo>
                    <a:pt x="2122" y="2391"/>
                  </a:lnTo>
                  <a:lnTo>
                    <a:pt x="2189" y="2324"/>
                  </a:lnTo>
                  <a:lnTo>
                    <a:pt x="2122" y="2256"/>
                  </a:lnTo>
                  <a:lnTo>
                    <a:pt x="2021" y="2223"/>
                  </a:lnTo>
                  <a:lnTo>
                    <a:pt x="1819" y="2189"/>
                  </a:lnTo>
                  <a:lnTo>
                    <a:pt x="1415" y="2223"/>
                  </a:lnTo>
                  <a:lnTo>
                    <a:pt x="237" y="2256"/>
                  </a:lnTo>
                  <a:lnTo>
                    <a:pt x="270" y="1987"/>
                  </a:lnTo>
                  <a:lnTo>
                    <a:pt x="270" y="1718"/>
                  </a:lnTo>
                  <a:lnTo>
                    <a:pt x="270" y="1145"/>
                  </a:lnTo>
                  <a:lnTo>
                    <a:pt x="270" y="708"/>
                  </a:lnTo>
                  <a:lnTo>
                    <a:pt x="270" y="472"/>
                  </a:lnTo>
                  <a:lnTo>
                    <a:pt x="237" y="270"/>
                  </a:lnTo>
                  <a:lnTo>
                    <a:pt x="1954" y="270"/>
                  </a:lnTo>
                  <a:lnTo>
                    <a:pt x="2156" y="202"/>
                  </a:lnTo>
                  <a:lnTo>
                    <a:pt x="2223" y="169"/>
                  </a:lnTo>
                  <a:lnTo>
                    <a:pt x="2324" y="101"/>
                  </a:lnTo>
                  <a:lnTo>
                    <a:pt x="2324" y="68"/>
                  </a:lnTo>
                  <a:lnTo>
                    <a:pt x="2223" y="34"/>
                  </a:lnTo>
                  <a:lnTo>
                    <a:pt x="208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3" name="Google Shape;453;p3"/>
            <p:cNvSpPr/>
            <p:nvPr/>
          </p:nvSpPr>
          <p:spPr>
            <a:xfrm>
              <a:off x="3961448" y="4473601"/>
              <a:ext cx="45236" cy="36885"/>
            </a:xfrm>
            <a:custGeom>
              <a:avLst/>
              <a:gdLst/>
              <a:ahLst/>
              <a:cxnLst/>
              <a:rect l="l" t="t" r="r" b="b"/>
              <a:pathLst>
                <a:path w="910" h="742" extrusionOk="0">
                  <a:moveTo>
                    <a:pt x="506" y="169"/>
                  </a:moveTo>
                  <a:lnTo>
                    <a:pt x="641" y="203"/>
                  </a:lnTo>
                  <a:lnTo>
                    <a:pt x="742" y="236"/>
                  </a:lnTo>
                  <a:lnTo>
                    <a:pt x="674" y="337"/>
                  </a:lnTo>
                  <a:lnTo>
                    <a:pt x="540" y="405"/>
                  </a:lnTo>
                  <a:lnTo>
                    <a:pt x="270" y="405"/>
                  </a:lnTo>
                  <a:lnTo>
                    <a:pt x="270" y="203"/>
                  </a:lnTo>
                  <a:lnTo>
                    <a:pt x="371" y="203"/>
                  </a:lnTo>
                  <a:lnTo>
                    <a:pt x="506" y="169"/>
                  </a:lnTo>
                  <a:close/>
                  <a:moveTo>
                    <a:pt x="506" y="1"/>
                  </a:moveTo>
                  <a:lnTo>
                    <a:pt x="371" y="34"/>
                  </a:lnTo>
                  <a:lnTo>
                    <a:pt x="270" y="102"/>
                  </a:lnTo>
                  <a:lnTo>
                    <a:pt x="203" y="68"/>
                  </a:lnTo>
                  <a:lnTo>
                    <a:pt x="169" y="68"/>
                  </a:lnTo>
                  <a:lnTo>
                    <a:pt x="136" y="102"/>
                  </a:lnTo>
                  <a:lnTo>
                    <a:pt x="102" y="236"/>
                  </a:lnTo>
                  <a:lnTo>
                    <a:pt x="102" y="371"/>
                  </a:lnTo>
                  <a:lnTo>
                    <a:pt x="35" y="405"/>
                  </a:lnTo>
                  <a:lnTo>
                    <a:pt x="1" y="438"/>
                  </a:lnTo>
                  <a:lnTo>
                    <a:pt x="1" y="506"/>
                  </a:lnTo>
                  <a:lnTo>
                    <a:pt x="68" y="539"/>
                  </a:lnTo>
                  <a:lnTo>
                    <a:pt x="68" y="573"/>
                  </a:lnTo>
                  <a:lnTo>
                    <a:pt x="102" y="640"/>
                  </a:lnTo>
                  <a:lnTo>
                    <a:pt x="102" y="708"/>
                  </a:lnTo>
                  <a:lnTo>
                    <a:pt x="169" y="741"/>
                  </a:lnTo>
                  <a:lnTo>
                    <a:pt x="203" y="741"/>
                  </a:lnTo>
                  <a:lnTo>
                    <a:pt x="237" y="708"/>
                  </a:lnTo>
                  <a:lnTo>
                    <a:pt x="270" y="674"/>
                  </a:lnTo>
                  <a:lnTo>
                    <a:pt x="270" y="640"/>
                  </a:lnTo>
                  <a:lnTo>
                    <a:pt x="270" y="573"/>
                  </a:lnTo>
                  <a:lnTo>
                    <a:pt x="506" y="573"/>
                  </a:lnTo>
                  <a:lnTo>
                    <a:pt x="674" y="539"/>
                  </a:lnTo>
                  <a:lnTo>
                    <a:pt x="775" y="472"/>
                  </a:lnTo>
                  <a:lnTo>
                    <a:pt x="843" y="405"/>
                  </a:lnTo>
                  <a:lnTo>
                    <a:pt x="910" y="304"/>
                  </a:lnTo>
                  <a:lnTo>
                    <a:pt x="910" y="203"/>
                  </a:lnTo>
                  <a:lnTo>
                    <a:pt x="910" y="169"/>
                  </a:lnTo>
                  <a:lnTo>
                    <a:pt x="876" y="135"/>
                  </a:lnTo>
                  <a:lnTo>
                    <a:pt x="708" y="34"/>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4" name="Google Shape;454;p3"/>
            <p:cNvSpPr/>
            <p:nvPr/>
          </p:nvSpPr>
          <p:spPr>
            <a:xfrm>
              <a:off x="3922973" y="4428414"/>
              <a:ext cx="128948" cy="123927"/>
            </a:xfrm>
            <a:custGeom>
              <a:avLst/>
              <a:gdLst/>
              <a:ahLst/>
              <a:cxnLst/>
              <a:rect l="l" t="t" r="r" b="b"/>
              <a:pathLst>
                <a:path w="2594" h="2493" extrusionOk="0">
                  <a:moveTo>
                    <a:pt x="135" y="1"/>
                  </a:moveTo>
                  <a:lnTo>
                    <a:pt x="102" y="34"/>
                  </a:lnTo>
                  <a:lnTo>
                    <a:pt x="34" y="304"/>
                  </a:lnTo>
                  <a:lnTo>
                    <a:pt x="1" y="573"/>
                  </a:lnTo>
                  <a:lnTo>
                    <a:pt x="1" y="1112"/>
                  </a:lnTo>
                  <a:lnTo>
                    <a:pt x="1" y="1751"/>
                  </a:lnTo>
                  <a:lnTo>
                    <a:pt x="34" y="2054"/>
                  </a:lnTo>
                  <a:lnTo>
                    <a:pt x="102" y="2391"/>
                  </a:lnTo>
                  <a:lnTo>
                    <a:pt x="135" y="2425"/>
                  </a:lnTo>
                  <a:lnTo>
                    <a:pt x="236" y="2425"/>
                  </a:lnTo>
                  <a:lnTo>
                    <a:pt x="270" y="2357"/>
                  </a:lnTo>
                  <a:lnTo>
                    <a:pt x="270" y="2054"/>
                  </a:lnTo>
                  <a:lnTo>
                    <a:pt x="236" y="1718"/>
                  </a:lnTo>
                  <a:lnTo>
                    <a:pt x="236" y="1112"/>
                  </a:lnTo>
                  <a:lnTo>
                    <a:pt x="236" y="674"/>
                  </a:lnTo>
                  <a:lnTo>
                    <a:pt x="236" y="236"/>
                  </a:lnTo>
                  <a:lnTo>
                    <a:pt x="472" y="270"/>
                  </a:lnTo>
                  <a:lnTo>
                    <a:pt x="2290" y="270"/>
                  </a:lnTo>
                  <a:lnTo>
                    <a:pt x="2324" y="304"/>
                  </a:lnTo>
                  <a:lnTo>
                    <a:pt x="2357" y="337"/>
                  </a:lnTo>
                  <a:lnTo>
                    <a:pt x="2391" y="337"/>
                  </a:lnTo>
                  <a:lnTo>
                    <a:pt x="2391" y="506"/>
                  </a:lnTo>
                  <a:lnTo>
                    <a:pt x="2357" y="674"/>
                  </a:lnTo>
                  <a:lnTo>
                    <a:pt x="2357" y="1011"/>
                  </a:lnTo>
                  <a:lnTo>
                    <a:pt x="2324" y="2223"/>
                  </a:lnTo>
                  <a:lnTo>
                    <a:pt x="2122" y="2189"/>
                  </a:lnTo>
                  <a:lnTo>
                    <a:pt x="1852" y="2189"/>
                  </a:lnTo>
                  <a:lnTo>
                    <a:pt x="1381" y="2223"/>
                  </a:lnTo>
                  <a:lnTo>
                    <a:pt x="775" y="2189"/>
                  </a:lnTo>
                  <a:lnTo>
                    <a:pt x="640" y="2189"/>
                  </a:lnTo>
                  <a:lnTo>
                    <a:pt x="472" y="2223"/>
                  </a:lnTo>
                  <a:lnTo>
                    <a:pt x="371" y="2256"/>
                  </a:lnTo>
                  <a:lnTo>
                    <a:pt x="270" y="2357"/>
                  </a:lnTo>
                  <a:lnTo>
                    <a:pt x="337" y="2425"/>
                  </a:lnTo>
                  <a:lnTo>
                    <a:pt x="472" y="2492"/>
                  </a:lnTo>
                  <a:lnTo>
                    <a:pt x="2088" y="2492"/>
                  </a:lnTo>
                  <a:lnTo>
                    <a:pt x="2357" y="2458"/>
                  </a:lnTo>
                  <a:lnTo>
                    <a:pt x="2391" y="2492"/>
                  </a:lnTo>
                  <a:lnTo>
                    <a:pt x="2458" y="2492"/>
                  </a:lnTo>
                  <a:lnTo>
                    <a:pt x="2526" y="2458"/>
                  </a:lnTo>
                  <a:lnTo>
                    <a:pt x="2559" y="2391"/>
                  </a:lnTo>
                  <a:lnTo>
                    <a:pt x="2559" y="1179"/>
                  </a:lnTo>
                  <a:lnTo>
                    <a:pt x="2593" y="640"/>
                  </a:lnTo>
                  <a:lnTo>
                    <a:pt x="2559" y="405"/>
                  </a:lnTo>
                  <a:lnTo>
                    <a:pt x="2526" y="135"/>
                  </a:lnTo>
                  <a:lnTo>
                    <a:pt x="2492" y="135"/>
                  </a:lnTo>
                  <a:lnTo>
                    <a:pt x="2458" y="169"/>
                  </a:lnTo>
                  <a:lnTo>
                    <a:pt x="2391" y="102"/>
                  </a:lnTo>
                  <a:lnTo>
                    <a:pt x="2290" y="68"/>
                  </a:lnTo>
                  <a:lnTo>
                    <a:pt x="2088" y="68"/>
                  </a:lnTo>
                  <a:lnTo>
                    <a:pt x="1650" y="102"/>
                  </a:lnTo>
                  <a:lnTo>
                    <a:pt x="943" y="68"/>
                  </a:lnTo>
                  <a:lnTo>
                    <a:pt x="573" y="68"/>
                  </a:lnTo>
                  <a:lnTo>
                    <a:pt x="203" y="102"/>
                  </a:lnTo>
                  <a:lnTo>
                    <a:pt x="203" y="34"/>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5" name="Google Shape;455;p3"/>
            <p:cNvSpPr/>
            <p:nvPr/>
          </p:nvSpPr>
          <p:spPr>
            <a:xfrm>
              <a:off x="4247679" y="4873617"/>
              <a:ext cx="45236" cy="30174"/>
            </a:xfrm>
            <a:custGeom>
              <a:avLst/>
              <a:gdLst/>
              <a:ahLst/>
              <a:cxnLst/>
              <a:rect l="l" t="t" r="r" b="b"/>
              <a:pathLst>
                <a:path w="910" h="607" extrusionOk="0">
                  <a:moveTo>
                    <a:pt x="438" y="0"/>
                  </a:moveTo>
                  <a:lnTo>
                    <a:pt x="303" y="68"/>
                  </a:lnTo>
                  <a:lnTo>
                    <a:pt x="202" y="202"/>
                  </a:lnTo>
                  <a:lnTo>
                    <a:pt x="101" y="303"/>
                  </a:lnTo>
                  <a:lnTo>
                    <a:pt x="34" y="371"/>
                  </a:lnTo>
                  <a:lnTo>
                    <a:pt x="0" y="438"/>
                  </a:lnTo>
                  <a:lnTo>
                    <a:pt x="34" y="472"/>
                  </a:lnTo>
                  <a:lnTo>
                    <a:pt x="68" y="505"/>
                  </a:lnTo>
                  <a:lnTo>
                    <a:pt x="202" y="472"/>
                  </a:lnTo>
                  <a:lnTo>
                    <a:pt x="303" y="371"/>
                  </a:lnTo>
                  <a:lnTo>
                    <a:pt x="472" y="236"/>
                  </a:lnTo>
                  <a:lnTo>
                    <a:pt x="606" y="404"/>
                  </a:lnTo>
                  <a:lnTo>
                    <a:pt x="775" y="573"/>
                  </a:lnTo>
                  <a:lnTo>
                    <a:pt x="808" y="606"/>
                  </a:lnTo>
                  <a:lnTo>
                    <a:pt x="876" y="573"/>
                  </a:lnTo>
                  <a:lnTo>
                    <a:pt x="909" y="539"/>
                  </a:lnTo>
                  <a:lnTo>
                    <a:pt x="876" y="472"/>
                  </a:lnTo>
                  <a:lnTo>
                    <a:pt x="741" y="303"/>
                  </a:lnTo>
                  <a:lnTo>
                    <a:pt x="573" y="135"/>
                  </a:lnTo>
                  <a:lnTo>
                    <a:pt x="573" y="101"/>
                  </a:lnTo>
                  <a:lnTo>
                    <a:pt x="539" y="34"/>
                  </a:lnTo>
                  <a:lnTo>
                    <a:pt x="5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6" name="Google Shape;456;p3"/>
            <p:cNvSpPr/>
            <p:nvPr/>
          </p:nvSpPr>
          <p:spPr>
            <a:xfrm>
              <a:off x="4386568" y="4353104"/>
              <a:ext cx="56968" cy="40215"/>
            </a:xfrm>
            <a:custGeom>
              <a:avLst/>
              <a:gdLst/>
              <a:ahLst/>
              <a:cxnLst/>
              <a:rect l="l" t="t" r="r" b="b"/>
              <a:pathLst>
                <a:path w="1146" h="809" extrusionOk="0">
                  <a:moveTo>
                    <a:pt x="304" y="1"/>
                  </a:moveTo>
                  <a:lnTo>
                    <a:pt x="203" y="68"/>
                  </a:lnTo>
                  <a:lnTo>
                    <a:pt x="135" y="169"/>
                  </a:lnTo>
                  <a:lnTo>
                    <a:pt x="68" y="270"/>
                  </a:lnTo>
                  <a:lnTo>
                    <a:pt x="1" y="405"/>
                  </a:lnTo>
                  <a:lnTo>
                    <a:pt x="1" y="472"/>
                  </a:lnTo>
                  <a:lnTo>
                    <a:pt x="34" y="506"/>
                  </a:lnTo>
                  <a:lnTo>
                    <a:pt x="371" y="775"/>
                  </a:lnTo>
                  <a:lnTo>
                    <a:pt x="438" y="809"/>
                  </a:lnTo>
                  <a:lnTo>
                    <a:pt x="506" y="775"/>
                  </a:lnTo>
                  <a:lnTo>
                    <a:pt x="539" y="708"/>
                  </a:lnTo>
                  <a:lnTo>
                    <a:pt x="539" y="674"/>
                  </a:lnTo>
                  <a:lnTo>
                    <a:pt x="506" y="640"/>
                  </a:lnTo>
                  <a:lnTo>
                    <a:pt x="304" y="472"/>
                  </a:lnTo>
                  <a:lnTo>
                    <a:pt x="674" y="438"/>
                  </a:lnTo>
                  <a:lnTo>
                    <a:pt x="1044" y="405"/>
                  </a:lnTo>
                  <a:lnTo>
                    <a:pt x="1112" y="371"/>
                  </a:lnTo>
                  <a:lnTo>
                    <a:pt x="1145" y="304"/>
                  </a:lnTo>
                  <a:lnTo>
                    <a:pt x="1112" y="236"/>
                  </a:lnTo>
                  <a:lnTo>
                    <a:pt x="1044" y="203"/>
                  </a:lnTo>
                  <a:lnTo>
                    <a:pt x="674" y="236"/>
                  </a:lnTo>
                  <a:lnTo>
                    <a:pt x="304" y="304"/>
                  </a:lnTo>
                  <a:lnTo>
                    <a:pt x="438" y="135"/>
                  </a:lnTo>
                  <a:lnTo>
                    <a:pt x="438" y="102"/>
                  </a:lnTo>
                  <a:lnTo>
                    <a:pt x="438" y="34"/>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7" name="Google Shape;457;p3"/>
            <p:cNvSpPr/>
            <p:nvPr/>
          </p:nvSpPr>
          <p:spPr>
            <a:xfrm>
              <a:off x="4165657" y="4704553"/>
              <a:ext cx="309693" cy="138989"/>
            </a:xfrm>
            <a:custGeom>
              <a:avLst/>
              <a:gdLst/>
              <a:ahLst/>
              <a:cxnLst/>
              <a:rect l="l" t="t" r="r" b="b"/>
              <a:pathLst>
                <a:path w="6230" h="2796" extrusionOk="0">
                  <a:moveTo>
                    <a:pt x="3839" y="1"/>
                  </a:moveTo>
                  <a:lnTo>
                    <a:pt x="1953" y="35"/>
                  </a:lnTo>
                  <a:lnTo>
                    <a:pt x="1011" y="35"/>
                  </a:lnTo>
                  <a:lnTo>
                    <a:pt x="539" y="102"/>
                  </a:lnTo>
                  <a:lnTo>
                    <a:pt x="101" y="203"/>
                  </a:lnTo>
                  <a:lnTo>
                    <a:pt x="68" y="237"/>
                  </a:lnTo>
                  <a:lnTo>
                    <a:pt x="101" y="270"/>
                  </a:lnTo>
                  <a:lnTo>
                    <a:pt x="135" y="270"/>
                  </a:lnTo>
                  <a:lnTo>
                    <a:pt x="34" y="506"/>
                  </a:lnTo>
                  <a:lnTo>
                    <a:pt x="0" y="775"/>
                  </a:lnTo>
                  <a:lnTo>
                    <a:pt x="0" y="1314"/>
                  </a:lnTo>
                  <a:lnTo>
                    <a:pt x="34" y="1954"/>
                  </a:lnTo>
                  <a:lnTo>
                    <a:pt x="135" y="2593"/>
                  </a:lnTo>
                  <a:lnTo>
                    <a:pt x="169" y="2627"/>
                  </a:lnTo>
                  <a:lnTo>
                    <a:pt x="202" y="2661"/>
                  </a:lnTo>
                  <a:lnTo>
                    <a:pt x="303" y="2661"/>
                  </a:lnTo>
                  <a:lnTo>
                    <a:pt x="977" y="2762"/>
                  </a:lnTo>
                  <a:lnTo>
                    <a:pt x="1684" y="2795"/>
                  </a:lnTo>
                  <a:lnTo>
                    <a:pt x="2391" y="2762"/>
                  </a:lnTo>
                  <a:lnTo>
                    <a:pt x="3098" y="2728"/>
                  </a:lnTo>
                  <a:lnTo>
                    <a:pt x="4478" y="2661"/>
                  </a:lnTo>
                  <a:lnTo>
                    <a:pt x="5185" y="2627"/>
                  </a:lnTo>
                  <a:lnTo>
                    <a:pt x="5892" y="2661"/>
                  </a:lnTo>
                  <a:lnTo>
                    <a:pt x="5926" y="2728"/>
                  </a:lnTo>
                  <a:lnTo>
                    <a:pt x="6027" y="2728"/>
                  </a:lnTo>
                  <a:lnTo>
                    <a:pt x="6094" y="2694"/>
                  </a:lnTo>
                  <a:lnTo>
                    <a:pt x="6128" y="2627"/>
                  </a:lnTo>
                  <a:lnTo>
                    <a:pt x="6195" y="1348"/>
                  </a:lnTo>
                  <a:lnTo>
                    <a:pt x="6229" y="708"/>
                  </a:lnTo>
                  <a:lnTo>
                    <a:pt x="6229" y="405"/>
                  </a:lnTo>
                  <a:lnTo>
                    <a:pt x="6195" y="102"/>
                  </a:lnTo>
                  <a:lnTo>
                    <a:pt x="6162" y="68"/>
                  </a:lnTo>
                  <a:lnTo>
                    <a:pt x="6128" y="35"/>
                  </a:lnTo>
                  <a:lnTo>
                    <a:pt x="6094" y="68"/>
                  </a:lnTo>
                  <a:lnTo>
                    <a:pt x="6061" y="102"/>
                  </a:lnTo>
                  <a:lnTo>
                    <a:pt x="5960" y="641"/>
                  </a:lnTo>
                  <a:lnTo>
                    <a:pt x="5926" y="1247"/>
                  </a:lnTo>
                  <a:lnTo>
                    <a:pt x="5892" y="2425"/>
                  </a:lnTo>
                  <a:lnTo>
                    <a:pt x="5185" y="2391"/>
                  </a:lnTo>
                  <a:lnTo>
                    <a:pt x="4512" y="2391"/>
                  </a:lnTo>
                  <a:lnTo>
                    <a:pt x="3132" y="2459"/>
                  </a:lnTo>
                  <a:lnTo>
                    <a:pt x="1751" y="2526"/>
                  </a:lnTo>
                  <a:lnTo>
                    <a:pt x="1044" y="2560"/>
                  </a:lnTo>
                  <a:lnTo>
                    <a:pt x="371" y="2526"/>
                  </a:lnTo>
                  <a:lnTo>
                    <a:pt x="270" y="1920"/>
                  </a:lnTo>
                  <a:lnTo>
                    <a:pt x="236" y="1314"/>
                  </a:lnTo>
                  <a:lnTo>
                    <a:pt x="236" y="775"/>
                  </a:lnTo>
                  <a:lnTo>
                    <a:pt x="236" y="506"/>
                  </a:lnTo>
                  <a:lnTo>
                    <a:pt x="169" y="270"/>
                  </a:lnTo>
                  <a:lnTo>
                    <a:pt x="505" y="304"/>
                  </a:lnTo>
                  <a:lnTo>
                    <a:pt x="1482" y="304"/>
                  </a:lnTo>
                  <a:lnTo>
                    <a:pt x="2122" y="270"/>
                  </a:lnTo>
                  <a:lnTo>
                    <a:pt x="2761" y="237"/>
                  </a:lnTo>
                  <a:lnTo>
                    <a:pt x="4108" y="203"/>
                  </a:lnTo>
                  <a:lnTo>
                    <a:pt x="5354" y="203"/>
                  </a:lnTo>
                  <a:lnTo>
                    <a:pt x="5623" y="237"/>
                  </a:lnTo>
                  <a:lnTo>
                    <a:pt x="5724" y="237"/>
                  </a:lnTo>
                  <a:lnTo>
                    <a:pt x="5791" y="270"/>
                  </a:lnTo>
                  <a:lnTo>
                    <a:pt x="5859" y="304"/>
                  </a:lnTo>
                  <a:lnTo>
                    <a:pt x="5892" y="304"/>
                  </a:lnTo>
                  <a:lnTo>
                    <a:pt x="5960" y="270"/>
                  </a:lnTo>
                  <a:lnTo>
                    <a:pt x="5960" y="203"/>
                  </a:lnTo>
                  <a:lnTo>
                    <a:pt x="5926" y="102"/>
                  </a:lnTo>
                  <a:lnTo>
                    <a:pt x="5859" y="68"/>
                  </a:lnTo>
                  <a:lnTo>
                    <a:pt x="5791" y="35"/>
                  </a:lnTo>
                  <a:lnTo>
                    <a:pt x="569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8" name="Google Shape;458;p3"/>
            <p:cNvSpPr/>
            <p:nvPr/>
          </p:nvSpPr>
          <p:spPr>
            <a:xfrm>
              <a:off x="3779062" y="4736368"/>
              <a:ext cx="45236" cy="26843"/>
            </a:xfrm>
            <a:custGeom>
              <a:avLst/>
              <a:gdLst/>
              <a:ahLst/>
              <a:cxnLst/>
              <a:rect l="l" t="t" r="r" b="b"/>
              <a:pathLst>
                <a:path w="910" h="540" extrusionOk="0">
                  <a:moveTo>
                    <a:pt x="741" y="1"/>
                  </a:moveTo>
                  <a:lnTo>
                    <a:pt x="573" y="34"/>
                  </a:lnTo>
                  <a:lnTo>
                    <a:pt x="404" y="102"/>
                  </a:lnTo>
                  <a:lnTo>
                    <a:pt x="67" y="236"/>
                  </a:lnTo>
                  <a:lnTo>
                    <a:pt x="34" y="270"/>
                  </a:lnTo>
                  <a:lnTo>
                    <a:pt x="0" y="337"/>
                  </a:lnTo>
                  <a:lnTo>
                    <a:pt x="34" y="405"/>
                  </a:lnTo>
                  <a:lnTo>
                    <a:pt x="67" y="438"/>
                  </a:lnTo>
                  <a:lnTo>
                    <a:pt x="775" y="539"/>
                  </a:lnTo>
                  <a:lnTo>
                    <a:pt x="842" y="539"/>
                  </a:lnTo>
                  <a:lnTo>
                    <a:pt x="876" y="506"/>
                  </a:lnTo>
                  <a:lnTo>
                    <a:pt x="909" y="472"/>
                  </a:lnTo>
                  <a:lnTo>
                    <a:pt x="909" y="438"/>
                  </a:lnTo>
                  <a:lnTo>
                    <a:pt x="876" y="371"/>
                  </a:lnTo>
                  <a:lnTo>
                    <a:pt x="842" y="337"/>
                  </a:lnTo>
                  <a:lnTo>
                    <a:pt x="505" y="270"/>
                  </a:lnTo>
                  <a:lnTo>
                    <a:pt x="674" y="203"/>
                  </a:lnTo>
                  <a:lnTo>
                    <a:pt x="775" y="102"/>
                  </a:lnTo>
                  <a:lnTo>
                    <a:pt x="808" y="34"/>
                  </a:lnTo>
                  <a:lnTo>
                    <a:pt x="74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59" name="Google Shape;459;p3"/>
            <p:cNvSpPr/>
            <p:nvPr/>
          </p:nvSpPr>
          <p:spPr>
            <a:xfrm>
              <a:off x="4348093" y="4920494"/>
              <a:ext cx="127258" cy="82021"/>
            </a:xfrm>
            <a:custGeom>
              <a:avLst/>
              <a:gdLst/>
              <a:ahLst/>
              <a:cxnLst/>
              <a:rect l="l" t="t" r="r" b="b"/>
              <a:pathLst>
                <a:path w="2560" h="1650" extrusionOk="0">
                  <a:moveTo>
                    <a:pt x="371" y="0"/>
                  </a:moveTo>
                  <a:lnTo>
                    <a:pt x="34" y="67"/>
                  </a:lnTo>
                  <a:lnTo>
                    <a:pt x="0" y="101"/>
                  </a:lnTo>
                  <a:lnTo>
                    <a:pt x="0" y="135"/>
                  </a:lnTo>
                  <a:lnTo>
                    <a:pt x="0" y="168"/>
                  </a:lnTo>
                  <a:lnTo>
                    <a:pt x="68" y="202"/>
                  </a:lnTo>
                  <a:lnTo>
                    <a:pt x="707" y="236"/>
                  </a:lnTo>
                  <a:lnTo>
                    <a:pt x="1347" y="236"/>
                  </a:lnTo>
                  <a:lnTo>
                    <a:pt x="1818" y="269"/>
                  </a:lnTo>
                  <a:lnTo>
                    <a:pt x="2323" y="269"/>
                  </a:lnTo>
                  <a:lnTo>
                    <a:pt x="2391" y="539"/>
                  </a:lnTo>
                  <a:lnTo>
                    <a:pt x="2391" y="842"/>
                  </a:lnTo>
                  <a:lnTo>
                    <a:pt x="2357" y="1414"/>
                  </a:lnTo>
                  <a:lnTo>
                    <a:pt x="404" y="1414"/>
                  </a:lnTo>
                  <a:lnTo>
                    <a:pt x="169" y="1481"/>
                  </a:lnTo>
                  <a:lnTo>
                    <a:pt x="135" y="1515"/>
                  </a:lnTo>
                  <a:lnTo>
                    <a:pt x="169" y="1549"/>
                  </a:lnTo>
                  <a:lnTo>
                    <a:pt x="404" y="1616"/>
                  </a:lnTo>
                  <a:lnTo>
                    <a:pt x="1212" y="1616"/>
                  </a:lnTo>
                  <a:lnTo>
                    <a:pt x="2458" y="1650"/>
                  </a:lnTo>
                  <a:lnTo>
                    <a:pt x="2525" y="1616"/>
                  </a:lnTo>
                  <a:lnTo>
                    <a:pt x="2559" y="1549"/>
                  </a:lnTo>
                  <a:lnTo>
                    <a:pt x="2559" y="1212"/>
                  </a:lnTo>
                  <a:lnTo>
                    <a:pt x="2525" y="875"/>
                  </a:lnTo>
                  <a:lnTo>
                    <a:pt x="2391" y="236"/>
                  </a:lnTo>
                  <a:lnTo>
                    <a:pt x="2458" y="236"/>
                  </a:lnTo>
                  <a:lnTo>
                    <a:pt x="2492" y="168"/>
                  </a:lnTo>
                  <a:lnTo>
                    <a:pt x="2458" y="135"/>
                  </a:lnTo>
                  <a:lnTo>
                    <a:pt x="2424" y="101"/>
                  </a:lnTo>
                  <a:lnTo>
                    <a:pt x="2357" y="101"/>
                  </a:lnTo>
                  <a:lnTo>
                    <a:pt x="2357" y="34"/>
                  </a:lnTo>
                  <a:lnTo>
                    <a:pt x="2323" y="0"/>
                  </a:lnTo>
                  <a:lnTo>
                    <a:pt x="2290" y="0"/>
                  </a:lnTo>
                  <a:lnTo>
                    <a:pt x="2290" y="34"/>
                  </a:lnTo>
                  <a:lnTo>
                    <a:pt x="2290" y="67"/>
                  </a:lnTo>
                  <a:lnTo>
                    <a:pt x="2054" y="34"/>
                  </a:lnTo>
                  <a:lnTo>
                    <a:pt x="181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0" name="Google Shape;460;p3"/>
            <p:cNvSpPr/>
            <p:nvPr/>
          </p:nvSpPr>
          <p:spPr>
            <a:xfrm>
              <a:off x="4204133" y="4851844"/>
              <a:ext cx="123927" cy="149031"/>
            </a:xfrm>
            <a:custGeom>
              <a:avLst/>
              <a:gdLst/>
              <a:ahLst/>
              <a:cxnLst/>
              <a:rect l="l" t="t" r="r" b="b"/>
              <a:pathLst>
                <a:path w="2493" h="2998" extrusionOk="0">
                  <a:moveTo>
                    <a:pt x="270" y="1482"/>
                  </a:moveTo>
                  <a:lnTo>
                    <a:pt x="506" y="1549"/>
                  </a:lnTo>
                  <a:lnTo>
                    <a:pt x="708" y="1583"/>
                  </a:lnTo>
                  <a:lnTo>
                    <a:pt x="1179" y="1617"/>
                  </a:lnTo>
                  <a:lnTo>
                    <a:pt x="1718" y="1650"/>
                  </a:lnTo>
                  <a:lnTo>
                    <a:pt x="1987" y="1650"/>
                  </a:lnTo>
                  <a:lnTo>
                    <a:pt x="2257" y="1617"/>
                  </a:lnTo>
                  <a:lnTo>
                    <a:pt x="2257" y="2155"/>
                  </a:lnTo>
                  <a:lnTo>
                    <a:pt x="2257" y="2391"/>
                  </a:lnTo>
                  <a:lnTo>
                    <a:pt x="2257" y="2660"/>
                  </a:lnTo>
                  <a:lnTo>
                    <a:pt x="1785" y="2660"/>
                  </a:lnTo>
                  <a:lnTo>
                    <a:pt x="1348" y="2694"/>
                  </a:lnTo>
                  <a:lnTo>
                    <a:pt x="809" y="2728"/>
                  </a:lnTo>
                  <a:lnTo>
                    <a:pt x="540" y="2761"/>
                  </a:lnTo>
                  <a:lnTo>
                    <a:pt x="304" y="2795"/>
                  </a:lnTo>
                  <a:lnTo>
                    <a:pt x="278" y="2821"/>
                  </a:lnTo>
                  <a:lnTo>
                    <a:pt x="278" y="2821"/>
                  </a:lnTo>
                  <a:lnTo>
                    <a:pt x="304" y="2559"/>
                  </a:lnTo>
                  <a:lnTo>
                    <a:pt x="304" y="2189"/>
                  </a:lnTo>
                  <a:lnTo>
                    <a:pt x="270" y="1482"/>
                  </a:lnTo>
                  <a:close/>
                  <a:moveTo>
                    <a:pt x="1718" y="1"/>
                  </a:moveTo>
                  <a:lnTo>
                    <a:pt x="1146" y="34"/>
                  </a:lnTo>
                  <a:lnTo>
                    <a:pt x="674" y="68"/>
                  </a:lnTo>
                  <a:lnTo>
                    <a:pt x="203" y="135"/>
                  </a:lnTo>
                  <a:lnTo>
                    <a:pt x="169" y="68"/>
                  </a:lnTo>
                  <a:lnTo>
                    <a:pt x="136" y="68"/>
                  </a:lnTo>
                  <a:lnTo>
                    <a:pt x="35" y="405"/>
                  </a:lnTo>
                  <a:lnTo>
                    <a:pt x="35" y="708"/>
                  </a:lnTo>
                  <a:lnTo>
                    <a:pt x="35" y="1381"/>
                  </a:lnTo>
                  <a:lnTo>
                    <a:pt x="1" y="2155"/>
                  </a:lnTo>
                  <a:lnTo>
                    <a:pt x="35" y="2526"/>
                  </a:lnTo>
                  <a:lnTo>
                    <a:pt x="68" y="2930"/>
                  </a:lnTo>
                  <a:lnTo>
                    <a:pt x="136" y="2963"/>
                  </a:lnTo>
                  <a:lnTo>
                    <a:pt x="169" y="2997"/>
                  </a:lnTo>
                  <a:lnTo>
                    <a:pt x="237" y="2963"/>
                  </a:lnTo>
                  <a:lnTo>
                    <a:pt x="270" y="2896"/>
                  </a:lnTo>
                  <a:lnTo>
                    <a:pt x="276" y="2835"/>
                  </a:lnTo>
                  <a:lnTo>
                    <a:pt x="304" y="2862"/>
                  </a:lnTo>
                  <a:lnTo>
                    <a:pt x="540" y="2896"/>
                  </a:lnTo>
                  <a:lnTo>
                    <a:pt x="1348" y="2896"/>
                  </a:lnTo>
                  <a:lnTo>
                    <a:pt x="1819" y="2862"/>
                  </a:lnTo>
                  <a:lnTo>
                    <a:pt x="2290" y="2829"/>
                  </a:lnTo>
                  <a:lnTo>
                    <a:pt x="2324" y="2896"/>
                  </a:lnTo>
                  <a:lnTo>
                    <a:pt x="2358" y="2930"/>
                  </a:lnTo>
                  <a:lnTo>
                    <a:pt x="2391" y="2896"/>
                  </a:lnTo>
                  <a:lnTo>
                    <a:pt x="2425" y="2829"/>
                  </a:lnTo>
                  <a:lnTo>
                    <a:pt x="2459" y="2761"/>
                  </a:lnTo>
                  <a:lnTo>
                    <a:pt x="2425" y="2694"/>
                  </a:lnTo>
                  <a:lnTo>
                    <a:pt x="2459" y="2425"/>
                  </a:lnTo>
                  <a:lnTo>
                    <a:pt x="2492" y="2155"/>
                  </a:lnTo>
                  <a:lnTo>
                    <a:pt x="2492" y="1617"/>
                  </a:lnTo>
                  <a:lnTo>
                    <a:pt x="2492" y="876"/>
                  </a:lnTo>
                  <a:lnTo>
                    <a:pt x="2492" y="506"/>
                  </a:lnTo>
                  <a:lnTo>
                    <a:pt x="2425" y="135"/>
                  </a:lnTo>
                  <a:lnTo>
                    <a:pt x="2391" y="135"/>
                  </a:lnTo>
                  <a:lnTo>
                    <a:pt x="2324" y="438"/>
                  </a:lnTo>
                  <a:lnTo>
                    <a:pt x="2290" y="775"/>
                  </a:lnTo>
                  <a:lnTo>
                    <a:pt x="2290" y="1415"/>
                  </a:lnTo>
                  <a:lnTo>
                    <a:pt x="2290" y="1448"/>
                  </a:lnTo>
                  <a:lnTo>
                    <a:pt x="2021" y="1415"/>
                  </a:lnTo>
                  <a:lnTo>
                    <a:pt x="1718" y="1381"/>
                  </a:lnTo>
                  <a:lnTo>
                    <a:pt x="1179" y="1381"/>
                  </a:lnTo>
                  <a:lnTo>
                    <a:pt x="708" y="1347"/>
                  </a:lnTo>
                  <a:lnTo>
                    <a:pt x="472" y="1347"/>
                  </a:lnTo>
                  <a:lnTo>
                    <a:pt x="270" y="1381"/>
                  </a:lnTo>
                  <a:lnTo>
                    <a:pt x="270" y="842"/>
                  </a:lnTo>
                  <a:lnTo>
                    <a:pt x="270" y="573"/>
                  </a:lnTo>
                  <a:lnTo>
                    <a:pt x="237" y="304"/>
                  </a:lnTo>
                  <a:lnTo>
                    <a:pt x="775" y="270"/>
                  </a:lnTo>
                  <a:lnTo>
                    <a:pt x="1280" y="236"/>
                  </a:lnTo>
                  <a:lnTo>
                    <a:pt x="1785" y="203"/>
                  </a:lnTo>
                  <a:lnTo>
                    <a:pt x="2290" y="169"/>
                  </a:lnTo>
                  <a:lnTo>
                    <a:pt x="2358" y="135"/>
                  </a:lnTo>
                  <a:lnTo>
                    <a:pt x="2358" y="68"/>
                  </a:lnTo>
                  <a:lnTo>
                    <a:pt x="232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1" name="Google Shape;461;p3"/>
            <p:cNvSpPr/>
            <p:nvPr/>
          </p:nvSpPr>
          <p:spPr>
            <a:xfrm>
              <a:off x="4344713" y="4932176"/>
              <a:ext cx="8451" cy="70340"/>
            </a:xfrm>
            <a:custGeom>
              <a:avLst/>
              <a:gdLst/>
              <a:ahLst/>
              <a:cxnLst/>
              <a:rect l="l" t="t" r="r" b="b"/>
              <a:pathLst>
                <a:path w="170" h="1415" extrusionOk="0">
                  <a:moveTo>
                    <a:pt x="102" y="1"/>
                  </a:moveTo>
                  <a:lnTo>
                    <a:pt x="35" y="102"/>
                  </a:lnTo>
                  <a:lnTo>
                    <a:pt x="1" y="236"/>
                  </a:lnTo>
                  <a:lnTo>
                    <a:pt x="1" y="506"/>
                  </a:lnTo>
                  <a:lnTo>
                    <a:pt x="1" y="1314"/>
                  </a:lnTo>
                  <a:lnTo>
                    <a:pt x="1" y="1381"/>
                  </a:lnTo>
                  <a:lnTo>
                    <a:pt x="68" y="1415"/>
                  </a:lnTo>
                  <a:lnTo>
                    <a:pt x="136" y="1381"/>
                  </a:lnTo>
                  <a:lnTo>
                    <a:pt x="169" y="1314"/>
                  </a:lnTo>
                  <a:lnTo>
                    <a:pt x="169" y="506"/>
                  </a:lnTo>
                  <a:lnTo>
                    <a:pt x="169" y="236"/>
                  </a:lnTo>
                  <a:lnTo>
                    <a:pt x="169" y="102"/>
                  </a:lnTo>
                  <a:lnTo>
                    <a:pt x="1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2" name="Google Shape;462;p3"/>
            <p:cNvSpPr/>
            <p:nvPr/>
          </p:nvSpPr>
          <p:spPr>
            <a:xfrm>
              <a:off x="4394920" y="4942217"/>
              <a:ext cx="28534" cy="38575"/>
            </a:xfrm>
            <a:custGeom>
              <a:avLst/>
              <a:gdLst/>
              <a:ahLst/>
              <a:cxnLst/>
              <a:rect l="l" t="t" r="r" b="b"/>
              <a:pathLst>
                <a:path w="574" h="776" extrusionOk="0">
                  <a:moveTo>
                    <a:pt x="169" y="1"/>
                  </a:moveTo>
                  <a:lnTo>
                    <a:pt x="136" y="68"/>
                  </a:lnTo>
                  <a:lnTo>
                    <a:pt x="136" y="135"/>
                  </a:lnTo>
                  <a:lnTo>
                    <a:pt x="169" y="203"/>
                  </a:lnTo>
                  <a:lnTo>
                    <a:pt x="237" y="270"/>
                  </a:lnTo>
                  <a:lnTo>
                    <a:pt x="304" y="337"/>
                  </a:lnTo>
                  <a:lnTo>
                    <a:pt x="270" y="371"/>
                  </a:lnTo>
                  <a:lnTo>
                    <a:pt x="35" y="573"/>
                  </a:lnTo>
                  <a:lnTo>
                    <a:pt x="35" y="607"/>
                  </a:lnTo>
                  <a:lnTo>
                    <a:pt x="1" y="674"/>
                  </a:lnTo>
                  <a:lnTo>
                    <a:pt x="68" y="741"/>
                  </a:lnTo>
                  <a:lnTo>
                    <a:pt x="136" y="775"/>
                  </a:lnTo>
                  <a:lnTo>
                    <a:pt x="169" y="775"/>
                  </a:lnTo>
                  <a:lnTo>
                    <a:pt x="203" y="741"/>
                  </a:lnTo>
                  <a:lnTo>
                    <a:pt x="405" y="539"/>
                  </a:lnTo>
                  <a:lnTo>
                    <a:pt x="506" y="438"/>
                  </a:lnTo>
                  <a:lnTo>
                    <a:pt x="540" y="405"/>
                  </a:lnTo>
                  <a:lnTo>
                    <a:pt x="573" y="337"/>
                  </a:lnTo>
                  <a:lnTo>
                    <a:pt x="573" y="304"/>
                  </a:lnTo>
                  <a:lnTo>
                    <a:pt x="540" y="236"/>
                  </a:lnTo>
                  <a:lnTo>
                    <a:pt x="439" y="135"/>
                  </a:lnTo>
                  <a:lnTo>
                    <a:pt x="371" y="102"/>
                  </a:lnTo>
                  <a:lnTo>
                    <a:pt x="304" y="68"/>
                  </a:lnTo>
                  <a:lnTo>
                    <a:pt x="2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3" name="Google Shape;463;p3"/>
            <p:cNvSpPr/>
            <p:nvPr/>
          </p:nvSpPr>
          <p:spPr>
            <a:xfrm>
              <a:off x="4399940" y="4500394"/>
              <a:ext cx="55327" cy="45236"/>
            </a:xfrm>
            <a:custGeom>
              <a:avLst/>
              <a:gdLst/>
              <a:ahLst/>
              <a:cxnLst/>
              <a:rect l="l" t="t" r="r" b="b"/>
              <a:pathLst>
                <a:path w="1113" h="910" extrusionOk="0">
                  <a:moveTo>
                    <a:pt x="944" y="0"/>
                  </a:moveTo>
                  <a:lnTo>
                    <a:pt x="876" y="34"/>
                  </a:lnTo>
                  <a:lnTo>
                    <a:pt x="876" y="101"/>
                  </a:lnTo>
                  <a:lnTo>
                    <a:pt x="876" y="236"/>
                  </a:lnTo>
                  <a:lnTo>
                    <a:pt x="843" y="337"/>
                  </a:lnTo>
                  <a:lnTo>
                    <a:pt x="775" y="438"/>
                  </a:lnTo>
                  <a:lnTo>
                    <a:pt x="641" y="472"/>
                  </a:lnTo>
                  <a:lnTo>
                    <a:pt x="405" y="472"/>
                  </a:lnTo>
                  <a:lnTo>
                    <a:pt x="405" y="404"/>
                  </a:lnTo>
                  <a:lnTo>
                    <a:pt x="405" y="337"/>
                  </a:lnTo>
                  <a:lnTo>
                    <a:pt x="439" y="236"/>
                  </a:lnTo>
                  <a:lnTo>
                    <a:pt x="439" y="202"/>
                  </a:lnTo>
                  <a:lnTo>
                    <a:pt x="371" y="202"/>
                  </a:lnTo>
                  <a:lnTo>
                    <a:pt x="237" y="303"/>
                  </a:lnTo>
                  <a:lnTo>
                    <a:pt x="68" y="337"/>
                  </a:lnTo>
                  <a:lnTo>
                    <a:pt x="1" y="371"/>
                  </a:lnTo>
                  <a:lnTo>
                    <a:pt x="1" y="472"/>
                  </a:lnTo>
                  <a:lnTo>
                    <a:pt x="169" y="842"/>
                  </a:lnTo>
                  <a:lnTo>
                    <a:pt x="203" y="909"/>
                  </a:lnTo>
                  <a:lnTo>
                    <a:pt x="371" y="909"/>
                  </a:lnTo>
                  <a:lnTo>
                    <a:pt x="405" y="876"/>
                  </a:lnTo>
                  <a:lnTo>
                    <a:pt x="405" y="808"/>
                  </a:lnTo>
                  <a:lnTo>
                    <a:pt x="371" y="674"/>
                  </a:lnTo>
                  <a:lnTo>
                    <a:pt x="607" y="674"/>
                  </a:lnTo>
                  <a:lnTo>
                    <a:pt x="809" y="640"/>
                  </a:lnTo>
                  <a:lnTo>
                    <a:pt x="944" y="539"/>
                  </a:lnTo>
                  <a:lnTo>
                    <a:pt x="1045" y="371"/>
                  </a:lnTo>
                  <a:lnTo>
                    <a:pt x="1112" y="236"/>
                  </a:lnTo>
                  <a:lnTo>
                    <a:pt x="1078" y="68"/>
                  </a:lnTo>
                  <a:lnTo>
                    <a:pt x="101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4" name="Google Shape;464;p3"/>
            <p:cNvSpPr/>
            <p:nvPr/>
          </p:nvSpPr>
          <p:spPr>
            <a:xfrm>
              <a:off x="4269402" y="4289525"/>
              <a:ext cx="202568" cy="125567"/>
            </a:xfrm>
            <a:custGeom>
              <a:avLst/>
              <a:gdLst/>
              <a:ahLst/>
              <a:cxnLst/>
              <a:rect l="l" t="t" r="r" b="b"/>
              <a:pathLst>
                <a:path w="4075" h="2526" extrusionOk="0">
                  <a:moveTo>
                    <a:pt x="2930" y="236"/>
                  </a:moveTo>
                  <a:lnTo>
                    <a:pt x="3839" y="270"/>
                  </a:lnTo>
                  <a:lnTo>
                    <a:pt x="3839" y="1280"/>
                  </a:lnTo>
                  <a:lnTo>
                    <a:pt x="3873" y="2256"/>
                  </a:lnTo>
                  <a:lnTo>
                    <a:pt x="2055" y="2189"/>
                  </a:lnTo>
                  <a:lnTo>
                    <a:pt x="1112" y="2189"/>
                  </a:lnTo>
                  <a:lnTo>
                    <a:pt x="237" y="2222"/>
                  </a:lnTo>
                  <a:lnTo>
                    <a:pt x="203" y="2222"/>
                  </a:lnTo>
                  <a:lnTo>
                    <a:pt x="237" y="2189"/>
                  </a:lnTo>
                  <a:lnTo>
                    <a:pt x="237" y="1953"/>
                  </a:lnTo>
                  <a:lnTo>
                    <a:pt x="237" y="1717"/>
                  </a:lnTo>
                  <a:lnTo>
                    <a:pt x="203" y="1246"/>
                  </a:lnTo>
                  <a:lnTo>
                    <a:pt x="203" y="741"/>
                  </a:lnTo>
                  <a:lnTo>
                    <a:pt x="237" y="236"/>
                  </a:lnTo>
                  <a:close/>
                  <a:moveTo>
                    <a:pt x="1112" y="0"/>
                  </a:moveTo>
                  <a:lnTo>
                    <a:pt x="237" y="68"/>
                  </a:lnTo>
                  <a:lnTo>
                    <a:pt x="203" y="101"/>
                  </a:lnTo>
                  <a:lnTo>
                    <a:pt x="136" y="101"/>
                  </a:lnTo>
                  <a:lnTo>
                    <a:pt x="102" y="135"/>
                  </a:lnTo>
                  <a:lnTo>
                    <a:pt x="35" y="674"/>
                  </a:lnTo>
                  <a:lnTo>
                    <a:pt x="1" y="1246"/>
                  </a:lnTo>
                  <a:lnTo>
                    <a:pt x="1" y="1751"/>
                  </a:lnTo>
                  <a:lnTo>
                    <a:pt x="35" y="1987"/>
                  </a:lnTo>
                  <a:lnTo>
                    <a:pt x="136" y="2189"/>
                  </a:lnTo>
                  <a:lnTo>
                    <a:pt x="169" y="2222"/>
                  </a:lnTo>
                  <a:lnTo>
                    <a:pt x="169" y="2290"/>
                  </a:lnTo>
                  <a:lnTo>
                    <a:pt x="203" y="2323"/>
                  </a:lnTo>
                  <a:lnTo>
                    <a:pt x="641" y="2391"/>
                  </a:lnTo>
                  <a:lnTo>
                    <a:pt x="1112" y="2458"/>
                  </a:lnTo>
                  <a:lnTo>
                    <a:pt x="2021" y="2525"/>
                  </a:lnTo>
                  <a:lnTo>
                    <a:pt x="2964" y="2525"/>
                  </a:lnTo>
                  <a:lnTo>
                    <a:pt x="3873" y="2458"/>
                  </a:lnTo>
                  <a:lnTo>
                    <a:pt x="3906" y="2525"/>
                  </a:lnTo>
                  <a:lnTo>
                    <a:pt x="3974" y="2525"/>
                  </a:lnTo>
                  <a:lnTo>
                    <a:pt x="4041" y="2492"/>
                  </a:lnTo>
                  <a:lnTo>
                    <a:pt x="4075" y="2424"/>
                  </a:lnTo>
                  <a:lnTo>
                    <a:pt x="4075" y="1280"/>
                  </a:lnTo>
                  <a:lnTo>
                    <a:pt x="4041" y="707"/>
                  </a:lnTo>
                  <a:lnTo>
                    <a:pt x="4007" y="169"/>
                  </a:lnTo>
                  <a:lnTo>
                    <a:pt x="4007" y="101"/>
                  </a:lnTo>
                  <a:lnTo>
                    <a:pt x="3974" y="68"/>
                  </a:lnTo>
                  <a:lnTo>
                    <a:pt x="3873" y="68"/>
                  </a:lnTo>
                  <a:lnTo>
                    <a:pt x="296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5" name="Google Shape;465;p3"/>
            <p:cNvSpPr/>
            <p:nvPr/>
          </p:nvSpPr>
          <p:spPr>
            <a:xfrm>
              <a:off x="4348093" y="4430105"/>
              <a:ext cx="132278" cy="262817"/>
            </a:xfrm>
            <a:custGeom>
              <a:avLst/>
              <a:gdLst/>
              <a:ahLst/>
              <a:cxnLst/>
              <a:rect l="l" t="t" r="r" b="b"/>
              <a:pathLst>
                <a:path w="2661" h="5287" extrusionOk="0">
                  <a:moveTo>
                    <a:pt x="2492" y="202"/>
                  </a:moveTo>
                  <a:lnTo>
                    <a:pt x="2424" y="472"/>
                  </a:lnTo>
                  <a:lnTo>
                    <a:pt x="2391" y="775"/>
                  </a:lnTo>
                  <a:lnTo>
                    <a:pt x="2391" y="1347"/>
                  </a:lnTo>
                  <a:lnTo>
                    <a:pt x="2424" y="1953"/>
                  </a:lnTo>
                  <a:lnTo>
                    <a:pt x="2424" y="2525"/>
                  </a:lnTo>
                  <a:lnTo>
                    <a:pt x="2391" y="3771"/>
                  </a:lnTo>
                  <a:lnTo>
                    <a:pt x="2323" y="5017"/>
                  </a:lnTo>
                  <a:lnTo>
                    <a:pt x="1684" y="5017"/>
                  </a:lnTo>
                  <a:lnTo>
                    <a:pt x="1313" y="4983"/>
                  </a:lnTo>
                  <a:lnTo>
                    <a:pt x="1111" y="4983"/>
                  </a:lnTo>
                  <a:lnTo>
                    <a:pt x="943" y="5017"/>
                  </a:lnTo>
                  <a:lnTo>
                    <a:pt x="977" y="4344"/>
                  </a:lnTo>
                  <a:lnTo>
                    <a:pt x="977" y="3704"/>
                  </a:lnTo>
                  <a:lnTo>
                    <a:pt x="909" y="2424"/>
                  </a:lnTo>
                  <a:lnTo>
                    <a:pt x="943" y="2357"/>
                  </a:lnTo>
                  <a:lnTo>
                    <a:pt x="943" y="2290"/>
                  </a:lnTo>
                  <a:lnTo>
                    <a:pt x="909" y="2222"/>
                  </a:lnTo>
                  <a:lnTo>
                    <a:pt x="808" y="2222"/>
                  </a:lnTo>
                  <a:lnTo>
                    <a:pt x="303" y="2323"/>
                  </a:lnTo>
                  <a:lnTo>
                    <a:pt x="270" y="1751"/>
                  </a:lnTo>
                  <a:lnTo>
                    <a:pt x="236" y="1179"/>
                  </a:lnTo>
                  <a:lnTo>
                    <a:pt x="236" y="674"/>
                  </a:lnTo>
                  <a:lnTo>
                    <a:pt x="236" y="438"/>
                  </a:lnTo>
                  <a:lnTo>
                    <a:pt x="202" y="202"/>
                  </a:lnTo>
                  <a:lnTo>
                    <a:pt x="202" y="202"/>
                  </a:lnTo>
                  <a:lnTo>
                    <a:pt x="775" y="236"/>
                  </a:lnTo>
                  <a:lnTo>
                    <a:pt x="1347" y="236"/>
                  </a:lnTo>
                  <a:lnTo>
                    <a:pt x="2458" y="202"/>
                  </a:lnTo>
                  <a:close/>
                  <a:moveTo>
                    <a:pt x="775" y="0"/>
                  </a:moveTo>
                  <a:lnTo>
                    <a:pt x="202" y="68"/>
                  </a:lnTo>
                  <a:lnTo>
                    <a:pt x="169" y="101"/>
                  </a:lnTo>
                  <a:lnTo>
                    <a:pt x="101" y="68"/>
                  </a:lnTo>
                  <a:lnTo>
                    <a:pt x="68" y="101"/>
                  </a:lnTo>
                  <a:lnTo>
                    <a:pt x="0" y="371"/>
                  </a:lnTo>
                  <a:lnTo>
                    <a:pt x="0" y="640"/>
                  </a:lnTo>
                  <a:lnTo>
                    <a:pt x="0" y="1179"/>
                  </a:lnTo>
                  <a:lnTo>
                    <a:pt x="0" y="1785"/>
                  </a:lnTo>
                  <a:lnTo>
                    <a:pt x="0" y="2121"/>
                  </a:lnTo>
                  <a:lnTo>
                    <a:pt x="68" y="2424"/>
                  </a:lnTo>
                  <a:lnTo>
                    <a:pt x="68" y="2458"/>
                  </a:lnTo>
                  <a:lnTo>
                    <a:pt x="135" y="2492"/>
                  </a:lnTo>
                  <a:lnTo>
                    <a:pt x="270" y="2492"/>
                  </a:lnTo>
                  <a:lnTo>
                    <a:pt x="741" y="2458"/>
                  </a:lnTo>
                  <a:lnTo>
                    <a:pt x="741" y="3805"/>
                  </a:lnTo>
                  <a:lnTo>
                    <a:pt x="741" y="4478"/>
                  </a:lnTo>
                  <a:lnTo>
                    <a:pt x="775" y="5152"/>
                  </a:lnTo>
                  <a:lnTo>
                    <a:pt x="808" y="5185"/>
                  </a:lnTo>
                  <a:lnTo>
                    <a:pt x="876" y="5219"/>
                  </a:lnTo>
                  <a:lnTo>
                    <a:pt x="909" y="5185"/>
                  </a:lnTo>
                  <a:lnTo>
                    <a:pt x="943" y="5152"/>
                  </a:lnTo>
                  <a:lnTo>
                    <a:pt x="943" y="5118"/>
                  </a:lnTo>
                  <a:lnTo>
                    <a:pt x="1078" y="5185"/>
                  </a:lnTo>
                  <a:lnTo>
                    <a:pt x="1246" y="5219"/>
                  </a:lnTo>
                  <a:lnTo>
                    <a:pt x="1549" y="5219"/>
                  </a:lnTo>
                  <a:lnTo>
                    <a:pt x="1953" y="5253"/>
                  </a:lnTo>
                  <a:lnTo>
                    <a:pt x="2357" y="5253"/>
                  </a:lnTo>
                  <a:lnTo>
                    <a:pt x="2424" y="5286"/>
                  </a:lnTo>
                  <a:lnTo>
                    <a:pt x="2492" y="5253"/>
                  </a:lnTo>
                  <a:lnTo>
                    <a:pt x="2525" y="5253"/>
                  </a:lnTo>
                  <a:lnTo>
                    <a:pt x="2593" y="5219"/>
                  </a:lnTo>
                  <a:lnTo>
                    <a:pt x="2626" y="5152"/>
                  </a:lnTo>
                  <a:lnTo>
                    <a:pt x="2593" y="5084"/>
                  </a:lnTo>
                  <a:lnTo>
                    <a:pt x="2525" y="5017"/>
                  </a:lnTo>
                  <a:lnTo>
                    <a:pt x="2593" y="3771"/>
                  </a:lnTo>
                  <a:lnTo>
                    <a:pt x="2626" y="2525"/>
                  </a:lnTo>
                  <a:lnTo>
                    <a:pt x="2660" y="1347"/>
                  </a:lnTo>
                  <a:lnTo>
                    <a:pt x="2660" y="741"/>
                  </a:lnTo>
                  <a:lnTo>
                    <a:pt x="2593" y="438"/>
                  </a:lnTo>
                  <a:lnTo>
                    <a:pt x="2525" y="169"/>
                  </a:lnTo>
                  <a:lnTo>
                    <a:pt x="2559" y="135"/>
                  </a:lnTo>
                  <a:lnTo>
                    <a:pt x="2559" y="68"/>
                  </a:lnTo>
                  <a:lnTo>
                    <a:pt x="252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6" name="Google Shape;466;p3"/>
            <p:cNvSpPr/>
            <p:nvPr/>
          </p:nvSpPr>
          <p:spPr>
            <a:xfrm>
              <a:off x="4252699" y="4947238"/>
              <a:ext cx="41856" cy="25153"/>
            </a:xfrm>
            <a:custGeom>
              <a:avLst/>
              <a:gdLst/>
              <a:ahLst/>
              <a:cxnLst/>
              <a:rect l="l" t="t" r="r" b="b"/>
              <a:pathLst>
                <a:path w="842" h="506" extrusionOk="0">
                  <a:moveTo>
                    <a:pt x="34" y="1"/>
                  </a:moveTo>
                  <a:lnTo>
                    <a:pt x="0" y="68"/>
                  </a:lnTo>
                  <a:lnTo>
                    <a:pt x="0" y="135"/>
                  </a:lnTo>
                  <a:lnTo>
                    <a:pt x="101" y="304"/>
                  </a:lnTo>
                  <a:lnTo>
                    <a:pt x="236" y="472"/>
                  </a:lnTo>
                  <a:lnTo>
                    <a:pt x="270" y="506"/>
                  </a:lnTo>
                  <a:lnTo>
                    <a:pt x="303" y="506"/>
                  </a:lnTo>
                  <a:lnTo>
                    <a:pt x="371" y="472"/>
                  </a:lnTo>
                  <a:lnTo>
                    <a:pt x="472" y="472"/>
                  </a:lnTo>
                  <a:lnTo>
                    <a:pt x="640" y="304"/>
                  </a:lnTo>
                  <a:lnTo>
                    <a:pt x="842" y="169"/>
                  </a:lnTo>
                  <a:lnTo>
                    <a:pt x="842" y="102"/>
                  </a:lnTo>
                  <a:lnTo>
                    <a:pt x="842" y="34"/>
                  </a:lnTo>
                  <a:lnTo>
                    <a:pt x="775" y="1"/>
                  </a:lnTo>
                  <a:lnTo>
                    <a:pt x="707" y="1"/>
                  </a:lnTo>
                  <a:lnTo>
                    <a:pt x="539" y="135"/>
                  </a:lnTo>
                  <a:lnTo>
                    <a:pt x="371" y="304"/>
                  </a:lnTo>
                  <a:lnTo>
                    <a:pt x="270" y="169"/>
                  </a:lnTo>
                  <a:lnTo>
                    <a:pt x="135"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7" name="Google Shape;467;p3"/>
            <p:cNvSpPr/>
            <p:nvPr/>
          </p:nvSpPr>
          <p:spPr>
            <a:xfrm>
              <a:off x="2443504" y="4492043"/>
              <a:ext cx="56918" cy="46877"/>
            </a:xfrm>
            <a:custGeom>
              <a:avLst/>
              <a:gdLst/>
              <a:ahLst/>
              <a:cxnLst/>
              <a:rect l="l" t="t" r="r" b="b"/>
              <a:pathLst>
                <a:path w="1145" h="943" extrusionOk="0">
                  <a:moveTo>
                    <a:pt x="1044" y="0"/>
                  </a:moveTo>
                  <a:lnTo>
                    <a:pt x="1010" y="34"/>
                  </a:lnTo>
                  <a:lnTo>
                    <a:pt x="976" y="236"/>
                  </a:lnTo>
                  <a:lnTo>
                    <a:pt x="976" y="438"/>
                  </a:lnTo>
                  <a:lnTo>
                    <a:pt x="976" y="505"/>
                  </a:lnTo>
                  <a:lnTo>
                    <a:pt x="943" y="471"/>
                  </a:lnTo>
                  <a:lnTo>
                    <a:pt x="774" y="337"/>
                  </a:lnTo>
                  <a:lnTo>
                    <a:pt x="640" y="202"/>
                  </a:lnTo>
                  <a:lnTo>
                    <a:pt x="572" y="168"/>
                  </a:lnTo>
                  <a:lnTo>
                    <a:pt x="505" y="202"/>
                  </a:lnTo>
                  <a:lnTo>
                    <a:pt x="471" y="236"/>
                  </a:lnTo>
                  <a:lnTo>
                    <a:pt x="471" y="303"/>
                  </a:lnTo>
                  <a:lnTo>
                    <a:pt x="471" y="337"/>
                  </a:lnTo>
                  <a:lnTo>
                    <a:pt x="606" y="471"/>
                  </a:lnTo>
                  <a:lnTo>
                    <a:pt x="370" y="471"/>
                  </a:lnTo>
                  <a:lnTo>
                    <a:pt x="202" y="438"/>
                  </a:lnTo>
                  <a:lnTo>
                    <a:pt x="101" y="438"/>
                  </a:lnTo>
                  <a:lnTo>
                    <a:pt x="34" y="471"/>
                  </a:lnTo>
                  <a:lnTo>
                    <a:pt x="0" y="505"/>
                  </a:lnTo>
                  <a:lnTo>
                    <a:pt x="34" y="539"/>
                  </a:lnTo>
                  <a:lnTo>
                    <a:pt x="67" y="572"/>
                  </a:lnTo>
                  <a:lnTo>
                    <a:pt x="168" y="606"/>
                  </a:lnTo>
                  <a:lnTo>
                    <a:pt x="303" y="640"/>
                  </a:lnTo>
                  <a:lnTo>
                    <a:pt x="606" y="673"/>
                  </a:lnTo>
                  <a:lnTo>
                    <a:pt x="471" y="741"/>
                  </a:lnTo>
                  <a:lnTo>
                    <a:pt x="438" y="774"/>
                  </a:lnTo>
                  <a:lnTo>
                    <a:pt x="438" y="842"/>
                  </a:lnTo>
                  <a:lnTo>
                    <a:pt x="471" y="909"/>
                  </a:lnTo>
                  <a:lnTo>
                    <a:pt x="539" y="909"/>
                  </a:lnTo>
                  <a:lnTo>
                    <a:pt x="774" y="808"/>
                  </a:lnTo>
                  <a:lnTo>
                    <a:pt x="976" y="640"/>
                  </a:lnTo>
                  <a:lnTo>
                    <a:pt x="976" y="842"/>
                  </a:lnTo>
                  <a:lnTo>
                    <a:pt x="1010" y="909"/>
                  </a:lnTo>
                  <a:lnTo>
                    <a:pt x="1044" y="943"/>
                  </a:lnTo>
                  <a:lnTo>
                    <a:pt x="1111" y="909"/>
                  </a:lnTo>
                  <a:lnTo>
                    <a:pt x="1145" y="842"/>
                  </a:lnTo>
                  <a:lnTo>
                    <a:pt x="1145" y="438"/>
                  </a:lnTo>
                  <a:lnTo>
                    <a:pt x="1145" y="236"/>
                  </a:lnTo>
                  <a:lnTo>
                    <a:pt x="1111" y="34"/>
                  </a:lnTo>
                  <a:lnTo>
                    <a:pt x="1077" y="34"/>
                  </a:lnTo>
                  <a:lnTo>
                    <a:pt x="104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8" name="Google Shape;468;p3"/>
            <p:cNvSpPr/>
            <p:nvPr/>
          </p:nvSpPr>
          <p:spPr>
            <a:xfrm>
              <a:off x="4026767" y="4707934"/>
              <a:ext cx="125567" cy="135609"/>
            </a:xfrm>
            <a:custGeom>
              <a:avLst/>
              <a:gdLst/>
              <a:ahLst/>
              <a:cxnLst/>
              <a:rect l="l" t="t" r="r" b="b"/>
              <a:pathLst>
                <a:path w="2526" h="2728" extrusionOk="0">
                  <a:moveTo>
                    <a:pt x="202" y="169"/>
                  </a:moveTo>
                  <a:lnTo>
                    <a:pt x="741" y="236"/>
                  </a:lnTo>
                  <a:lnTo>
                    <a:pt x="1279" y="270"/>
                  </a:lnTo>
                  <a:lnTo>
                    <a:pt x="2357" y="236"/>
                  </a:lnTo>
                  <a:lnTo>
                    <a:pt x="2357" y="236"/>
                  </a:lnTo>
                  <a:lnTo>
                    <a:pt x="2289" y="775"/>
                  </a:lnTo>
                  <a:lnTo>
                    <a:pt x="2256" y="1347"/>
                  </a:lnTo>
                  <a:lnTo>
                    <a:pt x="2256" y="1886"/>
                  </a:lnTo>
                  <a:lnTo>
                    <a:pt x="2289" y="2424"/>
                  </a:lnTo>
                  <a:lnTo>
                    <a:pt x="2289" y="2458"/>
                  </a:lnTo>
                  <a:lnTo>
                    <a:pt x="2256" y="2458"/>
                  </a:lnTo>
                  <a:lnTo>
                    <a:pt x="2020" y="2424"/>
                  </a:lnTo>
                  <a:lnTo>
                    <a:pt x="808" y="2424"/>
                  </a:lnTo>
                  <a:lnTo>
                    <a:pt x="303" y="2391"/>
                  </a:lnTo>
                  <a:lnTo>
                    <a:pt x="236" y="1280"/>
                  </a:lnTo>
                  <a:lnTo>
                    <a:pt x="202" y="169"/>
                  </a:lnTo>
                  <a:close/>
                  <a:moveTo>
                    <a:pt x="741" y="0"/>
                  </a:moveTo>
                  <a:lnTo>
                    <a:pt x="168" y="34"/>
                  </a:lnTo>
                  <a:lnTo>
                    <a:pt x="135" y="34"/>
                  </a:lnTo>
                  <a:lnTo>
                    <a:pt x="101" y="101"/>
                  </a:lnTo>
                  <a:lnTo>
                    <a:pt x="67" y="101"/>
                  </a:lnTo>
                  <a:lnTo>
                    <a:pt x="34" y="169"/>
                  </a:lnTo>
                  <a:lnTo>
                    <a:pt x="0" y="775"/>
                  </a:lnTo>
                  <a:lnTo>
                    <a:pt x="0" y="1414"/>
                  </a:lnTo>
                  <a:lnTo>
                    <a:pt x="34" y="2020"/>
                  </a:lnTo>
                  <a:lnTo>
                    <a:pt x="101" y="2660"/>
                  </a:lnTo>
                  <a:lnTo>
                    <a:pt x="135" y="2694"/>
                  </a:lnTo>
                  <a:lnTo>
                    <a:pt x="168" y="2727"/>
                  </a:lnTo>
                  <a:lnTo>
                    <a:pt x="236" y="2727"/>
                  </a:lnTo>
                  <a:lnTo>
                    <a:pt x="303" y="2694"/>
                  </a:lnTo>
                  <a:lnTo>
                    <a:pt x="337" y="2660"/>
                  </a:lnTo>
                  <a:lnTo>
                    <a:pt x="337" y="2626"/>
                  </a:lnTo>
                  <a:lnTo>
                    <a:pt x="337" y="2559"/>
                  </a:lnTo>
                  <a:lnTo>
                    <a:pt x="808" y="2660"/>
                  </a:lnTo>
                  <a:lnTo>
                    <a:pt x="1313" y="2694"/>
                  </a:lnTo>
                  <a:lnTo>
                    <a:pt x="1818" y="2694"/>
                  </a:lnTo>
                  <a:lnTo>
                    <a:pt x="2054" y="2660"/>
                  </a:lnTo>
                  <a:lnTo>
                    <a:pt x="2256" y="2626"/>
                  </a:lnTo>
                  <a:lnTo>
                    <a:pt x="2323" y="2593"/>
                  </a:lnTo>
                  <a:lnTo>
                    <a:pt x="2323" y="2492"/>
                  </a:lnTo>
                  <a:lnTo>
                    <a:pt x="2357" y="2525"/>
                  </a:lnTo>
                  <a:lnTo>
                    <a:pt x="2390" y="2525"/>
                  </a:lnTo>
                  <a:lnTo>
                    <a:pt x="2458" y="2492"/>
                  </a:lnTo>
                  <a:lnTo>
                    <a:pt x="2458" y="2424"/>
                  </a:lnTo>
                  <a:lnTo>
                    <a:pt x="2491" y="1886"/>
                  </a:lnTo>
                  <a:lnTo>
                    <a:pt x="2525" y="1313"/>
                  </a:lnTo>
                  <a:lnTo>
                    <a:pt x="2491" y="775"/>
                  </a:lnTo>
                  <a:lnTo>
                    <a:pt x="2458" y="202"/>
                  </a:lnTo>
                  <a:lnTo>
                    <a:pt x="2491" y="169"/>
                  </a:lnTo>
                  <a:lnTo>
                    <a:pt x="2491" y="101"/>
                  </a:lnTo>
                  <a:lnTo>
                    <a:pt x="2458" y="34"/>
                  </a:lnTo>
                  <a:lnTo>
                    <a:pt x="1852" y="34"/>
                  </a:lnTo>
                  <a:lnTo>
                    <a:pt x="127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69" name="Google Shape;469;p3"/>
            <p:cNvSpPr/>
            <p:nvPr/>
          </p:nvSpPr>
          <p:spPr>
            <a:xfrm>
              <a:off x="2553959" y="4848514"/>
              <a:ext cx="125567" cy="155692"/>
            </a:xfrm>
            <a:custGeom>
              <a:avLst/>
              <a:gdLst/>
              <a:ahLst/>
              <a:cxnLst/>
              <a:rect l="l" t="t" r="r" b="b"/>
              <a:pathLst>
                <a:path w="2526" h="3132" extrusionOk="0">
                  <a:moveTo>
                    <a:pt x="202" y="169"/>
                  </a:moveTo>
                  <a:lnTo>
                    <a:pt x="741" y="236"/>
                  </a:lnTo>
                  <a:lnTo>
                    <a:pt x="1280" y="270"/>
                  </a:lnTo>
                  <a:lnTo>
                    <a:pt x="2357" y="236"/>
                  </a:lnTo>
                  <a:lnTo>
                    <a:pt x="2290" y="842"/>
                  </a:lnTo>
                  <a:lnTo>
                    <a:pt x="2256" y="1549"/>
                  </a:lnTo>
                  <a:lnTo>
                    <a:pt x="2256" y="2222"/>
                  </a:lnTo>
                  <a:lnTo>
                    <a:pt x="2290" y="2828"/>
                  </a:lnTo>
                  <a:lnTo>
                    <a:pt x="2290" y="2862"/>
                  </a:lnTo>
                  <a:lnTo>
                    <a:pt x="2256" y="2862"/>
                  </a:lnTo>
                  <a:lnTo>
                    <a:pt x="2020" y="2828"/>
                  </a:lnTo>
                  <a:lnTo>
                    <a:pt x="808" y="2828"/>
                  </a:lnTo>
                  <a:lnTo>
                    <a:pt x="303" y="2795"/>
                  </a:lnTo>
                  <a:lnTo>
                    <a:pt x="236" y="1482"/>
                  </a:lnTo>
                  <a:lnTo>
                    <a:pt x="202" y="169"/>
                  </a:lnTo>
                  <a:close/>
                  <a:moveTo>
                    <a:pt x="741" y="0"/>
                  </a:moveTo>
                  <a:lnTo>
                    <a:pt x="168" y="34"/>
                  </a:lnTo>
                  <a:lnTo>
                    <a:pt x="135" y="34"/>
                  </a:lnTo>
                  <a:lnTo>
                    <a:pt x="101" y="101"/>
                  </a:lnTo>
                  <a:lnTo>
                    <a:pt x="67" y="101"/>
                  </a:lnTo>
                  <a:lnTo>
                    <a:pt x="34" y="169"/>
                  </a:lnTo>
                  <a:lnTo>
                    <a:pt x="0" y="842"/>
                  </a:lnTo>
                  <a:lnTo>
                    <a:pt x="0" y="1616"/>
                  </a:lnTo>
                  <a:lnTo>
                    <a:pt x="34" y="2391"/>
                  </a:lnTo>
                  <a:lnTo>
                    <a:pt x="101" y="3064"/>
                  </a:lnTo>
                  <a:lnTo>
                    <a:pt x="135" y="3098"/>
                  </a:lnTo>
                  <a:lnTo>
                    <a:pt x="168" y="3132"/>
                  </a:lnTo>
                  <a:lnTo>
                    <a:pt x="236" y="3132"/>
                  </a:lnTo>
                  <a:lnTo>
                    <a:pt x="303" y="3098"/>
                  </a:lnTo>
                  <a:lnTo>
                    <a:pt x="337" y="3064"/>
                  </a:lnTo>
                  <a:lnTo>
                    <a:pt x="337" y="3030"/>
                  </a:lnTo>
                  <a:lnTo>
                    <a:pt x="337" y="2963"/>
                  </a:lnTo>
                  <a:lnTo>
                    <a:pt x="808" y="3064"/>
                  </a:lnTo>
                  <a:lnTo>
                    <a:pt x="1313" y="3098"/>
                  </a:lnTo>
                  <a:lnTo>
                    <a:pt x="1818" y="3098"/>
                  </a:lnTo>
                  <a:lnTo>
                    <a:pt x="2054" y="3064"/>
                  </a:lnTo>
                  <a:lnTo>
                    <a:pt x="2256" y="3030"/>
                  </a:lnTo>
                  <a:lnTo>
                    <a:pt x="2323" y="2997"/>
                  </a:lnTo>
                  <a:lnTo>
                    <a:pt x="2323" y="2896"/>
                  </a:lnTo>
                  <a:lnTo>
                    <a:pt x="2357" y="2929"/>
                  </a:lnTo>
                  <a:lnTo>
                    <a:pt x="2391" y="2929"/>
                  </a:lnTo>
                  <a:lnTo>
                    <a:pt x="2458" y="2896"/>
                  </a:lnTo>
                  <a:lnTo>
                    <a:pt x="2458" y="2828"/>
                  </a:lnTo>
                  <a:lnTo>
                    <a:pt x="2492" y="2222"/>
                  </a:lnTo>
                  <a:lnTo>
                    <a:pt x="2525" y="1515"/>
                  </a:lnTo>
                  <a:lnTo>
                    <a:pt x="2492" y="808"/>
                  </a:lnTo>
                  <a:lnTo>
                    <a:pt x="2458" y="202"/>
                  </a:lnTo>
                  <a:lnTo>
                    <a:pt x="2492" y="169"/>
                  </a:lnTo>
                  <a:lnTo>
                    <a:pt x="2492" y="101"/>
                  </a:lnTo>
                  <a:lnTo>
                    <a:pt x="2458" y="34"/>
                  </a:lnTo>
                  <a:lnTo>
                    <a:pt x="1852" y="34"/>
                  </a:lnTo>
                  <a:lnTo>
                    <a:pt x="128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0" name="Google Shape;470;p3"/>
            <p:cNvSpPr/>
            <p:nvPr/>
          </p:nvSpPr>
          <p:spPr>
            <a:xfrm>
              <a:off x="2409999" y="4426774"/>
              <a:ext cx="205899" cy="130588"/>
            </a:xfrm>
            <a:custGeom>
              <a:avLst/>
              <a:gdLst/>
              <a:ahLst/>
              <a:cxnLst/>
              <a:rect l="l" t="t" r="r" b="b"/>
              <a:pathLst>
                <a:path w="4142" h="2627" extrusionOk="0">
                  <a:moveTo>
                    <a:pt x="1112" y="202"/>
                  </a:moveTo>
                  <a:lnTo>
                    <a:pt x="1953" y="236"/>
                  </a:lnTo>
                  <a:lnTo>
                    <a:pt x="2896" y="269"/>
                  </a:lnTo>
                  <a:lnTo>
                    <a:pt x="3873" y="370"/>
                  </a:lnTo>
                  <a:lnTo>
                    <a:pt x="3873" y="1414"/>
                  </a:lnTo>
                  <a:lnTo>
                    <a:pt x="3805" y="1885"/>
                  </a:lnTo>
                  <a:lnTo>
                    <a:pt x="3805" y="2357"/>
                  </a:lnTo>
                  <a:lnTo>
                    <a:pt x="3671" y="2289"/>
                  </a:lnTo>
                  <a:lnTo>
                    <a:pt x="3536" y="2222"/>
                  </a:lnTo>
                  <a:lnTo>
                    <a:pt x="3233" y="2188"/>
                  </a:lnTo>
                  <a:lnTo>
                    <a:pt x="2930" y="2222"/>
                  </a:lnTo>
                  <a:lnTo>
                    <a:pt x="2660" y="2222"/>
                  </a:lnTo>
                  <a:lnTo>
                    <a:pt x="2088" y="2289"/>
                  </a:lnTo>
                  <a:lnTo>
                    <a:pt x="1549" y="2323"/>
                  </a:lnTo>
                  <a:lnTo>
                    <a:pt x="943" y="2323"/>
                  </a:lnTo>
                  <a:lnTo>
                    <a:pt x="640" y="2289"/>
                  </a:lnTo>
                  <a:lnTo>
                    <a:pt x="337" y="2323"/>
                  </a:lnTo>
                  <a:lnTo>
                    <a:pt x="270" y="1751"/>
                  </a:lnTo>
                  <a:lnTo>
                    <a:pt x="236" y="1178"/>
                  </a:lnTo>
                  <a:lnTo>
                    <a:pt x="270" y="707"/>
                  </a:lnTo>
                  <a:lnTo>
                    <a:pt x="270" y="471"/>
                  </a:lnTo>
                  <a:lnTo>
                    <a:pt x="236" y="269"/>
                  </a:lnTo>
                  <a:lnTo>
                    <a:pt x="270" y="269"/>
                  </a:lnTo>
                  <a:lnTo>
                    <a:pt x="674" y="202"/>
                  </a:lnTo>
                  <a:close/>
                  <a:moveTo>
                    <a:pt x="775" y="0"/>
                  </a:moveTo>
                  <a:lnTo>
                    <a:pt x="539" y="34"/>
                  </a:lnTo>
                  <a:lnTo>
                    <a:pt x="304" y="101"/>
                  </a:lnTo>
                  <a:lnTo>
                    <a:pt x="270" y="101"/>
                  </a:lnTo>
                  <a:lnTo>
                    <a:pt x="236" y="135"/>
                  </a:lnTo>
                  <a:lnTo>
                    <a:pt x="236" y="236"/>
                  </a:lnTo>
                  <a:lnTo>
                    <a:pt x="203" y="135"/>
                  </a:lnTo>
                  <a:lnTo>
                    <a:pt x="169" y="135"/>
                  </a:lnTo>
                  <a:lnTo>
                    <a:pt x="102" y="236"/>
                  </a:lnTo>
                  <a:lnTo>
                    <a:pt x="68" y="370"/>
                  </a:lnTo>
                  <a:lnTo>
                    <a:pt x="1" y="640"/>
                  </a:lnTo>
                  <a:lnTo>
                    <a:pt x="1" y="1178"/>
                  </a:lnTo>
                  <a:lnTo>
                    <a:pt x="34" y="1784"/>
                  </a:lnTo>
                  <a:lnTo>
                    <a:pt x="102" y="2390"/>
                  </a:lnTo>
                  <a:lnTo>
                    <a:pt x="169" y="2458"/>
                  </a:lnTo>
                  <a:lnTo>
                    <a:pt x="304" y="2458"/>
                  </a:lnTo>
                  <a:lnTo>
                    <a:pt x="337" y="2390"/>
                  </a:lnTo>
                  <a:lnTo>
                    <a:pt x="539" y="2458"/>
                  </a:lnTo>
                  <a:lnTo>
                    <a:pt x="741" y="2491"/>
                  </a:lnTo>
                  <a:lnTo>
                    <a:pt x="1145" y="2559"/>
                  </a:lnTo>
                  <a:lnTo>
                    <a:pt x="1583" y="2559"/>
                  </a:lnTo>
                  <a:lnTo>
                    <a:pt x="1987" y="2525"/>
                  </a:lnTo>
                  <a:lnTo>
                    <a:pt x="2458" y="2491"/>
                  </a:lnTo>
                  <a:lnTo>
                    <a:pt x="2896" y="2491"/>
                  </a:lnTo>
                  <a:lnTo>
                    <a:pt x="3334" y="2525"/>
                  </a:lnTo>
                  <a:lnTo>
                    <a:pt x="3805" y="2559"/>
                  </a:lnTo>
                  <a:lnTo>
                    <a:pt x="3839" y="2626"/>
                  </a:lnTo>
                  <a:lnTo>
                    <a:pt x="3940" y="2626"/>
                  </a:lnTo>
                  <a:lnTo>
                    <a:pt x="3974" y="2559"/>
                  </a:lnTo>
                  <a:lnTo>
                    <a:pt x="4075" y="2289"/>
                  </a:lnTo>
                  <a:lnTo>
                    <a:pt x="4108" y="2020"/>
                  </a:lnTo>
                  <a:lnTo>
                    <a:pt x="4142" y="1414"/>
                  </a:lnTo>
                  <a:lnTo>
                    <a:pt x="4142" y="741"/>
                  </a:lnTo>
                  <a:lnTo>
                    <a:pt x="4108" y="404"/>
                  </a:lnTo>
                  <a:lnTo>
                    <a:pt x="4075" y="67"/>
                  </a:lnTo>
                  <a:lnTo>
                    <a:pt x="4041" y="0"/>
                  </a:lnTo>
                  <a:lnTo>
                    <a:pt x="3974" y="0"/>
                  </a:lnTo>
                  <a:lnTo>
                    <a:pt x="3906" y="34"/>
                  </a:lnTo>
                  <a:lnTo>
                    <a:pt x="3873" y="101"/>
                  </a:lnTo>
                  <a:lnTo>
                    <a:pt x="3873" y="168"/>
                  </a:lnTo>
                  <a:lnTo>
                    <a:pt x="3031" y="67"/>
                  </a:lnTo>
                  <a:lnTo>
                    <a:pt x="2189" y="34"/>
                  </a:lnTo>
                  <a:lnTo>
                    <a:pt x="124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1" name="Google Shape;471;p3"/>
            <p:cNvSpPr/>
            <p:nvPr/>
          </p:nvSpPr>
          <p:spPr>
            <a:xfrm>
              <a:off x="2416710" y="4195772"/>
              <a:ext cx="132278" cy="80381"/>
            </a:xfrm>
            <a:custGeom>
              <a:avLst/>
              <a:gdLst/>
              <a:ahLst/>
              <a:cxnLst/>
              <a:rect l="l" t="t" r="r" b="b"/>
              <a:pathLst>
                <a:path w="2661" h="1617" extrusionOk="0">
                  <a:moveTo>
                    <a:pt x="2189" y="203"/>
                  </a:moveTo>
                  <a:lnTo>
                    <a:pt x="2357" y="237"/>
                  </a:lnTo>
                  <a:lnTo>
                    <a:pt x="2391" y="270"/>
                  </a:lnTo>
                  <a:lnTo>
                    <a:pt x="2458" y="237"/>
                  </a:lnTo>
                  <a:lnTo>
                    <a:pt x="2458" y="371"/>
                  </a:lnTo>
                  <a:lnTo>
                    <a:pt x="2424" y="506"/>
                  </a:lnTo>
                  <a:lnTo>
                    <a:pt x="2424" y="775"/>
                  </a:lnTo>
                  <a:lnTo>
                    <a:pt x="2424" y="1078"/>
                  </a:lnTo>
                  <a:lnTo>
                    <a:pt x="2458" y="1381"/>
                  </a:lnTo>
                  <a:lnTo>
                    <a:pt x="1280" y="1381"/>
                  </a:lnTo>
                  <a:lnTo>
                    <a:pt x="707" y="1415"/>
                  </a:lnTo>
                  <a:lnTo>
                    <a:pt x="135" y="1482"/>
                  </a:lnTo>
                  <a:lnTo>
                    <a:pt x="169" y="1280"/>
                  </a:lnTo>
                  <a:lnTo>
                    <a:pt x="202" y="1078"/>
                  </a:lnTo>
                  <a:lnTo>
                    <a:pt x="202" y="708"/>
                  </a:lnTo>
                  <a:lnTo>
                    <a:pt x="202" y="439"/>
                  </a:lnTo>
                  <a:lnTo>
                    <a:pt x="202" y="304"/>
                  </a:lnTo>
                  <a:lnTo>
                    <a:pt x="202" y="203"/>
                  </a:lnTo>
                  <a:lnTo>
                    <a:pt x="371" y="237"/>
                  </a:lnTo>
                  <a:lnTo>
                    <a:pt x="1650" y="237"/>
                  </a:lnTo>
                  <a:lnTo>
                    <a:pt x="1987" y="203"/>
                  </a:lnTo>
                  <a:close/>
                  <a:moveTo>
                    <a:pt x="707" y="1"/>
                  </a:moveTo>
                  <a:lnTo>
                    <a:pt x="438" y="34"/>
                  </a:lnTo>
                  <a:lnTo>
                    <a:pt x="135" y="68"/>
                  </a:lnTo>
                  <a:lnTo>
                    <a:pt x="135" y="102"/>
                  </a:lnTo>
                  <a:lnTo>
                    <a:pt x="34" y="102"/>
                  </a:lnTo>
                  <a:lnTo>
                    <a:pt x="34" y="136"/>
                  </a:lnTo>
                  <a:lnTo>
                    <a:pt x="68" y="136"/>
                  </a:lnTo>
                  <a:lnTo>
                    <a:pt x="34" y="270"/>
                  </a:lnTo>
                  <a:lnTo>
                    <a:pt x="34" y="439"/>
                  </a:lnTo>
                  <a:lnTo>
                    <a:pt x="34" y="708"/>
                  </a:lnTo>
                  <a:lnTo>
                    <a:pt x="0" y="1078"/>
                  </a:lnTo>
                  <a:lnTo>
                    <a:pt x="0" y="1280"/>
                  </a:lnTo>
                  <a:lnTo>
                    <a:pt x="34" y="1482"/>
                  </a:lnTo>
                  <a:lnTo>
                    <a:pt x="68" y="1516"/>
                  </a:lnTo>
                  <a:lnTo>
                    <a:pt x="68" y="1550"/>
                  </a:lnTo>
                  <a:lnTo>
                    <a:pt x="101" y="1583"/>
                  </a:lnTo>
                  <a:lnTo>
                    <a:pt x="707" y="1617"/>
                  </a:lnTo>
                  <a:lnTo>
                    <a:pt x="1313" y="1617"/>
                  </a:lnTo>
                  <a:lnTo>
                    <a:pt x="2492" y="1583"/>
                  </a:lnTo>
                  <a:lnTo>
                    <a:pt x="2593" y="1583"/>
                  </a:lnTo>
                  <a:lnTo>
                    <a:pt x="2626" y="1550"/>
                  </a:lnTo>
                  <a:lnTo>
                    <a:pt x="2660" y="1482"/>
                  </a:lnTo>
                  <a:lnTo>
                    <a:pt x="2660" y="1449"/>
                  </a:lnTo>
                  <a:lnTo>
                    <a:pt x="2626" y="1381"/>
                  </a:lnTo>
                  <a:lnTo>
                    <a:pt x="2626" y="1078"/>
                  </a:lnTo>
                  <a:lnTo>
                    <a:pt x="2593" y="775"/>
                  </a:lnTo>
                  <a:lnTo>
                    <a:pt x="2626" y="439"/>
                  </a:lnTo>
                  <a:lnTo>
                    <a:pt x="2593" y="270"/>
                  </a:lnTo>
                  <a:lnTo>
                    <a:pt x="2559" y="136"/>
                  </a:lnTo>
                  <a:lnTo>
                    <a:pt x="2525" y="136"/>
                  </a:lnTo>
                  <a:lnTo>
                    <a:pt x="2492" y="102"/>
                  </a:lnTo>
                  <a:lnTo>
                    <a:pt x="2458" y="68"/>
                  </a:lnTo>
                  <a:lnTo>
                    <a:pt x="2323" y="34"/>
                  </a:lnTo>
                  <a:lnTo>
                    <a:pt x="2189" y="1"/>
                  </a:lnTo>
                  <a:lnTo>
                    <a:pt x="1886" y="1"/>
                  </a:lnTo>
                  <a:lnTo>
                    <a:pt x="1280" y="34"/>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2" name="Google Shape;472;p3"/>
            <p:cNvSpPr/>
            <p:nvPr/>
          </p:nvSpPr>
          <p:spPr>
            <a:xfrm>
              <a:off x="2409999" y="4850204"/>
              <a:ext cx="128948" cy="143960"/>
            </a:xfrm>
            <a:custGeom>
              <a:avLst/>
              <a:gdLst/>
              <a:ahLst/>
              <a:cxnLst/>
              <a:rect l="l" t="t" r="r" b="b"/>
              <a:pathLst>
                <a:path w="2594" h="2896" extrusionOk="0">
                  <a:moveTo>
                    <a:pt x="135" y="0"/>
                  </a:moveTo>
                  <a:lnTo>
                    <a:pt x="102" y="34"/>
                  </a:lnTo>
                  <a:lnTo>
                    <a:pt x="34" y="303"/>
                  </a:lnTo>
                  <a:lnTo>
                    <a:pt x="1" y="572"/>
                  </a:lnTo>
                  <a:lnTo>
                    <a:pt x="1" y="1111"/>
                  </a:lnTo>
                  <a:lnTo>
                    <a:pt x="1" y="1953"/>
                  </a:lnTo>
                  <a:lnTo>
                    <a:pt x="34" y="2390"/>
                  </a:lnTo>
                  <a:lnTo>
                    <a:pt x="102" y="2794"/>
                  </a:lnTo>
                  <a:lnTo>
                    <a:pt x="135" y="2828"/>
                  </a:lnTo>
                  <a:lnTo>
                    <a:pt x="236" y="2828"/>
                  </a:lnTo>
                  <a:lnTo>
                    <a:pt x="270" y="2761"/>
                  </a:lnTo>
                  <a:lnTo>
                    <a:pt x="270" y="2390"/>
                  </a:lnTo>
                  <a:lnTo>
                    <a:pt x="236" y="1919"/>
                  </a:lnTo>
                  <a:lnTo>
                    <a:pt x="236" y="1111"/>
                  </a:lnTo>
                  <a:lnTo>
                    <a:pt x="236" y="673"/>
                  </a:lnTo>
                  <a:lnTo>
                    <a:pt x="236" y="236"/>
                  </a:lnTo>
                  <a:lnTo>
                    <a:pt x="472" y="269"/>
                  </a:lnTo>
                  <a:lnTo>
                    <a:pt x="2290" y="269"/>
                  </a:lnTo>
                  <a:lnTo>
                    <a:pt x="2324" y="303"/>
                  </a:lnTo>
                  <a:lnTo>
                    <a:pt x="2357" y="337"/>
                  </a:lnTo>
                  <a:lnTo>
                    <a:pt x="2391" y="337"/>
                  </a:lnTo>
                  <a:lnTo>
                    <a:pt x="2391" y="505"/>
                  </a:lnTo>
                  <a:lnTo>
                    <a:pt x="2357" y="673"/>
                  </a:lnTo>
                  <a:lnTo>
                    <a:pt x="2357" y="1010"/>
                  </a:lnTo>
                  <a:lnTo>
                    <a:pt x="2324" y="1818"/>
                  </a:lnTo>
                  <a:lnTo>
                    <a:pt x="2324" y="2626"/>
                  </a:lnTo>
                  <a:lnTo>
                    <a:pt x="2122" y="2592"/>
                  </a:lnTo>
                  <a:lnTo>
                    <a:pt x="1852" y="2592"/>
                  </a:lnTo>
                  <a:lnTo>
                    <a:pt x="1381" y="2626"/>
                  </a:lnTo>
                  <a:lnTo>
                    <a:pt x="775" y="2592"/>
                  </a:lnTo>
                  <a:lnTo>
                    <a:pt x="640" y="2592"/>
                  </a:lnTo>
                  <a:lnTo>
                    <a:pt x="472" y="2626"/>
                  </a:lnTo>
                  <a:lnTo>
                    <a:pt x="371" y="2660"/>
                  </a:lnTo>
                  <a:lnTo>
                    <a:pt x="270" y="2761"/>
                  </a:lnTo>
                  <a:lnTo>
                    <a:pt x="337" y="2828"/>
                  </a:lnTo>
                  <a:lnTo>
                    <a:pt x="472" y="2895"/>
                  </a:lnTo>
                  <a:lnTo>
                    <a:pt x="2088" y="2895"/>
                  </a:lnTo>
                  <a:lnTo>
                    <a:pt x="2357" y="2862"/>
                  </a:lnTo>
                  <a:lnTo>
                    <a:pt x="2391" y="2895"/>
                  </a:lnTo>
                  <a:lnTo>
                    <a:pt x="2458" y="2895"/>
                  </a:lnTo>
                  <a:lnTo>
                    <a:pt x="2526" y="2862"/>
                  </a:lnTo>
                  <a:lnTo>
                    <a:pt x="2559" y="2794"/>
                  </a:lnTo>
                  <a:lnTo>
                    <a:pt x="2559" y="1178"/>
                  </a:lnTo>
                  <a:lnTo>
                    <a:pt x="2593" y="640"/>
                  </a:lnTo>
                  <a:lnTo>
                    <a:pt x="2559" y="404"/>
                  </a:lnTo>
                  <a:lnTo>
                    <a:pt x="2526" y="135"/>
                  </a:lnTo>
                  <a:lnTo>
                    <a:pt x="2492" y="135"/>
                  </a:lnTo>
                  <a:lnTo>
                    <a:pt x="2458" y="168"/>
                  </a:lnTo>
                  <a:lnTo>
                    <a:pt x="2391" y="101"/>
                  </a:lnTo>
                  <a:lnTo>
                    <a:pt x="2290" y="67"/>
                  </a:lnTo>
                  <a:lnTo>
                    <a:pt x="2088" y="67"/>
                  </a:lnTo>
                  <a:lnTo>
                    <a:pt x="1650" y="101"/>
                  </a:lnTo>
                  <a:lnTo>
                    <a:pt x="943" y="67"/>
                  </a:lnTo>
                  <a:lnTo>
                    <a:pt x="573" y="67"/>
                  </a:lnTo>
                  <a:lnTo>
                    <a:pt x="203" y="101"/>
                  </a:lnTo>
                  <a:lnTo>
                    <a:pt x="203" y="34"/>
                  </a:lnTo>
                  <a:lnTo>
                    <a:pt x="2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3" name="Google Shape;473;p3"/>
            <p:cNvSpPr/>
            <p:nvPr/>
          </p:nvSpPr>
          <p:spPr>
            <a:xfrm>
              <a:off x="3735516" y="4850204"/>
              <a:ext cx="160712" cy="143960"/>
            </a:xfrm>
            <a:custGeom>
              <a:avLst/>
              <a:gdLst/>
              <a:ahLst/>
              <a:cxnLst/>
              <a:rect l="l" t="t" r="r" b="b"/>
              <a:pathLst>
                <a:path w="3233" h="2896" extrusionOk="0">
                  <a:moveTo>
                    <a:pt x="3031" y="0"/>
                  </a:moveTo>
                  <a:lnTo>
                    <a:pt x="2997" y="337"/>
                  </a:lnTo>
                  <a:lnTo>
                    <a:pt x="2997" y="640"/>
                  </a:lnTo>
                  <a:lnTo>
                    <a:pt x="2997" y="1313"/>
                  </a:lnTo>
                  <a:lnTo>
                    <a:pt x="2997" y="2020"/>
                  </a:lnTo>
                  <a:lnTo>
                    <a:pt x="2997" y="2357"/>
                  </a:lnTo>
                  <a:lnTo>
                    <a:pt x="3031" y="2727"/>
                  </a:lnTo>
                  <a:lnTo>
                    <a:pt x="2997" y="2693"/>
                  </a:lnTo>
                  <a:lnTo>
                    <a:pt x="203" y="2693"/>
                  </a:lnTo>
                  <a:lnTo>
                    <a:pt x="270" y="2357"/>
                  </a:lnTo>
                  <a:lnTo>
                    <a:pt x="270" y="1986"/>
                  </a:lnTo>
                  <a:lnTo>
                    <a:pt x="236" y="1279"/>
                  </a:lnTo>
                  <a:lnTo>
                    <a:pt x="236" y="640"/>
                  </a:lnTo>
                  <a:lnTo>
                    <a:pt x="203" y="337"/>
                  </a:lnTo>
                  <a:lnTo>
                    <a:pt x="135" y="34"/>
                  </a:lnTo>
                  <a:lnTo>
                    <a:pt x="102" y="34"/>
                  </a:lnTo>
                  <a:lnTo>
                    <a:pt x="34" y="337"/>
                  </a:lnTo>
                  <a:lnTo>
                    <a:pt x="1" y="640"/>
                  </a:lnTo>
                  <a:lnTo>
                    <a:pt x="1" y="1279"/>
                  </a:lnTo>
                  <a:lnTo>
                    <a:pt x="1" y="2020"/>
                  </a:lnTo>
                  <a:lnTo>
                    <a:pt x="34" y="2390"/>
                  </a:lnTo>
                  <a:lnTo>
                    <a:pt x="68" y="2761"/>
                  </a:lnTo>
                  <a:lnTo>
                    <a:pt x="102" y="2794"/>
                  </a:lnTo>
                  <a:lnTo>
                    <a:pt x="135" y="2794"/>
                  </a:lnTo>
                  <a:lnTo>
                    <a:pt x="270" y="2761"/>
                  </a:lnTo>
                  <a:lnTo>
                    <a:pt x="337" y="2828"/>
                  </a:lnTo>
                  <a:lnTo>
                    <a:pt x="438" y="2862"/>
                  </a:lnTo>
                  <a:lnTo>
                    <a:pt x="674" y="2895"/>
                  </a:lnTo>
                  <a:lnTo>
                    <a:pt x="1179" y="2862"/>
                  </a:lnTo>
                  <a:lnTo>
                    <a:pt x="2122" y="2895"/>
                  </a:lnTo>
                  <a:lnTo>
                    <a:pt x="3031" y="2862"/>
                  </a:lnTo>
                  <a:lnTo>
                    <a:pt x="3065" y="2862"/>
                  </a:lnTo>
                  <a:lnTo>
                    <a:pt x="3065" y="2828"/>
                  </a:lnTo>
                  <a:lnTo>
                    <a:pt x="3132" y="2828"/>
                  </a:lnTo>
                  <a:lnTo>
                    <a:pt x="3166" y="2794"/>
                  </a:lnTo>
                  <a:lnTo>
                    <a:pt x="3199" y="2491"/>
                  </a:lnTo>
                  <a:lnTo>
                    <a:pt x="3233" y="2155"/>
                  </a:lnTo>
                  <a:lnTo>
                    <a:pt x="3233" y="1515"/>
                  </a:lnTo>
                  <a:lnTo>
                    <a:pt x="3233" y="741"/>
                  </a:lnTo>
                  <a:lnTo>
                    <a:pt x="3199" y="370"/>
                  </a:lnTo>
                  <a:lnTo>
                    <a:pt x="313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4" name="Google Shape;474;p3"/>
            <p:cNvSpPr/>
            <p:nvPr/>
          </p:nvSpPr>
          <p:spPr>
            <a:xfrm>
              <a:off x="3912931" y="4850204"/>
              <a:ext cx="130588" cy="150671"/>
            </a:xfrm>
            <a:custGeom>
              <a:avLst/>
              <a:gdLst/>
              <a:ahLst/>
              <a:cxnLst/>
              <a:rect l="l" t="t" r="r" b="b"/>
              <a:pathLst>
                <a:path w="2627" h="3031" extrusionOk="0">
                  <a:moveTo>
                    <a:pt x="2458" y="0"/>
                  </a:moveTo>
                  <a:lnTo>
                    <a:pt x="2425" y="67"/>
                  </a:lnTo>
                  <a:lnTo>
                    <a:pt x="2122" y="34"/>
                  </a:lnTo>
                  <a:lnTo>
                    <a:pt x="1852" y="67"/>
                  </a:lnTo>
                  <a:lnTo>
                    <a:pt x="1246" y="135"/>
                  </a:lnTo>
                  <a:lnTo>
                    <a:pt x="943" y="135"/>
                  </a:lnTo>
                  <a:lnTo>
                    <a:pt x="640" y="67"/>
                  </a:lnTo>
                  <a:lnTo>
                    <a:pt x="337" y="34"/>
                  </a:lnTo>
                  <a:lnTo>
                    <a:pt x="203" y="67"/>
                  </a:lnTo>
                  <a:lnTo>
                    <a:pt x="34" y="135"/>
                  </a:lnTo>
                  <a:lnTo>
                    <a:pt x="34" y="168"/>
                  </a:lnTo>
                  <a:lnTo>
                    <a:pt x="34" y="202"/>
                  </a:lnTo>
                  <a:lnTo>
                    <a:pt x="68" y="236"/>
                  </a:lnTo>
                  <a:lnTo>
                    <a:pt x="304" y="303"/>
                  </a:lnTo>
                  <a:lnTo>
                    <a:pt x="573" y="337"/>
                  </a:lnTo>
                  <a:lnTo>
                    <a:pt x="1078" y="370"/>
                  </a:lnTo>
                  <a:lnTo>
                    <a:pt x="1246" y="404"/>
                  </a:lnTo>
                  <a:lnTo>
                    <a:pt x="1415" y="370"/>
                  </a:lnTo>
                  <a:lnTo>
                    <a:pt x="1718" y="337"/>
                  </a:lnTo>
                  <a:lnTo>
                    <a:pt x="2054" y="303"/>
                  </a:lnTo>
                  <a:lnTo>
                    <a:pt x="2425" y="303"/>
                  </a:lnTo>
                  <a:lnTo>
                    <a:pt x="2391" y="808"/>
                  </a:lnTo>
                  <a:lnTo>
                    <a:pt x="2391" y="1347"/>
                  </a:lnTo>
                  <a:lnTo>
                    <a:pt x="2357" y="2020"/>
                  </a:lnTo>
                  <a:lnTo>
                    <a:pt x="2357" y="2357"/>
                  </a:lnTo>
                  <a:lnTo>
                    <a:pt x="2391" y="2693"/>
                  </a:lnTo>
                  <a:lnTo>
                    <a:pt x="2324" y="2693"/>
                  </a:lnTo>
                  <a:lnTo>
                    <a:pt x="1684" y="2727"/>
                  </a:lnTo>
                  <a:lnTo>
                    <a:pt x="1044" y="2794"/>
                  </a:lnTo>
                  <a:lnTo>
                    <a:pt x="506" y="2828"/>
                  </a:lnTo>
                  <a:lnTo>
                    <a:pt x="270" y="2862"/>
                  </a:lnTo>
                  <a:lnTo>
                    <a:pt x="1" y="2963"/>
                  </a:lnTo>
                  <a:lnTo>
                    <a:pt x="34" y="2996"/>
                  </a:lnTo>
                  <a:lnTo>
                    <a:pt x="270" y="3030"/>
                  </a:lnTo>
                  <a:lnTo>
                    <a:pt x="539" y="3030"/>
                  </a:lnTo>
                  <a:lnTo>
                    <a:pt x="1044" y="2963"/>
                  </a:lnTo>
                  <a:lnTo>
                    <a:pt x="1684" y="2929"/>
                  </a:lnTo>
                  <a:lnTo>
                    <a:pt x="2324" y="2895"/>
                  </a:lnTo>
                  <a:lnTo>
                    <a:pt x="2391" y="2862"/>
                  </a:lnTo>
                  <a:lnTo>
                    <a:pt x="2425" y="2828"/>
                  </a:lnTo>
                  <a:lnTo>
                    <a:pt x="2425" y="2862"/>
                  </a:lnTo>
                  <a:lnTo>
                    <a:pt x="2492" y="2862"/>
                  </a:lnTo>
                  <a:lnTo>
                    <a:pt x="2526" y="2828"/>
                  </a:lnTo>
                  <a:lnTo>
                    <a:pt x="2559" y="2525"/>
                  </a:lnTo>
                  <a:lnTo>
                    <a:pt x="2593" y="2188"/>
                  </a:lnTo>
                  <a:lnTo>
                    <a:pt x="2593" y="1549"/>
                  </a:lnTo>
                  <a:lnTo>
                    <a:pt x="2627" y="808"/>
                  </a:lnTo>
                  <a:lnTo>
                    <a:pt x="2627" y="438"/>
                  </a:lnTo>
                  <a:lnTo>
                    <a:pt x="2593" y="67"/>
                  </a:lnTo>
                  <a:lnTo>
                    <a:pt x="2559" y="34"/>
                  </a:lnTo>
                  <a:lnTo>
                    <a:pt x="252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5" name="Google Shape;475;p3"/>
            <p:cNvSpPr/>
            <p:nvPr/>
          </p:nvSpPr>
          <p:spPr>
            <a:xfrm>
              <a:off x="3022576" y="4850204"/>
              <a:ext cx="697928" cy="155692"/>
            </a:xfrm>
            <a:custGeom>
              <a:avLst/>
              <a:gdLst/>
              <a:ahLst/>
              <a:cxnLst/>
              <a:rect l="l" t="t" r="r" b="b"/>
              <a:pathLst>
                <a:path w="14040" h="3132" extrusionOk="0">
                  <a:moveTo>
                    <a:pt x="101" y="202"/>
                  </a:moveTo>
                  <a:lnTo>
                    <a:pt x="1818" y="269"/>
                  </a:lnTo>
                  <a:lnTo>
                    <a:pt x="3569" y="337"/>
                  </a:lnTo>
                  <a:lnTo>
                    <a:pt x="7003" y="370"/>
                  </a:lnTo>
                  <a:lnTo>
                    <a:pt x="13703" y="505"/>
                  </a:lnTo>
                  <a:lnTo>
                    <a:pt x="13703" y="875"/>
                  </a:lnTo>
                  <a:lnTo>
                    <a:pt x="13703" y="1212"/>
                  </a:lnTo>
                  <a:lnTo>
                    <a:pt x="13703" y="2862"/>
                  </a:lnTo>
                  <a:lnTo>
                    <a:pt x="13669" y="2828"/>
                  </a:lnTo>
                  <a:lnTo>
                    <a:pt x="13299" y="2761"/>
                  </a:lnTo>
                  <a:lnTo>
                    <a:pt x="12929" y="2727"/>
                  </a:lnTo>
                  <a:lnTo>
                    <a:pt x="12558" y="2693"/>
                  </a:lnTo>
                  <a:lnTo>
                    <a:pt x="11481" y="2693"/>
                  </a:lnTo>
                  <a:lnTo>
                    <a:pt x="10740" y="2761"/>
                  </a:lnTo>
                  <a:lnTo>
                    <a:pt x="9899" y="2828"/>
                  </a:lnTo>
                  <a:lnTo>
                    <a:pt x="9023" y="2862"/>
                  </a:lnTo>
                  <a:lnTo>
                    <a:pt x="7272" y="2895"/>
                  </a:lnTo>
                  <a:lnTo>
                    <a:pt x="5555" y="2862"/>
                  </a:lnTo>
                  <a:lnTo>
                    <a:pt x="3805" y="2794"/>
                  </a:lnTo>
                  <a:lnTo>
                    <a:pt x="2088" y="2761"/>
                  </a:lnTo>
                  <a:lnTo>
                    <a:pt x="1212" y="2794"/>
                  </a:lnTo>
                  <a:lnTo>
                    <a:pt x="371" y="2828"/>
                  </a:lnTo>
                  <a:lnTo>
                    <a:pt x="371" y="2491"/>
                  </a:lnTo>
                  <a:lnTo>
                    <a:pt x="337" y="2121"/>
                  </a:lnTo>
                  <a:lnTo>
                    <a:pt x="270" y="1448"/>
                  </a:lnTo>
                  <a:lnTo>
                    <a:pt x="202" y="808"/>
                  </a:lnTo>
                  <a:lnTo>
                    <a:pt x="169" y="505"/>
                  </a:lnTo>
                  <a:lnTo>
                    <a:pt x="101" y="202"/>
                  </a:lnTo>
                  <a:close/>
                  <a:moveTo>
                    <a:pt x="101" y="0"/>
                  </a:moveTo>
                  <a:lnTo>
                    <a:pt x="68" y="34"/>
                  </a:lnTo>
                  <a:lnTo>
                    <a:pt x="34" y="67"/>
                  </a:lnTo>
                  <a:lnTo>
                    <a:pt x="34" y="101"/>
                  </a:lnTo>
                  <a:lnTo>
                    <a:pt x="34" y="135"/>
                  </a:lnTo>
                  <a:lnTo>
                    <a:pt x="0" y="471"/>
                  </a:lnTo>
                  <a:lnTo>
                    <a:pt x="0" y="774"/>
                  </a:lnTo>
                  <a:lnTo>
                    <a:pt x="34" y="1448"/>
                  </a:lnTo>
                  <a:lnTo>
                    <a:pt x="68" y="2222"/>
                  </a:lnTo>
                  <a:lnTo>
                    <a:pt x="101" y="2626"/>
                  </a:lnTo>
                  <a:lnTo>
                    <a:pt x="202" y="2996"/>
                  </a:lnTo>
                  <a:lnTo>
                    <a:pt x="236" y="3030"/>
                  </a:lnTo>
                  <a:lnTo>
                    <a:pt x="270" y="3064"/>
                  </a:lnTo>
                  <a:lnTo>
                    <a:pt x="303" y="3030"/>
                  </a:lnTo>
                  <a:lnTo>
                    <a:pt x="337" y="2996"/>
                  </a:lnTo>
                  <a:lnTo>
                    <a:pt x="1179" y="3030"/>
                  </a:lnTo>
                  <a:lnTo>
                    <a:pt x="2020" y="3098"/>
                  </a:lnTo>
                  <a:lnTo>
                    <a:pt x="5353" y="3098"/>
                  </a:lnTo>
                  <a:lnTo>
                    <a:pt x="7037" y="3131"/>
                  </a:lnTo>
                  <a:lnTo>
                    <a:pt x="8653" y="3131"/>
                  </a:lnTo>
                  <a:lnTo>
                    <a:pt x="9461" y="3098"/>
                  </a:lnTo>
                  <a:lnTo>
                    <a:pt x="10269" y="3064"/>
                  </a:lnTo>
                  <a:lnTo>
                    <a:pt x="11111" y="2996"/>
                  </a:lnTo>
                  <a:lnTo>
                    <a:pt x="11919" y="2929"/>
                  </a:lnTo>
                  <a:lnTo>
                    <a:pt x="12356" y="2929"/>
                  </a:lnTo>
                  <a:lnTo>
                    <a:pt x="12760" y="2963"/>
                  </a:lnTo>
                  <a:lnTo>
                    <a:pt x="13164" y="2996"/>
                  </a:lnTo>
                  <a:lnTo>
                    <a:pt x="13568" y="3098"/>
                  </a:lnTo>
                  <a:lnTo>
                    <a:pt x="13636" y="3098"/>
                  </a:lnTo>
                  <a:lnTo>
                    <a:pt x="13703" y="3064"/>
                  </a:lnTo>
                  <a:lnTo>
                    <a:pt x="13737" y="2963"/>
                  </a:lnTo>
                  <a:lnTo>
                    <a:pt x="13804" y="2996"/>
                  </a:lnTo>
                  <a:lnTo>
                    <a:pt x="13871" y="2996"/>
                  </a:lnTo>
                  <a:lnTo>
                    <a:pt x="13939" y="2963"/>
                  </a:lnTo>
                  <a:lnTo>
                    <a:pt x="13972" y="2862"/>
                  </a:lnTo>
                  <a:lnTo>
                    <a:pt x="13972" y="1414"/>
                  </a:lnTo>
                  <a:lnTo>
                    <a:pt x="13972" y="976"/>
                  </a:lnTo>
                  <a:lnTo>
                    <a:pt x="13972" y="741"/>
                  </a:lnTo>
                  <a:lnTo>
                    <a:pt x="13972" y="505"/>
                  </a:lnTo>
                  <a:lnTo>
                    <a:pt x="14006" y="438"/>
                  </a:lnTo>
                  <a:lnTo>
                    <a:pt x="14040" y="370"/>
                  </a:lnTo>
                  <a:lnTo>
                    <a:pt x="14006" y="303"/>
                  </a:lnTo>
                  <a:lnTo>
                    <a:pt x="13905" y="269"/>
                  </a:lnTo>
                  <a:lnTo>
                    <a:pt x="13871" y="269"/>
                  </a:lnTo>
                  <a:lnTo>
                    <a:pt x="13838" y="168"/>
                  </a:lnTo>
                  <a:lnTo>
                    <a:pt x="13804" y="269"/>
                  </a:lnTo>
                  <a:lnTo>
                    <a:pt x="7003" y="135"/>
                  </a:lnTo>
                  <a:lnTo>
                    <a:pt x="3569" y="34"/>
                  </a:lnTo>
                  <a:lnTo>
                    <a:pt x="181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476" name="Google Shape;476;p3"/>
            <p:cNvSpPr/>
            <p:nvPr/>
          </p:nvSpPr>
          <p:spPr>
            <a:xfrm>
              <a:off x="2843471" y="4845183"/>
              <a:ext cx="169113" cy="157332"/>
            </a:xfrm>
            <a:custGeom>
              <a:avLst/>
              <a:gdLst/>
              <a:ahLst/>
              <a:cxnLst/>
              <a:rect l="l" t="t" r="r" b="b"/>
              <a:pathLst>
                <a:path w="3402" h="3165" extrusionOk="0">
                  <a:moveTo>
                    <a:pt x="1347" y="0"/>
                  </a:moveTo>
                  <a:lnTo>
                    <a:pt x="943" y="34"/>
                  </a:lnTo>
                  <a:lnTo>
                    <a:pt x="573" y="101"/>
                  </a:lnTo>
                  <a:lnTo>
                    <a:pt x="236" y="168"/>
                  </a:lnTo>
                  <a:lnTo>
                    <a:pt x="169" y="101"/>
                  </a:lnTo>
                  <a:lnTo>
                    <a:pt x="135" y="67"/>
                  </a:lnTo>
                  <a:lnTo>
                    <a:pt x="68" y="101"/>
                  </a:lnTo>
                  <a:lnTo>
                    <a:pt x="1" y="135"/>
                  </a:lnTo>
                  <a:lnTo>
                    <a:pt x="1" y="202"/>
                  </a:lnTo>
                  <a:lnTo>
                    <a:pt x="34" y="269"/>
                  </a:lnTo>
                  <a:lnTo>
                    <a:pt x="68" y="269"/>
                  </a:lnTo>
                  <a:lnTo>
                    <a:pt x="34" y="505"/>
                  </a:lnTo>
                  <a:lnTo>
                    <a:pt x="34" y="842"/>
                  </a:lnTo>
                  <a:lnTo>
                    <a:pt x="34" y="1717"/>
                  </a:lnTo>
                  <a:lnTo>
                    <a:pt x="34" y="2963"/>
                  </a:lnTo>
                  <a:lnTo>
                    <a:pt x="68" y="3064"/>
                  </a:lnTo>
                  <a:lnTo>
                    <a:pt x="236" y="3064"/>
                  </a:lnTo>
                  <a:lnTo>
                    <a:pt x="236" y="3030"/>
                  </a:lnTo>
                  <a:lnTo>
                    <a:pt x="270" y="2963"/>
                  </a:lnTo>
                  <a:lnTo>
                    <a:pt x="236" y="1953"/>
                  </a:lnTo>
                  <a:lnTo>
                    <a:pt x="236" y="943"/>
                  </a:lnTo>
                  <a:lnTo>
                    <a:pt x="270" y="673"/>
                  </a:lnTo>
                  <a:lnTo>
                    <a:pt x="304" y="505"/>
                  </a:lnTo>
                  <a:lnTo>
                    <a:pt x="304" y="370"/>
                  </a:lnTo>
                  <a:lnTo>
                    <a:pt x="977" y="303"/>
                  </a:lnTo>
                  <a:lnTo>
                    <a:pt x="1684" y="269"/>
                  </a:lnTo>
                  <a:lnTo>
                    <a:pt x="2054" y="303"/>
                  </a:lnTo>
                  <a:lnTo>
                    <a:pt x="2425" y="370"/>
                  </a:lnTo>
                  <a:lnTo>
                    <a:pt x="2795" y="404"/>
                  </a:lnTo>
                  <a:lnTo>
                    <a:pt x="3166" y="471"/>
                  </a:lnTo>
                  <a:lnTo>
                    <a:pt x="3199" y="438"/>
                  </a:lnTo>
                  <a:lnTo>
                    <a:pt x="3199" y="438"/>
                  </a:lnTo>
                  <a:lnTo>
                    <a:pt x="3166" y="673"/>
                  </a:lnTo>
                  <a:lnTo>
                    <a:pt x="3166" y="909"/>
                  </a:lnTo>
                  <a:lnTo>
                    <a:pt x="3132" y="1380"/>
                  </a:lnTo>
                  <a:lnTo>
                    <a:pt x="3098" y="2188"/>
                  </a:lnTo>
                  <a:lnTo>
                    <a:pt x="3132" y="2592"/>
                  </a:lnTo>
                  <a:lnTo>
                    <a:pt x="3166" y="2996"/>
                  </a:lnTo>
                  <a:lnTo>
                    <a:pt x="2762" y="2895"/>
                  </a:lnTo>
                  <a:lnTo>
                    <a:pt x="2357" y="2862"/>
                  </a:lnTo>
                  <a:lnTo>
                    <a:pt x="1516" y="2828"/>
                  </a:lnTo>
                  <a:lnTo>
                    <a:pt x="1179" y="2794"/>
                  </a:lnTo>
                  <a:lnTo>
                    <a:pt x="876" y="2761"/>
                  </a:lnTo>
                  <a:lnTo>
                    <a:pt x="708" y="2794"/>
                  </a:lnTo>
                  <a:lnTo>
                    <a:pt x="539" y="2828"/>
                  </a:lnTo>
                  <a:lnTo>
                    <a:pt x="405" y="2895"/>
                  </a:lnTo>
                  <a:lnTo>
                    <a:pt x="270" y="2963"/>
                  </a:lnTo>
                  <a:lnTo>
                    <a:pt x="438" y="3030"/>
                  </a:lnTo>
                  <a:lnTo>
                    <a:pt x="607" y="3064"/>
                  </a:lnTo>
                  <a:lnTo>
                    <a:pt x="1718" y="3064"/>
                  </a:lnTo>
                  <a:lnTo>
                    <a:pt x="2492" y="3165"/>
                  </a:lnTo>
                  <a:lnTo>
                    <a:pt x="2896" y="3165"/>
                  </a:lnTo>
                  <a:lnTo>
                    <a:pt x="3300" y="3131"/>
                  </a:lnTo>
                  <a:lnTo>
                    <a:pt x="3401" y="3064"/>
                  </a:lnTo>
                  <a:lnTo>
                    <a:pt x="3401" y="3030"/>
                  </a:lnTo>
                  <a:lnTo>
                    <a:pt x="3401" y="2996"/>
                  </a:lnTo>
                  <a:lnTo>
                    <a:pt x="3368" y="2592"/>
                  </a:lnTo>
                  <a:lnTo>
                    <a:pt x="3334" y="2188"/>
                  </a:lnTo>
                  <a:lnTo>
                    <a:pt x="3368" y="1380"/>
                  </a:lnTo>
                  <a:lnTo>
                    <a:pt x="3401" y="808"/>
                  </a:lnTo>
                  <a:lnTo>
                    <a:pt x="3401" y="505"/>
                  </a:lnTo>
                  <a:lnTo>
                    <a:pt x="3334" y="202"/>
                  </a:lnTo>
                  <a:lnTo>
                    <a:pt x="3300" y="202"/>
                  </a:lnTo>
                  <a:lnTo>
                    <a:pt x="3233" y="337"/>
                  </a:lnTo>
                  <a:lnTo>
                    <a:pt x="3199" y="303"/>
                  </a:lnTo>
                  <a:lnTo>
                    <a:pt x="2863" y="168"/>
                  </a:lnTo>
                  <a:lnTo>
                    <a:pt x="2526" y="101"/>
                  </a:lnTo>
                  <a:lnTo>
                    <a:pt x="2122" y="34"/>
                  </a:lnTo>
                  <a:lnTo>
                    <a:pt x="175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213" name="Google Shape;213;p3"/>
          <p:cNvSpPr/>
          <p:nvPr/>
        </p:nvSpPr>
        <p:spPr>
          <a:xfrm>
            <a:off x="-41" y="3467769"/>
            <a:ext cx="1054449" cy="1673686"/>
          </a:xfrm>
          <a:custGeom>
            <a:avLst/>
            <a:gdLst/>
            <a:ahLst/>
            <a:cxnLst/>
            <a:rect l="l" t="t" r="r" b="b"/>
            <a:pathLst>
              <a:path w="21212" h="33669" extrusionOk="0">
                <a:moveTo>
                  <a:pt x="18787" y="11144"/>
                </a:moveTo>
                <a:lnTo>
                  <a:pt x="18990" y="11178"/>
                </a:lnTo>
                <a:lnTo>
                  <a:pt x="19091" y="11212"/>
                </a:lnTo>
                <a:lnTo>
                  <a:pt x="19192" y="11279"/>
                </a:lnTo>
                <a:lnTo>
                  <a:pt x="19360" y="11481"/>
                </a:lnTo>
                <a:lnTo>
                  <a:pt x="19562" y="11750"/>
                </a:lnTo>
                <a:lnTo>
                  <a:pt x="19730" y="12053"/>
                </a:lnTo>
                <a:lnTo>
                  <a:pt x="19596" y="12188"/>
                </a:lnTo>
                <a:lnTo>
                  <a:pt x="19562" y="12154"/>
                </a:lnTo>
                <a:lnTo>
                  <a:pt x="19495" y="12121"/>
                </a:lnTo>
                <a:lnTo>
                  <a:pt x="19461" y="12154"/>
                </a:lnTo>
                <a:lnTo>
                  <a:pt x="19427" y="12188"/>
                </a:lnTo>
                <a:lnTo>
                  <a:pt x="19360" y="12255"/>
                </a:lnTo>
                <a:lnTo>
                  <a:pt x="19225" y="12020"/>
                </a:lnTo>
                <a:lnTo>
                  <a:pt x="19158" y="11784"/>
                </a:lnTo>
                <a:lnTo>
                  <a:pt x="19057" y="11515"/>
                </a:lnTo>
                <a:lnTo>
                  <a:pt x="18956" y="11279"/>
                </a:lnTo>
                <a:lnTo>
                  <a:pt x="18888" y="11212"/>
                </a:lnTo>
                <a:lnTo>
                  <a:pt x="18821" y="11212"/>
                </a:lnTo>
                <a:lnTo>
                  <a:pt x="18754" y="11245"/>
                </a:lnTo>
                <a:lnTo>
                  <a:pt x="18720" y="11346"/>
                </a:lnTo>
                <a:lnTo>
                  <a:pt x="18720" y="11750"/>
                </a:lnTo>
                <a:lnTo>
                  <a:pt x="18754" y="12154"/>
                </a:lnTo>
                <a:lnTo>
                  <a:pt x="18653" y="11784"/>
                </a:lnTo>
                <a:lnTo>
                  <a:pt x="18552" y="11447"/>
                </a:lnTo>
                <a:lnTo>
                  <a:pt x="18518" y="11414"/>
                </a:lnTo>
                <a:lnTo>
                  <a:pt x="18484" y="11380"/>
                </a:lnTo>
                <a:lnTo>
                  <a:pt x="18787" y="11144"/>
                </a:lnTo>
                <a:close/>
                <a:moveTo>
                  <a:pt x="17508" y="12255"/>
                </a:moveTo>
                <a:lnTo>
                  <a:pt x="17474" y="12424"/>
                </a:lnTo>
                <a:lnTo>
                  <a:pt x="17441" y="12390"/>
                </a:lnTo>
                <a:lnTo>
                  <a:pt x="17373" y="12390"/>
                </a:lnTo>
                <a:lnTo>
                  <a:pt x="17508" y="12255"/>
                </a:lnTo>
                <a:close/>
                <a:moveTo>
                  <a:pt x="19023" y="12121"/>
                </a:moveTo>
                <a:lnTo>
                  <a:pt x="19091" y="12323"/>
                </a:lnTo>
                <a:lnTo>
                  <a:pt x="19225" y="12491"/>
                </a:lnTo>
                <a:lnTo>
                  <a:pt x="18990" y="12693"/>
                </a:lnTo>
                <a:lnTo>
                  <a:pt x="19023" y="12424"/>
                </a:lnTo>
                <a:lnTo>
                  <a:pt x="19023" y="12121"/>
                </a:lnTo>
                <a:close/>
                <a:moveTo>
                  <a:pt x="18282" y="11548"/>
                </a:moveTo>
                <a:lnTo>
                  <a:pt x="18249" y="11851"/>
                </a:lnTo>
                <a:lnTo>
                  <a:pt x="18215" y="12188"/>
                </a:lnTo>
                <a:lnTo>
                  <a:pt x="18114" y="12828"/>
                </a:lnTo>
                <a:lnTo>
                  <a:pt x="18013" y="12356"/>
                </a:lnTo>
                <a:lnTo>
                  <a:pt x="17878" y="11885"/>
                </a:lnTo>
                <a:lnTo>
                  <a:pt x="18282" y="11548"/>
                </a:lnTo>
                <a:close/>
                <a:moveTo>
                  <a:pt x="18484" y="12087"/>
                </a:moveTo>
                <a:lnTo>
                  <a:pt x="18653" y="12996"/>
                </a:lnTo>
                <a:lnTo>
                  <a:pt x="17542" y="14040"/>
                </a:lnTo>
                <a:lnTo>
                  <a:pt x="17609" y="13602"/>
                </a:lnTo>
                <a:lnTo>
                  <a:pt x="17643" y="13131"/>
                </a:lnTo>
                <a:lnTo>
                  <a:pt x="17676" y="12693"/>
                </a:lnTo>
                <a:lnTo>
                  <a:pt x="17744" y="12255"/>
                </a:lnTo>
                <a:lnTo>
                  <a:pt x="17878" y="12794"/>
                </a:lnTo>
                <a:lnTo>
                  <a:pt x="18013" y="13333"/>
                </a:lnTo>
                <a:lnTo>
                  <a:pt x="18047" y="13400"/>
                </a:lnTo>
                <a:lnTo>
                  <a:pt x="18114" y="13434"/>
                </a:lnTo>
                <a:lnTo>
                  <a:pt x="18181" y="13400"/>
                </a:lnTo>
                <a:lnTo>
                  <a:pt x="18249" y="13333"/>
                </a:lnTo>
                <a:lnTo>
                  <a:pt x="18350" y="13030"/>
                </a:lnTo>
                <a:lnTo>
                  <a:pt x="18383" y="12727"/>
                </a:lnTo>
                <a:lnTo>
                  <a:pt x="18484" y="12087"/>
                </a:lnTo>
                <a:close/>
                <a:moveTo>
                  <a:pt x="21010" y="13703"/>
                </a:moveTo>
                <a:lnTo>
                  <a:pt x="21043" y="13905"/>
                </a:lnTo>
                <a:lnTo>
                  <a:pt x="21077" y="14073"/>
                </a:lnTo>
                <a:lnTo>
                  <a:pt x="21010" y="14040"/>
                </a:lnTo>
                <a:lnTo>
                  <a:pt x="21010" y="13703"/>
                </a:lnTo>
                <a:close/>
                <a:moveTo>
                  <a:pt x="17306" y="12457"/>
                </a:moveTo>
                <a:lnTo>
                  <a:pt x="17306" y="12491"/>
                </a:lnTo>
                <a:lnTo>
                  <a:pt x="17272" y="12693"/>
                </a:lnTo>
                <a:lnTo>
                  <a:pt x="17239" y="12727"/>
                </a:lnTo>
                <a:lnTo>
                  <a:pt x="17239" y="12929"/>
                </a:lnTo>
                <a:lnTo>
                  <a:pt x="17205" y="13131"/>
                </a:lnTo>
                <a:lnTo>
                  <a:pt x="17239" y="13535"/>
                </a:lnTo>
                <a:lnTo>
                  <a:pt x="17239" y="13568"/>
                </a:lnTo>
                <a:lnTo>
                  <a:pt x="17171" y="13838"/>
                </a:lnTo>
                <a:lnTo>
                  <a:pt x="17070" y="14107"/>
                </a:lnTo>
                <a:lnTo>
                  <a:pt x="16936" y="13838"/>
                </a:lnTo>
                <a:lnTo>
                  <a:pt x="16868" y="13535"/>
                </a:lnTo>
                <a:lnTo>
                  <a:pt x="16835" y="13232"/>
                </a:lnTo>
                <a:lnTo>
                  <a:pt x="16835" y="12929"/>
                </a:lnTo>
                <a:lnTo>
                  <a:pt x="17306" y="12457"/>
                </a:lnTo>
                <a:close/>
                <a:moveTo>
                  <a:pt x="17272" y="14174"/>
                </a:moveTo>
                <a:lnTo>
                  <a:pt x="17340" y="14242"/>
                </a:lnTo>
                <a:lnTo>
                  <a:pt x="17171" y="14410"/>
                </a:lnTo>
                <a:lnTo>
                  <a:pt x="17171" y="14410"/>
                </a:lnTo>
                <a:lnTo>
                  <a:pt x="17272" y="14174"/>
                </a:lnTo>
                <a:close/>
                <a:moveTo>
                  <a:pt x="16666" y="13131"/>
                </a:moveTo>
                <a:lnTo>
                  <a:pt x="16666" y="13400"/>
                </a:lnTo>
                <a:lnTo>
                  <a:pt x="16666" y="13636"/>
                </a:lnTo>
                <a:lnTo>
                  <a:pt x="16666" y="13703"/>
                </a:lnTo>
                <a:lnTo>
                  <a:pt x="16599" y="14107"/>
                </a:lnTo>
                <a:lnTo>
                  <a:pt x="16498" y="14477"/>
                </a:lnTo>
                <a:lnTo>
                  <a:pt x="16363" y="14073"/>
                </a:lnTo>
                <a:lnTo>
                  <a:pt x="16262" y="13703"/>
                </a:lnTo>
                <a:lnTo>
                  <a:pt x="16195" y="13636"/>
                </a:lnTo>
                <a:lnTo>
                  <a:pt x="16666" y="13131"/>
                </a:lnTo>
                <a:close/>
                <a:moveTo>
                  <a:pt x="16801" y="14107"/>
                </a:moveTo>
                <a:lnTo>
                  <a:pt x="16969" y="14410"/>
                </a:lnTo>
                <a:lnTo>
                  <a:pt x="17037" y="14477"/>
                </a:lnTo>
                <a:lnTo>
                  <a:pt x="17104" y="14477"/>
                </a:lnTo>
                <a:lnTo>
                  <a:pt x="16027" y="15555"/>
                </a:lnTo>
                <a:lnTo>
                  <a:pt x="16094" y="15286"/>
                </a:lnTo>
                <a:lnTo>
                  <a:pt x="16161" y="14983"/>
                </a:lnTo>
                <a:lnTo>
                  <a:pt x="16195" y="14376"/>
                </a:lnTo>
                <a:lnTo>
                  <a:pt x="16296" y="14612"/>
                </a:lnTo>
                <a:lnTo>
                  <a:pt x="16397" y="14848"/>
                </a:lnTo>
                <a:lnTo>
                  <a:pt x="16431" y="14882"/>
                </a:lnTo>
                <a:lnTo>
                  <a:pt x="16565" y="14882"/>
                </a:lnTo>
                <a:lnTo>
                  <a:pt x="16633" y="14814"/>
                </a:lnTo>
                <a:lnTo>
                  <a:pt x="16734" y="14477"/>
                </a:lnTo>
                <a:lnTo>
                  <a:pt x="16801" y="14107"/>
                </a:lnTo>
                <a:close/>
                <a:moveTo>
                  <a:pt x="20976" y="14242"/>
                </a:moveTo>
                <a:lnTo>
                  <a:pt x="20976" y="14477"/>
                </a:lnTo>
                <a:lnTo>
                  <a:pt x="20909" y="14612"/>
                </a:lnTo>
                <a:lnTo>
                  <a:pt x="20774" y="14882"/>
                </a:lnTo>
                <a:lnTo>
                  <a:pt x="20639" y="15117"/>
                </a:lnTo>
                <a:lnTo>
                  <a:pt x="20471" y="15353"/>
                </a:lnTo>
                <a:lnTo>
                  <a:pt x="20269" y="15555"/>
                </a:lnTo>
                <a:lnTo>
                  <a:pt x="20505" y="15252"/>
                </a:lnTo>
                <a:lnTo>
                  <a:pt x="20707" y="14915"/>
                </a:lnTo>
                <a:lnTo>
                  <a:pt x="20875" y="14578"/>
                </a:lnTo>
                <a:lnTo>
                  <a:pt x="20976" y="14242"/>
                </a:lnTo>
                <a:close/>
                <a:moveTo>
                  <a:pt x="15993" y="13871"/>
                </a:moveTo>
                <a:lnTo>
                  <a:pt x="15926" y="14578"/>
                </a:lnTo>
                <a:lnTo>
                  <a:pt x="15892" y="14915"/>
                </a:lnTo>
                <a:lnTo>
                  <a:pt x="15858" y="15252"/>
                </a:lnTo>
                <a:lnTo>
                  <a:pt x="15757" y="14949"/>
                </a:lnTo>
                <a:lnTo>
                  <a:pt x="15724" y="14612"/>
                </a:lnTo>
                <a:lnTo>
                  <a:pt x="15690" y="14545"/>
                </a:lnTo>
                <a:lnTo>
                  <a:pt x="15623" y="14511"/>
                </a:lnTo>
                <a:lnTo>
                  <a:pt x="15555" y="14511"/>
                </a:lnTo>
                <a:lnTo>
                  <a:pt x="15488" y="14578"/>
                </a:lnTo>
                <a:lnTo>
                  <a:pt x="15353" y="15286"/>
                </a:lnTo>
                <a:lnTo>
                  <a:pt x="15219" y="15993"/>
                </a:lnTo>
                <a:lnTo>
                  <a:pt x="15084" y="15488"/>
                </a:lnTo>
                <a:lnTo>
                  <a:pt x="14983" y="14949"/>
                </a:lnTo>
                <a:lnTo>
                  <a:pt x="15993" y="13871"/>
                </a:lnTo>
                <a:close/>
                <a:moveTo>
                  <a:pt x="15589" y="15286"/>
                </a:moveTo>
                <a:lnTo>
                  <a:pt x="15757" y="15690"/>
                </a:lnTo>
                <a:lnTo>
                  <a:pt x="15791" y="15723"/>
                </a:lnTo>
                <a:lnTo>
                  <a:pt x="15858" y="15723"/>
                </a:lnTo>
                <a:lnTo>
                  <a:pt x="15421" y="16161"/>
                </a:lnTo>
                <a:lnTo>
                  <a:pt x="15522" y="15723"/>
                </a:lnTo>
                <a:lnTo>
                  <a:pt x="15589" y="15286"/>
                </a:lnTo>
                <a:close/>
                <a:moveTo>
                  <a:pt x="14916" y="15824"/>
                </a:moveTo>
                <a:lnTo>
                  <a:pt x="15017" y="16127"/>
                </a:lnTo>
                <a:lnTo>
                  <a:pt x="15151" y="16397"/>
                </a:lnTo>
                <a:lnTo>
                  <a:pt x="15151" y="16430"/>
                </a:lnTo>
                <a:lnTo>
                  <a:pt x="14848" y="16733"/>
                </a:lnTo>
                <a:lnTo>
                  <a:pt x="14916" y="16262"/>
                </a:lnTo>
                <a:lnTo>
                  <a:pt x="14916" y="15824"/>
                </a:lnTo>
                <a:close/>
                <a:moveTo>
                  <a:pt x="14747" y="15218"/>
                </a:moveTo>
                <a:lnTo>
                  <a:pt x="14680" y="16127"/>
                </a:lnTo>
                <a:lnTo>
                  <a:pt x="14613" y="16565"/>
                </a:lnTo>
                <a:lnTo>
                  <a:pt x="14579" y="16801"/>
                </a:lnTo>
                <a:lnTo>
                  <a:pt x="14512" y="17003"/>
                </a:lnTo>
                <a:lnTo>
                  <a:pt x="14411" y="16700"/>
                </a:lnTo>
                <a:lnTo>
                  <a:pt x="14343" y="16397"/>
                </a:lnTo>
                <a:lnTo>
                  <a:pt x="14209" y="15723"/>
                </a:lnTo>
                <a:lnTo>
                  <a:pt x="14747" y="15218"/>
                </a:lnTo>
                <a:close/>
                <a:moveTo>
                  <a:pt x="13906" y="15993"/>
                </a:moveTo>
                <a:lnTo>
                  <a:pt x="13771" y="16599"/>
                </a:lnTo>
                <a:lnTo>
                  <a:pt x="13670" y="16902"/>
                </a:lnTo>
                <a:lnTo>
                  <a:pt x="13569" y="17205"/>
                </a:lnTo>
                <a:lnTo>
                  <a:pt x="13468" y="16834"/>
                </a:lnTo>
                <a:lnTo>
                  <a:pt x="13333" y="16464"/>
                </a:lnTo>
                <a:lnTo>
                  <a:pt x="13906" y="15993"/>
                </a:lnTo>
                <a:close/>
                <a:moveTo>
                  <a:pt x="12997" y="16733"/>
                </a:moveTo>
                <a:lnTo>
                  <a:pt x="12929" y="17104"/>
                </a:lnTo>
                <a:lnTo>
                  <a:pt x="12896" y="17508"/>
                </a:lnTo>
                <a:lnTo>
                  <a:pt x="12828" y="16868"/>
                </a:lnTo>
                <a:lnTo>
                  <a:pt x="12997" y="16733"/>
                </a:lnTo>
                <a:close/>
                <a:moveTo>
                  <a:pt x="12492" y="17104"/>
                </a:moveTo>
                <a:lnTo>
                  <a:pt x="12458" y="17474"/>
                </a:lnTo>
                <a:lnTo>
                  <a:pt x="12391" y="17811"/>
                </a:lnTo>
                <a:lnTo>
                  <a:pt x="12357" y="18181"/>
                </a:lnTo>
                <a:lnTo>
                  <a:pt x="12256" y="18518"/>
                </a:lnTo>
                <a:lnTo>
                  <a:pt x="12155" y="18013"/>
                </a:lnTo>
                <a:lnTo>
                  <a:pt x="11987" y="17474"/>
                </a:lnTo>
                <a:lnTo>
                  <a:pt x="12492" y="17104"/>
                </a:lnTo>
                <a:close/>
                <a:moveTo>
                  <a:pt x="8216" y="236"/>
                </a:moveTo>
                <a:lnTo>
                  <a:pt x="8889" y="808"/>
                </a:lnTo>
                <a:lnTo>
                  <a:pt x="9529" y="1448"/>
                </a:lnTo>
                <a:lnTo>
                  <a:pt x="10135" y="2088"/>
                </a:lnTo>
                <a:lnTo>
                  <a:pt x="10707" y="2761"/>
                </a:lnTo>
                <a:lnTo>
                  <a:pt x="11886" y="4108"/>
                </a:lnTo>
                <a:lnTo>
                  <a:pt x="12492" y="4781"/>
                </a:lnTo>
                <a:lnTo>
                  <a:pt x="13098" y="5421"/>
                </a:lnTo>
                <a:lnTo>
                  <a:pt x="14478" y="6734"/>
                </a:lnTo>
                <a:lnTo>
                  <a:pt x="15118" y="7407"/>
                </a:lnTo>
                <a:lnTo>
                  <a:pt x="15791" y="8114"/>
                </a:lnTo>
                <a:lnTo>
                  <a:pt x="17070" y="9629"/>
                </a:lnTo>
                <a:lnTo>
                  <a:pt x="18383" y="11144"/>
                </a:lnTo>
                <a:lnTo>
                  <a:pt x="17811" y="11616"/>
                </a:lnTo>
                <a:lnTo>
                  <a:pt x="17239" y="12121"/>
                </a:lnTo>
                <a:lnTo>
                  <a:pt x="16734" y="12659"/>
                </a:lnTo>
                <a:lnTo>
                  <a:pt x="16195" y="13232"/>
                </a:lnTo>
                <a:lnTo>
                  <a:pt x="15185" y="14343"/>
                </a:lnTo>
                <a:lnTo>
                  <a:pt x="14680" y="14882"/>
                </a:lnTo>
                <a:lnTo>
                  <a:pt x="14175" y="15420"/>
                </a:lnTo>
                <a:lnTo>
                  <a:pt x="13636" y="15925"/>
                </a:lnTo>
                <a:lnTo>
                  <a:pt x="13064" y="16363"/>
                </a:lnTo>
                <a:lnTo>
                  <a:pt x="11919" y="17238"/>
                </a:lnTo>
                <a:lnTo>
                  <a:pt x="11852" y="17205"/>
                </a:lnTo>
                <a:lnTo>
                  <a:pt x="11785" y="17171"/>
                </a:lnTo>
                <a:lnTo>
                  <a:pt x="11717" y="17171"/>
                </a:lnTo>
                <a:lnTo>
                  <a:pt x="11684" y="17238"/>
                </a:lnTo>
                <a:lnTo>
                  <a:pt x="11650" y="17440"/>
                </a:lnTo>
                <a:lnTo>
                  <a:pt x="11347" y="17676"/>
                </a:lnTo>
                <a:lnTo>
                  <a:pt x="10808" y="18114"/>
                </a:lnTo>
                <a:lnTo>
                  <a:pt x="10337" y="18551"/>
                </a:lnTo>
                <a:lnTo>
                  <a:pt x="9933" y="18282"/>
                </a:lnTo>
                <a:lnTo>
                  <a:pt x="9529" y="17945"/>
                </a:lnTo>
                <a:lnTo>
                  <a:pt x="9192" y="17609"/>
                </a:lnTo>
                <a:lnTo>
                  <a:pt x="8855" y="17238"/>
                </a:lnTo>
                <a:lnTo>
                  <a:pt x="8182" y="16464"/>
                </a:lnTo>
                <a:lnTo>
                  <a:pt x="7542" y="15690"/>
                </a:lnTo>
                <a:lnTo>
                  <a:pt x="6835" y="14949"/>
                </a:lnTo>
                <a:lnTo>
                  <a:pt x="6465" y="14578"/>
                </a:lnTo>
                <a:lnTo>
                  <a:pt x="6128" y="14141"/>
                </a:lnTo>
                <a:lnTo>
                  <a:pt x="5556" y="13434"/>
                </a:lnTo>
                <a:lnTo>
                  <a:pt x="5253" y="13097"/>
                </a:lnTo>
                <a:lnTo>
                  <a:pt x="4950" y="12760"/>
                </a:lnTo>
                <a:lnTo>
                  <a:pt x="4209" y="12053"/>
                </a:lnTo>
                <a:lnTo>
                  <a:pt x="3873" y="11683"/>
                </a:lnTo>
                <a:lnTo>
                  <a:pt x="3536" y="11279"/>
                </a:lnTo>
                <a:lnTo>
                  <a:pt x="2896" y="10404"/>
                </a:lnTo>
                <a:lnTo>
                  <a:pt x="2223" y="9495"/>
                </a:lnTo>
                <a:lnTo>
                  <a:pt x="1751" y="8922"/>
                </a:lnTo>
                <a:lnTo>
                  <a:pt x="1516" y="8619"/>
                </a:lnTo>
                <a:lnTo>
                  <a:pt x="1246" y="8350"/>
                </a:lnTo>
                <a:lnTo>
                  <a:pt x="741" y="7912"/>
                </a:lnTo>
                <a:lnTo>
                  <a:pt x="472" y="7710"/>
                </a:lnTo>
                <a:lnTo>
                  <a:pt x="270" y="7441"/>
                </a:lnTo>
                <a:lnTo>
                  <a:pt x="539" y="7239"/>
                </a:lnTo>
                <a:lnTo>
                  <a:pt x="809" y="7037"/>
                </a:lnTo>
                <a:lnTo>
                  <a:pt x="1347" y="6532"/>
                </a:lnTo>
                <a:lnTo>
                  <a:pt x="1819" y="6027"/>
                </a:lnTo>
                <a:lnTo>
                  <a:pt x="2256" y="5488"/>
                </a:lnTo>
                <a:lnTo>
                  <a:pt x="2762" y="4882"/>
                </a:lnTo>
                <a:lnTo>
                  <a:pt x="3300" y="4310"/>
                </a:lnTo>
                <a:lnTo>
                  <a:pt x="3873" y="3737"/>
                </a:lnTo>
                <a:lnTo>
                  <a:pt x="4479" y="3232"/>
                </a:lnTo>
                <a:lnTo>
                  <a:pt x="6364" y="1751"/>
                </a:lnTo>
                <a:lnTo>
                  <a:pt x="8216" y="236"/>
                </a:lnTo>
                <a:close/>
                <a:moveTo>
                  <a:pt x="14074" y="16296"/>
                </a:moveTo>
                <a:lnTo>
                  <a:pt x="14175" y="16767"/>
                </a:lnTo>
                <a:lnTo>
                  <a:pt x="14242" y="17003"/>
                </a:lnTo>
                <a:lnTo>
                  <a:pt x="14343" y="17205"/>
                </a:lnTo>
                <a:lnTo>
                  <a:pt x="13670" y="17811"/>
                </a:lnTo>
                <a:lnTo>
                  <a:pt x="12963" y="18383"/>
                </a:lnTo>
                <a:lnTo>
                  <a:pt x="12391" y="18854"/>
                </a:lnTo>
                <a:lnTo>
                  <a:pt x="12492" y="18585"/>
                </a:lnTo>
                <a:lnTo>
                  <a:pt x="12593" y="18282"/>
                </a:lnTo>
                <a:lnTo>
                  <a:pt x="12660" y="17710"/>
                </a:lnTo>
                <a:lnTo>
                  <a:pt x="12694" y="18013"/>
                </a:lnTo>
                <a:lnTo>
                  <a:pt x="12761" y="18316"/>
                </a:lnTo>
                <a:lnTo>
                  <a:pt x="12795" y="18349"/>
                </a:lnTo>
                <a:lnTo>
                  <a:pt x="12862" y="18383"/>
                </a:lnTo>
                <a:lnTo>
                  <a:pt x="12963" y="18383"/>
                </a:lnTo>
                <a:lnTo>
                  <a:pt x="13030" y="18316"/>
                </a:lnTo>
                <a:lnTo>
                  <a:pt x="13098" y="17945"/>
                </a:lnTo>
                <a:lnTo>
                  <a:pt x="13131" y="17575"/>
                </a:lnTo>
                <a:lnTo>
                  <a:pt x="13165" y="17205"/>
                </a:lnTo>
                <a:lnTo>
                  <a:pt x="13199" y="16868"/>
                </a:lnTo>
                <a:lnTo>
                  <a:pt x="13333" y="17205"/>
                </a:lnTo>
                <a:lnTo>
                  <a:pt x="13468" y="17541"/>
                </a:lnTo>
                <a:lnTo>
                  <a:pt x="13502" y="17609"/>
                </a:lnTo>
                <a:lnTo>
                  <a:pt x="13636" y="17609"/>
                </a:lnTo>
                <a:lnTo>
                  <a:pt x="13670" y="17541"/>
                </a:lnTo>
                <a:lnTo>
                  <a:pt x="13805" y="17272"/>
                </a:lnTo>
                <a:lnTo>
                  <a:pt x="13906" y="16935"/>
                </a:lnTo>
                <a:lnTo>
                  <a:pt x="14074" y="16296"/>
                </a:lnTo>
                <a:close/>
                <a:moveTo>
                  <a:pt x="11616" y="17777"/>
                </a:moveTo>
                <a:lnTo>
                  <a:pt x="11583" y="18585"/>
                </a:lnTo>
                <a:lnTo>
                  <a:pt x="11549" y="18989"/>
                </a:lnTo>
                <a:lnTo>
                  <a:pt x="11482" y="19393"/>
                </a:lnTo>
                <a:lnTo>
                  <a:pt x="11347" y="18821"/>
                </a:lnTo>
                <a:lnTo>
                  <a:pt x="11246" y="18248"/>
                </a:lnTo>
                <a:lnTo>
                  <a:pt x="11212" y="18181"/>
                </a:lnTo>
                <a:lnTo>
                  <a:pt x="11145" y="18147"/>
                </a:lnTo>
                <a:lnTo>
                  <a:pt x="11313" y="18013"/>
                </a:lnTo>
                <a:lnTo>
                  <a:pt x="11616" y="17777"/>
                </a:lnTo>
                <a:close/>
                <a:moveTo>
                  <a:pt x="11852" y="17878"/>
                </a:moveTo>
                <a:lnTo>
                  <a:pt x="11987" y="18417"/>
                </a:lnTo>
                <a:lnTo>
                  <a:pt x="12088" y="18922"/>
                </a:lnTo>
                <a:lnTo>
                  <a:pt x="12121" y="18989"/>
                </a:lnTo>
                <a:lnTo>
                  <a:pt x="12189" y="19023"/>
                </a:lnTo>
                <a:lnTo>
                  <a:pt x="12088" y="19090"/>
                </a:lnTo>
                <a:lnTo>
                  <a:pt x="11717" y="19427"/>
                </a:lnTo>
                <a:lnTo>
                  <a:pt x="11785" y="19023"/>
                </a:lnTo>
                <a:lnTo>
                  <a:pt x="11818" y="18652"/>
                </a:lnTo>
                <a:lnTo>
                  <a:pt x="11852" y="17878"/>
                </a:lnTo>
                <a:close/>
                <a:moveTo>
                  <a:pt x="10977" y="18282"/>
                </a:moveTo>
                <a:lnTo>
                  <a:pt x="10876" y="18686"/>
                </a:lnTo>
                <a:lnTo>
                  <a:pt x="10808" y="19090"/>
                </a:lnTo>
                <a:lnTo>
                  <a:pt x="10741" y="19528"/>
                </a:lnTo>
                <a:lnTo>
                  <a:pt x="10640" y="19932"/>
                </a:lnTo>
                <a:lnTo>
                  <a:pt x="10505" y="19359"/>
                </a:lnTo>
                <a:lnTo>
                  <a:pt x="10404" y="18787"/>
                </a:lnTo>
                <a:lnTo>
                  <a:pt x="10977" y="18282"/>
                </a:lnTo>
                <a:close/>
                <a:moveTo>
                  <a:pt x="11111" y="18753"/>
                </a:moveTo>
                <a:lnTo>
                  <a:pt x="11212" y="19258"/>
                </a:lnTo>
                <a:lnTo>
                  <a:pt x="11313" y="19763"/>
                </a:lnTo>
                <a:lnTo>
                  <a:pt x="10775" y="20235"/>
                </a:lnTo>
                <a:lnTo>
                  <a:pt x="10775" y="20235"/>
                </a:lnTo>
                <a:lnTo>
                  <a:pt x="10909" y="19898"/>
                </a:lnTo>
                <a:lnTo>
                  <a:pt x="10977" y="19494"/>
                </a:lnTo>
                <a:lnTo>
                  <a:pt x="11111" y="18753"/>
                </a:lnTo>
                <a:close/>
                <a:moveTo>
                  <a:pt x="10135" y="19056"/>
                </a:moveTo>
                <a:lnTo>
                  <a:pt x="10101" y="19763"/>
                </a:lnTo>
                <a:lnTo>
                  <a:pt x="10067" y="20100"/>
                </a:lnTo>
                <a:lnTo>
                  <a:pt x="10034" y="20437"/>
                </a:lnTo>
                <a:lnTo>
                  <a:pt x="9966" y="19898"/>
                </a:lnTo>
                <a:lnTo>
                  <a:pt x="9933" y="19359"/>
                </a:lnTo>
                <a:lnTo>
                  <a:pt x="9899" y="19292"/>
                </a:lnTo>
                <a:lnTo>
                  <a:pt x="10135" y="19056"/>
                </a:lnTo>
                <a:close/>
                <a:moveTo>
                  <a:pt x="10337" y="19696"/>
                </a:moveTo>
                <a:lnTo>
                  <a:pt x="10438" y="19999"/>
                </a:lnTo>
                <a:lnTo>
                  <a:pt x="10539" y="20302"/>
                </a:lnTo>
                <a:lnTo>
                  <a:pt x="10572" y="20336"/>
                </a:lnTo>
                <a:lnTo>
                  <a:pt x="10640" y="20369"/>
                </a:lnTo>
                <a:lnTo>
                  <a:pt x="10202" y="20773"/>
                </a:lnTo>
                <a:lnTo>
                  <a:pt x="10303" y="20235"/>
                </a:lnTo>
                <a:lnTo>
                  <a:pt x="10337" y="19696"/>
                </a:lnTo>
                <a:close/>
                <a:moveTo>
                  <a:pt x="9663" y="19494"/>
                </a:moveTo>
                <a:lnTo>
                  <a:pt x="9596" y="19864"/>
                </a:lnTo>
                <a:lnTo>
                  <a:pt x="9529" y="20235"/>
                </a:lnTo>
                <a:lnTo>
                  <a:pt x="9428" y="20942"/>
                </a:lnTo>
                <a:lnTo>
                  <a:pt x="9293" y="20437"/>
                </a:lnTo>
                <a:lnTo>
                  <a:pt x="9226" y="19932"/>
                </a:lnTo>
                <a:lnTo>
                  <a:pt x="9663" y="19494"/>
                </a:lnTo>
                <a:close/>
                <a:moveTo>
                  <a:pt x="9798" y="20066"/>
                </a:moveTo>
                <a:lnTo>
                  <a:pt x="9832" y="20571"/>
                </a:lnTo>
                <a:lnTo>
                  <a:pt x="9899" y="21009"/>
                </a:lnTo>
                <a:lnTo>
                  <a:pt x="9899" y="21043"/>
                </a:lnTo>
                <a:lnTo>
                  <a:pt x="9562" y="21346"/>
                </a:lnTo>
                <a:lnTo>
                  <a:pt x="9630" y="21043"/>
                </a:lnTo>
                <a:lnTo>
                  <a:pt x="9697" y="20706"/>
                </a:lnTo>
                <a:lnTo>
                  <a:pt x="9798" y="20066"/>
                </a:lnTo>
                <a:close/>
                <a:moveTo>
                  <a:pt x="19730" y="12390"/>
                </a:moveTo>
                <a:lnTo>
                  <a:pt x="20067" y="12592"/>
                </a:lnTo>
                <a:lnTo>
                  <a:pt x="20336" y="12861"/>
                </a:lnTo>
                <a:lnTo>
                  <a:pt x="20538" y="13131"/>
                </a:lnTo>
                <a:lnTo>
                  <a:pt x="20639" y="13434"/>
                </a:lnTo>
                <a:lnTo>
                  <a:pt x="20707" y="13770"/>
                </a:lnTo>
                <a:lnTo>
                  <a:pt x="20707" y="14107"/>
                </a:lnTo>
                <a:lnTo>
                  <a:pt x="20639" y="14444"/>
                </a:lnTo>
                <a:lnTo>
                  <a:pt x="20505" y="14814"/>
                </a:lnTo>
                <a:lnTo>
                  <a:pt x="20471" y="14781"/>
                </a:lnTo>
                <a:lnTo>
                  <a:pt x="20437" y="14814"/>
                </a:lnTo>
                <a:lnTo>
                  <a:pt x="20033" y="15454"/>
                </a:lnTo>
                <a:lnTo>
                  <a:pt x="19562" y="15925"/>
                </a:lnTo>
                <a:lnTo>
                  <a:pt x="19091" y="16363"/>
                </a:lnTo>
                <a:lnTo>
                  <a:pt x="18047" y="17137"/>
                </a:lnTo>
                <a:lnTo>
                  <a:pt x="17407" y="17609"/>
                </a:lnTo>
                <a:lnTo>
                  <a:pt x="16767" y="18147"/>
                </a:lnTo>
                <a:lnTo>
                  <a:pt x="15555" y="19225"/>
                </a:lnTo>
                <a:lnTo>
                  <a:pt x="14377" y="20369"/>
                </a:lnTo>
                <a:lnTo>
                  <a:pt x="13232" y="21514"/>
                </a:lnTo>
                <a:lnTo>
                  <a:pt x="12727" y="21110"/>
                </a:lnTo>
                <a:lnTo>
                  <a:pt x="12290" y="20672"/>
                </a:lnTo>
                <a:lnTo>
                  <a:pt x="11953" y="20268"/>
                </a:lnTo>
                <a:lnTo>
                  <a:pt x="11751" y="20100"/>
                </a:lnTo>
                <a:lnTo>
                  <a:pt x="11583" y="19932"/>
                </a:lnTo>
                <a:lnTo>
                  <a:pt x="11616" y="19864"/>
                </a:lnTo>
                <a:lnTo>
                  <a:pt x="11616" y="19797"/>
                </a:lnTo>
                <a:lnTo>
                  <a:pt x="11886" y="19561"/>
                </a:lnTo>
                <a:lnTo>
                  <a:pt x="13199" y="18484"/>
                </a:lnTo>
                <a:lnTo>
                  <a:pt x="14478" y="17407"/>
                </a:lnTo>
                <a:lnTo>
                  <a:pt x="14545" y="17407"/>
                </a:lnTo>
                <a:lnTo>
                  <a:pt x="14613" y="17339"/>
                </a:lnTo>
                <a:lnTo>
                  <a:pt x="14714" y="17171"/>
                </a:lnTo>
                <a:lnTo>
                  <a:pt x="15320" y="16599"/>
                </a:lnTo>
                <a:lnTo>
                  <a:pt x="15959" y="15993"/>
                </a:lnTo>
                <a:lnTo>
                  <a:pt x="17171" y="14747"/>
                </a:lnTo>
                <a:lnTo>
                  <a:pt x="18417" y="13535"/>
                </a:lnTo>
                <a:lnTo>
                  <a:pt x="19057" y="12929"/>
                </a:lnTo>
                <a:lnTo>
                  <a:pt x="19730" y="12390"/>
                </a:lnTo>
                <a:close/>
                <a:moveTo>
                  <a:pt x="8283" y="20841"/>
                </a:moveTo>
                <a:lnTo>
                  <a:pt x="8216" y="21278"/>
                </a:lnTo>
                <a:lnTo>
                  <a:pt x="8148" y="21716"/>
                </a:lnTo>
                <a:lnTo>
                  <a:pt x="8047" y="21514"/>
                </a:lnTo>
                <a:lnTo>
                  <a:pt x="7980" y="21278"/>
                </a:lnTo>
                <a:lnTo>
                  <a:pt x="7946" y="21211"/>
                </a:lnTo>
                <a:lnTo>
                  <a:pt x="7879" y="21177"/>
                </a:lnTo>
                <a:lnTo>
                  <a:pt x="8283" y="20841"/>
                </a:lnTo>
                <a:close/>
                <a:moveTo>
                  <a:pt x="8923" y="20201"/>
                </a:moveTo>
                <a:lnTo>
                  <a:pt x="8855" y="21009"/>
                </a:lnTo>
                <a:lnTo>
                  <a:pt x="8822" y="21413"/>
                </a:lnTo>
                <a:lnTo>
                  <a:pt x="8721" y="21783"/>
                </a:lnTo>
                <a:lnTo>
                  <a:pt x="8620" y="21211"/>
                </a:lnTo>
                <a:lnTo>
                  <a:pt x="8519" y="20639"/>
                </a:lnTo>
                <a:lnTo>
                  <a:pt x="8923" y="20201"/>
                </a:lnTo>
                <a:close/>
                <a:moveTo>
                  <a:pt x="9125" y="20605"/>
                </a:moveTo>
                <a:lnTo>
                  <a:pt x="9226" y="21009"/>
                </a:lnTo>
                <a:lnTo>
                  <a:pt x="9327" y="21379"/>
                </a:lnTo>
                <a:lnTo>
                  <a:pt x="9394" y="21447"/>
                </a:lnTo>
                <a:lnTo>
                  <a:pt x="9428" y="21480"/>
                </a:lnTo>
                <a:lnTo>
                  <a:pt x="8956" y="21918"/>
                </a:lnTo>
                <a:lnTo>
                  <a:pt x="9024" y="21581"/>
                </a:lnTo>
                <a:lnTo>
                  <a:pt x="9057" y="21278"/>
                </a:lnTo>
                <a:lnTo>
                  <a:pt x="9125" y="20605"/>
                </a:lnTo>
                <a:close/>
                <a:moveTo>
                  <a:pt x="7744" y="21312"/>
                </a:moveTo>
                <a:lnTo>
                  <a:pt x="7778" y="21985"/>
                </a:lnTo>
                <a:lnTo>
                  <a:pt x="7744" y="22659"/>
                </a:lnTo>
                <a:lnTo>
                  <a:pt x="7643" y="22187"/>
                </a:lnTo>
                <a:lnTo>
                  <a:pt x="7576" y="21682"/>
                </a:lnTo>
                <a:lnTo>
                  <a:pt x="7542" y="21649"/>
                </a:lnTo>
                <a:lnTo>
                  <a:pt x="7509" y="21615"/>
                </a:lnTo>
                <a:lnTo>
                  <a:pt x="7441" y="21615"/>
                </a:lnTo>
                <a:lnTo>
                  <a:pt x="7744" y="21312"/>
                </a:lnTo>
                <a:close/>
                <a:moveTo>
                  <a:pt x="8418" y="21514"/>
                </a:moveTo>
                <a:lnTo>
                  <a:pt x="8485" y="21851"/>
                </a:lnTo>
                <a:lnTo>
                  <a:pt x="8586" y="22187"/>
                </a:lnTo>
                <a:lnTo>
                  <a:pt x="7980" y="22692"/>
                </a:lnTo>
                <a:lnTo>
                  <a:pt x="8014" y="22322"/>
                </a:lnTo>
                <a:lnTo>
                  <a:pt x="8014" y="21952"/>
                </a:lnTo>
                <a:lnTo>
                  <a:pt x="8081" y="22086"/>
                </a:lnTo>
                <a:lnTo>
                  <a:pt x="8148" y="22154"/>
                </a:lnTo>
                <a:lnTo>
                  <a:pt x="8216" y="22154"/>
                </a:lnTo>
                <a:lnTo>
                  <a:pt x="8283" y="22120"/>
                </a:lnTo>
                <a:lnTo>
                  <a:pt x="8317" y="22086"/>
                </a:lnTo>
                <a:lnTo>
                  <a:pt x="8384" y="21783"/>
                </a:lnTo>
                <a:lnTo>
                  <a:pt x="8418" y="21514"/>
                </a:lnTo>
                <a:close/>
                <a:moveTo>
                  <a:pt x="7340" y="21682"/>
                </a:moveTo>
                <a:lnTo>
                  <a:pt x="7239" y="22356"/>
                </a:lnTo>
                <a:lnTo>
                  <a:pt x="7206" y="22692"/>
                </a:lnTo>
                <a:lnTo>
                  <a:pt x="7138" y="23029"/>
                </a:lnTo>
                <a:lnTo>
                  <a:pt x="6936" y="22625"/>
                </a:lnTo>
                <a:lnTo>
                  <a:pt x="6734" y="22221"/>
                </a:lnTo>
                <a:lnTo>
                  <a:pt x="7340" y="21682"/>
                </a:lnTo>
                <a:close/>
                <a:moveTo>
                  <a:pt x="7475" y="22524"/>
                </a:moveTo>
                <a:lnTo>
                  <a:pt x="7576" y="23029"/>
                </a:lnTo>
                <a:lnTo>
                  <a:pt x="7307" y="23231"/>
                </a:lnTo>
                <a:lnTo>
                  <a:pt x="7408" y="22861"/>
                </a:lnTo>
                <a:lnTo>
                  <a:pt x="7475" y="22524"/>
                </a:lnTo>
                <a:close/>
                <a:moveTo>
                  <a:pt x="6734" y="22760"/>
                </a:moveTo>
                <a:lnTo>
                  <a:pt x="6903" y="23097"/>
                </a:lnTo>
                <a:lnTo>
                  <a:pt x="7037" y="23400"/>
                </a:lnTo>
                <a:lnTo>
                  <a:pt x="7071" y="23433"/>
                </a:lnTo>
                <a:lnTo>
                  <a:pt x="6667" y="23736"/>
                </a:lnTo>
                <a:lnTo>
                  <a:pt x="6734" y="23265"/>
                </a:lnTo>
                <a:lnTo>
                  <a:pt x="6734" y="22760"/>
                </a:lnTo>
                <a:close/>
                <a:moveTo>
                  <a:pt x="6499" y="22423"/>
                </a:moveTo>
                <a:lnTo>
                  <a:pt x="6499" y="23097"/>
                </a:lnTo>
                <a:lnTo>
                  <a:pt x="6499" y="23433"/>
                </a:lnTo>
                <a:lnTo>
                  <a:pt x="6431" y="23770"/>
                </a:lnTo>
                <a:lnTo>
                  <a:pt x="6330" y="23534"/>
                </a:lnTo>
                <a:lnTo>
                  <a:pt x="6263" y="23299"/>
                </a:lnTo>
                <a:lnTo>
                  <a:pt x="6095" y="22793"/>
                </a:lnTo>
                <a:lnTo>
                  <a:pt x="6499" y="22423"/>
                </a:lnTo>
                <a:close/>
                <a:moveTo>
                  <a:pt x="5792" y="23063"/>
                </a:moveTo>
                <a:lnTo>
                  <a:pt x="5724" y="23736"/>
                </a:lnTo>
                <a:lnTo>
                  <a:pt x="5657" y="24073"/>
                </a:lnTo>
                <a:lnTo>
                  <a:pt x="5556" y="24410"/>
                </a:lnTo>
                <a:lnTo>
                  <a:pt x="5421" y="23938"/>
                </a:lnTo>
                <a:lnTo>
                  <a:pt x="5287" y="23501"/>
                </a:lnTo>
                <a:lnTo>
                  <a:pt x="5792" y="23063"/>
                </a:lnTo>
                <a:close/>
                <a:moveTo>
                  <a:pt x="5994" y="23265"/>
                </a:moveTo>
                <a:lnTo>
                  <a:pt x="6128" y="23669"/>
                </a:lnTo>
                <a:lnTo>
                  <a:pt x="6229" y="23837"/>
                </a:lnTo>
                <a:lnTo>
                  <a:pt x="6330" y="24039"/>
                </a:lnTo>
                <a:lnTo>
                  <a:pt x="5758" y="24511"/>
                </a:lnTo>
                <a:lnTo>
                  <a:pt x="5893" y="24208"/>
                </a:lnTo>
                <a:lnTo>
                  <a:pt x="5960" y="23905"/>
                </a:lnTo>
                <a:lnTo>
                  <a:pt x="5994" y="23265"/>
                </a:lnTo>
                <a:close/>
                <a:moveTo>
                  <a:pt x="4950" y="23770"/>
                </a:moveTo>
                <a:lnTo>
                  <a:pt x="4984" y="24275"/>
                </a:lnTo>
                <a:lnTo>
                  <a:pt x="4950" y="24511"/>
                </a:lnTo>
                <a:lnTo>
                  <a:pt x="4883" y="24746"/>
                </a:lnTo>
                <a:lnTo>
                  <a:pt x="4782" y="24376"/>
                </a:lnTo>
                <a:lnTo>
                  <a:pt x="4714" y="24006"/>
                </a:lnTo>
                <a:lnTo>
                  <a:pt x="4950" y="23770"/>
                </a:lnTo>
                <a:close/>
                <a:moveTo>
                  <a:pt x="4378" y="24309"/>
                </a:moveTo>
                <a:lnTo>
                  <a:pt x="4378" y="24679"/>
                </a:lnTo>
                <a:lnTo>
                  <a:pt x="4344" y="25083"/>
                </a:lnTo>
                <a:lnTo>
                  <a:pt x="4176" y="24477"/>
                </a:lnTo>
                <a:lnTo>
                  <a:pt x="4378" y="24309"/>
                </a:lnTo>
                <a:close/>
                <a:moveTo>
                  <a:pt x="5219" y="24140"/>
                </a:moveTo>
                <a:lnTo>
                  <a:pt x="5320" y="24410"/>
                </a:lnTo>
                <a:lnTo>
                  <a:pt x="5421" y="24713"/>
                </a:lnTo>
                <a:lnTo>
                  <a:pt x="5455" y="24746"/>
                </a:lnTo>
                <a:lnTo>
                  <a:pt x="5017" y="25150"/>
                </a:lnTo>
                <a:lnTo>
                  <a:pt x="5017" y="25150"/>
                </a:lnTo>
                <a:lnTo>
                  <a:pt x="5118" y="24915"/>
                </a:lnTo>
                <a:lnTo>
                  <a:pt x="5186" y="24645"/>
                </a:lnTo>
                <a:lnTo>
                  <a:pt x="5186" y="24376"/>
                </a:lnTo>
                <a:lnTo>
                  <a:pt x="5219" y="24140"/>
                </a:lnTo>
                <a:close/>
                <a:moveTo>
                  <a:pt x="3805" y="24814"/>
                </a:moveTo>
                <a:lnTo>
                  <a:pt x="3805" y="25352"/>
                </a:lnTo>
                <a:lnTo>
                  <a:pt x="3738" y="25857"/>
                </a:lnTo>
                <a:lnTo>
                  <a:pt x="3502" y="25083"/>
                </a:lnTo>
                <a:lnTo>
                  <a:pt x="3805" y="24814"/>
                </a:lnTo>
                <a:close/>
                <a:moveTo>
                  <a:pt x="3199" y="25386"/>
                </a:moveTo>
                <a:lnTo>
                  <a:pt x="3199" y="25790"/>
                </a:lnTo>
                <a:lnTo>
                  <a:pt x="3199" y="26194"/>
                </a:lnTo>
                <a:lnTo>
                  <a:pt x="3065" y="25487"/>
                </a:lnTo>
                <a:lnTo>
                  <a:pt x="3199" y="25386"/>
                </a:lnTo>
                <a:close/>
                <a:moveTo>
                  <a:pt x="4613" y="24645"/>
                </a:moveTo>
                <a:lnTo>
                  <a:pt x="4681" y="24915"/>
                </a:lnTo>
                <a:lnTo>
                  <a:pt x="4782" y="25184"/>
                </a:lnTo>
                <a:lnTo>
                  <a:pt x="4849" y="25251"/>
                </a:lnTo>
                <a:lnTo>
                  <a:pt x="4916" y="25251"/>
                </a:lnTo>
                <a:lnTo>
                  <a:pt x="4512" y="25655"/>
                </a:lnTo>
                <a:lnTo>
                  <a:pt x="4075" y="26093"/>
                </a:lnTo>
                <a:lnTo>
                  <a:pt x="3851" y="26338"/>
                </a:lnTo>
                <a:lnTo>
                  <a:pt x="3873" y="26295"/>
                </a:lnTo>
                <a:lnTo>
                  <a:pt x="3974" y="25992"/>
                </a:lnTo>
                <a:lnTo>
                  <a:pt x="4007" y="25655"/>
                </a:lnTo>
                <a:lnTo>
                  <a:pt x="4075" y="25016"/>
                </a:lnTo>
                <a:lnTo>
                  <a:pt x="4142" y="25319"/>
                </a:lnTo>
                <a:lnTo>
                  <a:pt x="4277" y="25588"/>
                </a:lnTo>
                <a:lnTo>
                  <a:pt x="4310" y="25655"/>
                </a:lnTo>
                <a:lnTo>
                  <a:pt x="4378" y="25655"/>
                </a:lnTo>
                <a:lnTo>
                  <a:pt x="4445" y="25622"/>
                </a:lnTo>
                <a:lnTo>
                  <a:pt x="4512" y="25588"/>
                </a:lnTo>
                <a:lnTo>
                  <a:pt x="4546" y="25352"/>
                </a:lnTo>
                <a:lnTo>
                  <a:pt x="4580" y="25117"/>
                </a:lnTo>
                <a:lnTo>
                  <a:pt x="4613" y="24645"/>
                </a:lnTo>
                <a:close/>
                <a:moveTo>
                  <a:pt x="3435" y="25790"/>
                </a:moveTo>
                <a:lnTo>
                  <a:pt x="3637" y="26329"/>
                </a:lnTo>
                <a:lnTo>
                  <a:pt x="3704" y="26396"/>
                </a:lnTo>
                <a:lnTo>
                  <a:pt x="3772" y="26396"/>
                </a:lnTo>
                <a:lnTo>
                  <a:pt x="3820" y="26372"/>
                </a:lnTo>
                <a:lnTo>
                  <a:pt x="3368" y="26867"/>
                </a:lnTo>
                <a:lnTo>
                  <a:pt x="3435" y="26329"/>
                </a:lnTo>
                <a:lnTo>
                  <a:pt x="3435" y="25790"/>
                </a:lnTo>
                <a:close/>
                <a:moveTo>
                  <a:pt x="11414" y="19999"/>
                </a:moveTo>
                <a:lnTo>
                  <a:pt x="11549" y="20235"/>
                </a:lnTo>
                <a:lnTo>
                  <a:pt x="11751" y="20437"/>
                </a:lnTo>
                <a:lnTo>
                  <a:pt x="12121" y="20807"/>
                </a:lnTo>
                <a:lnTo>
                  <a:pt x="12559" y="21278"/>
                </a:lnTo>
                <a:lnTo>
                  <a:pt x="12795" y="21480"/>
                </a:lnTo>
                <a:lnTo>
                  <a:pt x="13064" y="21649"/>
                </a:lnTo>
                <a:lnTo>
                  <a:pt x="12155" y="22524"/>
                </a:lnTo>
                <a:lnTo>
                  <a:pt x="9798" y="24780"/>
                </a:lnTo>
                <a:lnTo>
                  <a:pt x="7475" y="27036"/>
                </a:lnTo>
                <a:lnTo>
                  <a:pt x="7441" y="27036"/>
                </a:lnTo>
                <a:lnTo>
                  <a:pt x="6936" y="26531"/>
                </a:lnTo>
                <a:lnTo>
                  <a:pt x="6465" y="26059"/>
                </a:lnTo>
                <a:lnTo>
                  <a:pt x="5994" y="25554"/>
                </a:lnTo>
                <a:lnTo>
                  <a:pt x="5522" y="25016"/>
                </a:lnTo>
                <a:lnTo>
                  <a:pt x="6499" y="24174"/>
                </a:lnTo>
                <a:lnTo>
                  <a:pt x="6566" y="24140"/>
                </a:lnTo>
                <a:lnTo>
                  <a:pt x="7677" y="23231"/>
                </a:lnTo>
                <a:lnTo>
                  <a:pt x="7711" y="23299"/>
                </a:lnTo>
                <a:lnTo>
                  <a:pt x="7845" y="23299"/>
                </a:lnTo>
                <a:lnTo>
                  <a:pt x="7879" y="23231"/>
                </a:lnTo>
                <a:lnTo>
                  <a:pt x="7913" y="23029"/>
                </a:lnTo>
                <a:lnTo>
                  <a:pt x="9226" y="21952"/>
                </a:lnTo>
                <a:lnTo>
                  <a:pt x="10337" y="20975"/>
                </a:lnTo>
                <a:lnTo>
                  <a:pt x="11414" y="19999"/>
                </a:lnTo>
                <a:close/>
                <a:moveTo>
                  <a:pt x="21111" y="14410"/>
                </a:moveTo>
                <a:lnTo>
                  <a:pt x="21077" y="14612"/>
                </a:lnTo>
                <a:lnTo>
                  <a:pt x="21043" y="14848"/>
                </a:lnTo>
                <a:lnTo>
                  <a:pt x="20909" y="15252"/>
                </a:lnTo>
                <a:lnTo>
                  <a:pt x="20707" y="15656"/>
                </a:lnTo>
                <a:lnTo>
                  <a:pt x="20471" y="15993"/>
                </a:lnTo>
                <a:lnTo>
                  <a:pt x="20000" y="16599"/>
                </a:lnTo>
                <a:lnTo>
                  <a:pt x="19528" y="17171"/>
                </a:lnTo>
                <a:lnTo>
                  <a:pt x="18990" y="17710"/>
                </a:lnTo>
                <a:lnTo>
                  <a:pt x="18451" y="18215"/>
                </a:lnTo>
                <a:lnTo>
                  <a:pt x="17340" y="19225"/>
                </a:lnTo>
                <a:lnTo>
                  <a:pt x="16229" y="20201"/>
                </a:lnTo>
                <a:lnTo>
                  <a:pt x="15084" y="21177"/>
                </a:lnTo>
                <a:lnTo>
                  <a:pt x="14007" y="22187"/>
                </a:lnTo>
                <a:lnTo>
                  <a:pt x="12896" y="23265"/>
                </a:lnTo>
                <a:lnTo>
                  <a:pt x="11751" y="24342"/>
                </a:lnTo>
                <a:lnTo>
                  <a:pt x="10572" y="25352"/>
                </a:lnTo>
                <a:lnTo>
                  <a:pt x="9394" y="26329"/>
                </a:lnTo>
                <a:lnTo>
                  <a:pt x="8317" y="27271"/>
                </a:lnTo>
                <a:lnTo>
                  <a:pt x="9327" y="26329"/>
                </a:lnTo>
                <a:lnTo>
                  <a:pt x="10303" y="25386"/>
                </a:lnTo>
                <a:lnTo>
                  <a:pt x="12727" y="23231"/>
                </a:lnTo>
                <a:lnTo>
                  <a:pt x="13906" y="22120"/>
                </a:lnTo>
                <a:lnTo>
                  <a:pt x="15050" y="21009"/>
                </a:lnTo>
                <a:lnTo>
                  <a:pt x="15589" y="20504"/>
                </a:lnTo>
                <a:lnTo>
                  <a:pt x="16128" y="20033"/>
                </a:lnTo>
                <a:lnTo>
                  <a:pt x="17205" y="19124"/>
                </a:lnTo>
                <a:lnTo>
                  <a:pt x="18282" y="18181"/>
                </a:lnTo>
                <a:lnTo>
                  <a:pt x="18821" y="17710"/>
                </a:lnTo>
                <a:lnTo>
                  <a:pt x="19360" y="17205"/>
                </a:lnTo>
                <a:lnTo>
                  <a:pt x="19697" y="16834"/>
                </a:lnTo>
                <a:lnTo>
                  <a:pt x="20033" y="16430"/>
                </a:lnTo>
                <a:lnTo>
                  <a:pt x="20336" y="16026"/>
                </a:lnTo>
                <a:lnTo>
                  <a:pt x="20606" y="15589"/>
                </a:lnTo>
                <a:lnTo>
                  <a:pt x="20774" y="15353"/>
                </a:lnTo>
                <a:lnTo>
                  <a:pt x="20909" y="15050"/>
                </a:lnTo>
                <a:lnTo>
                  <a:pt x="21043" y="14747"/>
                </a:lnTo>
                <a:lnTo>
                  <a:pt x="21077" y="14444"/>
                </a:lnTo>
                <a:lnTo>
                  <a:pt x="21111" y="14410"/>
                </a:lnTo>
                <a:close/>
                <a:moveTo>
                  <a:pt x="2661" y="25891"/>
                </a:moveTo>
                <a:lnTo>
                  <a:pt x="2627" y="26699"/>
                </a:lnTo>
                <a:lnTo>
                  <a:pt x="2593" y="27137"/>
                </a:lnTo>
                <a:lnTo>
                  <a:pt x="2526" y="27541"/>
                </a:lnTo>
                <a:lnTo>
                  <a:pt x="2425" y="27204"/>
                </a:lnTo>
                <a:lnTo>
                  <a:pt x="2391" y="26901"/>
                </a:lnTo>
                <a:lnTo>
                  <a:pt x="2324" y="26228"/>
                </a:lnTo>
                <a:lnTo>
                  <a:pt x="2661" y="25891"/>
                </a:lnTo>
                <a:close/>
                <a:moveTo>
                  <a:pt x="2896" y="25925"/>
                </a:moveTo>
                <a:lnTo>
                  <a:pt x="2997" y="26463"/>
                </a:lnTo>
                <a:lnTo>
                  <a:pt x="3098" y="27036"/>
                </a:lnTo>
                <a:lnTo>
                  <a:pt x="3132" y="27069"/>
                </a:lnTo>
                <a:lnTo>
                  <a:pt x="3166" y="27103"/>
                </a:lnTo>
                <a:lnTo>
                  <a:pt x="2762" y="27608"/>
                </a:lnTo>
                <a:lnTo>
                  <a:pt x="2829" y="27170"/>
                </a:lnTo>
                <a:lnTo>
                  <a:pt x="2863" y="26766"/>
                </a:lnTo>
                <a:lnTo>
                  <a:pt x="2896" y="25925"/>
                </a:lnTo>
                <a:close/>
                <a:moveTo>
                  <a:pt x="2021" y="26531"/>
                </a:moveTo>
                <a:lnTo>
                  <a:pt x="1987" y="27204"/>
                </a:lnTo>
                <a:lnTo>
                  <a:pt x="1920" y="27877"/>
                </a:lnTo>
                <a:lnTo>
                  <a:pt x="1684" y="26867"/>
                </a:lnTo>
                <a:lnTo>
                  <a:pt x="2021" y="26531"/>
                </a:lnTo>
                <a:close/>
                <a:moveTo>
                  <a:pt x="1415" y="27170"/>
                </a:moveTo>
                <a:lnTo>
                  <a:pt x="1415" y="27776"/>
                </a:lnTo>
                <a:lnTo>
                  <a:pt x="1381" y="28349"/>
                </a:lnTo>
                <a:lnTo>
                  <a:pt x="1280" y="27911"/>
                </a:lnTo>
                <a:lnTo>
                  <a:pt x="1145" y="27440"/>
                </a:lnTo>
                <a:lnTo>
                  <a:pt x="1415" y="27170"/>
                </a:lnTo>
                <a:close/>
                <a:moveTo>
                  <a:pt x="2223" y="27372"/>
                </a:moveTo>
                <a:lnTo>
                  <a:pt x="2324" y="27675"/>
                </a:lnTo>
                <a:lnTo>
                  <a:pt x="2458" y="27945"/>
                </a:lnTo>
                <a:lnTo>
                  <a:pt x="2458" y="27978"/>
                </a:lnTo>
                <a:lnTo>
                  <a:pt x="2056" y="28443"/>
                </a:lnTo>
                <a:lnTo>
                  <a:pt x="2056" y="28443"/>
                </a:lnTo>
                <a:lnTo>
                  <a:pt x="2155" y="27911"/>
                </a:lnTo>
                <a:lnTo>
                  <a:pt x="2223" y="27372"/>
                </a:lnTo>
                <a:close/>
                <a:moveTo>
                  <a:pt x="977" y="27642"/>
                </a:moveTo>
                <a:lnTo>
                  <a:pt x="1044" y="27945"/>
                </a:lnTo>
                <a:lnTo>
                  <a:pt x="1112" y="28281"/>
                </a:lnTo>
                <a:lnTo>
                  <a:pt x="1213" y="28584"/>
                </a:lnTo>
                <a:lnTo>
                  <a:pt x="1347" y="28887"/>
                </a:lnTo>
                <a:lnTo>
                  <a:pt x="1415" y="28955"/>
                </a:lnTo>
                <a:lnTo>
                  <a:pt x="1482" y="28955"/>
                </a:lnTo>
                <a:lnTo>
                  <a:pt x="1549" y="28921"/>
                </a:lnTo>
                <a:lnTo>
                  <a:pt x="1583" y="28854"/>
                </a:lnTo>
                <a:lnTo>
                  <a:pt x="1650" y="28349"/>
                </a:lnTo>
                <a:lnTo>
                  <a:pt x="1650" y="27810"/>
                </a:lnTo>
                <a:lnTo>
                  <a:pt x="1819" y="28450"/>
                </a:lnTo>
                <a:lnTo>
                  <a:pt x="1852" y="28517"/>
                </a:lnTo>
                <a:lnTo>
                  <a:pt x="1953" y="28517"/>
                </a:lnTo>
                <a:lnTo>
                  <a:pt x="2021" y="28483"/>
                </a:lnTo>
                <a:lnTo>
                  <a:pt x="1482" y="29123"/>
                </a:lnTo>
                <a:lnTo>
                  <a:pt x="910" y="29695"/>
                </a:lnTo>
                <a:lnTo>
                  <a:pt x="910" y="29224"/>
                </a:lnTo>
                <a:lnTo>
                  <a:pt x="910" y="28719"/>
                </a:lnTo>
                <a:lnTo>
                  <a:pt x="910" y="28180"/>
                </a:lnTo>
                <a:lnTo>
                  <a:pt x="910" y="27675"/>
                </a:lnTo>
                <a:lnTo>
                  <a:pt x="977" y="27642"/>
                </a:lnTo>
                <a:close/>
                <a:moveTo>
                  <a:pt x="405" y="28281"/>
                </a:moveTo>
                <a:lnTo>
                  <a:pt x="337" y="29123"/>
                </a:lnTo>
                <a:lnTo>
                  <a:pt x="304" y="29662"/>
                </a:lnTo>
                <a:lnTo>
                  <a:pt x="270" y="29763"/>
                </a:lnTo>
                <a:lnTo>
                  <a:pt x="236" y="29628"/>
                </a:lnTo>
                <a:lnTo>
                  <a:pt x="203" y="29359"/>
                </a:lnTo>
                <a:lnTo>
                  <a:pt x="203" y="28955"/>
                </a:lnTo>
                <a:lnTo>
                  <a:pt x="203" y="28753"/>
                </a:lnTo>
                <a:lnTo>
                  <a:pt x="169" y="28551"/>
                </a:lnTo>
                <a:lnTo>
                  <a:pt x="203" y="28517"/>
                </a:lnTo>
                <a:lnTo>
                  <a:pt x="270" y="28483"/>
                </a:lnTo>
                <a:lnTo>
                  <a:pt x="304" y="28450"/>
                </a:lnTo>
                <a:lnTo>
                  <a:pt x="304" y="28382"/>
                </a:lnTo>
                <a:lnTo>
                  <a:pt x="405" y="28281"/>
                </a:lnTo>
                <a:close/>
                <a:moveTo>
                  <a:pt x="18653" y="17003"/>
                </a:moveTo>
                <a:lnTo>
                  <a:pt x="18181" y="17407"/>
                </a:lnTo>
                <a:lnTo>
                  <a:pt x="17744" y="17811"/>
                </a:lnTo>
                <a:lnTo>
                  <a:pt x="15522" y="20066"/>
                </a:lnTo>
                <a:lnTo>
                  <a:pt x="13266" y="22255"/>
                </a:lnTo>
                <a:lnTo>
                  <a:pt x="12155" y="23332"/>
                </a:lnTo>
                <a:lnTo>
                  <a:pt x="10977" y="24376"/>
                </a:lnTo>
                <a:lnTo>
                  <a:pt x="9832" y="25386"/>
                </a:lnTo>
                <a:lnTo>
                  <a:pt x="8687" y="26463"/>
                </a:lnTo>
                <a:lnTo>
                  <a:pt x="6532" y="28618"/>
                </a:lnTo>
                <a:lnTo>
                  <a:pt x="5994" y="29123"/>
                </a:lnTo>
                <a:lnTo>
                  <a:pt x="5421" y="29628"/>
                </a:lnTo>
                <a:lnTo>
                  <a:pt x="4277" y="30638"/>
                </a:lnTo>
                <a:lnTo>
                  <a:pt x="3267" y="31615"/>
                </a:lnTo>
                <a:lnTo>
                  <a:pt x="2762" y="32086"/>
                </a:lnTo>
                <a:lnTo>
                  <a:pt x="2492" y="32288"/>
                </a:lnTo>
                <a:lnTo>
                  <a:pt x="2223" y="32490"/>
                </a:lnTo>
                <a:lnTo>
                  <a:pt x="1785" y="32759"/>
                </a:lnTo>
                <a:lnTo>
                  <a:pt x="2054" y="32524"/>
                </a:lnTo>
                <a:lnTo>
                  <a:pt x="2324" y="32254"/>
                </a:lnTo>
                <a:lnTo>
                  <a:pt x="2795" y="31749"/>
                </a:lnTo>
                <a:lnTo>
                  <a:pt x="3704" y="30874"/>
                </a:lnTo>
                <a:lnTo>
                  <a:pt x="4580" y="30032"/>
                </a:lnTo>
                <a:lnTo>
                  <a:pt x="6431" y="28382"/>
                </a:lnTo>
                <a:lnTo>
                  <a:pt x="8317" y="26632"/>
                </a:lnTo>
                <a:lnTo>
                  <a:pt x="10168" y="24847"/>
                </a:lnTo>
                <a:lnTo>
                  <a:pt x="11987" y="23063"/>
                </a:lnTo>
                <a:lnTo>
                  <a:pt x="13838" y="21278"/>
                </a:lnTo>
                <a:lnTo>
                  <a:pt x="15522" y="19662"/>
                </a:lnTo>
                <a:lnTo>
                  <a:pt x="16330" y="18888"/>
                </a:lnTo>
                <a:lnTo>
                  <a:pt x="17205" y="18114"/>
                </a:lnTo>
                <a:lnTo>
                  <a:pt x="17912" y="17541"/>
                </a:lnTo>
                <a:lnTo>
                  <a:pt x="18653" y="17003"/>
                </a:lnTo>
                <a:close/>
                <a:moveTo>
                  <a:pt x="8115" y="0"/>
                </a:moveTo>
                <a:lnTo>
                  <a:pt x="4479" y="2929"/>
                </a:lnTo>
                <a:lnTo>
                  <a:pt x="3940" y="3401"/>
                </a:lnTo>
                <a:lnTo>
                  <a:pt x="3401" y="3872"/>
                </a:lnTo>
                <a:lnTo>
                  <a:pt x="2930" y="4377"/>
                </a:lnTo>
                <a:lnTo>
                  <a:pt x="2458" y="4882"/>
                </a:lnTo>
                <a:lnTo>
                  <a:pt x="1886" y="5555"/>
                </a:lnTo>
                <a:lnTo>
                  <a:pt x="1314" y="6195"/>
                </a:lnTo>
                <a:lnTo>
                  <a:pt x="1011" y="6532"/>
                </a:lnTo>
                <a:lnTo>
                  <a:pt x="708" y="6801"/>
                </a:lnTo>
                <a:lnTo>
                  <a:pt x="371" y="7071"/>
                </a:lnTo>
                <a:lnTo>
                  <a:pt x="1" y="7340"/>
                </a:lnTo>
                <a:lnTo>
                  <a:pt x="1" y="7609"/>
                </a:lnTo>
                <a:lnTo>
                  <a:pt x="102" y="7542"/>
                </a:lnTo>
                <a:lnTo>
                  <a:pt x="236" y="7744"/>
                </a:lnTo>
                <a:lnTo>
                  <a:pt x="371" y="7879"/>
                </a:lnTo>
                <a:lnTo>
                  <a:pt x="708" y="8182"/>
                </a:lnTo>
                <a:lnTo>
                  <a:pt x="1078" y="8518"/>
                </a:lnTo>
                <a:lnTo>
                  <a:pt x="1415" y="8889"/>
                </a:lnTo>
                <a:lnTo>
                  <a:pt x="1718" y="9259"/>
                </a:lnTo>
                <a:lnTo>
                  <a:pt x="2021" y="9629"/>
                </a:lnTo>
                <a:lnTo>
                  <a:pt x="3267" y="11245"/>
                </a:lnTo>
                <a:lnTo>
                  <a:pt x="3906" y="12020"/>
                </a:lnTo>
                <a:lnTo>
                  <a:pt x="4243" y="12424"/>
                </a:lnTo>
                <a:lnTo>
                  <a:pt x="4613" y="12760"/>
                </a:lnTo>
                <a:lnTo>
                  <a:pt x="5017" y="13164"/>
                </a:lnTo>
                <a:lnTo>
                  <a:pt x="5388" y="13568"/>
                </a:lnTo>
                <a:lnTo>
                  <a:pt x="6061" y="14444"/>
                </a:lnTo>
                <a:lnTo>
                  <a:pt x="6364" y="14814"/>
                </a:lnTo>
                <a:lnTo>
                  <a:pt x="6701" y="15185"/>
                </a:lnTo>
                <a:lnTo>
                  <a:pt x="7374" y="15858"/>
                </a:lnTo>
                <a:lnTo>
                  <a:pt x="8014" y="16632"/>
                </a:lnTo>
                <a:lnTo>
                  <a:pt x="8687" y="17373"/>
                </a:lnTo>
                <a:lnTo>
                  <a:pt x="9024" y="17777"/>
                </a:lnTo>
                <a:lnTo>
                  <a:pt x="9360" y="18114"/>
                </a:lnTo>
                <a:lnTo>
                  <a:pt x="9731" y="18417"/>
                </a:lnTo>
                <a:lnTo>
                  <a:pt x="10168" y="18686"/>
                </a:lnTo>
                <a:lnTo>
                  <a:pt x="9125" y="19696"/>
                </a:lnTo>
                <a:lnTo>
                  <a:pt x="9024" y="19696"/>
                </a:lnTo>
                <a:lnTo>
                  <a:pt x="8990" y="19730"/>
                </a:lnTo>
                <a:lnTo>
                  <a:pt x="8990" y="19797"/>
                </a:lnTo>
                <a:lnTo>
                  <a:pt x="8956" y="19831"/>
                </a:lnTo>
                <a:lnTo>
                  <a:pt x="8956" y="19864"/>
                </a:lnTo>
                <a:lnTo>
                  <a:pt x="8047" y="20740"/>
                </a:lnTo>
                <a:lnTo>
                  <a:pt x="7105" y="21581"/>
                </a:lnTo>
                <a:lnTo>
                  <a:pt x="5219" y="23231"/>
                </a:lnTo>
                <a:lnTo>
                  <a:pt x="5186" y="23097"/>
                </a:lnTo>
                <a:lnTo>
                  <a:pt x="5118" y="23029"/>
                </a:lnTo>
                <a:lnTo>
                  <a:pt x="5051" y="23029"/>
                </a:lnTo>
                <a:lnTo>
                  <a:pt x="4950" y="23063"/>
                </a:lnTo>
                <a:lnTo>
                  <a:pt x="4950" y="23130"/>
                </a:lnTo>
                <a:lnTo>
                  <a:pt x="4950" y="23501"/>
                </a:lnTo>
                <a:lnTo>
                  <a:pt x="4681" y="23736"/>
                </a:lnTo>
                <a:lnTo>
                  <a:pt x="4647" y="23669"/>
                </a:lnTo>
                <a:lnTo>
                  <a:pt x="4613" y="23635"/>
                </a:lnTo>
                <a:lnTo>
                  <a:pt x="4580" y="23602"/>
                </a:lnTo>
                <a:lnTo>
                  <a:pt x="4479" y="23602"/>
                </a:lnTo>
                <a:lnTo>
                  <a:pt x="3772" y="22928"/>
                </a:lnTo>
                <a:lnTo>
                  <a:pt x="3065" y="22255"/>
                </a:lnTo>
                <a:lnTo>
                  <a:pt x="1718" y="20841"/>
                </a:lnTo>
                <a:lnTo>
                  <a:pt x="68" y="19191"/>
                </a:lnTo>
                <a:lnTo>
                  <a:pt x="1" y="19090"/>
                </a:lnTo>
                <a:lnTo>
                  <a:pt x="1" y="19393"/>
                </a:lnTo>
                <a:lnTo>
                  <a:pt x="135" y="19528"/>
                </a:lnTo>
                <a:lnTo>
                  <a:pt x="1751" y="21211"/>
                </a:lnTo>
                <a:lnTo>
                  <a:pt x="3031" y="22558"/>
                </a:lnTo>
                <a:lnTo>
                  <a:pt x="3704" y="23231"/>
                </a:lnTo>
                <a:lnTo>
                  <a:pt x="4411" y="23871"/>
                </a:lnTo>
                <a:lnTo>
                  <a:pt x="4378" y="23972"/>
                </a:lnTo>
                <a:lnTo>
                  <a:pt x="4108" y="24241"/>
                </a:lnTo>
                <a:lnTo>
                  <a:pt x="4075" y="24140"/>
                </a:lnTo>
                <a:lnTo>
                  <a:pt x="4041" y="24073"/>
                </a:lnTo>
                <a:lnTo>
                  <a:pt x="3940" y="24073"/>
                </a:lnTo>
                <a:lnTo>
                  <a:pt x="3873" y="24107"/>
                </a:lnTo>
                <a:lnTo>
                  <a:pt x="3839" y="24174"/>
                </a:lnTo>
                <a:lnTo>
                  <a:pt x="3839" y="24477"/>
                </a:lnTo>
                <a:lnTo>
                  <a:pt x="3401" y="24847"/>
                </a:lnTo>
                <a:lnTo>
                  <a:pt x="3401" y="24814"/>
                </a:lnTo>
                <a:lnTo>
                  <a:pt x="3334" y="24746"/>
                </a:lnTo>
                <a:lnTo>
                  <a:pt x="3267" y="24746"/>
                </a:lnTo>
                <a:lnTo>
                  <a:pt x="3199" y="24780"/>
                </a:lnTo>
                <a:lnTo>
                  <a:pt x="3166" y="24814"/>
                </a:lnTo>
                <a:lnTo>
                  <a:pt x="3166" y="24847"/>
                </a:lnTo>
                <a:lnTo>
                  <a:pt x="3166" y="25083"/>
                </a:lnTo>
                <a:lnTo>
                  <a:pt x="2997" y="25218"/>
                </a:lnTo>
                <a:lnTo>
                  <a:pt x="2997" y="25150"/>
                </a:lnTo>
                <a:lnTo>
                  <a:pt x="2930" y="25083"/>
                </a:lnTo>
                <a:lnTo>
                  <a:pt x="2863" y="25049"/>
                </a:lnTo>
                <a:lnTo>
                  <a:pt x="2795" y="25083"/>
                </a:lnTo>
                <a:lnTo>
                  <a:pt x="2762" y="25150"/>
                </a:lnTo>
                <a:lnTo>
                  <a:pt x="2694" y="25521"/>
                </a:lnTo>
                <a:lnTo>
                  <a:pt x="2256" y="25925"/>
                </a:lnTo>
                <a:lnTo>
                  <a:pt x="2256" y="25857"/>
                </a:lnTo>
                <a:lnTo>
                  <a:pt x="2223" y="25824"/>
                </a:lnTo>
                <a:lnTo>
                  <a:pt x="2189" y="25790"/>
                </a:lnTo>
                <a:lnTo>
                  <a:pt x="2122" y="25790"/>
                </a:lnTo>
                <a:lnTo>
                  <a:pt x="2054" y="25824"/>
                </a:lnTo>
                <a:lnTo>
                  <a:pt x="2021" y="25891"/>
                </a:lnTo>
                <a:lnTo>
                  <a:pt x="2021" y="26160"/>
                </a:lnTo>
                <a:lnTo>
                  <a:pt x="1617" y="26564"/>
                </a:lnTo>
                <a:lnTo>
                  <a:pt x="1549" y="26531"/>
                </a:lnTo>
                <a:lnTo>
                  <a:pt x="1482" y="26531"/>
                </a:lnTo>
                <a:lnTo>
                  <a:pt x="1415" y="26564"/>
                </a:lnTo>
                <a:lnTo>
                  <a:pt x="1381" y="26632"/>
                </a:lnTo>
                <a:lnTo>
                  <a:pt x="1381" y="26766"/>
                </a:lnTo>
                <a:lnTo>
                  <a:pt x="1011" y="27170"/>
                </a:lnTo>
                <a:lnTo>
                  <a:pt x="977" y="27103"/>
                </a:lnTo>
                <a:lnTo>
                  <a:pt x="943" y="27036"/>
                </a:lnTo>
                <a:lnTo>
                  <a:pt x="876" y="27036"/>
                </a:lnTo>
                <a:lnTo>
                  <a:pt x="809" y="27069"/>
                </a:lnTo>
                <a:lnTo>
                  <a:pt x="775" y="27137"/>
                </a:lnTo>
                <a:lnTo>
                  <a:pt x="708" y="27507"/>
                </a:lnTo>
                <a:lnTo>
                  <a:pt x="640" y="27574"/>
                </a:lnTo>
                <a:lnTo>
                  <a:pt x="607" y="27541"/>
                </a:lnTo>
                <a:lnTo>
                  <a:pt x="607" y="27507"/>
                </a:lnTo>
                <a:lnTo>
                  <a:pt x="506" y="27473"/>
                </a:lnTo>
                <a:lnTo>
                  <a:pt x="438" y="27507"/>
                </a:lnTo>
                <a:lnTo>
                  <a:pt x="405" y="27541"/>
                </a:lnTo>
                <a:lnTo>
                  <a:pt x="405" y="27574"/>
                </a:lnTo>
                <a:lnTo>
                  <a:pt x="405" y="27844"/>
                </a:lnTo>
                <a:lnTo>
                  <a:pt x="102" y="28214"/>
                </a:lnTo>
                <a:lnTo>
                  <a:pt x="34" y="28214"/>
                </a:lnTo>
                <a:lnTo>
                  <a:pt x="1" y="28281"/>
                </a:lnTo>
                <a:lnTo>
                  <a:pt x="1" y="29527"/>
                </a:lnTo>
                <a:lnTo>
                  <a:pt x="34" y="29897"/>
                </a:lnTo>
                <a:lnTo>
                  <a:pt x="68" y="29965"/>
                </a:lnTo>
                <a:lnTo>
                  <a:pt x="135" y="29998"/>
                </a:lnTo>
                <a:lnTo>
                  <a:pt x="371" y="29998"/>
                </a:lnTo>
                <a:lnTo>
                  <a:pt x="438" y="29965"/>
                </a:lnTo>
                <a:lnTo>
                  <a:pt x="472" y="29897"/>
                </a:lnTo>
                <a:lnTo>
                  <a:pt x="573" y="29258"/>
                </a:lnTo>
                <a:lnTo>
                  <a:pt x="674" y="29763"/>
                </a:lnTo>
                <a:lnTo>
                  <a:pt x="708" y="29830"/>
                </a:lnTo>
                <a:lnTo>
                  <a:pt x="775" y="29830"/>
                </a:lnTo>
                <a:lnTo>
                  <a:pt x="405" y="30200"/>
                </a:lnTo>
                <a:lnTo>
                  <a:pt x="1" y="30537"/>
                </a:lnTo>
                <a:lnTo>
                  <a:pt x="1" y="30806"/>
                </a:lnTo>
                <a:lnTo>
                  <a:pt x="573" y="30369"/>
                </a:lnTo>
                <a:lnTo>
                  <a:pt x="1112" y="29864"/>
                </a:lnTo>
                <a:lnTo>
                  <a:pt x="1617" y="29325"/>
                </a:lnTo>
                <a:lnTo>
                  <a:pt x="2088" y="28786"/>
                </a:lnTo>
                <a:lnTo>
                  <a:pt x="3031" y="27675"/>
                </a:lnTo>
                <a:lnTo>
                  <a:pt x="3974" y="26564"/>
                </a:lnTo>
                <a:lnTo>
                  <a:pt x="4647" y="25857"/>
                </a:lnTo>
                <a:lnTo>
                  <a:pt x="5354" y="25184"/>
                </a:lnTo>
                <a:lnTo>
                  <a:pt x="5792" y="25723"/>
                </a:lnTo>
                <a:lnTo>
                  <a:pt x="6263" y="26228"/>
                </a:lnTo>
                <a:lnTo>
                  <a:pt x="6768" y="26699"/>
                </a:lnTo>
                <a:lnTo>
                  <a:pt x="7273" y="27204"/>
                </a:lnTo>
                <a:lnTo>
                  <a:pt x="7307" y="27204"/>
                </a:lnTo>
                <a:lnTo>
                  <a:pt x="6196" y="28214"/>
                </a:lnTo>
                <a:lnTo>
                  <a:pt x="5118" y="29224"/>
                </a:lnTo>
                <a:lnTo>
                  <a:pt x="4243" y="29998"/>
                </a:lnTo>
                <a:lnTo>
                  <a:pt x="3435" y="30806"/>
                </a:lnTo>
                <a:lnTo>
                  <a:pt x="2627" y="31615"/>
                </a:lnTo>
                <a:lnTo>
                  <a:pt x="1785" y="32389"/>
                </a:lnTo>
                <a:lnTo>
                  <a:pt x="1448" y="32658"/>
                </a:lnTo>
                <a:lnTo>
                  <a:pt x="1112" y="32894"/>
                </a:lnTo>
                <a:lnTo>
                  <a:pt x="371" y="33264"/>
                </a:lnTo>
                <a:lnTo>
                  <a:pt x="169" y="33365"/>
                </a:lnTo>
                <a:lnTo>
                  <a:pt x="1" y="33500"/>
                </a:lnTo>
                <a:lnTo>
                  <a:pt x="1" y="33668"/>
                </a:lnTo>
                <a:lnTo>
                  <a:pt x="169" y="33668"/>
                </a:lnTo>
                <a:lnTo>
                  <a:pt x="472" y="33466"/>
                </a:lnTo>
                <a:lnTo>
                  <a:pt x="775" y="33332"/>
                </a:lnTo>
                <a:lnTo>
                  <a:pt x="1347" y="33062"/>
                </a:lnTo>
                <a:lnTo>
                  <a:pt x="1347" y="33062"/>
                </a:lnTo>
                <a:lnTo>
                  <a:pt x="1078" y="33332"/>
                </a:lnTo>
                <a:lnTo>
                  <a:pt x="910" y="33500"/>
                </a:lnTo>
                <a:lnTo>
                  <a:pt x="809" y="33668"/>
                </a:lnTo>
                <a:lnTo>
                  <a:pt x="910" y="33668"/>
                </a:lnTo>
                <a:lnTo>
                  <a:pt x="1078" y="33466"/>
                </a:lnTo>
                <a:lnTo>
                  <a:pt x="1280" y="33264"/>
                </a:lnTo>
                <a:lnTo>
                  <a:pt x="1482" y="33096"/>
                </a:lnTo>
                <a:lnTo>
                  <a:pt x="1718" y="32928"/>
                </a:lnTo>
                <a:lnTo>
                  <a:pt x="2189" y="32625"/>
                </a:lnTo>
                <a:lnTo>
                  <a:pt x="2627" y="32322"/>
                </a:lnTo>
                <a:lnTo>
                  <a:pt x="3199" y="31850"/>
                </a:lnTo>
                <a:lnTo>
                  <a:pt x="3738" y="31345"/>
                </a:lnTo>
                <a:lnTo>
                  <a:pt x="4277" y="30806"/>
                </a:lnTo>
                <a:lnTo>
                  <a:pt x="4815" y="30301"/>
                </a:lnTo>
                <a:lnTo>
                  <a:pt x="5926" y="29291"/>
                </a:lnTo>
                <a:lnTo>
                  <a:pt x="6499" y="28786"/>
                </a:lnTo>
                <a:lnTo>
                  <a:pt x="7037" y="28248"/>
                </a:lnTo>
                <a:lnTo>
                  <a:pt x="8115" y="27170"/>
                </a:lnTo>
                <a:lnTo>
                  <a:pt x="9192" y="26093"/>
                </a:lnTo>
                <a:lnTo>
                  <a:pt x="9764" y="25588"/>
                </a:lnTo>
                <a:lnTo>
                  <a:pt x="10337" y="25049"/>
                </a:lnTo>
                <a:lnTo>
                  <a:pt x="11482" y="24039"/>
                </a:lnTo>
                <a:lnTo>
                  <a:pt x="12660" y="22962"/>
                </a:lnTo>
                <a:lnTo>
                  <a:pt x="13805" y="21884"/>
                </a:lnTo>
                <a:lnTo>
                  <a:pt x="16027" y="19662"/>
                </a:lnTo>
                <a:lnTo>
                  <a:pt x="18249" y="17440"/>
                </a:lnTo>
                <a:lnTo>
                  <a:pt x="18855" y="16902"/>
                </a:lnTo>
                <a:lnTo>
                  <a:pt x="19495" y="16363"/>
                </a:lnTo>
                <a:lnTo>
                  <a:pt x="19225" y="16801"/>
                </a:lnTo>
                <a:lnTo>
                  <a:pt x="18821" y="17306"/>
                </a:lnTo>
                <a:lnTo>
                  <a:pt x="18350" y="17811"/>
                </a:lnTo>
                <a:lnTo>
                  <a:pt x="18148" y="17979"/>
                </a:lnTo>
                <a:lnTo>
                  <a:pt x="17912" y="18147"/>
                </a:lnTo>
                <a:lnTo>
                  <a:pt x="17474" y="18450"/>
                </a:lnTo>
                <a:lnTo>
                  <a:pt x="17676" y="18383"/>
                </a:lnTo>
                <a:lnTo>
                  <a:pt x="17912" y="18282"/>
                </a:lnTo>
                <a:lnTo>
                  <a:pt x="18282" y="17979"/>
                </a:lnTo>
                <a:lnTo>
                  <a:pt x="18484" y="17777"/>
                </a:lnTo>
                <a:lnTo>
                  <a:pt x="18720" y="17541"/>
                </a:lnTo>
                <a:lnTo>
                  <a:pt x="19091" y="17070"/>
                </a:lnTo>
                <a:lnTo>
                  <a:pt x="19427" y="16599"/>
                </a:lnTo>
                <a:lnTo>
                  <a:pt x="19730" y="16161"/>
                </a:lnTo>
                <a:lnTo>
                  <a:pt x="20067" y="15858"/>
                </a:lnTo>
                <a:lnTo>
                  <a:pt x="20370" y="15521"/>
                </a:lnTo>
                <a:lnTo>
                  <a:pt x="20639" y="15185"/>
                </a:lnTo>
                <a:lnTo>
                  <a:pt x="20875" y="14814"/>
                </a:lnTo>
                <a:lnTo>
                  <a:pt x="20740" y="15151"/>
                </a:lnTo>
                <a:lnTo>
                  <a:pt x="20471" y="15656"/>
                </a:lnTo>
                <a:lnTo>
                  <a:pt x="20168" y="16127"/>
                </a:lnTo>
                <a:lnTo>
                  <a:pt x="19730" y="16700"/>
                </a:lnTo>
                <a:lnTo>
                  <a:pt x="19225" y="17205"/>
                </a:lnTo>
                <a:lnTo>
                  <a:pt x="18720" y="17676"/>
                </a:lnTo>
                <a:lnTo>
                  <a:pt x="18181" y="18147"/>
                </a:lnTo>
                <a:lnTo>
                  <a:pt x="17104" y="19056"/>
                </a:lnTo>
                <a:lnTo>
                  <a:pt x="15993" y="19999"/>
                </a:lnTo>
                <a:lnTo>
                  <a:pt x="15421" y="20504"/>
                </a:lnTo>
                <a:lnTo>
                  <a:pt x="14882" y="21043"/>
                </a:lnTo>
                <a:lnTo>
                  <a:pt x="13771" y="22120"/>
                </a:lnTo>
                <a:lnTo>
                  <a:pt x="12593" y="23198"/>
                </a:lnTo>
                <a:lnTo>
                  <a:pt x="11414" y="24275"/>
                </a:lnTo>
                <a:lnTo>
                  <a:pt x="10236" y="25352"/>
                </a:lnTo>
                <a:lnTo>
                  <a:pt x="9057" y="26430"/>
                </a:lnTo>
                <a:lnTo>
                  <a:pt x="6802" y="28618"/>
                </a:lnTo>
                <a:lnTo>
                  <a:pt x="5623" y="29662"/>
                </a:lnTo>
                <a:lnTo>
                  <a:pt x="4445" y="30705"/>
                </a:lnTo>
                <a:lnTo>
                  <a:pt x="3637" y="31480"/>
                </a:lnTo>
                <a:lnTo>
                  <a:pt x="2829" y="32254"/>
                </a:lnTo>
                <a:lnTo>
                  <a:pt x="2526" y="32625"/>
                </a:lnTo>
                <a:lnTo>
                  <a:pt x="2189" y="32961"/>
                </a:lnTo>
                <a:lnTo>
                  <a:pt x="1886" y="33332"/>
                </a:lnTo>
                <a:lnTo>
                  <a:pt x="1549" y="33668"/>
                </a:lnTo>
                <a:lnTo>
                  <a:pt x="1650" y="33668"/>
                </a:lnTo>
                <a:lnTo>
                  <a:pt x="2021" y="33298"/>
                </a:lnTo>
                <a:lnTo>
                  <a:pt x="2357" y="32894"/>
                </a:lnTo>
                <a:lnTo>
                  <a:pt x="2863" y="32355"/>
                </a:lnTo>
                <a:lnTo>
                  <a:pt x="3401" y="31817"/>
                </a:lnTo>
                <a:lnTo>
                  <a:pt x="4344" y="30908"/>
                </a:lnTo>
                <a:lnTo>
                  <a:pt x="5354" y="30032"/>
                </a:lnTo>
                <a:lnTo>
                  <a:pt x="4748" y="30604"/>
                </a:lnTo>
                <a:lnTo>
                  <a:pt x="4007" y="31345"/>
                </a:lnTo>
                <a:lnTo>
                  <a:pt x="3300" y="32086"/>
                </a:lnTo>
                <a:lnTo>
                  <a:pt x="2593" y="32860"/>
                </a:lnTo>
                <a:lnTo>
                  <a:pt x="1920" y="33668"/>
                </a:lnTo>
                <a:lnTo>
                  <a:pt x="1987" y="33668"/>
                </a:lnTo>
                <a:lnTo>
                  <a:pt x="4075" y="31480"/>
                </a:lnTo>
                <a:lnTo>
                  <a:pt x="5118" y="30402"/>
                </a:lnTo>
                <a:lnTo>
                  <a:pt x="6196" y="29359"/>
                </a:lnTo>
                <a:lnTo>
                  <a:pt x="7340" y="28281"/>
                </a:lnTo>
                <a:lnTo>
                  <a:pt x="8519" y="27238"/>
                </a:lnTo>
                <a:lnTo>
                  <a:pt x="9697" y="26194"/>
                </a:lnTo>
                <a:lnTo>
                  <a:pt x="10876" y="25184"/>
                </a:lnTo>
                <a:lnTo>
                  <a:pt x="11482" y="24679"/>
                </a:lnTo>
                <a:lnTo>
                  <a:pt x="12054" y="24174"/>
                </a:lnTo>
                <a:lnTo>
                  <a:pt x="13165" y="23097"/>
                </a:lnTo>
                <a:lnTo>
                  <a:pt x="14276" y="22053"/>
                </a:lnTo>
                <a:lnTo>
                  <a:pt x="15421" y="20975"/>
                </a:lnTo>
                <a:lnTo>
                  <a:pt x="17643" y="19056"/>
                </a:lnTo>
                <a:lnTo>
                  <a:pt x="18720" y="18080"/>
                </a:lnTo>
                <a:lnTo>
                  <a:pt x="19259" y="17575"/>
                </a:lnTo>
                <a:lnTo>
                  <a:pt x="19764" y="17036"/>
                </a:lnTo>
                <a:lnTo>
                  <a:pt x="20067" y="16666"/>
                </a:lnTo>
                <a:lnTo>
                  <a:pt x="20370" y="16296"/>
                </a:lnTo>
                <a:lnTo>
                  <a:pt x="20673" y="15858"/>
                </a:lnTo>
                <a:lnTo>
                  <a:pt x="20909" y="15420"/>
                </a:lnTo>
                <a:lnTo>
                  <a:pt x="21010" y="15185"/>
                </a:lnTo>
                <a:lnTo>
                  <a:pt x="21111" y="14949"/>
                </a:lnTo>
                <a:lnTo>
                  <a:pt x="21178" y="14713"/>
                </a:lnTo>
                <a:lnTo>
                  <a:pt x="21212" y="14444"/>
                </a:lnTo>
                <a:lnTo>
                  <a:pt x="21212" y="14208"/>
                </a:lnTo>
                <a:lnTo>
                  <a:pt x="21178" y="13972"/>
                </a:lnTo>
                <a:lnTo>
                  <a:pt x="21111" y="13737"/>
                </a:lnTo>
                <a:lnTo>
                  <a:pt x="21010" y="13501"/>
                </a:lnTo>
                <a:lnTo>
                  <a:pt x="20976" y="13467"/>
                </a:lnTo>
                <a:lnTo>
                  <a:pt x="20942" y="13467"/>
                </a:lnTo>
                <a:lnTo>
                  <a:pt x="20808" y="13097"/>
                </a:lnTo>
                <a:lnTo>
                  <a:pt x="20606" y="12794"/>
                </a:lnTo>
                <a:lnTo>
                  <a:pt x="20336" y="12491"/>
                </a:lnTo>
                <a:lnTo>
                  <a:pt x="20033" y="12255"/>
                </a:lnTo>
                <a:lnTo>
                  <a:pt x="20067" y="12188"/>
                </a:lnTo>
                <a:lnTo>
                  <a:pt x="20067" y="12121"/>
                </a:lnTo>
                <a:lnTo>
                  <a:pt x="20067" y="12087"/>
                </a:lnTo>
                <a:lnTo>
                  <a:pt x="20101" y="12020"/>
                </a:lnTo>
                <a:lnTo>
                  <a:pt x="20101" y="11952"/>
                </a:lnTo>
                <a:lnTo>
                  <a:pt x="20033" y="11885"/>
                </a:lnTo>
                <a:lnTo>
                  <a:pt x="19966" y="11919"/>
                </a:lnTo>
                <a:lnTo>
                  <a:pt x="19730" y="11515"/>
                </a:lnTo>
                <a:lnTo>
                  <a:pt x="19461" y="11178"/>
                </a:lnTo>
                <a:lnTo>
                  <a:pt x="19326" y="11077"/>
                </a:lnTo>
                <a:lnTo>
                  <a:pt x="19192" y="10976"/>
                </a:lnTo>
                <a:lnTo>
                  <a:pt x="18990" y="10909"/>
                </a:lnTo>
                <a:lnTo>
                  <a:pt x="18821" y="10875"/>
                </a:lnTo>
                <a:lnTo>
                  <a:pt x="18720" y="10875"/>
                </a:lnTo>
                <a:lnTo>
                  <a:pt x="18585" y="10942"/>
                </a:lnTo>
                <a:lnTo>
                  <a:pt x="18585" y="10976"/>
                </a:lnTo>
                <a:lnTo>
                  <a:pt x="17340" y="9528"/>
                </a:lnTo>
                <a:lnTo>
                  <a:pt x="16094" y="8114"/>
                </a:lnTo>
                <a:lnTo>
                  <a:pt x="14781" y="6734"/>
                </a:lnTo>
                <a:lnTo>
                  <a:pt x="14141" y="6060"/>
                </a:lnTo>
                <a:lnTo>
                  <a:pt x="13434" y="5387"/>
                </a:lnTo>
                <a:lnTo>
                  <a:pt x="12795" y="4747"/>
                </a:lnTo>
                <a:lnTo>
                  <a:pt x="12155" y="4040"/>
                </a:lnTo>
                <a:lnTo>
                  <a:pt x="10943" y="2660"/>
                </a:lnTo>
                <a:lnTo>
                  <a:pt x="10337" y="1953"/>
                </a:lnTo>
                <a:lnTo>
                  <a:pt x="9697" y="1280"/>
                </a:lnTo>
                <a:lnTo>
                  <a:pt x="9024" y="606"/>
                </a:lnTo>
                <a:lnTo>
                  <a:pt x="8317" y="34"/>
                </a:lnTo>
                <a:lnTo>
                  <a:pt x="828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nvGrpSpPr>
          <p:cNvPr id="214" name="Google Shape;214;p3"/>
          <p:cNvGrpSpPr/>
          <p:nvPr/>
        </p:nvGrpSpPr>
        <p:grpSpPr>
          <a:xfrm>
            <a:off x="6696046" y="-1"/>
            <a:ext cx="1938143" cy="1277000"/>
            <a:chOff x="4793246" y="-1"/>
            <a:chExt cx="1938143" cy="1277000"/>
          </a:xfrm>
        </p:grpSpPr>
        <p:sp>
          <p:nvSpPr>
            <p:cNvPr id="215" name="Google Shape;215;p3"/>
            <p:cNvSpPr/>
            <p:nvPr/>
          </p:nvSpPr>
          <p:spPr>
            <a:xfrm>
              <a:off x="4793246" y="-1"/>
              <a:ext cx="1938143" cy="1277000"/>
            </a:xfrm>
            <a:custGeom>
              <a:avLst/>
              <a:gdLst/>
              <a:ahLst/>
              <a:cxnLst/>
              <a:rect l="l" t="t" r="r" b="b"/>
              <a:pathLst>
                <a:path w="38989" h="25689" extrusionOk="0">
                  <a:moveTo>
                    <a:pt x="1" y="0"/>
                  </a:moveTo>
                  <a:lnTo>
                    <a:pt x="68" y="135"/>
                  </a:lnTo>
                  <a:lnTo>
                    <a:pt x="439" y="909"/>
                  </a:lnTo>
                  <a:lnTo>
                    <a:pt x="843" y="1683"/>
                  </a:lnTo>
                  <a:lnTo>
                    <a:pt x="1280" y="2424"/>
                  </a:lnTo>
                  <a:lnTo>
                    <a:pt x="1684" y="3198"/>
                  </a:lnTo>
                  <a:lnTo>
                    <a:pt x="2156" y="4108"/>
                  </a:lnTo>
                  <a:lnTo>
                    <a:pt x="2661" y="5050"/>
                  </a:lnTo>
                  <a:lnTo>
                    <a:pt x="3704" y="6868"/>
                  </a:lnTo>
                  <a:lnTo>
                    <a:pt x="4782" y="8686"/>
                  </a:lnTo>
                  <a:lnTo>
                    <a:pt x="5826" y="10471"/>
                  </a:lnTo>
                  <a:lnTo>
                    <a:pt x="6802" y="12222"/>
                  </a:lnTo>
                  <a:lnTo>
                    <a:pt x="7711" y="14006"/>
                  </a:lnTo>
                  <a:lnTo>
                    <a:pt x="9462" y="17575"/>
                  </a:lnTo>
                  <a:lnTo>
                    <a:pt x="10404" y="19359"/>
                  </a:lnTo>
                  <a:lnTo>
                    <a:pt x="11347" y="21110"/>
                  </a:lnTo>
                  <a:lnTo>
                    <a:pt x="11852" y="21952"/>
                  </a:lnTo>
                  <a:lnTo>
                    <a:pt x="12391" y="22793"/>
                  </a:lnTo>
                  <a:lnTo>
                    <a:pt x="12930" y="23635"/>
                  </a:lnTo>
                  <a:lnTo>
                    <a:pt x="13502" y="24443"/>
                  </a:lnTo>
                  <a:lnTo>
                    <a:pt x="13704" y="24780"/>
                  </a:lnTo>
                  <a:lnTo>
                    <a:pt x="13940" y="25049"/>
                  </a:lnTo>
                  <a:lnTo>
                    <a:pt x="14209" y="25318"/>
                  </a:lnTo>
                  <a:lnTo>
                    <a:pt x="14546" y="25487"/>
                  </a:lnTo>
                  <a:lnTo>
                    <a:pt x="14882" y="25621"/>
                  </a:lnTo>
                  <a:lnTo>
                    <a:pt x="15219" y="25689"/>
                  </a:lnTo>
                  <a:lnTo>
                    <a:pt x="15589" y="25689"/>
                  </a:lnTo>
                  <a:lnTo>
                    <a:pt x="15960" y="25621"/>
                  </a:lnTo>
                  <a:lnTo>
                    <a:pt x="15993" y="25655"/>
                  </a:lnTo>
                  <a:lnTo>
                    <a:pt x="16094" y="25621"/>
                  </a:lnTo>
                  <a:lnTo>
                    <a:pt x="18788" y="24140"/>
                  </a:lnTo>
                  <a:lnTo>
                    <a:pt x="21481" y="22659"/>
                  </a:lnTo>
                  <a:lnTo>
                    <a:pt x="24208" y="21144"/>
                  </a:lnTo>
                  <a:lnTo>
                    <a:pt x="26935" y="19696"/>
                  </a:lnTo>
                  <a:lnTo>
                    <a:pt x="29663" y="18282"/>
                  </a:lnTo>
                  <a:lnTo>
                    <a:pt x="32423" y="16901"/>
                  </a:lnTo>
                  <a:lnTo>
                    <a:pt x="33770" y="16194"/>
                  </a:lnTo>
                  <a:lnTo>
                    <a:pt x="34443" y="15824"/>
                  </a:lnTo>
                  <a:lnTo>
                    <a:pt x="35117" y="15420"/>
                  </a:lnTo>
                  <a:lnTo>
                    <a:pt x="36430" y="14646"/>
                  </a:lnTo>
                  <a:lnTo>
                    <a:pt x="37103" y="14275"/>
                  </a:lnTo>
                  <a:lnTo>
                    <a:pt x="37810" y="13972"/>
                  </a:lnTo>
                  <a:lnTo>
                    <a:pt x="38080" y="13871"/>
                  </a:lnTo>
                  <a:lnTo>
                    <a:pt x="38282" y="13737"/>
                  </a:lnTo>
                  <a:lnTo>
                    <a:pt x="38484" y="13568"/>
                  </a:lnTo>
                  <a:lnTo>
                    <a:pt x="38652" y="13434"/>
                  </a:lnTo>
                  <a:lnTo>
                    <a:pt x="38753" y="13232"/>
                  </a:lnTo>
                  <a:lnTo>
                    <a:pt x="38854" y="13063"/>
                  </a:lnTo>
                  <a:lnTo>
                    <a:pt x="38921" y="12861"/>
                  </a:lnTo>
                  <a:lnTo>
                    <a:pt x="38955" y="12626"/>
                  </a:lnTo>
                  <a:lnTo>
                    <a:pt x="38989" y="12424"/>
                  </a:lnTo>
                  <a:lnTo>
                    <a:pt x="38955" y="12188"/>
                  </a:lnTo>
                  <a:lnTo>
                    <a:pt x="38921" y="11952"/>
                  </a:lnTo>
                  <a:lnTo>
                    <a:pt x="38854" y="11683"/>
                  </a:lnTo>
                  <a:lnTo>
                    <a:pt x="38753" y="11447"/>
                  </a:lnTo>
                  <a:lnTo>
                    <a:pt x="38618" y="11178"/>
                  </a:lnTo>
                  <a:lnTo>
                    <a:pt x="38315" y="10639"/>
                  </a:lnTo>
                  <a:lnTo>
                    <a:pt x="36935" y="8013"/>
                  </a:lnTo>
                  <a:lnTo>
                    <a:pt x="35487" y="5387"/>
                  </a:lnTo>
                  <a:lnTo>
                    <a:pt x="34006" y="2727"/>
                  </a:lnTo>
                  <a:lnTo>
                    <a:pt x="33265" y="1380"/>
                  </a:lnTo>
                  <a:lnTo>
                    <a:pt x="32928" y="673"/>
                  </a:lnTo>
                  <a:lnTo>
                    <a:pt x="32625" y="0"/>
                  </a:lnTo>
                  <a:lnTo>
                    <a:pt x="32390" y="0"/>
                  </a:lnTo>
                  <a:lnTo>
                    <a:pt x="32659" y="640"/>
                  </a:lnTo>
                  <a:lnTo>
                    <a:pt x="32962" y="1279"/>
                  </a:lnTo>
                  <a:lnTo>
                    <a:pt x="33635" y="2559"/>
                  </a:lnTo>
                  <a:lnTo>
                    <a:pt x="34342" y="3804"/>
                  </a:lnTo>
                  <a:lnTo>
                    <a:pt x="35016" y="5050"/>
                  </a:lnTo>
                  <a:lnTo>
                    <a:pt x="35824" y="6464"/>
                  </a:lnTo>
                  <a:lnTo>
                    <a:pt x="36632" y="7878"/>
                  </a:lnTo>
                  <a:lnTo>
                    <a:pt x="37642" y="9730"/>
                  </a:lnTo>
                  <a:lnTo>
                    <a:pt x="38248" y="10908"/>
                  </a:lnTo>
                  <a:lnTo>
                    <a:pt x="38450" y="11346"/>
                  </a:lnTo>
                  <a:lnTo>
                    <a:pt x="38585" y="11750"/>
                  </a:lnTo>
                  <a:lnTo>
                    <a:pt x="38686" y="12121"/>
                  </a:lnTo>
                  <a:lnTo>
                    <a:pt x="38719" y="12491"/>
                  </a:lnTo>
                  <a:lnTo>
                    <a:pt x="38719" y="12693"/>
                  </a:lnTo>
                  <a:lnTo>
                    <a:pt x="38686" y="12861"/>
                  </a:lnTo>
                  <a:lnTo>
                    <a:pt x="38618" y="13030"/>
                  </a:lnTo>
                  <a:lnTo>
                    <a:pt x="38551" y="13198"/>
                  </a:lnTo>
                  <a:lnTo>
                    <a:pt x="38416" y="13333"/>
                  </a:lnTo>
                  <a:lnTo>
                    <a:pt x="38282" y="13467"/>
                  </a:lnTo>
                  <a:lnTo>
                    <a:pt x="38113" y="13602"/>
                  </a:lnTo>
                  <a:lnTo>
                    <a:pt x="37878" y="13737"/>
                  </a:lnTo>
                  <a:lnTo>
                    <a:pt x="37238" y="14006"/>
                  </a:lnTo>
                  <a:lnTo>
                    <a:pt x="36632" y="14309"/>
                  </a:lnTo>
                  <a:lnTo>
                    <a:pt x="35487" y="15016"/>
                  </a:lnTo>
                  <a:lnTo>
                    <a:pt x="34107" y="15757"/>
                  </a:lnTo>
                  <a:lnTo>
                    <a:pt x="32760" y="16464"/>
                  </a:lnTo>
                  <a:lnTo>
                    <a:pt x="29898" y="17911"/>
                  </a:lnTo>
                  <a:lnTo>
                    <a:pt x="27036" y="19359"/>
                  </a:lnTo>
                  <a:lnTo>
                    <a:pt x="24377" y="20773"/>
                  </a:lnTo>
                  <a:lnTo>
                    <a:pt x="21717" y="22221"/>
                  </a:lnTo>
                  <a:lnTo>
                    <a:pt x="19091" y="23702"/>
                  </a:lnTo>
                  <a:lnTo>
                    <a:pt x="16465" y="25184"/>
                  </a:lnTo>
                  <a:lnTo>
                    <a:pt x="16397" y="25184"/>
                  </a:lnTo>
                  <a:lnTo>
                    <a:pt x="16027" y="25318"/>
                  </a:lnTo>
                  <a:lnTo>
                    <a:pt x="15690" y="25386"/>
                  </a:lnTo>
                  <a:lnTo>
                    <a:pt x="15320" y="25453"/>
                  </a:lnTo>
                  <a:lnTo>
                    <a:pt x="15152" y="25453"/>
                  </a:lnTo>
                  <a:lnTo>
                    <a:pt x="14950" y="25419"/>
                  </a:lnTo>
                  <a:lnTo>
                    <a:pt x="14714" y="25352"/>
                  </a:lnTo>
                  <a:lnTo>
                    <a:pt x="14512" y="25251"/>
                  </a:lnTo>
                  <a:lnTo>
                    <a:pt x="14344" y="25150"/>
                  </a:lnTo>
                  <a:lnTo>
                    <a:pt x="14175" y="24982"/>
                  </a:lnTo>
                  <a:lnTo>
                    <a:pt x="14041" y="24813"/>
                  </a:lnTo>
                  <a:lnTo>
                    <a:pt x="13872" y="24645"/>
                  </a:lnTo>
                  <a:lnTo>
                    <a:pt x="13637" y="24275"/>
                  </a:lnTo>
                  <a:lnTo>
                    <a:pt x="13603" y="24241"/>
                  </a:lnTo>
                  <a:lnTo>
                    <a:pt x="13064" y="23366"/>
                  </a:lnTo>
                  <a:lnTo>
                    <a:pt x="12526" y="22524"/>
                  </a:lnTo>
                  <a:lnTo>
                    <a:pt x="11515" y="20740"/>
                  </a:lnTo>
                  <a:lnTo>
                    <a:pt x="10573" y="18955"/>
                  </a:lnTo>
                  <a:lnTo>
                    <a:pt x="9630" y="17137"/>
                  </a:lnTo>
                  <a:lnTo>
                    <a:pt x="7778" y="13535"/>
                  </a:lnTo>
                  <a:lnTo>
                    <a:pt x="6802" y="11716"/>
                  </a:lnTo>
                  <a:lnTo>
                    <a:pt x="5826" y="9966"/>
                  </a:lnTo>
                  <a:lnTo>
                    <a:pt x="5287" y="9057"/>
                  </a:lnTo>
                  <a:lnTo>
                    <a:pt x="4748" y="8148"/>
                  </a:lnTo>
                  <a:lnTo>
                    <a:pt x="4209" y="7272"/>
                  </a:lnTo>
                  <a:lnTo>
                    <a:pt x="3671" y="6363"/>
                  </a:lnTo>
                  <a:lnTo>
                    <a:pt x="2593" y="4411"/>
                  </a:lnTo>
                  <a:lnTo>
                    <a:pt x="1583" y="2424"/>
                  </a:lnTo>
                  <a:lnTo>
                    <a:pt x="1280" y="1818"/>
                  </a:lnTo>
                  <a:lnTo>
                    <a:pt x="944" y="1212"/>
                  </a:lnTo>
                  <a:lnTo>
                    <a:pt x="607" y="606"/>
                  </a:lnTo>
                  <a:lnTo>
                    <a:pt x="27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16" name="Google Shape;216;p3"/>
            <p:cNvSpPr/>
            <p:nvPr/>
          </p:nvSpPr>
          <p:spPr>
            <a:xfrm>
              <a:off x="6045142" y="860231"/>
              <a:ext cx="107175" cy="100464"/>
            </a:xfrm>
            <a:custGeom>
              <a:avLst/>
              <a:gdLst/>
              <a:ahLst/>
              <a:cxnLst/>
              <a:rect l="l" t="t" r="r" b="b"/>
              <a:pathLst>
                <a:path w="2156" h="2021" extrusionOk="0">
                  <a:moveTo>
                    <a:pt x="1044" y="270"/>
                  </a:moveTo>
                  <a:lnTo>
                    <a:pt x="1246" y="303"/>
                  </a:lnTo>
                  <a:lnTo>
                    <a:pt x="1415" y="404"/>
                  </a:lnTo>
                  <a:lnTo>
                    <a:pt x="1583" y="505"/>
                  </a:lnTo>
                  <a:lnTo>
                    <a:pt x="1718" y="674"/>
                  </a:lnTo>
                  <a:lnTo>
                    <a:pt x="1819" y="808"/>
                  </a:lnTo>
                  <a:lnTo>
                    <a:pt x="1886" y="977"/>
                  </a:lnTo>
                  <a:lnTo>
                    <a:pt x="1920" y="1179"/>
                  </a:lnTo>
                  <a:lnTo>
                    <a:pt x="1886" y="1347"/>
                  </a:lnTo>
                  <a:lnTo>
                    <a:pt x="1751" y="1482"/>
                  </a:lnTo>
                  <a:lnTo>
                    <a:pt x="1617" y="1583"/>
                  </a:lnTo>
                  <a:lnTo>
                    <a:pt x="1448" y="1684"/>
                  </a:lnTo>
                  <a:lnTo>
                    <a:pt x="1246" y="1751"/>
                  </a:lnTo>
                  <a:lnTo>
                    <a:pt x="1078" y="1785"/>
                  </a:lnTo>
                  <a:lnTo>
                    <a:pt x="910" y="1785"/>
                  </a:lnTo>
                  <a:lnTo>
                    <a:pt x="741" y="1751"/>
                  </a:lnTo>
                  <a:lnTo>
                    <a:pt x="607" y="1717"/>
                  </a:lnTo>
                  <a:lnTo>
                    <a:pt x="506" y="1616"/>
                  </a:lnTo>
                  <a:lnTo>
                    <a:pt x="405" y="1515"/>
                  </a:lnTo>
                  <a:lnTo>
                    <a:pt x="337" y="1414"/>
                  </a:lnTo>
                  <a:lnTo>
                    <a:pt x="270" y="1280"/>
                  </a:lnTo>
                  <a:lnTo>
                    <a:pt x="270" y="1111"/>
                  </a:lnTo>
                  <a:lnTo>
                    <a:pt x="236" y="977"/>
                  </a:lnTo>
                  <a:lnTo>
                    <a:pt x="270" y="775"/>
                  </a:lnTo>
                  <a:lnTo>
                    <a:pt x="337" y="606"/>
                  </a:lnTo>
                  <a:lnTo>
                    <a:pt x="438" y="472"/>
                  </a:lnTo>
                  <a:lnTo>
                    <a:pt x="573" y="337"/>
                  </a:lnTo>
                  <a:lnTo>
                    <a:pt x="640" y="371"/>
                  </a:lnTo>
                  <a:lnTo>
                    <a:pt x="708" y="337"/>
                  </a:lnTo>
                  <a:lnTo>
                    <a:pt x="876" y="270"/>
                  </a:lnTo>
                  <a:close/>
                  <a:moveTo>
                    <a:pt x="708" y="0"/>
                  </a:moveTo>
                  <a:lnTo>
                    <a:pt x="506" y="34"/>
                  </a:lnTo>
                  <a:lnTo>
                    <a:pt x="371" y="169"/>
                  </a:lnTo>
                  <a:lnTo>
                    <a:pt x="236" y="303"/>
                  </a:lnTo>
                  <a:lnTo>
                    <a:pt x="135" y="472"/>
                  </a:lnTo>
                  <a:lnTo>
                    <a:pt x="68" y="674"/>
                  </a:lnTo>
                  <a:lnTo>
                    <a:pt x="1" y="842"/>
                  </a:lnTo>
                  <a:lnTo>
                    <a:pt x="1" y="1044"/>
                  </a:lnTo>
                  <a:lnTo>
                    <a:pt x="1" y="1246"/>
                  </a:lnTo>
                  <a:lnTo>
                    <a:pt x="68" y="1448"/>
                  </a:lnTo>
                  <a:lnTo>
                    <a:pt x="169" y="1616"/>
                  </a:lnTo>
                  <a:lnTo>
                    <a:pt x="304" y="1785"/>
                  </a:lnTo>
                  <a:lnTo>
                    <a:pt x="472" y="1886"/>
                  </a:lnTo>
                  <a:lnTo>
                    <a:pt x="640" y="1987"/>
                  </a:lnTo>
                  <a:lnTo>
                    <a:pt x="842" y="2020"/>
                  </a:lnTo>
                  <a:lnTo>
                    <a:pt x="1280" y="2020"/>
                  </a:lnTo>
                  <a:lnTo>
                    <a:pt x="1516" y="1919"/>
                  </a:lnTo>
                  <a:lnTo>
                    <a:pt x="1718" y="1818"/>
                  </a:lnTo>
                  <a:lnTo>
                    <a:pt x="1886" y="1684"/>
                  </a:lnTo>
                  <a:lnTo>
                    <a:pt x="2021" y="1515"/>
                  </a:lnTo>
                  <a:lnTo>
                    <a:pt x="2122" y="1313"/>
                  </a:lnTo>
                  <a:lnTo>
                    <a:pt x="2155" y="1078"/>
                  </a:lnTo>
                  <a:lnTo>
                    <a:pt x="2122" y="842"/>
                  </a:lnTo>
                  <a:lnTo>
                    <a:pt x="2054" y="674"/>
                  </a:lnTo>
                  <a:lnTo>
                    <a:pt x="1953" y="539"/>
                  </a:lnTo>
                  <a:lnTo>
                    <a:pt x="1819" y="371"/>
                  </a:lnTo>
                  <a:lnTo>
                    <a:pt x="1650" y="270"/>
                  </a:lnTo>
                  <a:lnTo>
                    <a:pt x="1482" y="169"/>
                  </a:lnTo>
                  <a:lnTo>
                    <a:pt x="1314" y="68"/>
                  </a:lnTo>
                  <a:lnTo>
                    <a:pt x="1112" y="34"/>
                  </a:lnTo>
                  <a:lnTo>
                    <a:pt x="943" y="34"/>
                  </a:lnTo>
                  <a:lnTo>
                    <a:pt x="91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17" name="Google Shape;217;p3"/>
            <p:cNvSpPr/>
            <p:nvPr/>
          </p:nvSpPr>
          <p:spPr>
            <a:xfrm>
              <a:off x="6071936" y="890355"/>
              <a:ext cx="51947" cy="40215"/>
            </a:xfrm>
            <a:custGeom>
              <a:avLst/>
              <a:gdLst/>
              <a:ahLst/>
              <a:cxnLst/>
              <a:rect l="l" t="t" r="r" b="b"/>
              <a:pathLst>
                <a:path w="1045" h="809" extrusionOk="0">
                  <a:moveTo>
                    <a:pt x="539" y="236"/>
                  </a:moveTo>
                  <a:lnTo>
                    <a:pt x="674" y="371"/>
                  </a:lnTo>
                  <a:lnTo>
                    <a:pt x="741" y="539"/>
                  </a:lnTo>
                  <a:lnTo>
                    <a:pt x="472" y="606"/>
                  </a:lnTo>
                  <a:lnTo>
                    <a:pt x="371" y="640"/>
                  </a:lnTo>
                  <a:lnTo>
                    <a:pt x="303" y="573"/>
                  </a:lnTo>
                  <a:lnTo>
                    <a:pt x="236" y="505"/>
                  </a:lnTo>
                  <a:lnTo>
                    <a:pt x="236" y="404"/>
                  </a:lnTo>
                  <a:lnTo>
                    <a:pt x="539" y="236"/>
                  </a:lnTo>
                  <a:close/>
                  <a:moveTo>
                    <a:pt x="472" y="0"/>
                  </a:moveTo>
                  <a:lnTo>
                    <a:pt x="236" y="135"/>
                  </a:lnTo>
                  <a:lnTo>
                    <a:pt x="34" y="303"/>
                  </a:lnTo>
                  <a:lnTo>
                    <a:pt x="0" y="337"/>
                  </a:lnTo>
                  <a:lnTo>
                    <a:pt x="0" y="404"/>
                  </a:lnTo>
                  <a:lnTo>
                    <a:pt x="0" y="438"/>
                  </a:lnTo>
                  <a:lnTo>
                    <a:pt x="68" y="472"/>
                  </a:lnTo>
                  <a:lnTo>
                    <a:pt x="101" y="573"/>
                  </a:lnTo>
                  <a:lnTo>
                    <a:pt x="169" y="674"/>
                  </a:lnTo>
                  <a:lnTo>
                    <a:pt x="236" y="741"/>
                  </a:lnTo>
                  <a:lnTo>
                    <a:pt x="371" y="808"/>
                  </a:lnTo>
                  <a:lnTo>
                    <a:pt x="539" y="808"/>
                  </a:lnTo>
                  <a:lnTo>
                    <a:pt x="674" y="741"/>
                  </a:lnTo>
                  <a:lnTo>
                    <a:pt x="977" y="606"/>
                  </a:lnTo>
                  <a:lnTo>
                    <a:pt x="1044" y="573"/>
                  </a:lnTo>
                  <a:lnTo>
                    <a:pt x="1044" y="505"/>
                  </a:lnTo>
                  <a:lnTo>
                    <a:pt x="1010" y="472"/>
                  </a:lnTo>
                  <a:lnTo>
                    <a:pt x="943" y="438"/>
                  </a:lnTo>
                  <a:lnTo>
                    <a:pt x="909" y="438"/>
                  </a:lnTo>
                  <a:lnTo>
                    <a:pt x="876" y="303"/>
                  </a:lnTo>
                  <a:lnTo>
                    <a:pt x="808" y="202"/>
                  </a:lnTo>
                  <a:lnTo>
                    <a:pt x="707" y="101"/>
                  </a:lnTo>
                  <a:lnTo>
                    <a:pt x="6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18" name="Google Shape;218;p3"/>
            <p:cNvSpPr/>
            <p:nvPr/>
          </p:nvSpPr>
          <p:spPr>
            <a:xfrm>
              <a:off x="4974041" y="-1"/>
              <a:ext cx="1611747" cy="1119668"/>
            </a:xfrm>
            <a:custGeom>
              <a:avLst/>
              <a:gdLst/>
              <a:ahLst/>
              <a:cxnLst/>
              <a:rect l="l" t="t" r="r" b="b"/>
              <a:pathLst>
                <a:path w="32423" h="22524" extrusionOk="0">
                  <a:moveTo>
                    <a:pt x="0" y="0"/>
                  </a:moveTo>
                  <a:lnTo>
                    <a:pt x="337" y="707"/>
                  </a:lnTo>
                  <a:lnTo>
                    <a:pt x="1717" y="3299"/>
                  </a:lnTo>
                  <a:lnTo>
                    <a:pt x="2694" y="5118"/>
                  </a:lnTo>
                  <a:lnTo>
                    <a:pt x="3670" y="6868"/>
                  </a:lnTo>
                  <a:lnTo>
                    <a:pt x="4646" y="8653"/>
                  </a:lnTo>
                  <a:lnTo>
                    <a:pt x="5589" y="10471"/>
                  </a:lnTo>
                  <a:lnTo>
                    <a:pt x="7306" y="13939"/>
                  </a:lnTo>
                  <a:lnTo>
                    <a:pt x="9023" y="17373"/>
                  </a:lnTo>
                  <a:lnTo>
                    <a:pt x="9293" y="18046"/>
                  </a:lnTo>
                  <a:lnTo>
                    <a:pt x="9596" y="18719"/>
                  </a:lnTo>
                  <a:lnTo>
                    <a:pt x="10202" y="20066"/>
                  </a:lnTo>
                  <a:lnTo>
                    <a:pt x="10505" y="20706"/>
                  </a:lnTo>
                  <a:lnTo>
                    <a:pt x="10875" y="21346"/>
                  </a:lnTo>
                  <a:lnTo>
                    <a:pt x="11279" y="21952"/>
                  </a:lnTo>
                  <a:lnTo>
                    <a:pt x="11515" y="22221"/>
                  </a:lnTo>
                  <a:lnTo>
                    <a:pt x="11750" y="22490"/>
                  </a:lnTo>
                  <a:lnTo>
                    <a:pt x="11818" y="22524"/>
                  </a:lnTo>
                  <a:lnTo>
                    <a:pt x="11851" y="22524"/>
                  </a:lnTo>
                  <a:lnTo>
                    <a:pt x="11952" y="22490"/>
                  </a:lnTo>
                  <a:lnTo>
                    <a:pt x="11986" y="22389"/>
                  </a:lnTo>
                  <a:lnTo>
                    <a:pt x="11986" y="22356"/>
                  </a:lnTo>
                  <a:lnTo>
                    <a:pt x="11952" y="22288"/>
                  </a:lnTo>
                  <a:lnTo>
                    <a:pt x="11919" y="22288"/>
                  </a:lnTo>
                  <a:lnTo>
                    <a:pt x="12457" y="22154"/>
                  </a:lnTo>
                  <a:lnTo>
                    <a:pt x="12962" y="21985"/>
                  </a:lnTo>
                  <a:lnTo>
                    <a:pt x="13467" y="21750"/>
                  </a:lnTo>
                  <a:lnTo>
                    <a:pt x="13939" y="21480"/>
                  </a:lnTo>
                  <a:lnTo>
                    <a:pt x="14444" y="21177"/>
                  </a:lnTo>
                  <a:lnTo>
                    <a:pt x="14881" y="20841"/>
                  </a:lnTo>
                  <a:lnTo>
                    <a:pt x="15790" y="20235"/>
                  </a:lnTo>
                  <a:lnTo>
                    <a:pt x="16430" y="19830"/>
                  </a:lnTo>
                  <a:lnTo>
                    <a:pt x="17070" y="19426"/>
                  </a:lnTo>
                  <a:lnTo>
                    <a:pt x="18417" y="18686"/>
                  </a:lnTo>
                  <a:lnTo>
                    <a:pt x="21144" y="17272"/>
                  </a:lnTo>
                  <a:lnTo>
                    <a:pt x="22524" y="16598"/>
                  </a:lnTo>
                  <a:lnTo>
                    <a:pt x="23904" y="15925"/>
                  </a:lnTo>
                  <a:lnTo>
                    <a:pt x="25285" y="15285"/>
                  </a:lnTo>
                  <a:lnTo>
                    <a:pt x="26665" y="14612"/>
                  </a:lnTo>
                  <a:lnTo>
                    <a:pt x="27372" y="14242"/>
                  </a:lnTo>
                  <a:lnTo>
                    <a:pt x="28079" y="13838"/>
                  </a:lnTo>
                  <a:lnTo>
                    <a:pt x="29460" y="12996"/>
                  </a:lnTo>
                  <a:lnTo>
                    <a:pt x="30133" y="12592"/>
                  </a:lnTo>
                  <a:lnTo>
                    <a:pt x="30840" y="12222"/>
                  </a:lnTo>
                  <a:lnTo>
                    <a:pt x="31547" y="11851"/>
                  </a:lnTo>
                  <a:lnTo>
                    <a:pt x="32288" y="11548"/>
                  </a:lnTo>
                  <a:lnTo>
                    <a:pt x="32355" y="11548"/>
                  </a:lnTo>
                  <a:lnTo>
                    <a:pt x="32422" y="11481"/>
                  </a:lnTo>
                  <a:lnTo>
                    <a:pt x="32422" y="11447"/>
                  </a:lnTo>
                  <a:lnTo>
                    <a:pt x="32389" y="11380"/>
                  </a:lnTo>
                  <a:lnTo>
                    <a:pt x="32254" y="11211"/>
                  </a:lnTo>
                  <a:lnTo>
                    <a:pt x="32119" y="11077"/>
                  </a:lnTo>
                  <a:lnTo>
                    <a:pt x="31884" y="10706"/>
                  </a:lnTo>
                  <a:lnTo>
                    <a:pt x="31480" y="9966"/>
                  </a:lnTo>
                  <a:lnTo>
                    <a:pt x="31210" y="9562"/>
                  </a:lnTo>
                  <a:lnTo>
                    <a:pt x="30907" y="9158"/>
                  </a:lnTo>
                  <a:lnTo>
                    <a:pt x="30301" y="8350"/>
                  </a:lnTo>
                  <a:lnTo>
                    <a:pt x="29998" y="7878"/>
                  </a:lnTo>
                  <a:lnTo>
                    <a:pt x="29729" y="7407"/>
                  </a:lnTo>
                  <a:lnTo>
                    <a:pt x="29460" y="6936"/>
                  </a:lnTo>
                  <a:lnTo>
                    <a:pt x="29224" y="6464"/>
                  </a:lnTo>
                  <a:lnTo>
                    <a:pt x="28753" y="5454"/>
                  </a:lnTo>
                  <a:lnTo>
                    <a:pt x="28349" y="4478"/>
                  </a:lnTo>
                  <a:lnTo>
                    <a:pt x="27877" y="3434"/>
                  </a:lnTo>
                  <a:lnTo>
                    <a:pt x="27339" y="2458"/>
                  </a:lnTo>
                  <a:lnTo>
                    <a:pt x="26261" y="471"/>
                  </a:lnTo>
                  <a:lnTo>
                    <a:pt x="26026" y="0"/>
                  </a:lnTo>
                  <a:lnTo>
                    <a:pt x="25790" y="0"/>
                  </a:lnTo>
                  <a:lnTo>
                    <a:pt x="26026" y="539"/>
                  </a:lnTo>
                  <a:lnTo>
                    <a:pt x="26295" y="1044"/>
                  </a:lnTo>
                  <a:lnTo>
                    <a:pt x="27406" y="3097"/>
                  </a:lnTo>
                  <a:lnTo>
                    <a:pt x="27911" y="4175"/>
                  </a:lnTo>
                  <a:lnTo>
                    <a:pt x="28382" y="5219"/>
                  </a:lnTo>
                  <a:lnTo>
                    <a:pt x="28820" y="6195"/>
                  </a:lnTo>
                  <a:lnTo>
                    <a:pt x="29258" y="7104"/>
                  </a:lnTo>
                  <a:lnTo>
                    <a:pt x="29796" y="7979"/>
                  </a:lnTo>
                  <a:lnTo>
                    <a:pt x="30369" y="8821"/>
                  </a:lnTo>
                  <a:lnTo>
                    <a:pt x="30941" y="9595"/>
                  </a:lnTo>
                  <a:lnTo>
                    <a:pt x="31177" y="9999"/>
                  </a:lnTo>
                  <a:lnTo>
                    <a:pt x="31412" y="10403"/>
                  </a:lnTo>
                  <a:lnTo>
                    <a:pt x="31715" y="10942"/>
                  </a:lnTo>
                  <a:lnTo>
                    <a:pt x="31884" y="11178"/>
                  </a:lnTo>
                  <a:lnTo>
                    <a:pt x="32086" y="11413"/>
                  </a:lnTo>
                  <a:lnTo>
                    <a:pt x="31446" y="11683"/>
                  </a:lnTo>
                  <a:lnTo>
                    <a:pt x="30840" y="11986"/>
                  </a:lnTo>
                  <a:lnTo>
                    <a:pt x="30200" y="12289"/>
                  </a:lnTo>
                  <a:lnTo>
                    <a:pt x="29594" y="12659"/>
                  </a:lnTo>
                  <a:lnTo>
                    <a:pt x="28416" y="13366"/>
                  </a:lnTo>
                  <a:lnTo>
                    <a:pt x="27204" y="14073"/>
                  </a:lnTo>
                  <a:lnTo>
                    <a:pt x="26531" y="14444"/>
                  </a:lnTo>
                  <a:lnTo>
                    <a:pt x="25857" y="14780"/>
                  </a:lnTo>
                  <a:lnTo>
                    <a:pt x="24477" y="15420"/>
                  </a:lnTo>
                  <a:lnTo>
                    <a:pt x="23096" y="16060"/>
                  </a:lnTo>
                  <a:lnTo>
                    <a:pt x="22389" y="16396"/>
                  </a:lnTo>
                  <a:lnTo>
                    <a:pt x="21716" y="16733"/>
                  </a:lnTo>
                  <a:lnTo>
                    <a:pt x="20302" y="17474"/>
                  </a:lnTo>
                  <a:lnTo>
                    <a:pt x="18888" y="18214"/>
                  </a:lnTo>
                  <a:lnTo>
                    <a:pt x="17508" y="18955"/>
                  </a:lnTo>
                  <a:lnTo>
                    <a:pt x="16834" y="19359"/>
                  </a:lnTo>
                  <a:lnTo>
                    <a:pt x="16127" y="19763"/>
                  </a:lnTo>
                  <a:lnTo>
                    <a:pt x="15083" y="20437"/>
                  </a:lnTo>
                  <a:lnTo>
                    <a:pt x="14040" y="21110"/>
                  </a:lnTo>
                  <a:lnTo>
                    <a:pt x="13501" y="21447"/>
                  </a:lnTo>
                  <a:lnTo>
                    <a:pt x="12962" y="21716"/>
                  </a:lnTo>
                  <a:lnTo>
                    <a:pt x="12390" y="21952"/>
                  </a:lnTo>
                  <a:lnTo>
                    <a:pt x="11784" y="22120"/>
                  </a:lnTo>
                  <a:lnTo>
                    <a:pt x="11346" y="21548"/>
                  </a:lnTo>
                  <a:lnTo>
                    <a:pt x="10942" y="20942"/>
                  </a:lnTo>
                  <a:lnTo>
                    <a:pt x="10606" y="20302"/>
                  </a:lnTo>
                  <a:lnTo>
                    <a:pt x="10269" y="19628"/>
                  </a:lnTo>
                  <a:lnTo>
                    <a:pt x="9697" y="18248"/>
                  </a:lnTo>
                  <a:lnTo>
                    <a:pt x="9394" y="17608"/>
                  </a:lnTo>
                  <a:lnTo>
                    <a:pt x="9091" y="16935"/>
                  </a:lnTo>
                  <a:lnTo>
                    <a:pt x="5488" y="9663"/>
                  </a:lnTo>
                  <a:lnTo>
                    <a:pt x="5017" y="8754"/>
                  </a:lnTo>
                  <a:lnTo>
                    <a:pt x="4545" y="7845"/>
                  </a:lnTo>
                  <a:lnTo>
                    <a:pt x="3569" y="6060"/>
                  </a:lnTo>
                  <a:lnTo>
                    <a:pt x="2559" y="4310"/>
                  </a:lnTo>
                  <a:lnTo>
                    <a:pt x="1583" y="2525"/>
                  </a:lnTo>
                  <a:lnTo>
                    <a:pt x="303" y="135"/>
                  </a:lnTo>
                  <a:lnTo>
                    <a:pt x="23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19" name="Google Shape;219;p3"/>
          <p:cNvGrpSpPr/>
          <p:nvPr/>
        </p:nvGrpSpPr>
        <p:grpSpPr>
          <a:xfrm>
            <a:off x="7378198" y="3737197"/>
            <a:ext cx="1034366" cy="1228533"/>
            <a:chOff x="5482823" y="3737197"/>
            <a:chExt cx="1034366" cy="1228533"/>
          </a:xfrm>
        </p:grpSpPr>
        <p:sp>
          <p:nvSpPr>
            <p:cNvPr id="220" name="Google Shape;220;p3"/>
            <p:cNvSpPr/>
            <p:nvPr/>
          </p:nvSpPr>
          <p:spPr>
            <a:xfrm>
              <a:off x="5996626" y="3790784"/>
              <a:ext cx="222651" cy="138939"/>
            </a:xfrm>
            <a:custGeom>
              <a:avLst/>
              <a:gdLst/>
              <a:ahLst/>
              <a:cxnLst/>
              <a:rect l="l" t="t" r="r" b="b"/>
              <a:pathLst>
                <a:path w="4479" h="2795" extrusionOk="0">
                  <a:moveTo>
                    <a:pt x="4175" y="303"/>
                  </a:moveTo>
                  <a:lnTo>
                    <a:pt x="4209" y="707"/>
                  </a:lnTo>
                  <a:lnTo>
                    <a:pt x="4209" y="876"/>
                  </a:lnTo>
                  <a:lnTo>
                    <a:pt x="4175" y="1078"/>
                  </a:lnTo>
                  <a:lnTo>
                    <a:pt x="4108" y="1212"/>
                  </a:lnTo>
                  <a:lnTo>
                    <a:pt x="4007" y="1347"/>
                  </a:lnTo>
                  <a:lnTo>
                    <a:pt x="3838" y="1482"/>
                  </a:lnTo>
                  <a:lnTo>
                    <a:pt x="3603" y="1549"/>
                  </a:lnTo>
                  <a:lnTo>
                    <a:pt x="3569" y="1549"/>
                  </a:lnTo>
                  <a:lnTo>
                    <a:pt x="3502" y="1347"/>
                  </a:lnTo>
                  <a:lnTo>
                    <a:pt x="3367" y="1111"/>
                  </a:lnTo>
                  <a:lnTo>
                    <a:pt x="3266" y="909"/>
                  </a:lnTo>
                  <a:lnTo>
                    <a:pt x="3199" y="674"/>
                  </a:lnTo>
                  <a:lnTo>
                    <a:pt x="3704" y="505"/>
                  </a:lnTo>
                  <a:lnTo>
                    <a:pt x="4175" y="303"/>
                  </a:lnTo>
                  <a:close/>
                  <a:moveTo>
                    <a:pt x="3064" y="707"/>
                  </a:moveTo>
                  <a:lnTo>
                    <a:pt x="3064" y="909"/>
                  </a:lnTo>
                  <a:lnTo>
                    <a:pt x="3131" y="1111"/>
                  </a:lnTo>
                  <a:lnTo>
                    <a:pt x="3232" y="1381"/>
                  </a:lnTo>
                  <a:lnTo>
                    <a:pt x="3367" y="1616"/>
                  </a:lnTo>
                  <a:lnTo>
                    <a:pt x="2660" y="1818"/>
                  </a:lnTo>
                  <a:lnTo>
                    <a:pt x="2559" y="1549"/>
                  </a:lnTo>
                  <a:lnTo>
                    <a:pt x="2391" y="1246"/>
                  </a:lnTo>
                  <a:lnTo>
                    <a:pt x="2290" y="1111"/>
                  </a:lnTo>
                  <a:lnTo>
                    <a:pt x="2155" y="977"/>
                  </a:lnTo>
                  <a:lnTo>
                    <a:pt x="2189" y="977"/>
                  </a:lnTo>
                  <a:lnTo>
                    <a:pt x="3064" y="707"/>
                  </a:lnTo>
                  <a:close/>
                  <a:moveTo>
                    <a:pt x="1987" y="1044"/>
                  </a:moveTo>
                  <a:lnTo>
                    <a:pt x="2155" y="1347"/>
                  </a:lnTo>
                  <a:lnTo>
                    <a:pt x="2290" y="1616"/>
                  </a:lnTo>
                  <a:lnTo>
                    <a:pt x="2391" y="1886"/>
                  </a:lnTo>
                  <a:lnTo>
                    <a:pt x="2189" y="1953"/>
                  </a:lnTo>
                  <a:lnTo>
                    <a:pt x="1549" y="2155"/>
                  </a:lnTo>
                  <a:lnTo>
                    <a:pt x="1414" y="1919"/>
                  </a:lnTo>
                  <a:lnTo>
                    <a:pt x="1381" y="1785"/>
                  </a:lnTo>
                  <a:lnTo>
                    <a:pt x="1347" y="1616"/>
                  </a:lnTo>
                  <a:lnTo>
                    <a:pt x="1280" y="1482"/>
                  </a:lnTo>
                  <a:lnTo>
                    <a:pt x="1212" y="1347"/>
                  </a:lnTo>
                  <a:lnTo>
                    <a:pt x="1179" y="1347"/>
                  </a:lnTo>
                  <a:lnTo>
                    <a:pt x="1145" y="1414"/>
                  </a:lnTo>
                  <a:lnTo>
                    <a:pt x="1111" y="1482"/>
                  </a:lnTo>
                  <a:lnTo>
                    <a:pt x="1111" y="1684"/>
                  </a:lnTo>
                  <a:lnTo>
                    <a:pt x="1145" y="1852"/>
                  </a:lnTo>
                  <a:lnTo>
                    <a:pt x="1212" y="2020"/>
                  </a:lnTo>
                  <a:lnTo>
                    <a:pt x="1313" y="2222"/>
                  </a:lnTo>
                  <a:lnTo>
                    <a:pt x="775" y="2391"/>
                  </a:lnTo>
                  <a:lnTo>
                    <a:pt x="606" y="2458"/>
                  </a:lnTo>
                  <a:lnTo>
                    <a:pt x="472" y="2424"/>
                  </a:lnTo>
                  <a:lnTo>
                    <a:pt x="404" y="2323"/>
                  </a:lnTo>
                  <a:lnTo>
                    <a:pt x="337" y="2189"/>
                  </a:lnTo>
                  <a:lnTo>
                    <a:pt x="303" y="1886"/>
                  </a:lnTo>
                  <a:lnTo>
                    <a:pt x="236" y="1515"/>
                  </a:lnTo>
                  <a:lnTo>
                    <a:pt x="707" y="1448"/>
                  </a:lnTo>
                  <a:lnTo>
                    <a:pt x="1145" y="1347"/>
                  </a:lnTo>
                  <a:lnTo>
                    <a:pt x="1987" y="1044"/>
                  </a:lnTo>
                  <a:close/>
                  <a:moveTo>
                    <a:pt x="4276" y="0"/>
                  </a:moveTo>
                  <a:lnTo>
                    <a:pt x="4209" y="34"/>
                  </a:lnTo>
                  <a:lnTo>
                    <a:pt x="4175" y="67"/>
                  </a:lnTo>
                  <a:lnTo>
                    <a:pt x="3636" y="202"/>
                  </a:lnTo>
                  <a:lnTo>
                    <a:pt x="3131" y="404"/>
                  </a:lnTo>
                  <a:lnTo>
                    <a:pt x="2121" y="775"/>
                  </a:lnTo>
                  <a:lnTo>
                    <a:pt x="1044" y="1078"/>
                  </a:lnTo>
                  <a:lnTo>
                    <a:pt x="539" y="1246"/>
                  </a:lnTo>
                  <a:lnTo>
                    <a:pt x="34" y="1482"/>
                  </a:lnTo>
                  <a:lnTo>
                    <a:pt x="0" y="1515"/>
                  </a:lnTo>
                  <a:lnTo>
                    <a:pt x="34" y="1549"/>
                  </a:lnTo>
                  <a:lnTo>
                    <a:pt x="169" y="1515"/>
                  </a:lnTo>
                  <a:lnTo>
                    <a:pt x="135" y="1818"/>
                  </a:lnTo>
                  <a:lnTo>
                    <a:pt x="135" y="2121"/>
                  </a:lnTo>
                  <a:lnTo>
                    <a:pt x="236" y="2727"/>
                  </a:lnTo>
                  <a:lnTo>
                    <a:pt x="236" y="2761"/>
                  </a:lnTo>
                  <a:lnTo>
                    <a:pt x="270" y="2795"/>
                  </a:lnTo>
                  <a:lnTo>
                    <a:pt x="371" y="2795"/>
                  </a:lnTo>
                  <a:lnTo>
                    <a:pt x="1448" y="2424"/>
                  </a:lnTo>
                  <a:lnTo>
                    <a:pt x="1549" y="2492"/>
                  </a:lnTo>
                  <a:lnTo>
                    <a:pt x="1650" y="2525"/>
                  </a:lnTo>
                  <a:lnTo>
                    <a:pt x="1684" y="2492"/>
                  </a:lnTo>
                  <a:lnTo>
                    <a:pt x="1717" y="2458"/>
                  </a:lnTo>
                  <a:lnTo>
                    <a:pt x="1684" y="2357"/>
                  </a:lnTo>
                  <a:lnTo>
                    <a:pt x="2525" y="2088"/>
                  </a:lnTo>
                  <a:lnTo>
                    <a:pt x="2593" y="2121"/>
                  </a:lnTo>
                  <a:lnTo>
                    <a:pt x="2626" y="2121"/>
                  </a:lnTo>
                  <a:lnTo>
                    <a:pt x="2660" y="2054"/>
                  </a:lnTo>
                  <a:lnTo>
                    <a:pt x="3670" y="1785"/>
                  </a:lnTo>
                  <a:lnTo>
                    <a:pt x="4074" y="1717"/>
                  </a:lnTo>
                  <a:lnTo>
                    <a:pt x="4276" y="1650"/>
                  </a:lnTo>
                  <a:lnTo>
                    <a:pt x="4377" y="1583"/>
                  </a:lnTo>
                  <a:lnTo>
                    <a:pt x="4411" y="1515"/>
                  </a:lnTo>
                  <a:lnTo>
                    <a:pt x="4478" y="1145"/>
                  </a:lnTo>
                  <a:lnTo>
                    <a:pt x="4478" y="808"/>
                  </a:lnTo>
                  <a:lnTo>
                    <a:pt x="4444" y="438"/>
                  </a:lnTo>
                  <a:lnTo>
                    <a:pt x="4377" y="101"/>
                  </a:lnTo>
                  <a:lnTo>
                    <a:pt x="4343" y="34"/>
                  </a:lnTo>
                  <a:lnTo>
                    <a:pt x="427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1" name="Google Shape;221;p3"/>
            <p:cNvSpPr/>
            <p:nvPr/>
          </p:nvSpPr>
          <p:spPr>
            <a:xfrm>
              <a:off x="5482823" y="3737197"/>
              <a:ext cx="1034366" cy="1228533"/>
            </a:xfrm>
            <a:custGeom>
              <a:avLst/>
              <a:gdLst/>
              <a:ahLst/>
              <a:cxnLst/>
              <a:rect l="l" t="t" r="r" b="b"/>
              <a:pathLst>
                <a:path w="20808" h="24714" extrusionOk="0">
                  <a:moveTo>
                    <a:pt x="17710" y="8923"/>
                  </a:moveTo>
                  <a:lnTo>
                    <a:pt x="17979" y="10034"/>
                  </a:lnTo>
                  <a:lnTo>
                    <a:pt x="20470" y="20101"/>
                  </a:lnTo>
                  <a:lnTo>
                    <a:pt x="20369" y="20134"/>
                  </a:lnTo>
                  <a:lnTo>
                    <a:pt x="20369" y="20202"/>
                  </a:lnTo>
                  <a:lnTo>
                    <a:pt x="20369" y="20235"/>
                  </a:lnTo>
                  <a:lnTo>
                    <a:pt x="20437" y="20572"/>
                  </a:lnTo>
                  <a:lnTo>
                    <a:pt x="20470" y="20639"/>
                  </a:lnTo>
                  <a:lnTo>
                    <a:pt x="20437" y="20707"/>
                  </a:lnTo>
                  <a:lnTo>
                    <a:pt x="20403" y="20774"/>
                  </a:lnTo>
                  <a:lnTo>
                    <a:pt x="20336" y="20808"/>
                  </a:lnTo>
                  <a:lnTo>
                    <a:pt x="19326" y="21077"/>
                  </a:lnTo>
                  <a:lnTo>
                    <a:pt x="17272" y="21616"/>
                  </a:lnTo>
                  <a:lnTo>
                    <a:pt x="13232" y="22659"/>
                  </a:lnTo>
                  <a:lnTo>
                    <a:pt x="9495" y="23636"/>
                  </a:lnTo>
                  <a:lnTo>
                    <a:pt x="7542" y="24141"/>
                  </a:lnTo>
                  <a:lnTo>
                    <a:pt x="6835" y="24343"/>
                  </a:lnTo>
                  <a:lnTo>
                    <a:pt x="6431" y="24444"/>
                  </a:lnTo>
                  <a:lnTo>
                    <a:pt x="5993" y="24511"/>
                  </a:lnTo>
                  <a:lnTo>
                    <a:pt x="5589" y="24511"/>
                  </a:lnTo>
                  <a:lnTo>
                    <a:pt x="5387" y="24477"/>
                  </a:lnTo>
                  <a:lnTo>
                    <a:pt x="5219" y="24410"/>
                  </a:lnTo>
                  <a:lnTo>
                    <a:pt x="5084" y="24309"/>
                  </a:lnTo>
                  <a:lnTo>
                    <a:pt x="4983" y="24174"/>
                  </a:lnTo>
                  <a:lnTo>
                    <a:pt x="4882" y="24006"/>
                  </a:lnTo>
                  <a:lnTo>
                    <a:pt x="4848" y="23770"/>
                  </a:lnTo>
                  <a:lnTo>
                    <a:pt x="4815" y="23737"/>
                  </a:lnTo>
                  <a:lnTo>
                    <a:pt x="3468" y="18249"/>
                  </a:lnTo>
                  <a:lnTo>
                    <a:pt x="2189" y="12761"/>
                  </a:lnTo>
                  <a:lnTo>
                    <a:pt x="2626" y="12727"/>
                  </a:lnTo>
                  <a:lnTo>
                    <a:pt x="3064" y="12626"/>
                  </a:lnTo>
                  <a:lnTo>
                    <a:pt x="3939" y="12424"/>
                  </a:lnTo>
                  <a:lnTo>
                    <a:pt x="5690" y="11987"/>
                  </a:lnTo>
                  <a:lnTo>
                    <a:pt x="9697" y="11010"/>
                  </a:lnTo>
                  <a:lnTo>
                    <a:pt x="13737" y="10000"/>
                  </a:lnTo>
                  <a:lnTo>
                    <a:pt x="15723" y="9495"/>
                  </a:lnTo>
                  <a:lnTo>
                    <a:pt x="17710" y="8923"/>
                  </a:lnTo>
                  <a:close/>
                  <a:moveTo>
                    <a:pt x="15488" y="1"/>
                  </a:moveTo>
                  <a:lnTo>
                    <a:pt x="11616" y="876"/>
                  </a:lnTo>
                  <a:lnTo>
                    <a:pt x="7744" y="1819"/>
                  </a:lnTo>
                  <a:lnTo>
                    <a:pt x="3939" y="2829"/>
                  </a:lnTo>
                  <a:lnTo>
                    <a:pt x="101" y="3906"/>
                  </a:lnTo>
                  <a:lnTo>
                    <a:pt x="68" y="3940"/>
                  </a:lnTo>
                  <a:lnTo>
                    <a:pt x="34" y="3974"/>
                  </a:lnTo>
                  <a:lnTo>
                    <a:pt x="34" y="4075"/>
                  </a:lnTo>
                  <a:lnTo>
                    <a:pt x="0" y="4108"/>
                  </a:lnTo>
                  <a:lnTo>
                    <a:pt x="0" y="4176"/>
                  </a:lnTo>
                  <a:lnTo>
                    <a:pt x="1078" y="9091"/>
                  </a:lnTo>
                  <a:lnTo>
                    <a:pt x="2189" y="14007"/>
                  </a:lnTo>
                  <a:lnTo>
                    <a:pt x="3367" y="18922"/>
                  </a:lnTo>
                  <a:lnTo>
                    <a:pt x="4579" y="23804"/>
                  </a:lnTo>
                  <a:lnTo>
                    <a:pt x="4579" y="23838"/>
                  </a:lnTo>
                  <a:lnTo>
                    <a:pt x="4613" y="23871"/>
                  </a:lnTo>
                  <a:lnTo>
                    <a:pt x="4714" y="23905"/>
                  </a:lnTo>
                  <a:lnTo>
                    <a:pt x="4714" y="24040"/>
                  </a:lnTo>
                  <a:lnTo>
                    <a:pt x="4781" y="24208"/>
                  </a:lnTo>
                  <a:lnTo>
                    <a:pt x="4848" y="24309"/>
                  </a:lnTo>
                  <a:lnTo>
                    <a:pt x="4916" y="24410"/>
                  </a:lnTo>
                  <a:lnTo>
                    <a:pt x="5017" y="24511"/>
                  </a:lnTo>
                  <a:lnTo>
                    <a:pt x="5151" y="24578"/>
                  </a:lnTo>
                  <a:lnTo>
                    <a:pt x="5421" y="24646"/>
                  </a:lnTo>
                  <a:lnTo>
                    <a:pt x="5724" y="24713"/>
                  </a:lnTo>
                  <a:lnTo>
                    <a:pt x="6027" y="24679"/>
                  </a:lnTo>
                  <a:lnTo>
                    <a:pt x="6330" y="24646"/>
                  </a:lnTo>
                  <a:lnTo>
                    <a:pt x="6633" y="24612"/>
                  </a:lnTo>
                  <a:lnTo>
                    <a:pt x="11144" y="23434"/>
                  </a:lnTo>
                  <a:lnTo>
                    <a:pt x="20672" y="21010"/>
                  </a:lnTo>
                  <a:lnTo>
                    <a:pt x="20706" y="20976"/>
                  </a:lnTo>
                  <a:lnTo>
                    <a:pt x="20740" y="20942"/>
                  </a:lnTo>
                  <a:lnTo>
                    <a:pt x="20740" y="20841"/>
                  </a:lnTo>
                  <a:lnTo>
                    <a:pt x="20672" y="20437"/>
                  </a:lnTo>
                  <a:lnTo>
                    <a:pt x="20740" y="20437"/>
                  </a:lnTo>
                  <a:lnTo>
                    <a:pt x="20773" y="20404"/>
                  </a:lnTo>
                  <a:lnTo>
                    <a:pt x="20807" y="20336"/>
                  </a:lnTo>
                  <a:lnTo>
                    <a:pt x="20807" y="20269"/>
                  </a:lnTo>
                  <a:lnTo>
                    <a:pt x="18316" y="10202"/>
                  </a:lnTo>
                  <a:lnTo>
                    <a:pt x="17104" y="5287"/>
                  </a:lnTo>
                  <a:lnTo>
                    <a:pt x="16498" y="2728"/>
                  </a:lnTo>
                  <a:lnTo>
                    <a:pt x="16195" y="1482"/>
                  </a:lnTo>
                  <a:lnTo>
                    <a:pt x="15791" y="236"/>
                  </a:lnTo>
                  <a:lnTo>
                    <a:pt x="15757" y="169"/>
                  </a:lnTo>
                  <a:lnTo>
                    <a:pt x="15690" y="169"/>
                  </a:lnTo>
                  <a:lnTo>
                    <a:pt x="15656" y="203"/>
                  </a:lnTo>
                  <a:lnTo>
                    <a:pt x="15656" y="270"/>
                  </a:lnTo>
                  <a:lnTo>
                    <a:pt x="15892" y="1482"/>
                  </a:lnTo>
                  <a:lnTo>
                    <a:pt x="16161" y="2694"/>
                  </a:lnTo>
                  <a:lnTo>
                    <a:pt x="16801" y="5118"/>
                  </a:lnTo>
                  <a:lnTo>
                    <a:pt x="17642" y="8620"/>
                  </a:lnTo>
                  <a:lnTo>
                    <a:pt x="13770" y="9697"/>
                  </a:lnTo>
                  <a:lnTo>
                    <a:pt x="11851" y="10202"/>
                  </a:lnTo>
                  <a:lnTo>
                    <a:pt x="9899" y="10707"/>
                  </a:lnTo>
                  <a:lnTo>
                    <a:pt x="6128" y="11616"/>
                  </a:lnTo>
                  <a:lnTo>
                    <a:pt x="5118" y="11852"/>
                  </a:lnTo>
                  <a:lnTo>
                    <a:pt x="4108" y="12054"/>
                  </a:lnTo>
                  <a:lnTo>
                    <a:pt x="3098" y="12290"/>
                  </a:lnTo>
                  <a:lnTo>
                    <a:pt x="2626" y="12424"/>
                  </a:lnTo>
                  <a:lnTo>
                    <a:pt x="2155" y="12593"/>
                  </a:lnTo>
                  <a:lnTo>
                    <a:pt x="1179" y="8384"/>
                  </a:lnTo>
                  <a:lnTo>
                    <a:pt x="270" y="4142"/>
                  </a:lnTo>
                  <a:lnTo>
                    <a:pt x="4074" y="3065"/>
                  </a:lnTo>
                  <a:lnTo>
                    <a:pt x="7879" y="2055"/>
                  </a:lnTo>
                  <a:lnTo>
                    <a:pt x="11717" y="1112"/>
                  </a:lnTo>
                  <a:lnTo>
                    <a:pt x="15555" y="270"/>
                  </a:lnTo>
                  <a:lnTo>
                    <a:pt x="15622" y="236"/>
                  </a:lnTo>
                  <a:lnTo>
                    <a:pt x="15622" y="203"/>
                  </a:lnTo>
                  <a:lnTo>
                    <a:pt x="15656" y="102"/>
                  </a:lnTo>
                  <a:lnTo>
                    <a:pt x="15589" y="34"/>
                  </a:lnTo>
                  <a:lnTo>
                    <a:pt x="1555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2" name="Google Shape;222;p3"/>
            <p:cNvSpPr/>
            <p:nvPr/>
          </p:nvSpPr>
          <p:spPr>
            <a:xfrm>
              <a:off x="6189103" y="4557312"/>
              <a:ext cx="148981" cy="220961"/>
            </a:xfrm>
            <a:custGeom>
              <a:avLst/>
              <a:gdLst/>
              <a:ahLst/>
              <a:cxnLst/>
              <a:rect l="l" t="t" r="r" b="b"/>
              <a:pathLst>
                <a:path w="2997" h="4445" extrusionOk="0">
                  <a:moveTo>
                    <a:pt x="1381" y="303"/>
                  </a:moveTo>
                  <a:lnTo>
                    <a:pt x="1818" y="337"/>
                  </a:lnTo>
                  <a:lnTo>
                    <a:pt x="1852" y="337"/>
                  </a:lnTo>
                  <a:lnTo>
                    <a:pt x="1919" y="606"/>
                  </a:lnTo>
                  <a:lnTo>
                    <a:pt x="2020" y="943"/>
                  </a:lnTo>
                  <a:lnTo>
                    <a:pt x="2222" y="1381"/>
                  </a:lnTo>
                  <a:lnTo>
                    <a:pt x="2357" y="1987"/>
                  </a:lnTo>
                  <a:lnTo>
                    <a:pt x="2492" y="2593"/>
                  </a:lnTo>
                  <a:lnTo>
                    <a:pt x="2727" y="3805"/>
                  </a:lnTo>
                  <a:lnTo>
                    <a:pt x="2525" y="3805"/>
                  </a:lnTo>
                  <a:lnTo>
                    <a:pt x="2357" y="3838"/>
                  </a:lnTo>
                  <a:lnTo>
                    <a:pt x="1987" y="3973"/>
                  </a:lnTo>
                  <a:lnTo>
                    <a:pt x="1751" y="4040"/>
                  </a:lnTo>
                  <a:lnTo>
                    <a:pt x="1515" y="4074"/>
                  </a:lnTo>
                  <a:lnTo>
                    <a:pt x="1280" y="4108"/>
                  </a:lnTo>
                  <a:lnTo>
                    <a:pt x="1044" y="4141"/>
                  </a:lnTo>
                  <a:lnTo>
                    <a:pt x="673" y="2391"/>
                  </a:lnTo>
                  <a:lnTo>
                    <a:pt x="471" y="1482"/>
                  </a:lnTo>
                  <a:lnTo>
                    <a:pt x="202" y="640"/>
                  </a:lnTo>
                  <a:lnTo>
                    <a:pt x="236" y="640"/>
                  </a:lnTo>
                  <a:lnTo>
                    <a:pt x="404" y="572"/>
                  </a:lnTo>
                  <a:lnTo>
                    <a:pt x="572" y="505"/>
                  </a:lnTo>
                  <a:lnTo>
                    <a:pt x="909" y="370"/>
                  </a:lnTo>
                  <a:lnTo>
                    <a:pt x="1145" y="337"/>
                  </a:lnTo>
                  <a:lnTo>
                    <a:pt x="1381" y="303"/>
                  </a:lnTo>
                  <a:close/>
                  <a:moveTo>
                    <a:pt x="1381" y="0"/>
                  </a:moveTo>
                  <a:lnTo>
                    <a:pt x="1145" y="34"/>
                  </a:lnTo>
                  <a:lnTo>
                    <a:pt x="909" y="67"/>
                  </a:lnTo>
                  <a:lnTo>
                    <a:pt x="673" y="135"/>
                  </a:lnTo>
                  <a:lnTo>
                    <a:pt x="471" y="202"/>
                  </a:lnTo>
                  <a:lnTo>
                    <a:pt x="269" y="337"/>
                  </a:lnTo>
                  <a:lnTo>
                    <a:pt x="135" y="505"/>
                  </a:lnTo>
                  <a:lnTo>
                    <a:pt x="135" y="539"/>
                  </a:lnTo>
                  <a:lnTo>
                    <a:pt x="34" y="539"/>
                  </a:lnTo>
                  <a:lnTo>
                    <a:pt x="0" y="572"/>
                  </a:lnTo>
                  <a:lnTo>
                    <a:pt x="0" y="606"/>
                  </a:lnTo>
                  <a:lnTo>
                    <a:pt x="135" y="1515"/>
                  </a:lnTo>
                  <a:lnTo>
                    <a:pt x="337" y="2424"/>
                  </a:lnTo>
                  <a:lnTo>
                    <a:pt x="775" y="4209"/>
                  </a:lnTo>
                  <a:lnTo>
                    <a:pt x="808" y="4276"/>
                  </a:lnTo>
                  <a:lnTo>
                    <a:pt x="808" y="4343"/>
                  </a:lnTo>
                  <a:lnTo>
                    <a:pt x="842" y="4377"/>
                  </a:lnTo>
                  <a:lnTo>
                    <a:pt x="876" y="4444"/>
                  </a:lnTo>
                  <a:lnTo>
                    <a:pt x="943" y="4444"/>
                  </a:lnTo>
                  <a:lnTo>
                    <a:pt x="1448" y="4343"/>
                  </a:lnTo>
                  <a:lnTo>
                    <a:pt x="1919" y="4276"/>
                  </a:lnTo>
                  <a:lnTo>
                    <a:pt x="2121" y="4242"/>
                  </a:lnTo>
                  <a:lnTo>
                    <a:pt x="2357" y="4175"/>
                  </a:lnTo>
                  <a:lnTo>
                    <a:pt x="2761" y="4040"/>
                  </a:lnTo>
                  <a:lnTo>
                    <a:pt x="2795" y="4108"/>
                  </a:lnTo>
                  <a:lnTo>
                    <a:pt x="2828" y="4141"/>
                  </a:lnTo>
                  <a:lnTo>
                    <a:pt x="2896" y="4141"/>
                  </a:lnTo>
                  <a:lnTo>
                    <a:pt x="2997" y="4074"/>
                  </a:lnTo>
                  <a:lnTo>
                    <a:pt x="2997" y="4040"/>
                  </a:lnTo>
                  <a:lnTo>
                    <a:pt x="2997" y="3973"/>
                  </a:lnTo>
                  <a:lnTo>
                    <a:pt x="2828" y="2997"/>
                  </a:lnTo>
                  <a:lnTo>
                    <a:pt x="2626" y="2054"/>
                  </a:lnTo>
                  <a:lnTo>
                    <a:pt x="2357" y="1111"/>
                  </a:lnTo>
                  <a:lnTo>
                    <a:pt x="1953" y="135"/>
                  </a:lnTo>
                  <a:lnTo>
                    <a:pt x="2020" y="135"/>
                  </a:lnTo>
                  <a:lnTo>
                    <a:pt x="2054" y="101"/>
                  </a:lnTo>
                  <a:lnTo>
                    <a:pt x="2054" y="67"/>
                  </a:lnTo>
                  <a:lnTo>
                    <a:pt x="2020" y="0"/>
                  </a:lnTo>
                  <a:lnTo>
                    <a:pt x="1919" y="0"/>
                  </a:lnTo>
                  <a:lnTo>
                    <a:pt x="1886" y="34"/>
                  </a:lnTo>
                  <a:lnTo>
                    <a:pt x="1818" y="34"/>
                  </a:lnTo>
                  <a:lnTo>
                    <a:pt x="138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3" name="Google Shape;223;p3"/>
            <p:cNvSpPr/>
            <p:nvPr/>
          </p:nvSpPr>
          <p:spPr>
            <a:xfrm>
              <a:off x="5571506" y="3882797"/>
              <a:ext cx="659453" cy="175824"/>
            </a:xfrm>
            <a:custGeom>
              <a:avLst/>
              <a:gdLst/>
              <a:ahLst/>
              <a:cxnLst/>
              <a:rect l="l" t="t" r="r" b="b"/>
              <a:pathLst>
                <a:path w="13266" h="3537" extrusionOk="0">
                  <a:moveTo>
                    <a:pt x="13131" y="1"/>
                  </a:moveTo>
                  <a:lnTo>
                    <a:pt x="9933" y="910"/>
                  </a:lnTo>
                  <a:lnTo>
                    <a:pt x="6734" y="1752"/>
                  </a:lnTo>
                  <a:lnTo>
                    <a:pt x="3401" y="2560"/>
                  </a:lnTo>
                  <a:lnTo>
                    <a:pt x="2559" y="2762"/>
                  </a:lnTo>
                  <a:lnTo>
                    <a:pt x="1718" y="2930"/>
                  </a:lnTo>
                  <a:lnTo>
                    <a:pt x="876" y="3132"/>
                  </a:lnTo>
                  <a:lnTo>
                    <a:pt x="472" y="3233"/>
                  </a:lnTo>
                  <a:lnTo>
                    <a:pt x="68" y="3368"/>
                  </a:lnTo>
                  <a:lnTo>
                    <a:pt x="34" y="3401"/>
                  </a:lnTo>
                  <a:lnTo>
                    <a:pt x="1" y="3469"/>
                  </a:lnTo>
                  <a:lnTo>
                    <a:pt x="34" y="3502"/>
                  </a:lnTo>
                  <a:lnTo>
                    <a:pt x="102" y="3536"/>
                  </a:lnTo>
                  <a:lnTo>
                    <a:pt x="472" y="3502"/>
                  </a:lnTo>
                  <a:lnTo>
                    <a:pt x="876" y="3435"/>
                  </a:lnTo>
                  <a:lnTo>
                    <a:pt x="1650" y="3267"/>
                  </a:lnTo>
                  <a:lnTo>
                    <a:pt x="3233" y="2896"/>
                  </a:lnTo>
                  <a:lnTo>
                    <a:pt x="6566" y="2088"/>
                  </a:lnTo>
                  <a:lnTo>
                    <a:pt x="9899" y="1213"/>
                  </a:lnTo>
                  <a:lnTo>
                    <a:pt x="13199" y="270"/>
                  </a:lnTo>
                  <a:lnTo>
                    <a:pt x="13232" y="237"/>
                  </a:lnTo>
                  <a:lnTo>
                    <a:pt x="13266" y="203"/>
                  </a:lnTo>
                  <a:lnTo>
                    <a:pt x="13266" y="102"/>
                  </a:lnTo>
                  <a:lnTo>
                    <a:pt x="13232" y="35"/>
                  </a:lnTo>
                  <a:lnTo>
                    <a:pt x="1316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4" name="Google Shape;224;p3"/>
            <p:cNvSpPr/>
            <p:nvPr/>
          </p:nvSpPr>
          <p:spPr>
            <a:xfrm>
              <a:off x="6379890" y="4691181"/>
              <a:ext cx="31814" cy="16802"/>
            </a:xfrm>
            <a:custGeom>
              <a:avLst/>
              <a:gdLst/>
              <a:ahLst/>
              <a:cxnLst/>
              <a:rect l="l" t="t" r="r" b="b"/>
              <a:pathLst>
                <a:path w="640" h="338" extrusionOk="0">
                  <a:moveTo>
                    <a:pt x="505" y="1"/>
                  </a:moveTo>
                  <a:lnTo>
                    <a:pt x="236" y="135"/>
                  </a:lnTo>
                  <a:lnTo>
                    <a:pt x="135" y="169"/>
                  </a:lnTo>
                  <a:lnTo>
                    <a:pt x="0" y="236"/>
                  </a:lnTo>
                  <a:lnTo>
                    <a:pt x="0" y="270"/>
                  </a:lnTo>
                  <a:lnTo>
                    <a:pt x="34" y="304"/>
                  </a:lnTo>
                  <a:lnTo>
                    <a:pt x="101" y="337"/>
                  </a:lnTo>
                  <a:lnTo>
                    <a:pt x="169" y="337"/>
                  </a:lnTo>
                  <a:lnTo>
                    <a:pt x="303" y="304"/>
                  </a:lnTo>
                  <a:lnTo>
                    <a:pt x="472" y="236"/>
                  </a:lnTo>
                  <a:lnTo>
                    <a:pt x="606" y="169"/>
                  </a:lnTo>
                  <a:lnTo>
                    <a:pt x="640" y="135"/>
                  </a:lnTo>
                  <a:lnTo>
                    <a:pt x="640" y="102"/>
                  </a:lnTo>
                  <a:lnTo>
                    <a:pt x="640" y="34"/>
                  </a:lnTo>
                  <a:lnTo>
                    <a:pt x="6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5" name="Google Shape;225;p3"/>
            <p:cNvSpPr/>
            <p:nvPr/>
          </p:nvSpPr>
          <p:spPr>
            <a:xfrm>
              <a:off x="6378199" y="4674429"/>
              <a:ext cx="23463" cy="15112"/>
            </a:xfrm>
            <a:custGeom>
              <a:avLst/>
              <a:gdLst/>
              <a:ahLst/>
              <a:cxnLst/>
              <a:rect l="l" t="t" r="r" b="b"/>
              <a:pathLst>
                <a:path w="472" h="304" extrusionOk="0">
                  <a:moveTo>
                    <a:pt x="371" y="1"/>
                  </a:moveTo>
                  <a:lnTo>
                    <a:pt x="270" y="35"/>
                  </a:lnTo>
                  <a:lnTo>
                    <a:pt x="68" y="136"/>
                  </a:lnTo>
                  <a:lnTo>
                    <a:pt x="1" y="169"/>
                  </a:lnTo>
                  <a:lnTo>
                    <a:pt x="1" y="237"/>
                  </a:lnTo>
                  <a:lnTo>
                    <a:pt x="34" y="270"/>
                  </a:lnTo>
                  <a:lnTo>
                    <a:pt x="102" y="304"/>
                  </a:lnTo>
                  <a:lnTo>
                    <a:pt x="337" y="237"/>
                  </a:lnTo>
                  <a:lnTo>
                    <a:pt x="438" y="169"/>
                  </a:lnTo>
                  <a:lnTo>
                    <a:pt x="472" y="68"/>
                  </a:lnTo>
                  <a:lnTo>
                    <a:pt x="438" y="35"/>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6" name="Google Shape;226;p3"/>
            <p:cNvSpPr/>
            <p:nvPr/>
          </p:nvSpPr>
          <p:spPr>
            <a:xfrm>
              <a:off x="6327992" y="4632623"/>
              <a:ext cx="120547" cy="108815"/>
            </a:xfrm>
            <a:custGeom>
              <a:avLst/>
              <a:gdLst/>
              <a:ahLst/>
              <a:cxnLst/>
              <a:rect l="l" t="t" r="r" b="b"/>
              <a:pathLst>
                <a:path w="2425" h="2189" extrusionOk="0">
                  <a:moveTo>
                    <a:pt x="1785" y="236"/>
                  </a:moveTo>
                  <a:lnTo>
                    <a:pt x="1987" y="741"/>
                  </a:lnTo>
                  <a:lnTo>
                    <a:pt x="2122" y="1111"/>
                  </a:lnTo>
                  <a:lnTo>
                    <a:pt x="2189" y="1347"/>
                  </a:lnTo>
                  <a:lnTo>
                    <a:pt x="2189" y="1414"/>
                  </a:lnTo>
                  <a:lnTo>
                    <a:pt x="2189" y="1482"/>
                  </a:lnTo>
                  <a:lnTo>
                    <a:pt x="2054" y="1583"/>
                  </a:lnTo>
                  <a:lnTo>
                    <a:pt x="1886" y="1650"/>
                  </a:lnTo>
                  <a:lnTo>
                    <a:pt x="1516" y="1751"/>
                  </a:lnTo>
                  <a:lnTo>
                    <a:pt x="1112" y="1852"/>
                  </a:lnTo>
                  <a:lnTo>
                    <a:pt x="910" y="1919"/>
                  </a:lnTo>
                  <a:lnTo>
                    <a:pt x="674" y="1953"/>
                  </a:lnTo>
                  <a:lnTo>
                    <a:pt x="539" y="1381"/>
                  </a:lnTo>
                  <a:lnTo>
                    <a:pt x="506" y="1078"/>
                  </a:lnTo>
                  <a:lnTo>
                    <a:pt x="472" y="909"/>
                  </a:lnTo>
                  <a:lnTo>
                    <a:pt x="405" y="775"/>
                  </a:lnTo>
                  <a:lnTo>
                    <a:pt x="1112" y="472"/>
                  </a:lnTo>
                  <a:lnTo>
                    <a:pt x="1785" y="236"/>
                  </a:lnTo>
                  <a:close/>
                  <a:moveTo>
                    <a:pt x="1819" y="0"/>
                  </a:moveTo>
                  <a:lnTo>
                    <a:pt x="1112" y="236"/>
                  </a:lnTo>
                  <a:lnTo>
                    <a:pt x="371" y="539"/>
                  </a:lnTo>
                  <a:lnTo>
                    <a:pt x="337" y="505"/>
                  </a:lnTo>
                  <a:lnTo>
                    <a:pt x="270" y="505"/>
                  </a:lnTo>
                  <a:lnTo>
                    <a:pt x="236" y="539"/>
                  </a:lnTo>
                  <a:lnTo>
                    <a:pt x="236" y="573"/>
                  </a:lnTo>
                  <a:lnTo>
                    <a:pt x="236" y="606"/>
                  </a:lnTo>
                  <a:lnTo>
                    <a:pt x="68" y="674"/>
                  </a:lnTo>
                  <a:lnTo>
                    <a:pt x="34" y="707"/>
                  </a:lnTo>
                  <a:lnTo>
                    <a:pt x="1" y="741"/>
                  </a:lnTo>
                  <a:lnTo>
                    <a:pt x="34" y="842"/>
                  </a:lnTo>
                  <a:lnTo>
                    <a:pt x="102" y="909"/>
                  </a:lnTo>
                  <a:lnTo>
                    <a:pt x="135" y="909"/>
                  </a:lnTo>
                  <a:lnTo>
                    <a:pt x="203" y="876"/>
                  </a:lnTo>
                  <a:lnTo>
                    <a:pt x="236" y="876"/>
                  </a:lnTo>
                  <a:lnTo>
                    <a:pt x="270" y="1179"/>
                  </a:lnTo>
                  <a:lnTo>
                    <a:pt x="304" y="1482"/>
                  </a:lnTo>
                  <a:lnTo>
                    <a:pt x="472" y="2088"/>
                  </a:lnTo>
                  <a:lnTo>
                    <a:pt x="539" y="2155"/>
                  </a:lnTo>
                  <a:lnTo>
                    <a:pt x="607" y="2189"/>
                  </a:lnTo>
                  <a:lnTo>
                    <a:pt x="842" y="2189"/>
                  </a:lnTo>
                  <a:lnTo>
                    <a:pt x="1112" y="2121"/>
                  </a:lnTo>
                  <a:lnTo>
                    <a:pt x="1583" y="1987"/>
                  </a:lnTo>
                  <a:lnTo>
                    <a:pt x="1987" y="1852"/>
                  </a:lnTo>
                  <a:lnTo>
                    <a:pt x="2155" y="1785"/>
                  </a:lnTo>
                  <a:lnTo>
                    <a:pt x="2357" y="1650"/>
                  </a:lnTo>
                  <a:lnTo>
                    <a:pt x="2391" y="1583"/>
                  </a:lnTo>
                  <a:lnTo>
                    <a:pt x="2425" y="1515"/>
                  </a:lnTo>
                  <a:lnTo>
                    <a:pt x="2425" y="1313"/>
                  </a:lnTo>
                  <a:lnTo>
                    <a:pt x="2324" y="1010"/>
                  </a:lnTo>
                  <a:lnTo>
                    <a:pt x="2223" y="707"/>
                  </a:lnTo>
                  <a:lnTo>
                    <a:pt x="1987" y="68"/>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7" name="Google Shape;227;p3"/>
            <p:cNvSpPr/>
            <p:nvPr/>
          </p:nvSpPr>
          <p:spPr>
            <a:xfrm>
              <a:off x="6229268" y="3896219"/>
              <a:ext cx="71980" cy="234333"/>
            </a:xfrm>
            <a:custGeom>
              <a:avLst/>
              <a:gdLst/>
              <a:ahLst/>
              <a:cxnLst/>
              <a:rect l="l" t="t" r="r" b="b"/>
              <a:pathLst>
                <a:path w="1448" h="4714" extrusionOk="0">
                  <a:moveTo>
                    <a:pt x="34" y="0"/>
                  </a:moveTo>
                  <a:lnTo>
                    <a:pt x="0" y="236"/>
                  </a:lnTo>
                  <a:lnTo>
                    <a:pt x="0" y="505"/>
                  </a:lnTo>
                  <a:lnTo>
                    <a:pt x="68" y="775"/>
                  </a:lnTo>
                  <a:lnTo>
                    <a:pt x="135" y="1044"/>
                  </a:lnTo>
                  <a:lnTo>
                    <a:pt x="438" y="2088"/>
                  </a:lnTo>
                  <a:lnTo>
                    <a:pt x="1145" y="4613"/>
                  </a:lnTo>
                  <a:lnTo>
                    <a:pt x="1179" y="4680"/>
                  </a:lnTo>
                  <a:lnTo>
                    <a:pt x="1212" y="4714"/>
                  </a:lnTo>
                  <a:lnTo>
                    <a:pt x="1313" y="4714"/>
                  </a:lnTo>
                  <a:lnTo>
                    <a:pt x="1381" y="4680"/>
                  </a:lnTo>
                  <a:lnTo>
                    <a:pt x="1414" y="4646"/>
                  </a:lnTo>
                  <a:lnTo>
                    <a:pt x="1448" y="4613"/>
                  </a:lnTo>
                  <a:lnTo>
                    <a:pt x="1448" y="4545"/>
                  </a:lnTo>
                  <a:lnTo>
                    <a:pt x="741" y="1987"/>
                  </a:lnTo>
                  <a:lnTo>
                    <a:pt x="606" y="1482"/>
                  </a:lnTo>
                  <a:lnTo>
                    <a:pt x="472" y="943"/>
                  </a:lnTo>
                  <a:lnTo>
                    <a:pt x="404" y="674"/>
                  </a:lnTo>
                  <a:lnTo>
                    <a:pt x="303" y="438"/>
                  </a:lnTo>
                  <a:lnTo>
                    <a:pt x="202" y="202"/>
                  </a:lnTo>
                  <a:lnTo>
                    <a:pt x="6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8" name="Google Shape;228;p3"/>
            <p:cNvSpPr/>
            <p:nvPr/>
          </p:nvSpPr>
          <p:spPr>
            <a:xfrm>
              <a:off x="5559774" y="3927984"/>
              <a:ext cx="333107" cy="88782"/>
            </a:xfrm>
            <a:custGeom>
              <a:avLst/>
              <a:gdLst/>
              <a:ahLst/>
              <a:cxnLst/>
              <a:rect l="l" t="t" r="r" b="b"/>
              <a:pathLst>
                <a:path w="6701" h="1786" extrusionOk="0">
                  <a:moveTo>
                    <a:pt x="6600" y="1"/>
                  </a:moveTo>
                  <a:lnTo>
                    <a:pt x="5624" y="102"/>
                  </a:lnTo>
                  <a:lnTo>
                    <a:pt x="4647" y="270"/>
                  </a:lnTo>
                  <a:lnTo>
                    <a:pt x="2728" y="674"/>
                  </a:lnTo>
                  <a:lnTo>
                    <a:pt x="1718" y="910"/>
                  </a:lnTo>
                  <a:lnTo>
                    <a:pt x="708" y="1179"/>
                  </a:lnTo>
                  <a:lnTo>
                    <a:pt x="472" y="1247"/>
                  </a:lnTo>
                  <a:lnTo>
                    <a:pt x="270" y="1348"/>
                  </a:lnTo>
                  <a:lnTo>
                    <a:pt x="102" y="1482"/>
                  </a:lnTo>
                  <a:lnTo>
                    <a:pt x="1" y="1684"/>
                  </a:lnTo>
                  <a:lnTo>
                    <a:pt x="1" y="1752"/>
                  </a:lnTo>
                  <a:lnTo>
                    <a:pt x="35" y="1785"/>
                  </a:lnTo>
                  <a:lnTo>
                    <a:pt x="136" y="1785"/>
                  </a:lnTo>
                  <a:lnTo>
                    <a:pt x="270" y="1651"/>
                  </a:lnTo>
                  <a:lnTo>
                    <a:pt x="405" y="1550"/>
                  </a:lnTo>
                  <a:lnTo>
                    <a:pt x="607" y="1482"/>
                  </a:lnTo>
                  <a:lnTo>
                    <a:pt x="775" y="1415"/>
                  </a:lnTo>
                  <a:lnTo>
                    <a:pt x="1179" y="1314"/>
                  </a:lnTo>
                  <a:lnTo>
                    <a:pt x="1516" y="1247"/>
                  </a:lnTo>
                  <a:lnTo>
                    <a:pt x="3300" y="876"/>
                  </a:lnTo>
                  <a:lnTo>
                    <a:pt x="4142" y="708"/>
                  </a:lnTo>
                  <a:lnTo>
                    <a:pt x="4950" y="573"/>
                  </a:lnTo>
                  <a:lnTo>
                    <a:pt x="5792" y="405"/>
                  </a:lnTo>
                  <a:lnTo>
                    <a:pt x="6634" y="237"/>
                  </a:lnTo>
                  <a:lnTo>
                    <a:pt x="6667" y="237"/>
                  </a:lnTo>
                  <a:lnTo>
                    <a:pt x="6701" y="203"/>
                  </a:lnTo>
                  <a:lnTo>
                    <a:pt x="6701" y="102"/>
                  </a:lnTo>
                  <a:lnTo>
                    <a:pt x="6667" y="35"/>
                  </a:lnTo>
                  <a:lnTo>
                    <a:pt x="663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29" name="Google Shape;229;p3"/>
            <p:cNvSpPr/>
            <p:nvPr/>
          </p:nvSpPr>
          <p:spPr>
            <a:xfrm>
              <a:off x="5650197" y="3956468"/>
              <a:ext cx="562369" cy="262817"/>
            </a:xfrm>
            <a:custGeom>
              <a:avLst/>
              <a:gdLst/>
              <a:ahLst/>
              <a:cxnLst/>
              <a:rect l="l" t="t" r="r" b="b"/>
              <a:pathLst>
                <a:path w="11313" h="5287" extrusionOk="0">
                  <a:moveTo>
                    <a:pt x="10336" y="270"/>
                  </a:moveTo>
                  <a:lnTo>
                    <a:pt x="10370" y="539"/>
                  </a:lnTo>
                  <a:lnTo>
                    <a:pt x="10403" y="808"/>
                  </a:lnTo>
                  <a:lnTo>
                    <a:pt x="10572" y="1347"/>
                  </a:lnTo>
                  <a:lnTo>
                    <a:pt x="10774" y="1852"/>
                  </a:lnTo>
                  <a:lnTo>
                    <a:pt x="10976" y="2357"/>
                  </a:lnTo>
                  <a:lnTo>
                    <a:pt x="10370" y="2626"/>
                  </a:lnTo>
                  <a:lnTo>
                    <a:pt x="9696" y="2862"/>
                  </a:lnTo>
                  <a:lnTo>
                    <a:pt x="9057" y="3098"/>
                  </a:lnTo>
                  <a:lnTo>
                    <a:pt x="8383" y="3300"/>
                  </a:lnTo>
                  <a:lnTo>
                    <a:pt x="7037" y="3603"/>
                  </a:lnTo>
                  <a:lnTo>
                    <a:pt x="5690" y="3906"/>
                  </a:lnTo>
                  <a:lnTo>
                    <a:pt x="4444" y="4108"/>
                  </a:lnTo>
                  <a:lnTo>
                    <a:pt x="3198" y="4343"/>
                  </a:lnTo>
                  <a:lnTo>
                    <a:pt x="2559" y="4512"/>
                  </a:lnTo>
                  <a:lnTo>
                    <a:pt x="1953" y="4680"/>
                  </a:lnTo>
                  <a:lnTo>
                    <a:pt x="1347" y="4882"/>
                  </a:lnTo>
                  <a:lnTo>
                    <a:pt x="774" y="5118"/>
                  </a:lnTo>
                  <a:lnTo>
                    <a:pt x="572" y="4478"/>
                  </a:lnTo>
                  <a:lnTo>
                    <a:pt x="370" y="3838"/>
                  </a:lnTo>
                  <a:lnTo>
                    <a:pt x="269" y="3266"/>
                  </a:lnTo>
                  <a:lnTo>
                    <a:pt x="236" y="2997"/>
                  </a:lnTo>
                  <a:lnTo>
                    <a:pt x="168" y="2727"/>
                  </a:lnTo>
                  <a:lnTo>
                    <a:pt x="808" y="2626"/>
                  </a:lnTo>
                  <a:lnTo>
                    <a:pt x="1448" y="2492"/>
                  </a:lnTo>
                  <a:lnTo>
                    <a:pt x="2727" y="2189"/>
                  </a:lnTo>
                  <a:lnTo>
                    <a:pt x="4007" y="1818"/>
                  </a:lnTo>
                  <a:lnTo>
                    <a:pt x="5252" y="1515"/>
                  </a:lnTo>
                  <a:lnTo>
                    <a:pt x="10336" y="270"/>
                  </a:lnTo>
                  <a:close/>
                  <a:moveTo>
                    <a:pt x="10336" y="0"/>
                  </a:moveTo>
                  <a:lnTo>
                    <a:pt x="5185" y="1246"/>
                  </a:lnTo>
                  <a:lnTo>
                    <a:pt x="2626" y="1818"/>
                  </a:lnTo>
                  <a:lnTo>
                    <a:pt x="1347" y="2189"/>
                  </a:lnTo>
                  <a:lnTo>
                    <a:pt x="741" y="2357"/>
                  </a:lnTo>
                  <a:lnTo>
                    <a:pt x="101" y="2593"/>
                  </a:lnTo>
                  <a:lnTo>
                    <a:pt x="67" y="2492"/>
                  </a:lnTo>
                  <a:lnTo>
                    <a:pt x="67" y="2525"/>
                  </a:lnTo>
                  <a:lnTo>
                    <a:pt x="34" y="2626"/>
                  </a:lnTo>
                  <a:lnTo>
                    <a:pt x="34" y="2660"/>
                  </a:lnTo>
                  <a:lnTo>
                    <a:pt x="0" y="2929"/>
                  </a:lnTo>
                  <a:lnTo>
                    <a:pt x="34" y="3199"/>
                  </a:lnTo>
                  <a:lnTo>
                    <a:pt x="101" y="3704"/>
                  </a:lnTo>
                  <a:lnTo>
                    <a:pt x="202" y="4074"/>
                  </a:lnTo>
                  <a:lnTo>
                    <a:pt x="303" y="4444"/>
                  </a:lnTo>
                  <a:lnTo>
                    <a:pt x="539" y="5185"/>
                  </a:lnTo>
                  <a:lnTo>
                    <a:pt x="606" y="5253"/>
                  </a:lnTo>
                  <a:lnTo>
                    <a:pt x="640" y="5286"/>
                  </a:lnTo>
                  <a:lnTo>
                    <a:pt x="673" y="5286"/>
                  </a:lnTo>
                  <a:lnTo>
                    <a:pt x="741" y="5253"/>
                  </a:lnTo>
                  <a:lnTo>
                    <a:pt x="1347" y="5118"/>
                  </a:lnTo>
                  <a:lnTo>
                    <a:pt x="1953" y="4983"/>
                  </a:lnTo>
                  <a:lnTo>
                    <a:pt x="2592" y="4815"/>
                  </a:lnTo>
                  <a:lnTo>
                    <a:pt x="3198" y="4646"/>
                  </a:lnTo>
                  <a:lnTo>
                    <a:pt x="4579" y="4377"/>
                  </a:lnTo>
                  <a:lnTo>
                    <a:pt x="5993" y="4108"/>
                  </a:lnTo>
                  <a:lnTo>
                    <a:pt x="7340" y="3838"/>
                  </a:lnTo>
                  <a:lnTo>
                    <a:pt x="8653" y="3502"/>
                  </a:lnTo>
                  <a:lnTo>
                    <a:pt x="9292" y="3300"/>
                  </a:lnTo>
                  <a:lnTo>
                    <a:pt x="9932" y="3064"/>
                  </a:lnTo>
                  <a:lnTo>
                    <a:pt x="10572" y="2828"/>
                  </a:lnTo>
                  <a:lnTo>
                    <a:pt x="11211" y="2559"/>
                  </a:lnTo>
                  <a:lnTo>
                    <a:pt x="11245" y="2525"/>
                  </a:lnTo>
                  <a:lnTo>
                    <a:pt x="11279" y="2458"/>
                  </a:lnTo>
                  <a:lnTo>
                    <a:pt x="11312" y="2391"/>
                  </a:lnTo>
                  <a:lnTo>
                    <a:pt x="11279" y="2290"/>
                  </a:lnTo>
                  <a:lnTo>
                    <a:pt x="11043" y="1751"/>
                  </a:lnTo>
                  <a:lnTo>
                    <a:pt x="10875" y="1212"/>
                  </a:lnTo>
                  <a:lnTo>
                    <a:pt x="10504" y="101"/>
                  </a:lnTo>
                  <a:lnTo>
                    <a:pt x="10504" y="68"/>
                  </a:lnTo>
                  <a:lnTo>
                    <a:pt x="10504" y="34"/>
                  </a:lnTo>
                  <a:lnTo>
                    <a:pt x="10471" y="34"/>
                  </a:lnTo>
                  <a:lnTo>
                    <a:pt x="1043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0" name="Google Shape;230;p3"/>
            <p:cNvSpPr/>
            <p:nvPr/>
          </p:nvSpPr>
          <p:spPr>
            <a:xfrm>
              <a:off x="5568175" y="4056882"/>
              <a:ext cx="61939" cy="241044"/>
            </a:xfrm>
            <a:custGeom>
              <a:avLst/>
              <a:gdLst/>
              <a:ahLst/>
              <a:cxnLst/>
              <a:rect l="l" t="t" r="r" b="b"/>
              <a:pathLst>
                <a:path w="1246" h="4849" extrusionOk="0">
                  <a:moveTo>
                    <a:pt x="34" y="0"/>
                  </a:moveTo>
                  <a:lnTo>
                    <a:pt x="0" y="236"/>
                  </a:lnTo>
                  <a:lnTo>
                    <a:pt x="0" y="505"/>
                  </a:lnTo>
                  <a:lnTo>
                    <a:pt x="34" y="741"/>
                  </a:lnTo>
                  <a:lnTo>
                    <a:pt x="101" y="1010"/>
                  </a:lnTo>
                  <a:lnTo>
                    <a:pt x="337" y="1987"/>
                  </a:lnTo>
                  <a:lnTo>
                    <a:pt x="674" y="3401"/>
                  </a:lnTo>
                  <a:lnTo>
                    <a:pt x="842" y="4074"/>
                  </a:lnTo>
                  <a:lnTo>
                    <a:pt x="1044" y="4781"/>
                  </a:lnTo>
                  <a:lnTo>
                    <a:pt x="1078" y="4849"/>
                  </a:lnTo>
                  <a:lnTo>
                    <a:pt x="1179" y="4849"/>
                  </a:lnTo>
                  <a:lnTo>
                    <a:pt x="1246" y="4815"/>
                  </a:lnTo>
                  <a:lnTo>
                    <a:pt x="1246" y="4714"/>
                  </a:lnTo>
                  <a:lnTo>
                    <a:pt x="1145" y="4074"/>
                  </a:lnTo>
                  <a:lnTo>
                    <a:pt x="977" y="3435"/>
                  </a:lnTo>
                  <a:lnTo>
                    <a:pt x="674" y="2155"/>
                  </a:lnTo>
                  <a:lnTo>
                    <a:pt x="573" y="1616"/>
                  </a:lnTo>
                  <a:lnTo>
                    <a:pt x="438" y="1044"/>
                  </a:lnTo>
                  <a:lnTo>
                    <a:pt x="371" y="741"/>
                  </a:lnTo>
                  <a:lnTo>
                    <a:pt x="303" y="472"/>
                  </a:lnTo>
                  <a:lnTo>
                    <a:pt x="169" y="236"/>
                  </a:lnTo>
                  <a:lnTo>
                    <a:pt x="3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1" name="Google Shape;231;p3"/>
            <p:cNvSpPr/>
            <p:nvPr/>
          </p:nvSpPr>
          <p:spPr>
            <a:xfrm>
              <a:off x="5625093" y="4127172"/>
              <a:ext cx="664474" cy="175775"/>
            </a:xfrm>
            <a:custGeom>
              <a:avLst/>
              <a:gdLst/>
              <a:ahLst/>
              <a:cxnLst/>
              <a:rect l="l" t="t" r="r" b="b"/>
              <a:pathLst>
                <a:path w="13367" h="3536" extrusionOk="0">
                  <a:moveTo>
                    <a:pt x="13198" y="0"/>
                  </a:moveTo>
                  <a:lnTo>
                    <a:pt x="11582" y="505"/>
                  </a:lnTo>
                  <a:lnTo>
                    <a:pt x="9932" y="977"/>
                  </a:lnTo>
                  <a:lnTo>
                    <a:pt x="6666" y="1886"/>
                  </a:lnTo>
                  <a:lnTo>
                    <a:pt x="5017" y="2290"/>
                  </a:lnTo>
                  <a:lnTo>
                    <a:pt x="3367" y="2694"/>
                  </a:lnTo>
                  <a:lnTo>
                    <a:pt x="2525" y="2862"/>
                  </a:lnTo>
                  <a:lnTo>
                    <a:pt x="1683" y="3031"/>
                  </a:lnTo>
                  <a:lnTo>
                    <a:pt x="842" y="3233"/>
                  </a:lnTo>
                  <a:lnTo>
                    <a:pt x="438" y="3334"/>
                  </a:lnTo>
                  <a:lnTo>
                    <a:pt x="34" y="3502"/>
                  </a:lnTo>
                  <a:lnTo>
                    <a:pt x="0" y="3536"/>
                  </a:lnTo>
                  <a:lnTo>
                    <a:pt x="438" y="3536"/>
                  </a:lnTo>
                  <a:lnTo>
                    <a:pt x="808" y="3468"/>
                  </a:lnTo>
                  <a:lnTo>
                    <a:pt x="1616" y="3334"/>
                  </a:lnTo>
                  <a:lnTo>
                    <a:pt x="3165" y="2963"/>
                  </a:lnTo>
                  <a:lnTo>
                    <a:pt x="6464" y="2189"/>
                  </a:lnTo>
                  <a:lnTo>
                    <a:pt x="8181" y="1751"/>
                  </a:lnTo>
                  <a:lnTo>
                    <a:pt x="9898" y="1280"/>
                  </a:lnTo>
                  <a:lnTo>
                    <a:pt x="11582" y="775"/>
                  </a:lnTo>
                  <a:lnTo>
                    <a:pt x="13299" y="270"/>
                  </a:lnTo>
                  <a:lnTo>
                    <a:pt x="13333" y="236"/>
                  </a:lnTo>
                  <a:lnTo>
                    <a:pt x="13366" y="202"/>
                  </a:lnTo>
                  <a:lnTo>
                    <a:pt x="13366" y="101"/>
                  </a:lnTo>
                  <a:lnTo>
                    <a:pt x="13333" y="34"/>
                  </a:lnTo>
                  <a:lnTo>
                    <a:pt x="1326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2" name="Google Shape;232;p3"/>
            <p:cNvSpPr/>
            <p:nvPr/>
          </p:nvSpPr>
          <p:spPr>
            <a:xfrm>
              <a:off x="5804148" y="4471960"/>
              <a:ext cx="30174" cy="48567"/>
            </a:xfrm>
            <a:custGeom>
              <a:avLst/>
              <a:gdLst/>
              <a:ahLst/>
              <a:cxnLst/>
              <a:rect l="l" t="t" r="r" b="b"/>
              <a:pathLst>
                <a:path w="607" h="977" extrusionOk="0">
                  <a:moveTo>
                    <a:pt x="337" y="0"/>
                  </a:moveTo>
                  <a:lnTo>
                    <a:pt x="169" y="101"/>
                  </a:lnTo>
                  <a:lnTo>
                    <a:pt x="68" y="168"/>
                  </a:lnTo>
                  <a:lnTo>
                    <a:pt x="0" y="236"/>
                  </a:lnTo>
                  <a:lnTo>
                    <a:pt x="0" y="303"/>
                  </a:lnTo>
                  <a:lnTo>
                    <a:pt x="34" y="370"/>
                  </a:lnTo>
                  <a:lnTo>
                    <a:pt x="135" y="370"/>
                  </a:lnTo>
                  <a:lnTo>
                    <a:pt x="236" y="303"/>
                  </a:lnTo>
                  <a:lnTo>
                    <a:pt x="371" y="236"/>
                  </a:lnTo>
                  <a:lnTo>
                    <a:pt x="270" y="606"/>
                  </a:lnTo>
                  <a:lnTo>
                    <a:pt x="236" y="808"/>
                  </a:lnTo>
                  <a:lnTo>
                    <a:pt x="270" y="875"/>
                  </a:lnTo>
                  <a:lnTo>
                    <a:pt x="304" y="976"/>
                  </a:lnTo>
                  <a:lnTo>
                    <a:pt x="371" y="976"/>
                  </a:lnTo>
                  <a:lnTo>
                    <a:pt x="438" y="943"/>
                  </a:lnTo>
                  <a:lnTo>
                    <a:pt x="472" y="842"/>
                  </a:lnTo>
                  <a:lnTo>
                    <a:pt x="506" y="741"/>
                  </a:lnTo>
                  <a:lnTo>
                    <a:pt x="506" y="505"/>
                  </a:lnTo>
                  <a:lnTo>
                    <a:pt x="607" y="303"/>
                  </a:lnTo>
                  <a:lnTo>
                    <a:pt x="607" y="202"/>
                  </a:lnTo>
                  <a:lnTo>
                    <a:pt x="607" y="101"/>
                  </a:lnTo>
                  <a:lnTo>
                    <a:pt x="539" y="67"/>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3" name="Google Shape;233;p3"/>
            <p:cNvSpPr/>
            <p:nvPr/>
          </p:nvSpPr>
          <p:spPr>
            <a:xfrm>
              <a:off x="6302889" y="4356434"/>
              <a:ext cx="15112" cy="11781"/>
            </a:xfrm>
            <a:custGeom>
              <a:avLst/>
              <a:gdLst/>
              <a:ahLst/>
              <a:cxnLst/>
              <a:rect l="l" t="t" r="r" b="b"/>
              <a:pathLst>
                <a:path w="304" h="237" extrusionOk="0">
                  <a:moveTo>
                    <a:pt x="135" y="1"/>
                  </a:moveTo>
                  <a:lnTo>
                    <a:pt x="68" y="35"/>
                  </a:lnTo>
                  <a:lnTo>
                    <a:pt x="1" y="68"/>
                  </a:lnTo>
                  <a:lnTo>
                    <a:pt x="1" y="136"/>
                  </a:lnTo>
                  <a:lnTo>
                    <a:pt x="1" y="203"/>
                  </a:lnTo>
                  <a:lnTo>
                    <a:pt x="68" y="237"/>
                  </a:lnTo>
                  <a:lnTo>
                    <a:pt x="203" y="237"/>
                  </a:lnTo>
                  <a:lnTo>
                    <a:pt x="270" y="203"/>
                  </a:lnTo>
                  <a:lnTo>
                    <a:pt x="304" y="102"/>
                  </a:lnTo>
                  <a:lnTo>
                    <a:pt x="270" y="35"/>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4" name="Google Shape;234;p3"/>
            <p:cNvSpPr/>
            <p:nvPr/>
          </p:nvSpPr>
          <p:spPr>
            <a:xfrm>
              <a:off x="6329683" y="4455208"/>
              <a:ext cx="30174" cy="55278"/>
            </a:xfrm>
            <a:custGeom>
              <a:avLst/>
              <a:gdLst/>
              <a:ahLst/>
              <a:cxnLst/>
              <a:rect l="l" t="t" r="r" b="b"/>
              <a:pathLst>
                <a:path w="607" h="1112" extrusionOk="0">
                  <a:moveTo>
                    <a:pt x="573" y="0"/>
                  </a:moveTo>
                  <a:lnTo>
                    <a:pt x="404" y="202"/>
                  </a:lnTo>
                  <a:lnTo>
                    <a:pt x="270" y="438"/>
                  </a:lnTo>
                  <a:lnTo>
                    <a:pt x="101" y="303"/>
                  </a:lnTo>
                  <a:lnTo>
                    <a:pt x="34" y="303"/>
                  </a:lnTo>
                  <a:lnTo>
                    <a:pt x="0" y="337"/>
                  </a:lnTo>
                  <a:lnTo>
                    <a:pt x="34" y="371"/>
                  </a:lnTo>
                  <a:lnTo>
                    <a:pt x="202" y="573"/>
                  </a:lnTo>
                  <a:lnTo>
                    <a:pt x="34" y="977"/>
                  </a:lnTo>
                  <a:lnTo>
                    <a:pt x="34" y="1010"/>
                  </a:lnTo>
                  <a:lnTo>
                    <a:pt x="68" y="1078"/>
                  </a:lnTo>
                  <a:lnTo>
                    <a:pt x="135" y="1111"/>
                  </a:lnTo>
                  <a:lnTo>
                    <a:pt x="202" y="1111"/>
                  </a:lnTo>
                  <a:lnTo>
                    <a:pt x="236" y="1078"/>
                  </a:lnTo>
                  <a:lnTo>
                    <a:pt x="270" y="1044"/>
                  </a:lnTo>
                  <a:lnTo>
                    <a:pt x="371" y="707"/>
                  </a:lnTo>
                  <a:lnTo>
                    <a:pt x="404" y="741"/>
                  </a:lnTo>
                  <a:lnTo>
                    <a:pt x="472" y="741"/>
                  </a:lnTo>
                  <a:lnTo>
                    <a:pt x="505" y="707"/>
                  </a:lnTo>
                  <a:lnTo>
                    <a:pt x="539" y="674"/>
                  </a:lnTo>
                  <a:lnTo>
                    <a:pt x="505" y="606"/>
                  </a:lnTo>
                  <a:lnTo>
                    <a:pt x="438" y="573"/>
                  </a:lnTo>
                  <a:lnTo>
                    <a:pt x="472" y="505"/>
                  </a:lnTo>
                  <a:lnTo>
                    <a:pt x="539" y="270"/>
                  </a:lnTo>
                  <a:lnTo>
                    <a:pt x="6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5" name="Google Shape;235;p3"/>
            <p:cNvSpPr/>
            <p:nvPr/>
          </p:nvSpPr>
          <p:spPr>
            <a:xfrm>
              <a:off x="6287827" y="4418373"/>
              <a:ext cx="117216" cy="113886"/>
            </a:xfrm>
            <a:custGeom>
              <a:avLst/>
              <a:gdLst/>
              <a:ahLst/>
              <a:cxnLst/>
              <a:rect l="l" t="t" r="r" b="b"/>
              <a:pathLst>
                <a:path w="2358" h="2291" extrusionOk="0">
                  <a:moveTo>
                    <a:pt x="1886" y="236"/>
                  </a:moveTo>
                  <a:lnTo>
                    <a:pt x="1953" y="708"/>
                  </a:lnTo>
                  <a:lnTo>
                    <a:pt x="2054" y="1145"/>
                  </a:lnTo>
                  <a:lnTo>
                    <a:pt x="2088" y="1482"/>
                  </a:lnTo>
                  <a:lnTo>
                    <a:pt x="2122" y="1549"/>
                  </a:lnTo>
                  <a:lnTo>
                    <a:pt x="2122" y="1617"/>
                  </a:lnTo>
                  <a:lnTo>
                    <a:pt x="2088" y="1684"/>
                  </a:lnTo>
                  <a:lnTo>
                    <a:pt x="1987" y="1684"/>
                  </a:lnTo>
                  <a:lnTo>
                    <a:pt x="1381" y="1886"/>
                  </a:lnTo>
                  <a:lnTo>
                    <a:pt x="910" y="1987"/>
                  </a:lnTo>
                  <a:lnTo>
                    <a:pt x="708" y="2021"/>
                  </a:lnTo>
                  <a:lnTo>
                    <a:pt x="573" y="1953"/>
                  </a:lnTo>
                  <a:lnTo>
                    <a:pt x="472" y="1852"/>
                  </a:lnTo>
                  <a:lnTo>
                    <a:pt x="405" y="1684"/>
                  </a:lnTo>
                  <a:lnTo>
                    <a:pt x="304" y="1213"/>
                  </a:lnTo>
                  <a:lnTo>
                    <a:pt x="169" y="775"/>
                  </a:lnTo>
                  <a:lnTo>
                    <a:pt x="371" y="741"/>
                  </a:lnTo>
                  <a:lnTo>
                    <a:pt x="573" y="708"/>
                  </a:lnTo>
                  <a:lnTo>
                    <a:pt x="977" y="573"/>
                  </a:lnTo>
                  <a:lnTo>
                    <a:pt x="1448" y="472"/>
                  </a:lnTo>
                  <a:lnTo>
                    <a:pt x="1684" y="371"/>
                  </a:lnTo>
                  <a:lnTo>
                    <a:pt x="1886" y="236"/>
                  </a:lnTo>
                  <a:close/>
                  <a:moveTo>
                    <a:pt x="1819" y="1"/>
                  </a:moveTo>
                  <a:lnTo>
                    <a:pt x="1819" y="34"/>
                  </a:lnTo>
                  <a:lnTo>
                    <a:pt x="1852" y="135"/>
                  </a:lnTo>
                  <a:lnTo>
                    <a:pt x="1617" y="135"/>
                  </a:lnTo>
                  <a:lnTo>
                    <a:pt x="1347" y="169"/>
                  </a:lnTo>
                  <a:lnTo>
                    <a:pt x="910" y="337"/>
                  </a:lnTo>
                  <a:lnTo>
                    <a:pt x="472" y="472"/>
                  </a:lnTo>
                  <a:lnTo>
                    <a:pt x="270" y="539"/>
                  </a:lnTo>
                  <a:lnTo>
                    <a:pt x="68" y="640"/>
                  </a:lnTo>
                  <a:lnTo>
                    <a:pt x="34" y="674"/>
                  </a:lnTo>
                  <a:lnTo>
                    <a:pt x="1" y="708"/>
                  </a:lnTo>
                  <a:lnTo>
                    <a:pt x="1" y="741"/>
                  </a:lnTo>
                  <a:lnTo>
                    <a:pt x="1" y="775"/>
                  </a:lnTo>
                  <a:lnTo>
                    <a:pt x="34" y="775"/>
                  </a:lnTo>
                  <a:lnTo>
                    <a:pt x="68" y="1112"/>
                  </a:lnTo>
                  <a:lnTo>
                    <a:pt x="102" y="1448"/>
                  </a:lnTo>
                  <a:lnTo>
                    <a:pt x="169" y="1819"/>
                  </a:lnTo>
                  <a:lnTo>
                    <a:pt x="270" y="2088"/>
                  </a:lnTo>
                  <a:lnTo>
                    <a:pt x="371" y="2223"/>
                  </a:lnTo>
                  <a:lnTo>
                    <a:pt x="472" y="2256"/>
                  </a:lnTo>
                  <a:lnTo>
                    <a:pt x="607" y="2290"/>
                  </a:lnTo>
                  <a:lnTo>
                    <a:pt x="741" y="2290"/>
                  </a:lnTo>
                  <a:lnTo>
                    <a:pt x="1044" y="2223"/>
                  </a:lnTo>
                  <a:lnTo>
                    <a:pt x="1280" y="2155"/>
                  </a:lnTo>
                  <a:lnTo>
                    <a:pt x="1549" y="2088"/>
                  </a:lnTo>
                  <a:lnTo>
                    <a:pt x="1886" y="2021"/>
                  </a:lnTo>
                  <a:lnTo>
                    <a:pt x="2054" y="1953"/>
                  </a:lnTo>
                  <a:lnTo>
                    <a:pt x="2189" y="1886"/>
                  </a:lnTo>
                  <a:lnTo>
                    <a:pt x="2290" y="1785"/>
                  </a:lnTo>
                  <a:lnTo>
                    <a:pt x="2357" y="1684"/>
                  </a:lnTo>
                  <a:lnTo>
                    <a:pt x="2357" y="1549"/>
                  </a:lnTo>
                  <a:lnTo>
                    <a:pt x="2324" y="1381"/>
                  </a:lnTo>
                  <a:lnTo>
                    <a:pt x="2189" y="1112"/>
                  </a:lnTo>
                  <a:lnTo>
                    <a:pt x="2021" y="573"/>
                  </a:lnTo>
                  <a:lnTo>
                    <a:pt x="1886"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6" name="Google Shape;236;p3"/>
            <p:cNvSpPr/>
            <p:nvPr/>
          </p:nvSpPr>
          <p:spPr>
            <a:xfrm>
              <a:off x="6130495" y="4349773"/>
              <a:ext cx="125567" cy="108815"/>
            </a:xfrm>
            <a:custGeom>
              <a:avLst/>
              <a:gdLst/>
              <a:ahLst/>
              <a:cxnLst/>
              <a:rect l="l" t="t" r="r" b="b"/>
              <a:pathLst>
                <a:path w="2526" h="2189" extrusionOk="0">
                  <a:moveTo>
                    <a:pt x="1886" y="202"/>
                  </a:moveTo>
                  <a:lnTo>
                    <a:pt x="2021" y="236"/>
                  </a:lnTo>
                  <a:lnTo>
                    <a:pt x="2088" y="270"/>
                  </a:lnTo>
                  <a:lnTo>
                    <a:pt x="2156" y="539"/>
                  </a:lnTo>
                  <a:lnTo>
                    <a:pt x="2223" y="808"/>
                  </a:lnTo>
                  <a:lnTo>
                    <a:pt x="2290" y="1381"/>
                  </a:lnTo>
                  <a:lnTo>
                    <a:pt x="2290" y="1482"/>
                  </a:lnTo>
                  <a:lnTo>
                    <a:pt x="2223" y="1549"/>
                  </a:lnTo>
                  <a:lnTo>
                    <a:pt x="2189" y="1583"/>
                  </a:lnTo>
                  <a:lnTo>
                    <a:pt x="2088" y="1616"/>
                  </a:lnTo>
                  <a:lnTo>
                    <a:pt x="1920" y="1650"/>
                  </a:lnTo>
                  <a:lnTo>
                    <a:pt x="1785" y="1684"/>
                  </a:lnTo>
                  <a:lnTo>
                    <a:pt x="1684" y="1717"/>
                  </a:lnTo>
                  <a:lnTo>
                    <a:pt x="1415" y="1717"/>
                  </a:lnTo>
                  <a:lnTo>
                    <a:pt x="1246" y="1751"/>
                  </a:lnTo>
                  <a:lnTo>
                    <a:pt x="977" y="1886"/>
                  </a:lnTo>
                  <a:lnTo>
                    <a:pt x="842" y="1919"/>
                  </a:lnTo>
                  <a:lnTo>
                    <a:pt x="741" y="1886"/>
                  </a:lnTo>
                  <a:lnTo>
                    <a:pt x="674" y="1785"/>
                  </a:lnTo>
                  <a:lnTo>
                    <a:pt x="640" y="1684"/>
                  </a:lnTo>
                  <a:lnTo>
                    <a:pt x="573" y="1448"/>
                  </a:lnTo>
                  <a:lnTo>
                    <a:pt x="506" y="1212"/>
                  </a:lnTo>
                  <a:lnTo>
                    <a:pt x="371" y="606"/>
                  </a:lnTo>
                  <a:lnTo>
                    <a:pt x="640" y="472"/>
                  </a:lnTo>
                  <a:lnTo>
                    <a:pt x="943" y="371"/>
                  </a:lnTo>
                  <a:lnTo>
                    <a:pt x="1179" y="303"/>
                  </a:lnTo>
                  <a:lnTo>
                    <a:pt x="1549" y="202"/>
                  </a:lnTo>
                  <a:close/>
                  <a:moveTo>
                    <a:pt x="1886" y="0"/>
                  </a:moveTo>
                  <a:lnTo>
                    <a:pt x="1684" y="34"/>
                  </a:lnTo>
                  <a:lnTo>
                    <a:pt x="1482" y="68"/>
                  </a:lnTo>
                  <a:lnTo>
                    <a:pt x="876" y="202"/>
                  </a:lnTo>
                  <a:lnTo>
                    <a:pt x="573" y="303"/>
                  </a:lnTo>
                  <a:lnTo>
                    <a:pt x="304" y="438"/>
                  </a:lnTo>
                  <a:lnTo>
                    <a:pt x="270" y="371"/>
                  </a:lnTo>
                  <a:lnTo>
                    <a:pt x="236" y="371"/>
                  </a:lnTo>
                  <a:lnTo>
                    <a:pt x="236" y="404"/>
                  </a:lnTo>
                  <a:lnTo>
                    <a:pt x="203" y="472"/>
                  </a:lnTo>
                  <a:lnTo>
                    <a:pt x="34" y="573"/>
                  </a:lnTo>
                  <a:lnTo>
                    <a:pt x="1" y="640"/>
                  </a:lnTo>
                  <a:lnTo>
                    <a:pt x="1" y="741"/>
                  </a:lnTo>
                  <a:lnTo>
                    <a:pt x="68" y="775"/>
                  </a:lnTo>
                  <a:lnTo>
                    <a:pt x="135" y="775"/>
                  </a:lnTo>
                  <a:lnTo>
                    <a:pt x="203" y="707"/>
                  </a:lnTo>
                  <a:lnTo>
                    <a:pt x="236" y="1078"/>
                  </a:lnTo>
                  <a:lnTo>
                    <a:pt x="304" y="1414"/>
                  </a:lnTo>
                  <a:lnTo>
                    <a:pt x="405" y="1751"/>
                  </a:lnTo>
                  <a:lnTo>
                    <a:pt x="539" y="2088"/>
                  </a:lnTo>
                  <a:lnTo>
                    <a:pt x="573" y="2155"/>
                  </a:lnTo>
                  <a:lnTo>
                    <a:pt x="640" y="2189"/>
                  </a:lnTo>
                  <a:lnTo>
                    <a:pt x="775" y="2155"/>
                  </a:lnTo>
                  <a:lnTo>
                    <a:pt x="943" y="2121"/>
                  </a:lnTo>
                  <a:lnTo>
                    <a:pt x="1213" y="2054"/>
                  </a:lnTo>
                  <a:lnTo>
                    <a:pt x="1482" y="1987"/>
                  </a:lnTo>
                  <a:lnTo>
                    <a:pt x="1617" y="1953"/>
                  </a:lnTo>
                  <a:lnTo>
                    <a:pt x="1751" y="1987"/>
                  </a:lnTo>
                  <a:lnTo>
                    <a:pt x="1819" y="1987"/>
                  </a:lnTo>
                  <a:lnTo>
                    <a:pt x="1886" y="1953"/>
                  </a:lnTo>
                  <a:lnTo>
                    <a:pt x="1954" y="1886"/>
                  </a:lnTo>
                  <a:lnTo>
                    <a:pt x="2088" y="1852"/>
                  </a:lnTo>
                  <a:lnTo>
                    <a:pt x="2358" y="1785"/>
                  </a:lnTo>
                  <a:lnTo>
                    <a:pt x="2425" y="1751"/>
                  </a:lnTo>
                  <a:lnTo>
                    <a:pt x="2459" y="1684"/>
                  </a:lnTo>
                  <a:lnTo>
                    <a:pt x="2492" y="1515"/>
                  </a:lnTo>
                  <a:lnTo>
                    <a:pt x="2526" y="1347"/>
                  </a:lnTo>
                  <a:lnTo>
                    <a:pt x="2526" y="1179"/>
                  </a:lnTo>
                  <a:lnTo>
                    <a:pt x="2425" y="808"/>
                  </a:lnTo>
                  <a:lnTo>
                    <a:pt x="2324" y="472"/>
                  </a:lnTo>
                  <a:lnTo>
                    <a:pt x="2223" y="169"/>
                  </a:lnTo>
                  <a:lnTo>
                    <a:pt x="2156" y="68"/>
                  </a:lnTo>
                  <a:lnTo>
                    <a:pt x="208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7" name="Google Shape;237;p3"/>
            <p:cNvSpPr/>
            <p:nvPr/>
          </p:nvSpPr>
          <p:spPr>
            <a:xfrm>
              <a:off x="6013328" y="4376517"/>
              <a:ext cx="125617" cy="115576"/>
            </a:xfrm>
            <a:custGeom>
              <a:avLst/>
              <a:gdLst/>
              <a:ahLst/>
              <a:cxnLst/>
              <a:rect l="l" t="t" r="r" b="b"/>
              <a:pathLst>
                <a:path w="2527" h="2325" extrusionOk="0">
                  <a:moveTo>
                    <a:pt x="1112" y="910"/>
                  </a:moveTo>
                  <a:lnTo>
                    <a:pt x="1112" y="977"/>
                  </a:lnTo>
                  <a:lnTo>
                    <a:pt x="1045" y="1045"/>
                  </a:lnTo>
                  <a:lnTo>
                    <a:pt x="977" y="1078"/>
                  </a:lnTo>
                  <a:lnTo>
                    <a:pt x="910" y="1078"/>
                  </a:lnTo>
                  <a:lnTo>
                    <a:pt x="1045" y="944"/>
                  </a:lnTo>
                  <a:lnTo>
                    <a:pt x="1112" y="910"/>
                  </a:lnTo>
                  <a:close/>
                  <a:moveTo>
                    <a:pt x="1886" y="270"/>
                  </a:moveTo>
                  <a:lnTo>
                    <a:pt x="1954" y="338"/>
                  </a:lnTo>
                  <a:lnTo>
                    <a:pt x="2055" y="506"/>
                  </a:lnTo>
                  <a:lnTo>
                    <a:pt x="2156" y="843"/>
                  </a:lnTo>
                  <a:lnTo>
                    <a:pt x="2257" y="1314"/>
                  </a:lnTo>
                  <a:lnTo>
                    <a:pt x="2257" y="1415"/>
                  </a:lnTo>
                  <a:lnTo>
                    <a:pt x="2223" y="1482"/>
                  </a:lnTo>
                  <a:lnTo>
                    <a:pt x="2156" y="1516"/>
                  </a:lnTo>
                  <a:lnTo>
                    <a:pt x="2088" y="1583"/>
                  </a:lnTo>
                  <a:lnTo>
                    <a:pt x="1886" y="1617"/>
                  </a:lnTo>
                  <a:lnTo>
                    <a:pt x="1718" y="1651"/>
                  </a:lnTo>
                  <a:lnTo>
                    <a:pt x="1482" y="1752"/>
                  </a:lnTo>
                  <a:lnTo>
                    <a:pt x="1482" y="1684"/>
                  </a:lnTo>
                  <a:lnTo>
                    <a:pt x="1415" y="1280"/>
                  </a:lnTo>
                  <a:lnTo>
                    <a:pt x="1348" y="876"/>
                  </a:lnTo>
                  <a:lnTo>
                    <a:pt x="1348" y="843"/>
                  </a:lnTo>
                  <a:lnTo>
                    <a:pt x="1348" y="809"/>
                  </a:lnTo>
                  <a:lnTo>
                    <a:pt x="1247" y="708"/>
                  </a:lnTo>
                  <a:lnTo>
                    <a:pt x="1078" y="708"/>
                  </a:lnTo>
                  <a:lnTo>
                    <a:pt x="977" y="775"/>
                  </a:lnTo>
                  <a:lnTo>
                    <a:pt x="775" y="910"/>
                  </a:lnTo>
                  <a:lnTo>
                    <a:pt x="674" y="1078"/>
                  </a:lnTo>
                  <a:lnTo>
                    <a:pt x="674" y="1179"/>
                  </a:lnTo>
                  <a:lnTo>
                    <a:pt x="708" y="1247"/>
                  </a:lnTo>
                  <a:lnTo>
                    <a:pt x="843" y="1280"/>
                  </a:lnTo>
                  <a:lnTo>
                    <a:pt x="944" y="1314"/>
                  </a:lnTo>
                  <a:lnTo>
                    <a:pt x="1078" y="1280"/>
                  </a:lnTo>
                  <a:lnTo>
                    <a:pt x="1179" y="1213"/>
                  </a:lnTo>
                  <a:lnTo>
                    <a:pt x="1213" y="1482"/>
                  </a:lnTo>
                  <a:lnTo>
                    <a:pt x="1280" y="1718"/>
                  </a:lnTo>
                  <a:lnTo>
                    <a:pt x="1314" y="1785"/>
                  </a:lnTo>
                  <a:lnTo>
                    <a:pt x="1348" y="1785"/>
                  </a:lnTo>
                  <a:lnTo>
                    <a:pt x="708" y="2088"/>
                  </a:lnTo>
                  <a:lnTo>
                    <a:pt x="607" y="1819"/>
                  </a:lnTo>
                  <a:lnTo>
                    <a:pt x="506" y="1550"/>
                  </a:lnTo>
                  <a:lnTo>
                    <a:pt x="405" y="1011"/>
                  </a:lnTo>
                  <a:lnTo>
                    <a:pt x="371" y="843"/>
                  </a:lnTo>
                  <a:lnTo>
                    <a:pt x="304" y="708"/>
                  </a:lnTo>
                  <a:lnTo>
                    <a:pt x="809" y="573"/>
                  </a:lnTo>
                  <a:lnTo>
                    <a:pt x="1314" y="405"/>
                  </a:lnTo>
                  <a:lnTo>
                    <a:pt x="1819" y="270"/>
                  </a:lnTo>
                  <a:close/>
                  <a:moveTo>
                    <a:pt x="1954" y="1"/>
                  </a:moveTo>
                  <a:lnTo>
                    <a:pt x="1045" y="237"/>
                  </a:lnTo>
                  <a:lnTo>
                    <a:pt x="573" y="371"/>
                  </a:lnTo>
                  <a:lnTo>
                    <a:pt x="136" y="540"/>
                  </a:lnTo>
                  <a:lnTo>
                    <a:pt x="102" y="540"/>
                  </a:lnTo>
                  <a:lnTo>
                    <a:pt x="68" y="573"/>
                  </a:lnTo>
                  <a:lnTo>
                    <a:pt x="1" y="607"/>
                  </a:lnTo>
                  <a:lnTo>
                    <a:pt x="1" y="674"/>
                  </a:lnTo>
                  <a:lnTo>
                    <a:pt x="35" y="742"/>
                  </a:lnTo>
                  <a:lnTo>
                    <a:pt x="136" y="742"/>
                  </a:lnTo>
                  <a:lnTo>
                    <a:pt x="304" y="1516"/>
                  </a:lnTo>
                  <a:lnTo>
                    <a:pt x="405" y="1886"/>
                  </a:lnTo>
                  <a:lnTo>
                    <a:pt x="573" y="2257"/>
                  </a:lnTo>
                  <a:lnTo>
                    <a:pt x="573" y="2290"/>
                  </a:lnTo>
                  <a:lnTo>
                    <a:pt x="641" y="2324"/>
                  </a:lnTo>
                  <a:lnTo>
                    <a:pt x="708" y="2290"/>
                  </a:lnTo>
                  <a:lnTo>
                    <a:pt x="1550" y="1954"/>
                  </a:lnTo>
                  <a:lnTo>
                    <a:pt x="2425" y="1684"/>
                  </a:lnTo>
                  <a:lnTo>
                    <a:pt x="2492" y="1651"/>
                  </a:lnTo>
                  <a:lnTo>
                    <a:pt x="2526" y="1583"/>
                  </a:lnTo>
                  <a:lnTo>
                    <a:pt x="2459" y="1179"/>
                  </a:lnTo>
                  <a:lnTo>
                    <a:pt x="2391" y="809"/>
                  </a:lnTo>
                  <a:lnTo>
                    <a:pt x="2257" y="405"/>
                  </a:lnTo>
                  <a:lnTo>
                    <a:pt x="2088" y="68"/>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8" name="Google Shape;238;p3"/>
            <p:cNvSpPr/>
            <p:nvPr/>
          </p:nvSpPr>
          <p:spPr>
            <a:xfrm>
              <a:off x="6311240" y="4351414"/>
              <a:ext cx="25153" cy="61988"/>
            </a:xfrm>
            <a:custGeom>
              <a:avLst/>
              <a:gdLst/>
              <a:ahLst/>
              <a:cxnLst/>
              <a:rect l="l" t="t" r="r" b="b"/>
              <a:pathLst>
                <a:path w="506" h="1247" extrusionOk="0">
                  <a:moveTo>
                    <a:pt x="405" y="1"/>
                  </a:moveTo>
                  <a:lnTo>
                    <a:pt x="270" y="270"/>
                  </a:lnTo>
                  <a:lnTo>
                    <a:pt x="169" y="573"/>
                  </a:lnTo>
                  <a:lnTo>
                    <a:pt x="35" y="876"/>
                  </a:lnTo>
                  <a:lnTo>
                    <a:pt x="1" y="1011"/>
                  </a:lnTo>
                  <a:lnTo>
                    <a:pt x="1" y="1179"/>
                  </a:lnTo>
                  <a:lnTo>
                    <a:pt x="1" y="1213"/>
                  </a:lnTo>
                  <a:lnTo>
                    <a:pt x="35" y="1247"/>
                  </a:lnTo>
                  <a:lnTo>
                    <a:pt x="68" y="1247"/>
                  </a:lnTo>
                  <a:lnTo>
                    <a:pt x="136" y="1213"/>
                  </a:lnTo>
                  <a:lnTo>
                    <a:pt x="203" y="1112"/>
                  </a:lnTo>
                  <a:lnTo>
                    <a:pt x="270" y="977"/>
                  </a:lnTo>
                  <a:lnTo>
                    <a:pt x="338" y="708"/>
                  </a:lnTo>
                  <a:lnTo>
                    <a:pt x="439" y="371"/>
                  </a:lnTo>
                  <a:lnTo>
                    <a:pt x="506" y="35"/>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39" name="Google Shape;239;p3"/>
            <p:cNvSpPr/>
            <p:nvPr/>
          </p:nvSpPr>
          <p:spPr>
            <a:xfrm>
              <a:off x="6080287" y="4512126"/>
              <a:ext cx="31864" cy="55278"/>
            </a:xfrm>
            <a:custGeom>
              <a:avLst/>
              <a:gdLst/>
              <a:ahLst/>
              <a:cxnLst/>
              <a:rect l="l" t="t" r="r" b="b"/>
              <a:pathLst>
                <a:path w="641" h="1112" extrusionOk="0">
                  <a:moveTo>
                    <a:pt x="405" y="707"/>
                  </a:moveTo>
                  <a:lnTo>
                    <a:pt x="405" y="741"/>
                  </a:lnTo>
                  <a:lnTo>
                    <a:pt x="405" y="808"/>
                  </a:lnTo>
                  <a:lnTo>
                    <a:pt x="371" y="875"/>
                  </a:lnTo>
                  <a:lnTo>
                    <a:pt x="337" y="909"/>
                  </a:lnTo>
                  <a:lnTo>
                    <a:pt x="304" y="875"/>
                  </a:lnTo>
                  <a:lnTo>
                    <a:pt x="236" y="842"/>
                  </a:lnTo>
                  <a:lnTo>
                    <a:pt x="236" y="774"/>
                  </a:lnTo>
                  <a:lnTo>
                    <a:pt x="337" y="707"/>
                  </a:lnTo>
                  <a:close/>
                  <a:moveTo>
                    <a:pt x="506" y="0"/>
                  </a:moveTo>
                  <a:lnTo>
                    <a:pt x="405" y="34"/>
                  </a:lnTo>
                  <a:lnTo>
                    <a:pt x="270" y="168"/>
                  </a:lnTo>
                  <a:lnTo>
                    <a:pt x="169" y="370"/>
                  </a:lnTo>
                  <a:lnTo>
                    <a:pt x="102" y="572"/>
                  </a:lnTo>
                  <a:lnTo>
                    <a:pt x="102" y="640"/>
                  </a:lnTo>
                  <a:lnTo>
                    <a:pt x="34" y="707"/>
                  </a:lnTo>
                  <a:lnTo>
                    <a:pt x="1" y="741"/>
                  </a:lnTo>
                  <a:lnTo>
                    <a:pt x="1" y="774"/>
                  </a:lnTo>
                  <a:lnTo>
                    <a:pt x="68" y="842"/>
                  </a:lnTo>
                  <a:lnTo>
                    <a:pt x="68" y="909"/>
                  </a:lnTo>
                  <a:lnTo>
                    <a:pt x="102" y="1010"/>
                  </a:lnTo>
                  <a:lnTo>
                    <a:pt x="135" y="1077"/>
                  </a:lnTo>
                  <a:lnTo>
                    <a:pt x="203" y="1111"/>
                  </a:lnTo>
                  <a:lnTo>
                    <a:pt x="371" y="1111"/>
                  </a:lnTo>
                  <a:lnTo>
                    <a:pt x="472" y="1077"/>
                  </a:lnTo>
                  <a:lnTo>
                    <a:pt x="539" y="976"/>
                  </a:lnTo>
                  <a:lnTo>
                    <a:pt x="573" y="909"/>
                  </a:lnTo>
                  <a:lnTo>
                    <a:pt x="607" y="808"/>
                  </a:lnTo>
                  <a:lnTo>
                    <a:pt x="607" y="707"/>
                  </a:lnTo>
                  <a:lnTo>
                    <a:pt x="573" y="640"/>
                  </a:lnTo>
                  <a:lnTo>
                    <a:pt x="539" y="572"/>
                  </a:lnTo>
                  <a:lnTo>
                    <a:pt x="472" y="539"/>
                  </a:lnTo>
                  <a:lnTo>
                    <a:pt x="304" y="505"/>
                  </a:lnTo>
                  <a:lnTo>
                    <a:pt x="371" y="370"/>
                  </a:lnTo>
                  <a:lnTo>
                    <a:pt x="438" y="236"/>
                  </a:lnTo>
                  <a:lnTo>
                    <a:pt x="539" y="135"/>
                  </a:lnTo>
                  <a:lnTo>
                    <a:pt x="607" y="101"/>
                  </a:lnTo>
                  <a:lnTo>
                    <a:pt x="640" y="101"/>
                  </a:lnTo>
                  <a:lnTo>
                    <a:pt x="640" y="34"/>
                  </a:lnTo>
                  <a:lnTo>
                    <a:pt x="57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0" name="Google Shape;240;p3"/>
            <p:cNvSpPr/>
            <p:nvPr/>
          </p:nvSpPr>
          <p:spPr>
            <a:xfrm>
              <a:off x="6035101" y="4478621"/>
              <a:ext cx="125567" cy="110505"/>
            </a:xfrm>
            <a:custGeom>
              <a:avLst/>
              <a:gdLst/>
              <a:ahLst/>
              <a:cxnLst/>
              <a:rect l="l" t="t" r="r" b="b"/>
              <a:pathLst>
                <a:path w="2526" h="2223" extrusionOk="0">
                  <a:moveTo>
                    <a:pt x="1953" y="169"/>
                  </a:moveTo>
                  <a:lnTo>
                    <a:pt x="2021" y="203"/>
                  </a:lnTo>
                  <a:lnTo>
                    <a:pt x="2021" y="236"/>
                  </a:lnTo>
                  <a:lnTo>
                    <a:pt x="2122" y="741"/>
                  </a:lnTo>
                  <a:lnTo>
                    <a:pt x="2290" y="1650"/>
                  </a:lnTo>
                  <a:lnTo>
                    <a:pt x="1617" y="1852"/>
                  </a:lnTo>
                  <a:lnTo>
                    <a:pt x="1280" y="1920"/>
                  </a:lnTo>
                  <a:lnTo>
                    <a:pt x="943" y="1953"/>
                  </a:lnTo>
                  <a:lnTo>
                    <a:pt x="809" y="1953"/>
                  </a:lnTo>
                  <a:lnTo>
                    <a:pt x="674" y="1852"/>
                  </a:lnTo>
                  <a:lnTo>
                    <a:pt x="573" y="1751"/>
                  </a:lnTo>
                  <a:lnTo>
                    <a:pt x="506" y="1583"/>
                  </a:lnTo>
                  <a:lnTo>
                    <a:pt x="371" y="1179"/>
                  </a:lnTo>
                  <a:lnTo>
                    <a:pt x="304" y="809"/>
                  </a:lnTo>
                  <a:lnTo>
                    <a:pt x="977" y="607"/>
                  </a:lnTo>
                  <a:lnTo>
                    <a:pt x="1650" y="337"/>
                  </a:lnTo>
                  <a:lnTo>
                    <a:pt x="1852" y="203"/>
                  </a:lnTo>
                  <a:lnTo>
                    <a:pt x="1953" y="169"/>
                  </a:lnTo>
                  <a:close/>
                  <a:moveTo>
                    <a:pt x="2021" y="1"/>
                  </a:moveTo>
                  <a:lnTo>
                    <a:pt x="1145" y="337"/>
                  </a:lnTo>
                  <a:lnTo>
                    <a:pt x="270" y="607"/>
                  </a:lnTo>
                  <a:lnTo>
                    <a:pt x="236" y="573"/>
                  </a:lnTo>
                  <a:lnTo>
                    <a:pt x="203" y="506"/>
                  </a:lnTo>
                  <a:lnTo>
                    <a:pt x="169" y="506"/>
                  </a:lnTo>
                  <a:lnTo>
                    <a:pt x="102" y="539"/>
                  </a:lnTo>
                  <a:lnTo>
                    <a:pt x="102" y="573"/>
                  </a:lnTo>
                  <a:lnTo>
                    <a:pt x="102" y="640"/>
                  </a:lnTo>
                  <a:lnTo>
                    <a:pt x="68" y="640"/>
                  </a:lnTo>
                  <a:lnTo>
                    <a:pt x="34" y="708"/>
                  </a:lnTo>
                  <a:lnTo>
                    <a:pt x="1" y="775"/>
                  </a:lnTo>
                  <a:lnTo>
                    <a:pt x="34" y="809"/>
                  </a:lnTo>
                  <a:lnTo>
                    <a:pt x="102" y="842"/>
                  </a:lnTo>
                  <a:lnTo>
                    <a:pt x="169" y="1246"/>
                  </a:lnTo>
                  <a:lnTo>
                    <a:pt x="270" y="1617"/>
                  </a:lnTo>
                  <a:lnTo>
                    <a:pt x="371" y="1920"/>
                  </a:lnTo>
                  <a:lnTo>
                    <a:pt x="438" y="2088"/>
                  </a:lnTo>
                  <a:lnTo>
                    <a:pt x="539" y="2189"/>
                  </a:lnTo>
                  <a:lnTo>
                    <a:pt x="640" y="2223"/>
                  </a:lnTo>
                  <a:lnTo>
                    <a:pt x="943" y="2223"/>
                  </a:lnTo>
                  <a:lnTo>
                    <a:pt x="1314" y="2155"/>
                  </a:lnTo>
                  <a:lnTo>
                    <a:pt x="1886" y="2021"/>
                  </a:lnTo>
                  <a:lnTo>
                    <a:pt x="2189" y="1953"/>
                  </a:lnTo>
                  <a:lnTo>
                    <a:pt x="2458" y="1819"/>
                  </a:lnTo>
                  <a:lnTo>
                    <a:pt x="2526" y="1785"/>
                  </a:lnTo>
                  <a:lnTo>
                    <a:pt x="2526" y="1684"/>
                  </a:lnTo>
                  <a:lnTo>
                    <a:pt x="2324" y="876"/>
                  </a:lnTo>
                  <a:lnTo>
                    <a:pt x="2122" y="34"/>
                  </a:lnTo>
                  <a:lnTo>
                    <a:pt x="208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1" name="Google Shape;241;p3"/>
            <p:cNvSpPr/>
            <p:nvPr/>
          </p:nvSpPr>
          <p:spPr>
            <a:xfrm>
              <a:off x="6341364" y="4378207"/>
              <a:ext cx="11781" cy="13422"/>
            </a:xfrm>
            <a:custGeom>
              <a:avLst/>
              <a:gdLst/>
              <a:ahLst/>
              <a:cxnLst/>
              <a:rect l="l" t="t" r="r" b="b"/>
              <a:pathLst>
                <a:path w="237" h="270" extrusionOk="0">
                  <a:moveTo>
                    <a:pt x="68" y="1"/>
                  </a:moveTo>
                  <a:lnTo>
                    <a:pt x="1" y="34"/>
                  </a:lnTo>
                  <a:lnTo>
                    <a:pt x="1" y="102"/>
                  </a:lnTo>
                  <a:lnTo>
                    <a:pt x="1" y="169"/>
                  </a:lnTo>
                  <a:lnTo>
                    <a:pt x="35" y="236"/>
                  </a:lnTo>
                  <a:lnTo>
                    <a:pt x="68" y="270"/>
                  </a:lnTo>
                  <a:lnTo>
                    <a:pt x="136" y="270"/>
                  </a:lnTo>
                  <a:lnTo>
                    <a:pt x="203" y="203"/>
                  </a:lnTo>
                  <a:lnTo>
                    <a:pt x="237" y="169"/>
                  </a:lnTo>
                  <a:lnTo>
                    <a:pt x="203" y="102"/>
                  </a:lnTo>
                  <a:lnTo>
                    <a:pt x="1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2" name="Google Shape;242;p3"/>
            <p:cNvSpPr/>
            <p:nvPr/>
          </p:nvSpPr>
          <p:spPr>
            <a:xfrm>
              <a:off x="6205805" y="4490353"/>
              <a:ext cx="28534" cy="16802"/>
            </a:xfrm>
            <a:custGeom>
              <a:avLst/>
              <a:gdLst/>
              <a:ahLst/>
              <a:cxnLst/>
              <a:rect l="l" t="t" r="r" b="b"/>
              <a:pathLst>
                <a:path w="574" h="338" extrusionOk="0">
                  <a:moveTo>
                    <a:pt x="439" y="0"/>
                  </a:moveTo>
                  <a:lnTo>
                    <a:pt x="102" y="169"/>
                  </a:lnTo>
                  <a:lnTo>
                    <a:pt x="1" y="236"/>
                  </a:lnTo>
                  <a:lnTo>
                    <a:pt x="1" y="270"/>
                  </a:lnTo>
                  <a:lnTo>
                    <a:pt x="1" y="303"/>
                  </a:lnTo>
                  <a:lnTo>
                    <a:pt x="34" y="337"/>
                  </a:lnTo>
                  <a:lnTo>
                    <a:pt x="203" y="337"/>
                  </a:lnTo>
                  <a:lnTo>
                    <a:pt x="472" y="236"/>
                  </a:lnTo>
                  <a:lnTo>
                    <a:pt x="540" y="202"/>
                  </a:lnTo>
                  <a:lnTo>
                    <a:pt x="573" y="169"/>
                  </a:lnTo>
                  <a:lnTo>
                    <a:pt x="573" y="101"/>
                  </a:lnTo>
                  <a:lnTo>
                    <a:pt x="506"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3" name="Google Shape;243;p3"/>
            <p:cNvSpPr/>
            <p:nvPr/>
          </p:nvSpPr>
          <p:spPr>
            <a:xfrm>
              <a:off x="6304579" y="4530519"/>
              <a:ext cx="120547" cy="108815"/>
            </a:xfrm>
            <a:custGeom>
              <a:avLst/>
              <a:gdLst/>
              <a:ahLst/>
              <a:cxnLst/>
              <a:rect l="l" t="t" r="r" b="b"/>
              <a:pathLst>
                <a:path w="2425" h="2189" extrusionOk="0">
                  <a:moveTo>
                    <a:pt x="1886" y="270"/>
                  </a:moveTo>
                  <a:lnTo>
                    <a:pt x="2020" y="808"/>
                  </a:lnTo>
                  <a:lnTo>
                    <a:pt x="2088" y="1078"/>
                  </a:lnTo>
                  <a:lnTo>
                    <a:pt x="2155" y="1381"/>
                  </a:lnTo>
                  <a:lnTo>
                    <a:pt x="2155" y="1516"/>
                  </a:lnTo>
                  <a:lnTo>
                    <a:pt x="2121" y="1650"/>
                  </a:lnTo>
                  <a:lnTo>
                    <a:pt x="2054" y="1751"/>
                  </a:lnTo>
                  <a:lnTo>
                    <a:pt x="1886" y="1819"/>
                  </a:lnTo>
                  <a:lnTo>
                    <a:pt x="1313" y="1819"/>
                  </a:lnTo>
                  <a:lnTo>
                    <a:pt x="1044" y="1852"/>
                  </a:lnTo>
                  <a:lnTo>
                    <a:pt x="741" y="1920"/>
                  </a:lnTo>
                  <a:lnTo>
                    <a:pt x="640" y="1381"/>
                  </a:lnTo>
                  <a:lnTo>
                    <a:pt x="539" y="1044"/>
                  </a:lnTo>
                  <a:lnTo>
                    <a:pt x="472" y="674"/>
                  </a:lnTo>
                  <a:lnTo>
                    <a:pt x="472" y="640"/>
                  </a:lnTo>
                  <a:lnTo>
                    <a:pt x="842" y="539"/>
                  </a:lnTo>
                  <a:lnTo>
                    <a:pt x="1179" y="472"/>
                  </a:lnTo>
                  <a:lnTo>
                    <a:pt x="1549" y="371"/>
                  </a:lnTo>
                  <a:lnTo>
                    <a:pt x="1886" y="270"/>
                  </a:lnTo>
                  <a:close/>
                  <a:moveTo>
                    <a:pt x="1953" y="0"/>
                  </a:moveTo>
                  <a:lnTo>
                    <a:pt x="1886" y="34"/>
                  </a:lnTo>
                  <a:lnTo>
                    <a:pt x="1650" y="135"/>
                  </a:lnTo>
                  <a:lnTo>
                    <a:pt x="1414" y="169"/>
                  </a:lnTo>
                  <a:lnTo>
                    <a:pt x="909" y="236"/>
                  </a:lnTo>
                  <a:lnTo>
                    <a:pt x="674" y="303"/>
                  </a:lnTo>
                  <a:lnTo>
                    <a:pt x="472" y="337"/>
                  </a:lnTo>
                  <a:lnTo>
                    <a:pt x="34" y="539"/>
                  </a:lnTo>
                  <a:lnTo>
                    <a:pt x="0" y="573"/>
                  </a:lnTo>
                  <a:lnTo>
                    <a:pt x="0" y="606"/>
                  </a:lnTo>
                  <a:lnTo>
                    <a:pt x="0" y="674"/>
                  </a:lnTo>
                  <a:lnTo>
                    <a:pt x="68" y="741"/>
                  </a:lnTo>
                  <a:lnTo>
                    <a:pt x="169" y="741"/>
                  </a:lnTo>
                  <a:lnTo>
                    <a:pt x="270" y="707"/>
                  </a:lnTo>
                  <a:lnTo>
                    <a:pt x="303" y="909"/>
                  </a:lnTo>
                  <a:lnTo>
                    <a:pt x="337" y="1111"/>
                  </a:lnTo>
                  <a:lnTo>
                    <a:pt x="539" y="2088"/>
                  </a:lnTo>
                  <a:lnTo>
                    <a:pt x="606" y="2189"/>
                  </a:lnTo>
                  <a:lnTo>
                    <a:pt x="707" y="2189"/>
                  </a:lnTo>
                  <a:lnTo>
                    <a:pt x="876" y="2122"/>
                  </a:lnTo>
                  <a:lnTo>
                    <a:pt x="1111" y="2088"/>
                  </a:lnTo>
                  <a:lnTo>
                    <a:pt x="1549" y="2088"/>
                  </a:lnTo>
                  <a:lnTo>
                    <a:pt x="1751" y="2054"/>
                  </a:lnTo>
                  <a:lnTo>
                    <a:pt x="1953" y="2021"/>
                  </a:lnTo>
                  <a:lnTo>
                    <a:pt x="2155" y="1953"/>
                  </a:lnTo>
                  <a:lnTo>
                    <a:pt x="2323" y="1852"/>
                  </a:lnTo>
                  <a:lnTo>
                    <a:pt x="2391" y="1785"/>
                  </a:lnTo>
                  <a:lnTo>
                    <a:pt x="2424" y="1684"/>
                  </a:lnTo>
                  <a:lnTo>
                    <a:pt x="2391" y="1448"/>
                  </a:lnTo>
                  <a:lnTo>
                    <a:pt x="2054" y="68"/>
                  </a:lnTo>
                  <a:lnTo>
                    <a:pt x="2020" y="34"/>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4" name="Google Shape;244;p3"/>
            <p:cNvSpPr/>
            <p:nvPr/>
          </p:nvSpPr>
          <p:spPr>
            <a:xfrm>
              <a:off x="5787396" y="4540560"/>
              <a:ext cx="128948" cy="107175"/>
            </a:xfrm>
            <a:custGeom>
              <a:avLst/>
              <a:gdLst/>
              <a:ahLst/>
              <a:cxnLst/>
              <a:rect l="l" t="t" r="r" b="b"/>
              <a:pathLst>
                <a:path w="2594" h="2156" extrusionOk="0">
                  <a:moveTo>
                    <a:pt x="1819" y="303"/>
                  </a:moveTo>
                  <a:lnTo>
                    <a:pt x="1954" y="404"/>
                  </a:lnTo>
                  <a:lnTo>
                    <a:pt x="2088" y="505"/>
                  </a:lnTo>
                  <a:lnTo>
                    <a:pt x="2156" y="674"/>
                  </a:lnTo>
                  <a:lnTo>
                    <a:pt x="2223" y="876"/>
                  </a:lnTo>
                  <a:lnTo>
                    <a:pt x="2257" y="1111"/>
                  </a:lnTo>
                  <a:lnTo>
                    <a:pt x="2324" y="1516"/>
                  </a:lnTo>
                  <a:lnTo>
                    <a:pt x="1954" y="1650"/>
                  </a:lnTo>
                  <a:lnTo>
                    <a:pt x="1550" y="1751"/>
                  </a:lnTo>
                  <a:lnTo>
                    <a:pt x="1179" y="1819"/>
                  </a:lnTo>
                  <a:lnTo>
                    <a:pt x="775" y="1886"/>
                  </a:lnTo>
                  <a:lnTo>
                    <a:pt x="573" y="1314"/>
                  </a:lnTo>
                  <a:lnTo>
                    <a:pt x="438" y="741"/>
                  </a:lnTo>
                  <a:lnTo>
                    <a:pt x="1011" y="505"/>
                  </a:lnTo>
                  <a:lnTo>
                    <a:pt x="1314" y="404"/>
                  </a:lnTo>
                  <a:lnTo>
                    <a:pt x="1617" y="337"/>
                  </a:lnTo>
                  <a:lnTo>
                    <a:pt x="1718" y="303"/>
                  </a:lnTo>
                  <a:close/>
                  <a:moveTo>
                    <a:pt x="1785" y="0"/>
                  </a:moveTo>
                  <a:lnTo>
                    <a:pt x="1550" y="68"/>
                  </a:lnTo>
                  <a:lnTo>
                    <a:pt x="1112" y="169"/>
                  </a:lnTo>
                  <a:lnTo>
                    <a:pt x="708" y="303"/>
                  </a:lnTo>
                  <a:lnTo>
                    <a:pt x="337" y="472"/>
                  </a:lnTo>
                  <a:lnTo>
                    <a:pt x="236" y="472"/>
                  </a:lnTo>
                  <a:lnTo>
                    <a:pt x="203" y="505"/>
                  </a:lnTo>
                  <a:lnTo>
                    <a:pt x="169" y="539"/>
                  </a:lnTo>
                  <a:lnTo>
                    <a:pt x="169" y="573"/>
                  </a:lnTo>
                  <a:lnTo>
                    <a:pt x="68" y="640"/>
                  </a:lnTo>
                  <a:lnTo>
                    <a:pt x="34" y="674"/>
                  </a:lnTo>
                  <a:lnTo>
                    <a:pt x="1" y="707"/>
                  </a:lnTo>
                  <a:lnTo>
                    <a:pt x="34" y="808"/>
                  </a:lnTo>
                  <a:lnTo>
                    <a:pt x="102" y="876"/>
                  </a:lnTo>
                  <a:lnTo>
                    <a:pt x="203" y="876"/>
                  </a:lnTo>
                  <a:lnTo>
                    <a:pt x="203" y="842"/>
                  </a:lnTo>
                  <a:lnTo>
                    <a:pt x="270" y="1179"/>
                  </a:lnTo>
                  <a:lnTo>
                    <a:pt x="337" y="1482"/>
                  </a:lnTo>
                  <a:lnTo>
                    <a:pt x="539" y="2054"/>
                  </a:lnTo>
                  <a:lnTo>
                    <a:pt x="607" y="2122"/>
                  </a:lnTo>
                  <a:lnTo>
                    <a:pt x="674" y="2155"/>
                  </a:lnTo>
                  <a:lnTo>
                    <a:pt x="1146" y="2122"/>
                  </a:lnTo>
                  <a:lnTo>
                    <a:pt x="1617" y="2021"/>
                  </a:lnTo>
                  <a:lnTo>
                    <a:pt x="2055" y="1886"/>
                  </a:lnTo>
                  <a:lnTo>
                    <a:pt x="2492" y="1718"/>
                  </a:lnTo>
                  <a:lnTo>
                    <a:pt x="2593" y="1650"/>
                  </a:lnTo>
                  <a:lnTo>
                    <a:pt x="2593" y="1549"/>
                  </a:lnTo>
                  <a:lnTo>
                    <a:pt x="2358" y="438"/>
                  </a:lnTo>
                  <a:lnTo>
                    <a:pt x="2324" y="303"/>
                  </a:lnTo>
                  <a:lnTo>
                    <a:pt x="2257" y="169"/>
                  </a:lnTo>
                  <a:lnTo>
                    <a:pt x="2156" y="101"/>
                  </a:lnTo>
                  <a:lnTo>
                    <a:pt x="2021" y="34"/>
                  </a:lnTo>
                  <a:lnTo>
                    <a:pt x="178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5" name="Google Shape;245;p3"/>
            <p:cNvSpPr/>
            <p:nvPr/>
          </p:nvSpPr>
          <p:spPr>
            <a:xfrm>
              <a:off x="5772334" y="4428414"/>
              <a:ext cx="115526" cy="115526"/>
            </a:xfrm>
            <a:custGeom>
              <a:avLst/>
              <a:gdLst/>
              <a:ahLst/>
              <a:cxnLst/>
              <a:rect l="l" t="t" r="r" b="b"/>
              <a:pathLst>
                <a:path w="2324" h="2324" extrusionOk="0">
                  <a:moveTo>
                    <a:pt x="1853" y="236"/>
                  </a:moveTo>
                  <a:lnTo>
                    <a:pt x="2088" y="1617"/>
                  </a:lnTo>
                  <a:lnTo>
                    <a:pt x="1449" y="1819"/>
                  </a:lnTo>
                  <a:lnTo>
                    <a:pt x="1045" y="1987"/>
                  </a:lnTo>
                  <a:lnTo>
                    <a:pt x="809" y="2054"/>
                  </a:lnTo>
                  <a:lnTo>
                    <a:pt x="607" y="2088"/>
                  </a:lnTo>
                  <a:lnTo>
                    <a:pt x="405" y="1482"/>
                  </a:lnTo>
                  <a:lnTo>
                    <a:pt x="203" y="842"/>
                  </a:lnTo>
                  <a:lnTo>
                    <a:pt x="640" y="708"/>
                  </a:lnTo>
                  <a:lnTo>
                    <a:pt x="1045" y="573"/>
                  </a:lnTo>
                  <a:lnTo>
                    <a:pt x="1853" y="236"/>
                  </a:lnTo>
                  <a:close/>
                  <a:moveTo>
                    <a:pt x="1886" y="1"/>
                  </a:moveTo>
                  <a:lnTo>
                    <a:pt x="1011" y="304"/>
                  </a:lnTo>
                  <a:lnTo>
                    <a:pt x="573" y="472"/>
                  </a:lnTo>
                  <a:lnTo>
                    <a:pt x="135" y="640"/>
                  </a:lnTo>
                  <a:lnTo>
                    <a:pt x="102" y="607"/>
                  </a:lnTo>
                  <a:lnTo>
                    <a:pt x="34" y="607"/>
                  </a:lnTo>
                  <a:lnTo>
                    <a:pt x="1" y="674"/>
                  </a:lnTo>
                  <a:lnTo>
                    <a:pt x="1" y="741"/>
                  </a:lnTo>
                  <a:lnTo>
                    <a:pt x="68" y="1112"/>
                  </a:lnTo>
                  <a:lnTo>
                    <a:pt x="169" y="1482"/>
                  </a:lnTo>
                  <a:lnTo>
                    <a:pt x="405" y="2256"/>
                  </a:lnTo>
                  <a:lnTo>
                    <a:pt x="438" y="2324"/>
                  </a:lnTo>
                  <a:lnTo>
                    <a:pt x="708" y="2324"/>
                  </a:lnTo>
                  <a:lnTo>
                    <a:pt x="876" y="2290"/>
                  </a:lnTo>
                  <a:lnTo>
                    <a:pt x="1213" y="2155"/>
                  </a:lnTo>
                  <a:lnTo>
                    <a:pt x="2257" y="1819"/>
                  </a:lnTo>
                  <a:lnTo>
                    <a:pt x="2290" y="1819"/>
                  </a:lnTo>
                  <a:lnTo>
                    <a:pt x="2324" y="1785"/>
                  </a:lnTo>
                  <a:lnTo>
                    <a:pt x="2324" y="1684"/>
                  </a:lnTo>
                  <a:lnTo>
                    <a:pt x="2021" y="68"/>
                  </a:lnTo>
                  <a:lnTo>
                    <a:pt x="1954"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6" name="Google Shape;246;p3"/>
            <p:cNvSpPr/>
            <p:nvPr/>
          </p:nvSpPr>
          <p:spPr>
            <a:xfrm>
              <a:off x="5867727" y="4679450"/>
              <a:ext cx="23513" cy="48616"/>
            </a:xfrm>
            <a:custGeom>
              <a:avLst/>
              <a:gdLst/>
              <a:ahLst/>
              <a:cxnLst/>
              <a:rect l="l" t="t" r="r" b="b"/>
              <a:pathLst>
                <a:path w="473" h="978" extrusionOk="0">
                  <a:moveTo>
                    <a:pt x="35" y="1"/>
                  </a:moveTo>
                  <a:lnTo>
                    <a:pt x="1" y="68"/>
                  </a:lnTo>
                  <a:lnTo>
                    <a:pt x="35" y="169"/>
                  </a:lnTo>
                  <a:lnTo>
                    <a:pt x="68" y="270"/>
                  </a:lnTo>
                  <a:lnTo>
                    <a:pt x="136" y="506"/>
                  </a:lnTo>
                  <a:lnTo>
                    <a:pt x="203" y="742"/>
                  </a:lnTo>
                  <a:lnTo>
                    <a:pt x="237" y="843"/>
                  </a:lnTo>
                  <a:lnTo>
                    <a:pt x="304" y="944"/>
                  </a:lnTo>
                  <a:lnTo>
                    <a:pt x="338" y="977"/>
                  </a:lnTo>
                  <a:lnTo>
                    <a:pt x="405" y="977"/>
                  </a:lnTo>
                  <a:lnTo>
                    <a:pt x="439" y="944"/>
                  </a:lnTo>
                  <a:lnTo>
                    <a:pt x="472" y="876"/>
                  </a:lnTo>
                  <a:lnTo>
                    <a:pt x="439" y="775"/>
                  </a:lnTo>
                  <a:lnTo>
                    <a:pt x="405" y="674"/>
                  </a:lnTo>
                  <a:lnTo>
                    <a:pt x="338" y="439"/>
                  </a:lnTo>
                  <a:lnTo>
                    <a:pt x="237" y="203"/>
                  </a:lnTo>
                  <a:lnTo>
                    <a:pt x="203" y="102"/>
                  </a:lnTo>
                  <a:lnTo>
                    <a:pt x="1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7" name="Google Shape;247;p3"/>
            <p:cNvSpPr/>
            <p:nvPr/>
          </p:nvSpPr>
          <p:spPr>
            <a:xfrm>
              <a:off x="5819211" y="4644305"/>
              <a:ext cx="123877" cy="115526"/>
            </a:xfrm>
            <a:custGeom>
              <a:avLst/>
              <a:gdLst/>
              <a:ahLst/>
              <a:cxnLst/>
              <a:rect l="l" t="t" r="r" b="b"/>
              <a:pathLst>
                <a:path w="2492" h="2324" extrusionOk="0">
                  <a:moveTo>
                    <a:pt x="1886" y="237"/>
                  </a:moveTo>
                  <a:lnTo>
                    <a:pt x="2122" y="1078"/>
                  </a:lnTo>
                  <a:lnTo>
                    <a:pt x="2223" y="1415"/>
                  </a:lnTo>
                  <a:lnTo>
                    <a:pt x="2256" y="1583"/>
                  </a:lnTo>
                  <a:lnTo>
                    <a:pt x="2223" y="1684"/>
                  </a:lnTo>
                  <a:lnTo>
                    <a:pt x="2189" y="1752"/>
                  </a:lnTo>
                  <a:lnTo>
                    <a:pt x="2088" y="1819"/>
                  </a:lnTo>
                  <a:lnTo>
                    <a:pt x="1920" y="1886"/>
                  </a:lnTo>
                  <a:lnTo>
                    <a:pt x="1583" y="1954"/>
                  </a:lnTo>
                  <a:lnTo>
                    <a:pt x="1280" y="2021"/>
                  </a:lnTo>
                  <a:lnTo>
                    <a:pt x="943" y="2055"/>
                  </a:lnTo>
                  <a:lnTo>
                    <a:pt x="775" y="2055"/>
                  </a:lnTo>
                  <a:lnTo>
                    <a:pt x="674" y="2021"/>
                  </a:lnTo>
                  <a:lnTo>
                    <a:pt x="573" y="1954"/>
                  </a:lnTo>
                  <a:lnTo>
                    <a:pt x="506" y="1785"/>
                  </a:lnTo>
                  <a:lnTo>
                    <a:pt x="438" y="1247"/>
                  </a:lnTo>
                  <a:lnTo>
                    <a:pt x="371" y="944"/>
                  </a:lnTo>
                  <a:lnTo>
                    <a:pt x="270" y="674"/>
                  </a:lnTo>
                  <a:lnTo>
                    <a:pt x="472" y="674"/>
                  </a:lnTo>
                  <a:lnTo>
                    <a:pt x="674" y="641"/>
                  </a:lnTo>
                  <a:lnTo>
                    <a:pt x="1078" y="506"/>
                  </a:lnTo>
                  <a:lnTo>
                    <a:pt x="1886" y="237"/>
                  </a:lnTo>
                  <a:close/>
                  <a:moveTo>
                    <a:pt x="1920" y="1"/>
                  </a:moveTo>
                  <a:lnTo>
                    <a:pt x="977" y="270"/>
                  </a:lnTo>
                  <a:lnTo>
                    <a:pt x="506" y="405"/>
                  </a:lnTo>
                  <a:lnTo>
                    <a:pt x="34" y="506"/>
                  </a:lnTo>
                  <a:lnTo>
                    <a:pt x="1" y="540"/>
                  </a:lnTo>
                  <a:lnTo>
                    <a:pt x="1" y="573"/>
                  </a:lnTo>
                  <a:lnTo>
                    <a:pt x="1" y="641"/>
                  </a:lnTo>
                  <a:lnTo>
                    <a:pt x="34" y="641"/>
                  </a:lnTo>
                  <a:lnTo>
                    <a:pt x="102" y="674"/>
                  </a:lnTo>
                  <a:lnTo>
                    <a:pt x="68" y="708"/>
                  </a:lnTo>
                  <a:lnTo>
                    <a:pt x="68" y="742"/>
                  </a:lnTo>
                  <a:lnTo>
                    <a:pt x="169" y="1112"/>
                  </a:lnTo>
                  <a:lnTo>
                    <a:pt x="203" y="1516"/>
                  </a:lnTo>
                  <a:lnTo>
                    <a:pt x="270" y="1920"/>
                  </a:lnTo>
                  <a:lnTo>
                    <a:pt x="304" y="2122"/>
                  </a:lnTo>
                  <a:lnTo>
                    <a:pt x="405" y="2290"/>
                  </a:lnTo>
                  <a:lnTo>
                    <a:pt x="438" y="2324"/>
                  </a:lnTo>
                  <a:lnTo>
                    <a:pt x="775" y="2324"/>
                  </a:lnTo>
                  <a:lnTo>
                    <a:pt x="1078" y="2290"/>
                  </a:lnTo>
                  <a:lnTo>
                    <a:pt x="1650" y="2156"/>
                  </a:lnTo>
                  <a:lnTo>
                    <a:pt x="2021" y="2088"/>
                  </a:lnTo>
                  <a:lnTo>
                    <a:pt x="2189" y="2021"/>
                  </a:lnTo>
                  <a:lnTo>
                    <a:pt x="2357" y="1920"/>
                  </a:lnTo>
                  <a:lnTo>
                    <a:pt x="2425" y="1853"/>
                  </a:lnTo>
                  <a:lnTo>
                    <a:pt x="2458" y="1785"/>
                  </a:lnTo>
                  <a:lnTo>
                    <a:pt x="2492" y="1651"/>
                  </a:lnTo>
                  <a:lnTo>
                    <a:pt x="2458" y="1482"/>
                  </a:lnTo>
                  <a:lnTo>
                    <a:pt x="2458" y="1348"/>
                  </a:lnTo>
                  <a:lnTo>
                    <a:pt x="2256" y="708"/>
                  </a:lnTo>
                  <a:lnTo>
                    <a:pt x="2054" y="68"/>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8" name="Google Shape;248;p3"/>
            <p:cNvSpPr/>
            <p:nvPr/>
          </p:nvSpPr>
          <p:spPr>
            <a:xfrm>
              <a:off x="6252682" y="4322979"/>
              <a:ext cx="128898" cy="115526"/>
            </a:xfrm>
            <a:custGeom>
              <a:avLst/>
              <a:gdLst/>
              <a:ahLst/>
              <a:cxnLst/>
              <a:rect l="l" t="t" r="r" b="b"/>
              <a:pathLst>
                <a:path w="2593" h="2324" extrusionOk="0">
                  <a:moveTo>
                    <a:pt x="1953" y="169"/>
                  </a:moveTo>
                  <a:lnTo>
                    <a:pt x="2021" y="506"/>
                  </a:lnTo>
                  <a:lnTo>
                    <a:pt x="2088" y="809"/>
                  </a:lnTo>
                  <a:lnTo>
                    <a:pt x="2189" y="1145"/>
                  </a:lnTo>
                  <a:lnTo>
                    <a:pt x="2357" y="1448"/>
                  </a:lnTo>
                  <a:lnTo>
                    <a:pt x="2290" y="1482"/>
                  </a:lnTo>
                  <a:lnTo>
                    <a:pt x="2155" y="1549"/>
                  </a:lnTo>
                  <a:lnTo>
                    <a:pt x="1684" y="1718"/>
                  </a:lnTo>
                  <a:lnTo>
                    <a:pt x="674" y="2054"/>
                  </a:lnTo>
                  <a:lnTo>
                    <a:pt x="539" y="1347"/>
                  </a:lnTo>
                  <a:lnTo>
                    <a:pt x="438" y="1011"/>
                  </a:lnTo>
                  <a:lnTo>
                    <a:pt x="304" y="674"/>
                  </a:lnTo>
                  <a:lnTo>
                    <a:pt x="1953" y="169"/>
                  </a:lnTo>
                  <a:close/>
                  <a:moveTo>
                    <a:pt x="2021" y="1"/>
                  </a:moveTo>
                  <a:lnTo>
                    <a:pt x="236" y="506"/>
                  </a:lnTo>
                  <a:lnTo>
                    <a:pt x="169" y="506"/>
                  </a:lnTo>
                  <a:lnTo>
                    <a:pt x="169" y="539"/>
                  </a:lnTo>
                  <a:lnTo>
                    <a:pt x="68" y="539"/>
                  </a:lnTo>
                  <a:lnTo>
                    <a:pt x="1" y="607"/>
                  </a:lnTo>
                  <a:lnTo>
                    <a:pt x="1" y="674"/>
                  </a:lnTo>
                  <a:lnTo>
                    <a:pt x="34" y="708"/>
                  </a:lnTo>
                  <a:lnTo>
                    <a:pt x="102" y="741"/>
                  </a:lnTo>
                  <a:lnTo>
                    <a:pt x="135" y="708"/>
                  </a:lnTo>
                  <a:lnTo>
                    <a:pt x="169" y="1112"/>
                  </a:lnTo>
                  <a:lnTo>
                    <a:pt x="270" y="1482"/>
                  </a:lnTo>
                  <a:lnTo>
                    <a:pt x="438" y="2223"/>
                  </a:lnTo>
                  <a:lnTo>
                    <a:pt x="472" y="2290"/>
                  </a:lnTo>
                  <a:lnTo>
                    <a:pt x="506" y="2324"/>
                  </a:lnTo>
                  <a:lnTo>
                    <a:pt x="607" y="2324"/>
                  </a:lnTo>
                  <a:lnTo>
                    <a:pt x="1650" y="1987"/>
                  </a:lnTo>
                  <a:lnTo>
                    <a:pt x="2122" y="1886"/>
                  </a:lnTo>
                  <a:lnTo>
                    <a:pt x="2357" y="1785"/>
                  </a:lnTo>
                  <a:lnTo>
                    <a:pt x="2458" y="1751"/>
                  </a:lnTo>
                  <a:lnTo>
                    <a:pt x="2526" y="1684"/>
                  </a:lnTo>
                  <a:lnTo>
                    <a:pt x="2593" y="1549"/>
                  </a:lnTo>
                  <a:lnTo>
                    <a:pt x="2593" y="1482"/>
                  </a:lnTo>
                  <a:lnTo>
                    <a:pt x="2593" y="1381"/>
                  </a:lnTo>
                  <a:lnTo>
                    <a:pt x="2290" y="741"/>
                  </a:lnTo>
                  <a:lnTo>
                    <a:pt x="2189" y="405"/>
                  </a:lnTo>
                  <a:lnTo>
                    <a:pt x="2122" y="68"/>
                  </a:lnTo>
                  <a:lnTo>
                    <a:pt x="208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49" name="Google Shape;249;p3"/>
            <p:cNvSpPr/>
            <p:nvPr/>
          </p:nvSpPr>
          <p:spPr>
            <a:xfrm>
              <a:off x="6063585" y="4589077"/>
              <a:ext cx="112146" cy="112195"/>
            </a:xfrm>
            <a:custGeom>
              <a:avLst/>
              <a:gdLst/>
              <a:ahLst/>
              <a:cxnLst/>
              <a:rect l="l" t="t" r="r" b="b"/>
              <a:pathLst>
                <a:path w="2256" h="2257" extrusionOk="0">
                  <a:moveTo>
                    <a:pt x="1751" y="236"/>
                  </a:moveTo>
                  <a:lnTo>
                    <a:pt x="2020" y="1583"/>
                  </a:lnTo>
                  <a:lnTo>
                    <a:pt x="1313" y="1785"/>
                  </a:lnTo>
                  <a:lnTo>
                    <a:pt x="606" y="1987"/>
                  </a:lnTo>
                  <a:lnTo>
                    <a:pt x="303" y="1011"/>
                  </a:lnTo>
                  <a:lnTo>
                    <a:pt x="236" y="775"/>
                  </a:lnTo>
                  <a:lnTo>
                    <a:pt x="236" y="607"/>
                  </a:lnTo>
                  <a:lnTo>
                    <a:pt x="269" y="573"/>
                  </a:lnTo>
                  <a:lnTo>
                    <a:pt x="337" y="540"/>
                  </a:lnTo>
                  <a:lnTo>
                    <a:pt x="572" y="472"/>
                  </a:lnTo>
                  <a:lnTo>
                    <a:pt x="842" y="472"/>
                  </a:lnTo>
                  <a:lnTo>
                    <a:pt x="1313" y="371"/>
                  </a:lnTo>
                  <a:lnTo>
                    <a:pt x="1751" y="236"/>
                  </a:lnTo>
                  <a:close/>
                  <a:moveTo>
                    <a:pt x="1784" y="1"/>
                  </a:moveTo>
                  <a:lnTo>
                    <a:pt x="1212" y="135"/>
                  </a:lnTo>
                  <a:lnTo>
                    <a:pt x="640" y="270"/>
                  </a:lnTo>
                  <a:lnTo>
                    <a:pt x="337" y="304"/>
                  </a:lnTo>
                  <a:lnTo>
                    <a:pt x="168" y="338"/>
                  </a:lnTo>
                  <a:lnTo>
                    <a:pt x="101" y="371"/>
                  </a:lnTo>
                  <a:lnTo>
                    <a:pt x="34" y="439"/>
                  </a:lnTo>
                  <a:lnTo>
                    <a:pt x="0" y="607"/>
                  </a:lnTo>
                  <a:lnTo>
                    <a:pt x="0" y="775"/>
                  </a:lnTo>
                  <a:lnTo>
                    <a:pt x="101" y="1078"/>
                  </a:lnTo>
                  <a:lnTo>
                    <a:pt x="303" y="1651"/>
                  </a:lnTo>
                  <a:lnTo>
                    <a:pt x="370" y="1819"/>
                  </a:lnTo>
                  <a:lnTo>
                    <a:pt x="505" y="2021"/>
                  </a:lnTo>
                  <a:lnTo>
                    <a:pt x="471" y="2055"/>
                  </a:lnTo>
                  <a:lnTo>
                    <a:pt x="438" y="2088"/>
                  </a:lnTo>
                  <a:lnTo>
                    <a:pt x="438" y="2189"/>
                  </a:lnTo>
                  <a:lnTo>
                    <a:pt x="505" y="2257"/>
                  </a:lnTo>
                  <a:lnTo>
                    <a:pt x="606" y="2257"/>
                  </a:lnTo>
                  <a:lnTo>
                    <a:pt x="1380" y="2021"/>
                  </a:lnTo>
                  <a:lnTo>
                    <a:pt x="2188" y="1752"/>
                  </a:lnTo>
                  <a:lnTo>
                    <a:pt x="2256" y="1718"/>
                  </a:lnTo>
                  <a:lnTo>
                    <a:pt x="2256" y="1617"/>
                  </a:lnTo>
                  <a:lnTo>
                    <a:pt x="2121" y="843"/>
                  </a:lnTo>
                  <a:lnTo>
                    <a:pt x="1953" y="68"/>
                  </a:lnTo>
                  <a:lnTo>
                    <a:pt x="188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0" name="Google Shape;250;p3"/>
            <p:cNvSpPr/>
            <p:nvPr/>
          </p:nvSpPr>
          <p:spPr>
            <a:xfrm>
              <a:off x="5837603" y="4572375"/>
              <a:ext cx="33554" cy="46877"/>
            </a:xfrm>
            <a:custGeom>
              <a:avLst/>
              <a:gdLst/>
              <a:ahLst/>
              <a:cxnLst/>
              <a:rect l="l" t="t" r="r" b="b"/>
              <a:pathLst>
                <a:path w="675" h="943" extrusionOk="0">
                  <a:moveTo>
                    <a:pt x="270" y="0"/>
                  </a:moveTo>
                  <a:lnTo>
                    <a:pt x="203" y="34"/>
                  </a:lnTo>
                  <a:lnTo>
                    <a:pt x="169" y="67"/>
                  </a:lnTo>
                  <a:lnTo>
                    <a:pt x="136" y="202"/>
                  </a:lnTo>
                  <a:lnTo>
                    <a:pt x="1" y="640"/>
                  </a:lnTo>
                  <a:lnTo>
                    <a:pt x="1" y="674"/>
                  </a:lnTo>
                  <a:lnTo>
                    <a:pt x="35" y="707"/>
                  </a:lnTo>
                  <a:lnTo>
                    <a:pt x="68" y="741"/>
                  </a:lnTo>
                  <a:lnTo>
                    <a:pt x="136" y="741"/>
                  </a:lnTo>
                  <a:lnTo>
                    <a:pt x="506" y="606"/>
                  </a:lnTo>
                  <a:lnTo>
                    <a:pt x="506" y="775"/>
                  </a:lnTo>
                  <a:lnTo>
                    <a:pt x="506" y="876"/>
                  </a:lnTo>
                  <a:lnTo>
                    <a:pt x="573" y="909"/>
                  </a:lnTo>
                  <a:lnTo>
                    <a:pt x="573" y="943"/>
                  </a:lnTo>
                  <a:lnTo>
                    <a:pt x="607" y="909"/>
                  </a:lnTo>
                  <a:lnTo>
                    <a:pt x="641" y="876"/>
                  </a:lnTo>
                  <a:lnTo>
                    <a:pt x="674" y="808"/>
                  </a:lnTo>
                  <a:lnTo>
                    <a:pt x="674" y="640"/>
                  </a:lnTo>
                  <a:lnTo>
                    <a:pt x="641" y="438"/>
                  </a:lnTo>
                  <a:lnTo>
                    <a:pt x="573" y="236"/>
                  </a:lnTo>
                  <a:lnTo>
                    <a:pt x="540" y="404"/>
                  </a:lnTo>
                  <a:lnTo>
                    <a:pt x="472" y="404"/>
                  </a:lnTo>
                  <a:lnTo>
                    <a:pt x="237" y="505"/>
                  </a:lnTo>
                  <a:lnTo>
                    <a:pt x="270" y="370"/>
                  </a:lnTo>
                  <a:lnTo>
                    <a:pt x="270" y="236"/>
                  </a:lnTo>
                  <a:lnTo>
                    <a:pt x="304" y="168"/>
                  </a:lnTo>
                  <a:lnTo>
                    <a:pt x="304" y="135"/>
                  </a:lnTo>
                  <a:lnTo>
                    <a:pt x="338" y="101"/>
                  </a:lnTo>
                  <a:lnTo>
                    <a:pt x="338" y="67"/>
                  </a:lnTo>
                  <a:lnTo>
                    <a:pt x="304" y="34"/>
                  </a:lnTo>
                  <a:lnTo>
                    <a:pt x="30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1" name="Google Shape;251;p3"/>
            <p:cNvSpPr/>
            <p:nvPr/>
          </p:nvSpPr>
          <p:spPr>
            <a:xfrm>
              <a:off x="5916294" y="4512126"/>
              <a:ext cx="118857" cy="107125"/>
            </a:xfrm>
            <a:custGeom>
              <a:avLst/>
              <a:gdLst/>
              <a:ahLst/>
              <a:cxnLst/>
              <a:rect l="l" t="t" r="r" b="b"/>
              <a:pathLst>
                <a:path w="2391" h="2155" extrusionOk="0">
                  <a:moveTo>
                    <a:pt x="1616" y="236"/>
                  </a:moveTo>
                  <a:lnTo>
                    <a:pt x="1717" y="269"/>
                  </a:lnTo>
                  <a:lnTo>
                    <a:pt x="1785" y="303"/>
                  </a:lnTo>
                  <a:lnTo>
                    <a:pt x="1818" y="370"/>
                  </a:lnTo>
                  <a:lnTo>
                    <a:pt x="1886" y="572"/>
                  </a:lnTo>
                  <a:lnTo>
                    <a:pt x="1919" y="774"/>
                  </a:lnTo>
                  <a:lnTo>
                    <a:pt x="2121" y="1616"/>
                  </a:lnTo>
                  <a:lnTo>
                    <a:pt x="1381" y="1784"/>
                  </a:lnTo>
                  <a:lnTo>
                    <a:pt x="606" y="1886"/>
                  </a:lnTo>
                  <a:lnTo>
                    <a:pt x="505" y="1582"/>
                  </a:lnTo>
                  <a:lnTo>
                    <a:pt x="472" y="1279"/>
                  </a:lnTo>
                  <a:lnTo>
                    <a:pt x="371" y="673"/>
                  </a:lnTo>
                  <a:lnTo>
                    <a:pt x="674" y="572"/>
                  </a:lnTo>
                  <a:lnTo>
                    <a:pt x="943" y="471"/>
                  </a:lnTo>
                  <a:lnTo>
                    <a:pt x="1212" y="370"/>
                  </a:lnTo>
                  <a:lnTo>
                    <a:pt x="1515" y="269"/>
                  </a:lnTo>
                  <a:lnTo>
                    <a:pt x="1616" y="236"/>
                  </a:lnTo>
                  <a:close/>
                  <a:moveTo>
                    <a:pt x="1852" y="0"/>
                  </a:moveTo>
                  <a:lnTo>
                    <a:pt x="1650" y="34"/>
                  </a:lnTo>
                  <a:lnTo>
                    <a:pt x="1448" y="67"/>
                  </a:lnTo>
                  <a:lnTo>
                    <a:pt x="1078" y="202"/>
                  </a:lnTo>
                  <a:lnTo>
                    <a:pt x="741" y="337"/>
                  </a:lnTo>
                  <a:lnTo>
                    <a:pt x="337" y="471"/>
                  </a:lnTo>
                  <a:lnTo>
                    <a:pt x="337" y="438"/>
                  </a:lnTo>
                  <a:lnTo>
                    <a:pt x="303" y="370"/>
                  </a:lnTo>
                  <a:lnTo>
                    <a:pt x="270" y="370"/>
                  </a:lnTo>
                  <a:lnTo>
                    <a:pt x="202" y="404"/>
                  </a:lnTo>
                  <a:lnTo>
                    <a:pt x="169" y="438"/>
                  </a:lnTo>
                  <a:lnTo>
                    <a:pt x="169" y="505"/>
                  </a:lnTo>
                  <a:lnTo>
                    <a:pt x="68" y="539"/>
                  </a:lnTo>
                  <a:lnTo>
                    <a:pt x="34" y="539"/>
                  </a:lnTo>
                  <a:lnTo>
                    <a:pt x="0" y="572"/>
                  </a:lnTo>
                  <a:lnTo>
                    <a:pt x="0" y="640"/>
                  </a:lnTo>
                  <a:lnTo>
                    <a:pt x="68" y="707"/>
                  </a:lnTo>
                  <a:lnTo>
                    <a:pt x="101" y="741"/>
                  </a:lnTo>
                  <a:lnTo>
                    <a:pt x="169" y="741"/>
                  </a:lnTo>
                  <a:lnTo>
                    <a:pt x="202" y="1077"/>
                  </a:lnTo>
                  <a:lnTo>
                    <a:pt x="236" y="1414"/>
                  </a:lnTo>
                  <a:lnTo>
                    <a:pt x="303" y="1717"/>
                  </a:lnTo>
                  <a:lnTo>
                    <a:pt x="404" y="2054"/>
                  </a:lnTo>
                  <a:lnTo>
                    <a:pt x="438" y="2121"/>
                  </a:lnTo>
                  <a:lnTo>
                    <a:pt x="505" y="2155"/>
                  </a:lnTo>
                  <a:lnTo>
                    <a:pt x="1414" y="2020"/>
                  </a:lnTo>
                  <a:lnTo>
                    <a:pt x="2290" y="1818"/>
                  </a:lnTo>
                  <a:lnTo>
                    <a:pt x="2357" y="1751"/>
                  </a:lnTo>
                  <a:lnTo>
                    <a:pt x="2391" y="1650"/>
                  </a:lnTo>
                  <a:lnTo>
                    <a:pt x="1953" y="101"/>
                  </a:lnTo>
                  <a:lnTo>
                    <a:pt x="1919"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2" name="Google Shape;252;p3"/>
            <p:cNvSpPr/>
            <p:nvPr/>
          </p:nvSpPr>
          <p:spPr>
            <a:xfrm>
              <a:off x="5932997" y="4433435"/>
              <a:ext cx="30174" cy="58658"/>
            </a:xfrm>
            <a:custGeom>
              <a:avLst/>
              <a:gdLst/>
              <a:ahLst/>
              <a:cxnLst/>
              <a:rect l="l" t="t" r="r" b="b"/>
              <a:pathLst>
                <a:path w="607" h="1180" extrusionOk="0">
                  <a:moveTo>
                    <a:pt x="405" y="203"/>
                  </a:moveTo>
                  <a:lnTo>
                    <a:pt x="371" y="337"/>
                  </a:lnTo>
                  <a:lnTo>
                    <a:pt x="304" y="506"/>
                  </a:lnTo>
                  <a:lnTo>
                    <a:pt x="270" y="472"/>
                  </a:lnTo>
                  <a:lnTo>
                    <a:pt x="237" y="405"/>
                  </a:lnTo>
                  <a:lnTo>
                    <a:pt x="203" y="337"/>
                  </a:lnTo>
                  <a:lnTo>
                    <a:pt x="203" y="270"/>
                  </a:lnTo>
                  <a:lnTo>
                    <a:pt x="304" y="203"/>
                  </a:lnTo>
                  <a:close/>
                  <a:moveTo>
                    <a:pt x="338" y="1"/>
                  </a:moveTo>
                  <a:lnTo>
                    <a:pt x="203" y="34"/>
                  </a:lnTo>
                  <a:lnTo>
                    <a:pt x="68" y="102"/>
                  </a:lnTo>
                  <a:lnTo>
                    <a:pt x="35" y="169"/>
                  </a:lnTo>
                  <a:lnTo>
                    <a:pt x="1" y="236"/>
                  </a:lnTo>
                  <a:lnTo>
                    <a:pt x="35" y="405"/>
                  </a:lnTo>
                  <a:lnTo>
                    <a:pt x="102" y="573"/>
                  </a:lnTo>
                  <a:lnTo>
                    <a:pt x="203" y="674"/>
                  </a:lnTo>
                  <a:lnTo>
                    <a:pt x="136" y="741"/>
                  </a:lnTo>
                  <a:lnTo>
                    <a:pt x="68" y="809"/>
                  </a:lnTo>
                  <a:lnTo>
                    <a:pt x="68" y="910"/>
                  </a:lnTo>
                  <a:lnTo>
                    <a:pt x="68" y="977"/>
                  </a:lnTo>
                  <a:lnTo>
                    <a:pt x="136" y="1078"/>
                  </a:lnTo>
                  <a:lnTo>
                    <a:pt x="203" y="1145"/>
                  </a:lnTo>
                  <a:lnTo>
                    <a:pt x="304" y="1179"/>
                  </a:lnTo>
                  <a:lnTo>
                    <a:pt x="439" y="1145"/>
                  </a:lnTo>
                  <a:lnTo>
                    <a:pt x="506" y="1044"/>
                  </a:lnTo>
                  <a:lnTo>
                    <a:pt x="540" y="943"/>
                  </a:lnTo>
                  <a:lnTo>
                    <a:pt x="540" y="809"/>
                  </a:lnTo>
                  <a:lnTo>
                    <a:pt x="472" y="674"/>
                  </a:lnTo>
                  <a:lnTo>
                    <a:pt x="405" y="573"/>
                  </a:lnTo>
                  <a:lnTo>
                    <a:pt x="506" y="506"/>
                  </a:lnTo>
                  <a:lnTo>
                    <a:pt x="573" y="371"/>
                  </a:lnTo>
                  <a:lnTo>
                    <a:pt x="607" y="236"/>
                  </a:lnTo>
                  <a:lnTo>
                    <a:pt x="607" y="102"/>
                  </a:lnTo>
                  <a:lnTo>
                    <a:pt x="573" y="34"/>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3" name="Google Shape;253;p3"/>
            <p:cNvSpPr/>
            <p:nvPr/>
          </p:nvSpPr>
          <p:spPr>
            <a:xfrm>
              <a:off x="6244330" y="4645995"/>
              <a:ext cx="55278" cy="45236"/>
            </a:xfrm>
            <a:custGeom>
              <a:avLst/>
              <a:gdLst/>
              <a:ahLst/>
              <a:cxnLst/>
              <a:rect l="l" t="t" r="r" b="b"/>
              <a:pathLst>
                <a:path w="1112" h="910" extrusionOk="0">
                  <a:moveTo>
                    <a:pt x="101" y="1"/>
                  </a:moveTo>
                  <a:lnTo>
                    <a:pt x="68" y="68"/>
                  </a:lnTo>
                  <a:lnTo>
                    <a:pt x="101" y="203"/>
                  </a:lnTo>
                  <a:lnTo>
                    <a:pt x="135" y="337"/>
                  </a:lnTo>
                  <a:lnTo>
                    <a:pt x="34" y="405"/>
                  </a:lnTo>
                  <a:lnTo>
                    <a:pt x="0" y="438"/>
                  </a:lnTo>
                  <a:lnTo>
                    <a:pt x="0" y="506"/>
                  </a:lnTo>
                  <a:lnTo>
                    <a:pt x="0" y="539"/>
                  </a:lnTo>
                  <a:lnTo>
                    <a:pt x="101" y="573"/>
                  </a:lnTo>
                  <a:lnTo>
                    <a:pt x="169" y="539"/>
                  </a:lnTo>
                  <a:lnTo>
                    <a:pt x="236" y="708"/>
                  </a:lnTo>
                  <a:lnTo>
                    <a:pt x="303" y="842"/>
                  </a:lnTo>
                  <a:lnTo>
                    <a:pt x="337" y="876"/>
                  </a:lnTo>
                  <a:lnTo>
                    <a:pt x="371" y="910"/>
                  </a:lnTo>
                  <a:lnTo>
                    <a:pt x="438" y="876"/>
                  </a:lnTo>
                  <a:lnTo>
                    <a:pt x="438" y="809"/>
                  </a:lnTo>
                  <a:lnTo>
                    <a:pt x="404" y="640"/>
                  </a:lnTo>
                  <a:lnTo>
                    <a:pt x="371" y="472"/>
                  </a:lnTo>
                  <a:lnTo>
                    <a:pt x="438" y="438"/>
                  </a:lnTo>
                  <a:lnTo>
                    <a:pt x="775" y="337"/>
                  </a:lnTo>
                  <a:lnTo>
                    <a:pt x="909" y="304"/>
                  </a:lnTo>
                  <a:lnTo>
                    <a:pt x="1078" y="236"/>
                  </a:lnTo>
                  <a:lnTo>
                    <a:pt x="1111" y="169"/>
                  </a:lnTo>
                  <a:lnTo>
                    <a:pt x="1111" y="135"/>
                  </a:lnTo>
                  <a:lnTo>
                    <a:pt x="1078" y="102"/>
                  </a:lnTo>
                  <a:lnTo>
                    <a:pt x="943" y="68"/>
                  </a:lnTo>
                  <a:lnTo>
                    <a:pt x="808" y="102"/>
                  </a:lnTo>
                  <a:lnTo>
                    <a:pt x="573" y="135"/>
                  </a:lnTo>
                  <a:lnTo>
                    <a:pt x="303" y="236"/>
                  </a:lnTo>
                  <a:lnTo>
                    <a:pt x="202"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4" name="Google Shape;254;p3"/>
            <p:cNvSpPr/>
            <p:nvPr/>
          </p:nvSpPr>
          <p:spPr>
            <a:xfrm>
              <a:off x="5896211" y="4405001"/>
              <a:ext cx="110505" cy="110505"/>
            </a:xfrm>
            <a:custGeom>
              <a:avLst/>
              <a:gdLst/>
              <a:ahLst/>
              <a:cxnLst/>
              <a:rect l="l" t="t" r="r" b="b"/>
              <a:pathLst>
                <a:path w="2223" h="2223" extrusionOk="0">
                  <a:moveTo>
                    <a:pt x="1650" y="236"/>
                  </a:moveTo>
                  <a:lnTo>
                    <a:pt x="1717" y="371"/>
                  </a:lnTo>
                  <a:lnTo>
                    <a:pt x="1785" y="707"/>
                  </a:lnTo>
                  <a:lnTo>
                    <a:pt x="1953" y="1482"/>
                  </a:lnTo>
                  <a:lnTo>
                    <a:pt x="1246" y="1717"/>
                  </a:lnTo>
                  <a:lnTo>
                    <a:pt x="539" y="1953"/>
                  </a:lnTo>
                  <a:lnTo>
                    <a:pt x="371" y="1381"/>
                  </a:lnTo>
                  <a:lnTo>
                    <a:pt x="270" y="943"/>
                  </a:lnTo>
                  <a:lnTo>
                    <a:pt x="236" y="808"/>
                  </a:lnTo>
                  <a:lnTo>
                    <a:pt x="236" y="741"/>
                  </a:lnTo>
                  <a:lnTo>
                    <a:pt x="943" y="438"/>
                  </a:lnTo>
                  <a:lnTo>
                    <a:pt x="1280" y="303"/>
                  </a:lnTo>
                  <a:lnTo>
                    <a:pt x="1650" y="236"/>
                  </a:lnTo>
                  <a:close/>
                  <a:moveTo>
                    <a:pt x="1751" y="0"/>
                  </a:moveTo>
                  <a:lnTo>
                    <a:pt x="1347" y="34"/>
                  </a:lnTo>
                  <a:lnTo>
                    <a:pt x="909" y="135"/>
                  </a:lnTo>
                  <a:lnTo>
                    <a:pt x="505" y="337"/>
                  </a:lnTo>
                  <a:lnTo>
                    <a:pt x="337" y="438"/>
                  </a:lnTo>
                  <a:lnTo>
                    <a:pt x="169" y="539"/>
                  </a:lnTo>
                  <a:lnTo>
                    <a:pt x="101" y="539"/>
                  </a:lnTo>
                  <a:lnTo>
                    <a:pt x="34" y="573"/>
                  </a:lnTo>
                  <a:lnTo>
                    <a:pt x="0" y="606"/>
                  </a:lnTo>
                  <a:lnTo>
                    <a:pt x="0" y="674"/>
                  </a:lnTo>
                  <a:lnTo>
                    <a:pt x="0" y="775"/>
                  </a:lnTo>
                  <a:lnTo>
                    <a:pt x="68" y="1010"/>
                  </a:lnTo>
                  <a:lnTo>
                    <a:pt x="337" y="2121"/>
                  </a:lnTo>
                  <a:lnTo>
                    <a:pt x="337" y="2189"/>
                  </a:lnTo>
                  <a:lnTo>
                    <a:pt x="371" y="2222"/>
                  </a:lnTo>
                  <a:lnTo>
                    <a:pt x="472" y="2222"/>
                  </a:lnTo>
                  <a:lnTo>
                    <a:pt x="1313" y="1953"/>
                  </a:lnTo>
                  <a:lnTo>
                    <a:pt x="2121" y="1684"/>
                  </a:lnTo>
                  <a:lnTo>
                    <a:pt x="2189" y="1650"/>
                  </a:lnTo>
                  <a:lnTo>
                    <a:pt x="2222" y="1616"/>
                  </a:lnTo>
                  <a:lnTo>
                    <a:pt x="2222" y="1549"/>
                  </a:lnTo>
                  <a:lnTo>
                    <a:pt x="2222" y="1482"/>
                  </a:lnTo>
                  <a:lnTo>
                    <a:pt x="2088" y="1212"/>
                  </a:lnTo>
                  <a:lnTo>
                    <a:pt x="2054" y="909"/>
                  </a:lnTo>
                  <a:lnTo>
                    <a:pt x="1953" y="270"/>
                  </a:lnTo>
                  <a:lnTo>
                    <a:pt x="1919" y="202"/>
                  </a:lnTo>
                  <a:lnTo>
                    <a:pt x="1886" y="101"/>
                  </a:lnTo>
                  <a:lnTo>
                    <a:pt x="1818" y="34"/>
                  </a:lnTo>
                  <a:lnTo>
                    <a:pt x="175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5" name="Google Shape;255;p3"/>
            <p:cNvSpPr/>
            <p:nvPr/>
          </p:nvSpPr>
          <p:spPr>
            <a:xfrm>
              <a:off x="6105391" y="4620892"/>
              <a:ext cx="30174" cy="48567"/>
            </a:xfrm>
            <a:custGeom>
              <a:avLst/>
              <a:gdLst/>
              <a:ahLst/>
              <a:cxnLst/>
              <a:rect l="l" t="t" r="r" b="b"/>
              <a:pathLst>
                <a:path w="607" h="977" extrusionOk="0">
                  <a:moveTo>
                    <a:pt x="270" y="1"/>
                  </a:moveTo>
                  <a:lnTo>
                    <a:pt x="135" y="102"/>
                  </a:lnTo>
                  <a:lnTo>
                    <a:pt x="34" y="236"/>
                  </a:lnTo>
                  <a:lnTo>
                    <a:pt x="1" y="371"/>
                  </a:lnTo>
                  <a:lnTo>
                    <a:pt x="1" y="405"/>
                  </a:lnTo>
                  <a:lnTo>
                    <a:pt x="34" y="405"/>
                  </a:lnTo>
                  <a:lnTo>
                    <a:pt x="169" y="304"/>
                  </a:lnTo>
                  <a:lnTo>
                    <a:pt x="270" y="236"/>
                  </a:lnTo>
                  <a:lnTo>
                    <a:pt x="304" y="203"/>
                  </a:lnTo>
                  <a:lnTo>
                    <a:pt x="270" y="270"/>
                  </a:lnTo>
                  <a:lnTo>
                    <a:pt x="203" y="405"/>
                  </a:lnTo>
                  <a:lnTo>
                    <a:pt x="203" y="472"/>
                  </a:lnTo>
                  <a:lnTo>
                    <a:pt x="236" y="539"/>
                  </a:lnTo>
                  <a:lnTo>
                    <a:pt x="405" y="539"/>
                  </a:lnTo>
                  <a:lnTo>
                    <a:pt x="405" y="640"/>
                  </a:lnTo>
                  <a:lnTo>
                    <a:pt x="270" y="708"/>
                  </a:lnTo>
                  <a:lnTo>
                    <a:pt x="102" y="809"/>
                  </a:lnTo>
                  <a:lnTo>
                    <a:pt x="34" y="842"/>
                  </a:lnTo>
                  <a:lnTo>
                    <a:pt x="68" y="910"/>
                  </a:lnTo>
                  <a:lnTo>
                    <a:pt x="102" y="943"/>
                  </a:lnTo>
                  <a:lnTo>
                    <a:pt x="169" y="977"/>
                  </a:lnTo>
                  <a:lnTo>
                    <a:pt x="337" y="910"/>
                  </a:lnTo>
                  <a:lnTo>
                    <a:pt x="472" y="809"/>
                  </a:lnTo>
                  <a:lnTo>
                    <a:pt x="573" y="674"/>
                  </a:lnTo>
                  <a:lnTo>
                    <a:pt x="607" y="607"/>
                  </a:lnTo>
                  <a:lnTo>
                    <a:pt x="607" y="506"/>
                  </a:lnTo>
                  <a:lnTo>
                    <a:pt x="573" y="438"/>
                  </a:lnTo>
                  <a:lnTo>
                    <a:pt x="539" y="405"/>
                  </a:lnTo>
                  <a:lnTo>
                    <a:pt x="438" y="337"/>
                  </a:lnTo>
                  <a:lnTo>
                    <a:pt x="472" y="270"/>
                  </a:lnTo>
                  <a:lnTo>
                    <a:pt x="506" y="169"/>
                  </a:lnTo>
                  <a:lnTo>
                    <a:pt x="472" y="102"/>
                  </a:lnTo>
                  <a:lnTo>
                    <a:pt x="405" y="34"/>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6" name="Google Shape;256;p3"/>
            <p:cNvSpPr/>
            <p:nvPr/>
          </p:nvSpPr>
          <p:spPr>
            <a:xfrm>
              <a:off x="5961481" y="4545581"/>
              <a:ext cx="28484" cy="43546"/>
            </a:xfrm>
            <a:custGeom>
              <a:avLst/>
              <a:gdLst/>
              <a:ahLst/>
              <a:cxnLst/>
              <a:rect l="l" t="t" r="r" b="b"/>
              <a:pathLst>
                <a:path w="573" h="876" extrusionOk="0">
                  <a:moveTo>
                    <a:pt x="337" y="0"/>
                  </a:moveTo>
                  <a:lnTo>
                    <a:pt x="236" y="34"/>
                  </a:lnTo>
                  <a:lnTo>
                    <a:pt x="135" y="101"/>
                  </a:lnTo>
                  <a:lnTo>
                    <a:pt x="68" y="169"/>
                  </a:lnTo>
                  <a:lnTo>
                    <a:pt x="0" y="270"/>
                  </a:lnTo>
                  <a:lnTo>
                    <a:pt x="0" y="371"/>
                  </a:lnTo>
                  <a:lnTo>
                    <a:pt x="0" y="472"/>
                  </a:lnTo>
                  <a:lnTo>
                    <a:pt x="68" y="573"/>
                  </a:lnTo>
                  <a:lnTo>
                    <a:pt x="135" y="606"/>
                  </a:lnTo>
                  <a:lnTo>
                    <a:pt x="202" y="573"/>
                  </a:lnTo>
                  <a:lnTo>
                    <a:pt x="303" y="505"/>
                  </a:lnTo>
                  <a:lnTo>
                    <a:pt x="371" y="505"/>
                  </a:lnTo>
                  <a:lnTo>
                    <a:pt x="404" y="573"/>
                  </a:lnTo>
                  <a:lnTo>
                    <a:pt x="371" y="606"/>
                  </a:lnTo>
                  <a:lnTo>
                    <a:pt x="303" y="674"/>
                  </a:lnTo>
                  <a:lnTo>
                    <a:pt x="101" y="674"/>
                  </a:lnTo>
                  <a:lnTo>
                    <a:pt x="34" y="707"/>
                  </a:lnTo>
                  <a:lnTo>
                    <a:pt x="0" y="741"/>
                  </a:lnTo>
                  <a:lnTo>
                    <a:pt x="34" y="775"/>
                  </a:lnTo>
                  <a:lnTo>
                    <a:pt x="101" y="842"/>
                  </a:lnTo>
                  <a:lnTo>
                    <a:pt x="169" y="876"/>
                  </a:lnTo>
                  <a:lnTo>
                    <a:pt x="371" y="842"/>
                  </a:lnTo>
                  <a:lnTo>
                    <a:pt x="438" y="808"/>
                  </a:lnTo>
                  <a:lnTo>
                    <a:pt x="505" y="741"/>
                  </a:lnTo>
                  <a:lnTo>
                    <a:pt x="573" y="640"/>
                  </a:lnTo>
                  <a:lnTo>
                    <a:pt x="573" y="573"/>
                  </a:lnTo>
                  <a:lnTo>
                    <a:pt x="573" y="472"/>
                  </a:lnTo>
                  <a:lnTo>
                    <a:pt x="539" y="404"/>
                  </a:lnTo>
                  <a:lnTo>
                    <a:pt x="472" y="371"/>
                  </a:lnTo>
                  <a:lnTo>
                    <a:pt x="404" y="337"/>
                  </a:lnTo>
                  <a:lnTo>
                    <a:pt x="270" y="337"/>
                  </a:lnTo>
                  <a:lnTo>
                    <a:pt x="169" y="404"/>
                  </a:lnTo>
                  <a:lnTo>
                    <a:pt x="135" y="337"/>
                  </a:lnTo>
                  <a:lnTo>
                    <a:pt x="169" y="303"/>
                  </a:lnTo>
                  <a:lnTo>
                    <a:pt x="270" y="202"/>
                  </a:lnTo>
                  <a:lnTo>
                    <a:pt x="472" y="101"/>
                  </a:lnTo>
                  <a:lnTo>
                    <a:pt x="472" y="68"/>
                  </a:lnTo>
                  <a:lnTo>
                    <a:pt x="438" y="34"/>
                  </a:lnTo>
                  <a:lnTo>
                    <a:pt x="33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7" name="Google Shape;257;p3"/>
            <p:cNvSpPr/>
            <p:nvPr/>
          </p:nvSpPr>
          <p:spPr>
            <a:xfrm>
              <a:off x="5712085" y="4771513"/>
              <a:ext cx="132278" cy="118906"/>
            </a:xfrm>
            <a:custGeom>
              <a:avLst/>
              <a:gdLst/>
              <a:ahLst/>
              <a:cxnLst/>
              <a:rect l="l" t="t" r="r" b="b"/>
              <a:pathLst>
                <a:path w="2661" h="2392" extrusionOk="0">
                  <a:moveTo>
                    <a:pt x="1953" y="304"/>
                  </a:moveTo>
                  <a:lnTo>
                    <a:pt x="2021" y="371"/>
                  </a:lnTo>
                  <a:lnTo>
                    <a:pt x="2088" y="472"/>
                  </a:lnTo>
                  <a:lnTo>
                    <a:pt x="2358" y="1347"/>
                  </a:lnTo>
                  <a:lnTo>
                    <a:pt x="2459" y="1718"/>
                  </a:lnTo>
                  <a:lnTo>
                    <a:pt x="2257" y="1718"/>
                  </a:lnTo>
                  <a:lnTo>
                    <a:pt x="2088" y="1751"/>
                  </a:lnTo>
                  <a:lnTo>
                    <a:pt x="1650" y="1852"/>
                  </a:lnTo>
                  <a:lnTo>
                    <a:pt x="1246" y="1987"/>
                  </a:lnTo>
                  <a:lnTo>
                    <a:pt x="977" y="2088"/>
                  </a:lnTo>
                  <a:lnTo>
                    <a:pt x="876" y="2122"/>
                  </a:lnTo>
                  <a:lnTo>
                    <a:pt x="809" y="2088"/>
                  </a:lnTo>
                  <a:lnTo>
                    <a:pt x="741" y="2054"/>
                  </a:lnTo>
                  <a:lnTo>
                    <a:pt x="708" y="1987"/>
                  </a:lnTo>
                  <a:lnTo>
                    <a:pt x="674" y="1852"/>
                  </a:lnTo>
                  <a:lnTo>
                    <a:pt x="640" y="1684"/>
                  </a:lnTo>
                  <a:lnTo>
                    <a:pt x="438" y="876"/>
                  </a:lnTo>
                  <a:lnTo>
                    <a:pt x="876" y="708"/>
                  </a:lnTo>
                  <a:lnTo>
                    <a:pt x="1213" y="607"/>
                  </a:lnTo>
                  <a:lnTo>
                    <a:pt x="1381" y="573"/>
                  </a:lnTo>
                  <a:lnTo>
                    <a:pt x="1549" y="472"/>
                  </a:lnTo>
                  <a:lnTo>
                    <a:pt x="1718" y="371"/>
                  </a:lnTo>
                  <a:lnTo>
                    <a:pt x="1852" y="304"/>
                  </a:lnTo>
                  <a:close/>
                  <a:moveTo>
                    <a:pt x="2021" y="1"/>
                  </a:moveTo>
                  <a:lnTo>
                    <a:pt x="1785" y="102"/>
                  </a:lnTo>
                  <a:lnTo>
                    <a:pt x="1583" y="203"/>
                  </a:lnTo>
                  <a:lnTo>
                    <a:pt x="1347" y="337"/>
                  </a:lnTo>
                  <a:lnTo>
                    <a:pt x="1145" y="405"/>
                  </a:lnTo>
                  <a:lnTo>
                    <a:pt x="573" y="607"/>
                  </a:lnTo>
                  <a:lnTo>
                    <a:pt x="304" y="708"/>
                  </a:lnTo>
                  <a:lnTo>
                    <a:pt x="34" y="842"/>
                  </a:lnTo>
                  <a:lnTo>
                    <a:pt x="1" y="910"/>
                  </a:lnTo>
                  <a:lnTo>
                    <a:pt x="1" y="977"/>
                  </a:lnTo>
                  <a:lnTo>
                    <a:pt x="68" y="1044"/>
                  </a:lnTo>
                  <a:lnTo>
                    <a:pt x="135" y="1044"/>
                  </a:lnTo>
                  <a:lnTo>
                    <a:pt x="304" y="943"/>
                  </a:lnTo>
                  <a:lnTo>
                    <a:pt x="337" y="1280"/>
                  </a:lnTo>
                  <a:lnTo>
                    <a:pt x="405" y="1617"/>
                  </a:lnTo>
                  <a:lnTo>
                    <a:pt x="607" y="2290"/>
                  </a:lnTo>
                  <a:lnTo>
                    <a:pt x="640" y="2357"/>
                  </a:lnTo>
                  <a:lnTo>
                    <a:pt x="708" y="2391"/>
                  </a:lnTo>
                  <a:lnTo>
                    <a:pt x="943" y="2324"/>
                  </a:lnTo>
                  <a:lnTo>
                    <a:pt x="1179" y="2256"/>
                  </a:lnTo>
                  <a:lnTo>
                    <a:pt x="1617" y="2088"/>
                  </a:lnTo>
                  <a:lnTo>
                    <a:pt x="2021" y="1987"/>
                  </a:lnTo>
                  <a:lnTo>
                    <a:pt x="2459" y="1953"/>
                  </a:lnTo>
                  <a:lnTo>
                    <a:pt x="2560" y="1920"/>
                  </a:lnTo>
                  <a:lnTo>
                    <a:pt x="2627" y="1886"/>
                  </a:lnTo>
                  <a:lnTo>
                    <a:pt x="2661" y="1785"/>
                  </a:lnTo>
                  <a:lnTo>
                    <a:pt x="2661" y="1684"/>
                  </a:lnTo>
                  <a:lnTo>
                    <a:pt x="2627" y="1482"/>
                  </a:lnTo>
                  <a:lnTo>
                    <a:pt x="2391" y="775"/>
                  </a:lnTo>
                  <a:lnTo>
                    <a:pt x="2122" y="68"/>
                  </a:lnTo>
                  <a:lnTo>
                    <a:pt x="2088"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8" name="Google Shape;258;p3"/>
            <p:cNvSpPr/>
            <p:nvPr/>
          </p:nvSpPr>
          <p:spPr>
            <a:xfrm>
              <a:off x="5979873" y="4640974"/>
              <a:ext cx="48567" cy="43546"/>
            </a:xfrm>
            <a:custGeom>
              <a:avLst/>
              <a:gdLst/>
              <a:ahLst/>
              <a:cxnLst/>
              <a:rect l="l" t="t" r="r" b="b"/>
              <a:pathLst>
                <a:path w="977" h="876" extrusionOk="0">
                  <a:moveTo>
                    <a:pt x="304" y="1"/>
                  </a:moveTo>
                  <a:lnTo>
                    <a:pt x="203" y="68"/>
                  </a:lnTo>
                  <a:lnTo>
                    <a:pt x="102" y="135"/>
                  </a:lnTo>
                  <a:lnTo>
                    <a:pt x="1" y="270"/>
                  </a:lnTo>
                  <a:lnTo>
                    <a:pt x="34" y="304"/>
                  </a:lnTo>
                  <a:lnTo>
                    <a:pt x="68" y="304"/>
                  </a:lnTo>
                  <a:lnTo>
                    <a:pt x="203" y="236"/>
                  </a:lnTo>
                  <a:lnTo>
                    <a:pt x="371" y="203"/>
                  </a:lnTo>
                  <a:lnTo>
                    <a:pt x="337" y="371"/>
                  </a:lnTo>
                  <a:lnTo>
                    <a:pt x="304" y="506"/>
                  </a:lnTo>
                  <a:lnTo>
                    <a:pt x="236" y="640"/>
                  </a:lnTo>
                  <a:lnTo>
                    <a:pt x="236" y="741"/>
                  </a:lnTo>
                  <a:lnTo>
                    <a:pt x="270" y="809"/>
                  </a:lnTo>
                  <a:lnTo>
                    <a:pt x="304" y="876"/>
                  </a:lnTo>
                  <a:lnTo>
                    <a:pt x="573" y="876"/>
                  </a:lnTo>
                  <a:lnTo>
                    <a:pt x="910" y="809"/>
                  </a:lnTo>
                  <a:lnTo>
                    <a:pt x="943" y="775"/>
                  </a:lnTo>
                  <a:lnTo>
                    <a:pt x="977" y="741"/>
                  </a:lnTo>
                  <a:lnTo>
                    <a:pt x="977" y="674"/>
                  </a:lnTo>
                  <a:lnTo>
                    <a:pt x="910" y="573"/>
                  </a:lnTo>
                  <a:lnTo>
                    <a:pt x="842" y="573"/>
                  </a:lnTo>
                  <a:lnTo>
                    <a:pt x="573" y="640"/>
                  </a:lnTo>
                  <a:lnTo>
                    <a:pt x="472" y="674"/>
                  </a:lnTo>
                  <a:lnTo>
                    <a:pt x="438" y="674"/>
                  </a:lnTo>
                  <a:lnTo>
                    <a:pt x="472" y="607"/>
                  </a:lnTo>
                  <a:lnTo>
                    <a:pt x="539" y="371"/>
                  </a:lnTo>
                  <a:lnTo>
                    <a:pt x="573" y="102"/>
                  </a:lnTo>
                  <a:lnTo>
                    <a:pt x="539"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59" name="Google Shape;259;p3"/>
            <p:cNvSpPr/>
            <p:nvPr/>
          </p:nvSpPr>
          <p:spPr>
            <a:xfrm>
              <a:off x="5829252" y="4748099"/>
              <a:ext cx="132278" cy="105485"/>
            </a:xfrm>
            <a:custGeom>
              <a:avLst/>
              <a:gdLst/>
              <a:ahLst/>
              <a:cxnLst/>
              <a:rect l="l" t="t" r="r" b="b"/>
              <a:pathLst>
                <a:path w="2661" h="2122" extrusionOk="0">
                  <a:moveTo>
                    <a:pt x="2122" y="236"/>
                  </a:moveTo>
                  <a:lnTo>
                    <a:pt x="2189" y="303"/>
                  </a:lnTo>
                  <a:lnTo>
                    <a:pt x="2256" y="438"/>
                  </a:lnTo>
                  <a:lnTo>
                    <a:pt x="2290" y="606"/>
                  </a:lnTo>
                  <a:lnTo>
                    <a:pt x="2391" y="1111"/>
                  </a:lnTo>
                  <a:lnTo>
                    <a:pt x="2391" y="1246"/>
                  </a:lnTo>
                  <a:lnTo>
                    <a:pt x="2391" y="1347"/>
                  </a:lnTo>
                  <a:lnTo>
                    <a:pt x="2357" y="1448"/>
                  </a:lnTo>
                  <a:lnTo>
                    <a:pt x="2324" y="1515"/>
                  </a:lnTo>
                  <a:lnTo>
                    <a:pt x="2189" y="1650"/>
                  </a:lnTo>
                  <a:lnTo>
                    <a:pt x="2021" y="1751"/>
                  </a:lnTo>
                  <a:lnTo>
                    <a:pt x="1819" y="1818"/>
                  </a:lnTo>
                  <a:lnTo>
                    <a:pt x="1617" y="1852"/>
                  </a:lnTo>
                  <a:lnTo>
                    <a:pt x="1179" y="1886"/>
                  </a:lnTo>
                  <a:lnTo>
                    <a:pt x="1044" y="1886"/>
                  </a:lnTo>
                  <a:lnTo>
                    <a:pt x="943" y="1785"/>
                  </a:lnTo>
                  <a:lnTo>
                    <a:pt x="842" y="1650"/>
                  </a:lnTo>
                  <a:lnTo>
                    <a:pt x="775" y="1515"/>
                  </a:lnTo>
                  <a:lnTo>
                    <a:pt x="674" y="1145"/>
                  </a:lnTo>
                  <a:lnTo>
                    <a:pt x="607" y="775"/>
                  </a:lnTo>
                  <a:lnTo>
                    <a:pt x="1112" y="640"/>
                  </a:lnTo>
                  <a:lnTo>
                    <a:pt x="1583" y="472"/>
                  </a:lnTo>
                  <a:lnTo>
                    <a:pt x="2054" y="236"/>
                  </a:lnTo>
                  <a:close/>
                  <a:moveTo>
                    <a:pt x="1987" y="0"/>
                  </a:moveTo>
                  <a:lnTo>
                    <a:pt x="1650" y="169"/>
                  </a:lnTo>
                  <a:lnTo>
                    <a:pt x="1381" y="303"/>
                  </a:lnTo>
                  <a:lnTo>
                    <a:pt x="1112" y="404"/>
                  </a:lnTo>
                  <a:lnTo>
                    <a:pt x="539" y="539"/>
                  </a:lnTo>
                  <a:lnTo>
                    <a:pt x="472" y="438"/>
                  </a:lnTo>
                  <a:lnTo>
                    <a:pt x="472" y="472"/>
                  </a:lnTo>
                  <a:lnTo>
                    <a:pt x="438" y="539"/>
                  </a:lnTo>
                  <a:lnTo>
                    <a:pt x="102" y="640"/>
                  </a:lnTo>
                  <a:lnTo>
                    <a:pt x="34" y="640"/>
                  </a:lnTo>
                  <a:lnTo>
                    <a:pt x="1" y="674"/>
                  </a:lnTo>
                  <a:lnTo>
                    <a:pt x="1" y="775"/>
                  </a:lnTo>
                  <a:lnTo>
                    <a:pt x="68" y="842"/>
                  </a:lnTo>
                  <a:lnTo>
                    <a:pt x="135" y="842"/>
                  </a:lnTo>
                  <a:lnTo>
                    <a:pt x="405" y="808"/>
                  </a:lnTo>
                  <a:lnTo>
                    <a:pt x="438" y="1179"/>
                  </a:lnTo>
                  <a:lnTo>
                    <a:pt x="539" y="1583"/>
                  </a:lnTo>
                  <a:lnTo>
                    <a:pt x="640" y="1751"/>
                  </a:lnTo>
                  <a:lnTo>
                    <a:pt x="708" y="1886"/>
                  </a:lnTo>
                  <a:lnTo>
                    <a:pt x="809" y="2020"/>
                  </a:lnTo>
                  <a:lnTo>
                    <a:pt x="943" y="2088"/>
                  </a:lnTo>
                  <a:lnTo>
                    <a:pt x="1179" y="2121"/>
                  </a:lnTo>
                  <a:lnTo>
                    <a:pt x="1415" y="2121"/>
                  </a:lnTo>
                  <a:lnTo>
                    <a:pt x="1650" y="2088"/>
                  </a:lnTo>
                  <a:lnTo>
                    <a:pt x="1852" y="2054"/>
                  </a:lnTo>
                  <a:lnTo>
                    <a:pt x="2223" y="1987"/>
                  </a:lnTo>
                  <a:lnTo>
                    <a:pt x="2391" y="1919"/>
                  </a:lnTo>
                  <a:lnTo>
                    <a:pt x="2458" y="1886"/>
                  </a:lnTo>
                  <a:lnTo>
                    <a:pt x="2526" y="1818"/>
                  </a:lnTo>
                  <a:lnTo>
                    <a:pt x="2627" y="1616"/>
                  </a:lnTo>
                  <a:lnTo>
                    <a:pt x="2660" y="1448"/>
                  </a:lnTo>
                  <a:lnTo>
                    <a:pt x="2627" y="1246"/>
                  </a:lnTo>
                  <a:lnTo>
                    <a:pt x="2593" y="1044"/>
                  </a:lnTo>
                  <a:lnTo>
                    <a:pt x="2526" y="505"/>
                  </a:lnTo>
                  <a:lnTo>
                    <a:pt x="2458" y="236"/>
                  </a:lnTo>
                  <a:lnTo>
                    <a:pt x="2391" y="135"/>
                  </a:lnTo>
                  <a:lnTo>
                    <a:pt x="2324" y="34"/>
                  </a:lnTo>
                  <a:lnTo>
                    <a:pt x="222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0" name="Google Shape;260;p3"/>
            <p:cNvSpPr/>
            <p:nvPr/>
          </p:nvSpPr>
          <p:spPr>
            <a:xfrm>
              <a:off x="5676941" y="4572375"/>
              <a:ext cx="115526" cy="97084"/>
            </a:xfrm>
            <a:custGeom>
              <a:avLst/>
              <a:gdLst/>
              <a:ahLst/>
              <a:cxnLst/>
              <a:rect l="l" t="t" r="r" b="b"/>
              <a:pathLst>
                <a:path w="2324" h="1953" extrusionOk="0">
                  <a:moveTo>
                    <a:pt x="1650" y="236"/>
                  </a:moveTo>
                  <a:lnTo>
                    <a:pt x="1718" y="269"/>
                  </a:lnTo>
                  <a:lnTo>
                    <a:pt x="1785" y="303"/>
                  </a:lnTo>
                  <a:lnTo>
                    <a:pt x="1886" y="438"/>
                  </a:lnTo>
                  <a:lnTo>
                    <a:pt x="1987" y="606"/>
                  </a:lnTo>
                  <a:lnTo>
                    <a:pt x="2021" y="808"/>
                  </a:lnTo>
                  <a:lnTo>
                    <a:pt x="2088" y="1010"/>
                  </a:lnTo>
                  <a:lnTo>
                    <a:pt x="2122" y="1414"/>
                  </a:lnTo>
                  <a:lnTo>
                    <a:pt x="1516" y="1549"/>
                  </a:lnTo>
                  <a:lnTo>
                    <a:pt x="910" y="1684"/>
                  </a:lnTo>
                  <a:lnTo>
                    <a:pt x="472" y="1684"/>
                  </a:lnTo>
                  <a:lnTo>
                    <a:pt x="371" y="1381"/>
                  </a:lnTo>
                  <a:lnTo>
                    <a:pt x="169" y="741"/>
                  </a:lnTo>
                  <a:lnTo>
                    <a:pt x="809" y="471"/>
                  </a:lnTo>
                  <a:lnTo>
                    <a:pt x="1112" y="337"/>
                  </a:lnTo>
                  <a:lnTo>
                    <a:pt x="1482" y="236"/>
                  </a:lnTo>
                  <a:close/>
                  <a:moveTo>
                    <a:pt x="1684" y="0"/>
                  </a:moveTo>
                  <a:lnTo>
                    <a:pt x="1482" y="34"/>
                  </a:lnTo>
                  <a:lnTo>
                    <a:pt x="1112" y="168"/>
                  </a:lnTo>
                  <a:lnTo>
                    <a:pt x="607" y="370"/>
                  </a:lnTo>
                  <a:lnTo>
                    <a:pt x="102" y="606"/>
                  </a:lnTo>
                  <a:lnTo>
                    <a:pt x="68" y="572"/>
                  </a:lnTo>
                  <a:lnTo>
                    <a:pt x="1" y="572"/>
                  </a:lnTo>
                  <a:lnTo>
                    <a:pt x="1" y="640"/>
                  </a:lnTo>
                  <a:lnTo>
                    <a:pt x="34" y="943"/>
                  </a:lnTo>
                  <a:lnTo>
                    <a:pt x="102" y="1280"/>
                  </a:lnTo>
                  <a:lnTo>
                    <a:pt x="304" y="1886"/>
                  </a:lnTo>
                  <a:lnTo>
                    <a:pt x="371" y="1919"/>
                  </a:lnTo>
                  <a:lnTo>
                    <a:pt x="438" y="1953"/>
                  </a:lnTo>
                  <a:lnTo>
                    <a:pt x="876" y="1886"/>
                  </a:lnTo>
                  <a:lnTo>
                    <a:pt x="1347" y="1818"/>
                  </a:lnTo>
                  <a:lnTo>
                    <a:pt x="1819" y="1717"/>
                  </a:lnTo>
                  <a:lnTo>
                    <a:pt x="2256" y="1583"/>
                  </a:lnTo>
                  <a:lnTo>
                    <a:pt x="2324" y="1515"/>
                  </a:lnTo>
                  <a:lnTo>
                    <a:pt x="2324" y="1448"/>
                  </a:lnTo>
                  <a:lnTo>
                    <a:pt x="2088" y="370"/>
                  </a:lnTo>
                  <a:lnTo>
                    <a:pt x="2021" y="135"/>
                  </a:lnTo>
                  <a:lnTo>
                    <a:pt x="1953" y="67"/>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1" name="Google Shape;261;p3"/>
            <p:cNvSpPr/>
            <p:nvPr/>
          </p:nvSpPr>
          <p:spPr>
            <a:xfrm>
              <a:off x="5760652" y="4811678"/>
              <a:ext cx="38525" cy="48616"/>
            </a:xfrm>
            <a:custGeom>
              <a:avLst/>
              <a:gdLst/>
              <a:ahLst/>
              <a:cxnLst/>
              <a:rect l="l" t="t" r="r" b="b"/>
              <a:pathLst>
                <a:path w="775" h="978" extrusionOk="0">
                  <a:moveTo>
                    <a:pt x="741" y="1"/>
                  </a:moveTo>
                  <a:lnTo>
                    <a:pt x="673" y="34"/>
                  </a:lnTo>
                  <a:lnTo>
                    <a:pt x="606" y="34"/>
                  </a:lnTo>
                  <a:lnTo>
                    <a:pt x="505" y="135"/>
                  </a:lnTo>
                  <a:lnTo>
                    <a:pt x="269" y="472"/>
                  </a:lnTo>
                  <a:lnTo>
                    <a:pt x="67" y="708"/>
                  </a:lnTo>
                  <a:lnTo>
                    <a:pt x="0" y="809"/>
                  </a:lnTo>
                  <a:lnTo>
                    <a:pt x="0" y="876"/>
                  </a:lnTo>
                  <a:lnTo>
                    <a:pt x="0" y="977"/>
                  </a:lnTo>
                  <a:lnTo>
                    <a:pt x="67" y="977"/>
                  </a:lnTo>
                  <a:lnTo>
                    <a:pt x="135" y="943"/>
                  </a:lnTo>
                  <a:lnTo>
                    <a:pt x="269" y="809"/>
                  </a:lnTo>
                  <a:lnTo>
                    <a:pt x="471" y="573"/>
                  </a:lnTo>
                  <a:lnTo>
                    <a:pt x="673" y="337"/>
                  </a:lnTo>
                  <a:lnTo>
                    <a:pt x="774" y="203"/>
                  </a:lnTo>
                  <a:lnTo>
                    <a:pt x="774" y="135"/>
                  </a:lnTo>
                  <a:lnTo>
                    <a:pt x="774" y="68"/>
                  </a:lnTo>
                  <a:lnTo>
                    <a:pt x="774" y="34"/>
                  </a:lnTo>
                  <a:lnTo>
                    <a:pt x="74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2" name="Google Shape;262;p3"/>
            <p:cNvSpPr/>
            <p:nvPr/>
          </p:nvSpPr>
          <p:spPr>
            <a:xfrm>
              <a:off x="5690362" y="4667768"/>
              <a:ext cx="123877" cy="113836"/>
            </a:xfrm>
            <a:custGeom>
              <a:avLst/>
              <a:gdLst/>
              <a:ahLst/>
              <a:cxnLst/>
              <a:rect l="l" t="t" r="r" b="b"/>
              <a:pathLst>
                <a:path w="2492" h="2290" extrusionOk="0">
                  <a:moveTo>
                    <a:pt x="2087" y="270"/>
                  </a:moveTo>
                  <a:lnTo>
                    <a:pt x="2155" y="505"/>
                  </a:lnTo>
                  <a:lnTo>
                    <a:pt x="2188" y="741"/>
                  </a:lnTo>
                  <a:lnTo>
                    <a:pt x="2222" y="1212"/>
                  </a:lnTo>
                  <a:lnTo>
                    <a:pt x="2222" y="1381"/>
                  </a:lnTo>
                  <a:lnTo>
                    <a:pt x="2155" y="1515"/>
                  </a:lnTo>
                  <a:lnTo>
                    <a:pt x="2054" y="1583"/>
                  </a:lnTo>
                  <a:lnTo>
                    <a:pt x="1919" y="1650"/>
                  </a:lnTo>
                  <a:lnTo>
                    <a:pt x="1616" y="1751"/>
                  </a:lnTo>
                  <a:lnTo>
                    <a:pt x="1481" y="1818"/>
                  </a:lnTo>
                  <a:lnTo>
                    <a:pt x="1347" y="1886"/>
                  </a:lnTo>
                  <a:lnTo>
                    <a:pt x="1212" y="1953"/>
                  </a:lnTo>
                  <a:lnTo>
                    <a:pt x="976" y="2054"/>
                  </a:lnTo>
                  <a:lnTo>
                    <a:pt x="741" y="2088"/>
                  </a:lnTo>
                  <a:lnTo>
                    <a:pt x="673" y="2054"/>
                  </a:lnTo>
                  <a:lnTo>
                    <a:pt x="606" y="1987"/>
                  </a:lnTo>
                  <a:lnTo>
                    <a:pt x="505" y="1549"/>
                  </a:lnTo>
                  <a:lnTo>
                    <a:pt x="438" y="1179"/>
                  </a:lnTo>
                  <a:lnTo>
                    <a:pt x="337" y="808"/>
                  </a:lnTo>
                  <a:lnTo>
                    <a:pt x="572" y="674"/>
                  </a:lnTo>
                  <a:lnTo>
                    <a:pt x="808" y="606"/>
                  </a:lnTo>
                  <a:lnTo>
                    <a:pt x="1077" y="539"/>
                  </a:lnTo>
                  <a:lnTo>
                    <a:pt x="1347" y="472"/>
                  </a:lnTo>
                  <a:lnTo>
                    <a:pt x="1751" y="438"/>
                  </a:lnTo>
                  <a:lnTo>
                    <a:pt x="1919" y="371"/>
                  </a:lnTo>
                  <a:lnTo>
                    <a:pt x="2087" y="270"/>
                  </a:lnTo>
                  <a:close/>
                  <a:moveTo>
                    <a:pt x="2087" y="0"/>
                  </a:moveTo>
                  <a:lnTo>
                    <a:pt x="2054" y="34"/>
                  </a:lnTo>
                  <a:lnTo>
                    <a:pt x="1953" y="101"/>
                  </a:lnTo>
                  <a:lnTo>
                    <a:pt x="1818" y="169"/>
                  </a:lnTo>
                  <a:lnTo>
                    <a:pt x="1549" y="270"/>
                  </a:lnTo>
                  <a:lnTo>
                    <a:pt x="1279" y="303"/>
                  </a:lnTo>
                  <a:lnTo>
                    <a:pt x="976" y="337"/>
                  </a:lnTo>
                  <a:lnTo>
                    <a:pt x="707" y="371"/>
                  </a:lnTo>
                  <a:lnTo>
                    <a:pt x="438" y="438"/>
                  </a:lnTo>
                  <a:lnTo>
                    <a:pt x="303" y="505"/>
                  </a:lnTo>
                  <a:lnTo>
                    <a:pt x="202" y="606"/>
                  </a:lnTo>
                  <a:lnTo>
                    <a:pt x="101" y="674"/>
                  </a:lnTo>
                  <a:lnTo>
                    <a:pt x="0" y="808"/>
                  </a:lnTo>
                  <a:lnTo>
                    <a:pt x="0" y="876"/>
                  </a:lnTo>
                  <a:lnTo>
                    <a:pt x="34" y="909"/>
                  </a:lnTo>
                  <a:lnTo>
                    <a:pt x="67" y="943"/>
                  </a:lnTo>
                  <a:lnTo>
                    <a:pt x="135" y="909"/>
                  </a:lnTo>
                  <a:lnTo>
                    <a:pt x="236" y="876"/>
                  </a:lnTo>
                  <a:lnTo>
                    <a:pt x="236" y="1179"/>
                  </a:lnTo>
                  <a:lnTo>
                    <a:pt x="269" y="1515"/>
                  </a:lnTo>
                  <a:lnTo>
                    <a:pt x="337" y="1818"/>
                  </a:lnTo>
                  <a:lnTo>
                    <a:pt x="438" y="2121"/>
                  </a:lnTo>
                  <a:lnTo>
                    <a:pt x="505" y="2222"/>
                  </a:lnTo>
                  <a:lnTo>
                    <a:pt x="572" y="2290"/>
                  </a:lnTo>
                  <a:lnTo>
                    <a:pt x="842" y="2290"/>
                  </a:lnTo>
                  <a:lnTo>
                    <a:pt x="1111" y="2222"/>
                  </a:lnTo>
                  <a:lnTo>
                    <a:pt x="1313" y="2155"/>
                  </a:lnTo>
                  <a:lnTo>
                    <a:pt x="1481" y="2088"/>
                  </a:lnTo>
                  <a:lnTo>
                    <a:pt x="1650" y="2020"/>
                  </a:lnTo>
                  <a:lnTo>
                    <a:pt x="1953" y="1953"/>
                  </a:lnTo>
                  <a:lnTo>
                    <a:pt x="2087" y="1886"/>
                  </a:lnTo>
                  <a:lnTo>
                    <a:pt x="2222" y="1785"/>
                  </a:lnTo>
                  <a:lnTo>
                    <a:pt x="2323" y="1684"/>
                  </a:lnTo>
                  <a:lnTo>
                    <a:pt x="2424" y="1515"/>
                  </a:lnTo>
                  <a:lnTo>
                    <a:pt x="2458" y="1347"/>
                  </a:lnTo>
                  <a:lnTo>
                    <a:pt x="2491" y="1145"/>
                  </a:lnTo>
                  <a:lnTo>
                    <a:pt x="2458" y="775"/>
                  </a:lnTo>
                  <a:lnTo>
                    <a:pt x="2357" y="371"/>
                  </a:lnTo>
                  <a:lnTo>
                    <a:pt x="2222" y="34"/>
                  </a:lnTo>
                  <a:lnTo>
                    <a:pt x="218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3" name="Google Shape;263;p3"/>
            <p:cNvSpPr/>
            <p:nvPr/>
          </p:nvSpPr>
          <p:spPr>
            <a:xfrm>
              <a:off x="5891191" y="4783244"/>
              <a:ext cx="28484" cy="46926"/>
            </a:xfrm>
            <a:custGeom>
              <a:avLst/>
              <a:gdLst/>
              <a:ahLst/>
              <a:cxnLst/>
              <a:rect l="l" t="t" r="r" b="b"/>
              <a:pathLst>
                <a:path w="573" h="944" extrusionOk="0">
                  <a:moveTo>
                    <a:pt x="337" y="236"/>
                  </a:moveTo>
                  <a:lnTo>
                    <a:pt x="337" y="472"/>
                  </a:lnTo>
                  <a:lnTo>
                    <a:pt x="270" y="707"/>
                  </a:lnTo>
                  <a:lnTo>
                    <a:pt x="236" y="707"/>
                  </a:lnTo>
                  <a:lnTo>
                    <a:pt x="202" y="539"/>
                  </a:lnTo>
                  <a:lnTo>
                    <a:pt x="236" y="404"/>
                  </a:lnTo>
                  <a:lnTo>
                    <a:pt x="270" y="303"/>
                  </a:lnTo>
                  <a:lnTo>
                    <a:pt x="337" y="236"/>
                  </a:lnTo>
                  <a:close/>
                  <a:moveTo>
                    <a:pt x="303" y="0"/>
                  </a:moveTo>
                  <a:lnTo>
                    <a:pt x="202" y="68"/>
                  </a:lnTo>
                  <a:lnTo>
                    <a:pt x="135" y="135"/>
                  </a:lnTo>
                  <a:lnTo>
                    <a:pt x="68" y="270"/>
                  </a:lnTo>
                  <a:lnTo>
                    <a:pt x="34" y="371"/>
                  </a:lnTo>
                  <a:lnTo>
                    <a:pt x="0" y="505"/>
                  </a:lnTo>
                  <a:lnTo>
                    <a:pt x="0" y="640"/>
                  </a:lnTo>
                  <a:lnTo>
                    <a:pt x="34" y="775"/>
                  </a:lnTo>
                  <a:lnTo>
                    <a:pt x="101" y="876"/>
                  </a:lnTo>
                  <a:lnTo>
                    <a:pt x="135" y="909"/>
                  </a:lnTo>
                  <a:lnTo>
                    <a:pt x="202" y="943"/>
                  </a:lnTo>
                  <a:lnTo>
                    <a:pt x="337" y="909"/>
                  </a:lnTo>
                  <a:lnTo>
                    <a:pt x="438" y="842"/>
                  </a:lnTo>
                  <a:lnTo>
                    <a:pt x="472" y="775"/>
                  </a:lnTo>
                  <a:lnTo>
                    <a:pt x="505" y="674"/>
                  </a:lnTo>
                  <a:lnTo>
                    <a:pt x="573" y="404"/>
                  </a:lnTo>
                  <a:lnTo>
                    <a:pt x="573" y="169"/>
                  </a:lnTo>
                  <a:lnTo>
                    <a:pt x="539" y="101"/>
                  </a:lnTo>
                  <a:lnTo>
                    <a:pt x="472" y="68"/>
                  </a:lnTo>
                  <a:lnTo>
                    <a:pt x="404" y="34"/>
                  </a:lnTo>
                  <a:lnTo>
                    <a:pt x="37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4" name="Google Shape;264;p3"/>
            <p:cNvSpPr/>
            <p:nvPr/>
          </p:nvSpPr>
          <p:spPr>
            <a:xfrm>
              <a:off x="6142226" y="4756451"/>
              <a:ext cx="11781" cy="10091"/>
            </a:xfrm>
            <a:custGeom>
              <a:avLst/>
              <a:gdLst/>
              <a:ahLst/>
              <a:cxnLst/>
              <a:rect l="l" t="t" r="r" b="b"/>
              <a:pathLst>
                <a:path w="237" h="203" extrusionOk="0">
                  <a:moveTo>
                    <a:pt x="68" y="1"/>
                  </a:moveTo>
                  <a:lnTo>
                    <a:pt x="34" y="34"/>
                  </a:lnTo>
                  <a:lnTo>
                    <a:pt x="0" y="102"/>
                  </a:lnTo>
                  <a:lnTo>
                    <a:pt x="34" y="169"/>
                  </a:lnTo>
                  <a:lnTo>
                    <a:pt x="68" y="203"/>
                  </a:lnTo>
                  <a:lnTo>
                    <a:pt x="135" y="203"/>
                  </a:lnTo>
                  <a:lnTo>
                    <a:pt x="202" y="169"/>
                  </a:lnTo>
                  <a:lnTo>
                    <a:pt x="236" y="169"/>
                  </a:lnTo>
                  <a:lnTo>
                    <a:pt x="236" y="102"/>
                  </a:lnTo>
                  <a:lnTo>
                    <a:pt x="236" y="68"/>
                  </a:lnTo>
                  <a:lnTo>
                    <a:pt x="202"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5" name="Google Shape;265;p3"/>
            <p:cNvSpPr/>
            <p:nvPr/>
          </p:nvSpPr>
          <p:spPr>
            <a:xfrm>
              <a:off x="6083668" y="4687851"/>
              <a:ext cx="117166" cy="107125"/>
            </a:xfrm>
            <a:custGeom>
              <a:avLst/>
              <a:gdLst/>
              <a:ahLst/>
              <a:cxnLst/>
              <a:rect l="l" t="t" r="r" b="b"/>
              <a:pathLst>
                <a:path w="2357" h="2155" extrusionOk="0">
                  <a:moveTo>
                    <a:pt x="1885" y="202"/>
                  </a:moveTo>
                  <a:lnTo>
                    <a:pt x="1986" y="640"/>
                  </a:lnTo>
                  <a:lnTo>
                    <a:pt x="2087" y="1044"/>
                  </a:lnTo>
                  <a:lnTo>
                    <a:pt x="2121" y="1313"/>
                  </a:lnTo>
                  <a:lnTo>
                    <a:pt x="2121" y="1448"/>
                  </a:lnTo>
                  <a:lnTo>
                    <a:pt x="2087" y="1515"/>
                  </a:lnTo>
                  <a:lnTo>
                    <a:pt x="2020" y="1549"/>
                  </a:lnTo>
                  <a:lnTo>
                    <a:pt x="1481" y="1751"/>
                  </a:lnTo>
                  <a:lnTo>
                    <a:pt x="1077" y="1886"/>
                  </a:lnTo>
                  <a:lnTo>
                    <a:pt x="943" y="1919"/>
                  </a:lnTo>
                  <a:lnTo>
                    <a:pt x="808" y="1919"/>
                  </a:lnTo>
                  <a:lnTo>
                    <a:pt x="741" y="1886"/>
                  </a:lnTo>
                  <a:lnTo>
                    <a:pt x="673" y="1751"/>
                  </a:lnTo>
                  <a:lnTo>
                    <a:pt x="640" y="1583"/>
                  </a:lnTo>
                  <a:lnTo>
                    <a:pt x="505" y="1145"/>
                  </a:lnTo>
                  <a:lnTo>
                    <a:pt x="370" y="707"/>
                  </a:lnTo>
                  <a:lnTo>
                    <a:pt x="1885" y="202"/>
                  </a:lnTo>
                  <a:close/>
                  <a:moveTo>
                    <a:pt x="1919" y="0"/>
                  </a:moveTo>
                  <a:lnTo>
                    <a:pt x="1347" y="202"/>
                  </a:lnTo>
                  <a:lnTo>
                    <a:pt x="774" y="371"/>
                  </a:lnTo>
                  <a:lnTo>
                    <a:pt x="370" y="438"/>
                  </a:lnTo>
                  <a:lnTo>
                    <a:pt x="202" y="505"/>
                  </a:lnTo>
                  <a:lnTo>
                    <a:pt x="101" y="573"/>
                  </a:lnTo>
                  <a:lnTo>
                    <a:pt x="34" y="640"/>
                  </a:lnTo>
                  <a:lnTo>
                    <a:pt x="0" y="707"/>
                  </a:lnTo>
                  <a:lnTo>
                    <a:pt x="34" y="775"/>
                  </a:lnTo>
                  <a:lnTo>
                    <a:pt x="34" y="808"/>
                  </a:lnTo>
                  <a:lnTo>
                    <a:pt x="67" y="842"/>
                  </a:lnTo>
                  <a:lnTo>
                    <a:pt x="202" y="842"/>
                  </a:lnTo>
                  <a:lnTo>
                    <a:pt x="236" y="775"/>
                  </a:lnTo>
                  <a:lnTo>
                    <a:pt x="236" y="1078"/>
                  </a:lnTo>
                  <a:lnTo>
                    <a:pt x="303" y="1381"/>
                  </a:lnTo>
                  <a:lnTo>
                    <a:pt x="505" y="1919"/>
                  </a:lnTo>
                  <a:lnTo>
                    <a:pt x="572" y="2054"/>
                  </a:lnTo>
                  <a:lnTo>
                    <a:pt x="673" y="2121"/>
                  </a:lnTo>
                  <a:lnTo>
                    <a:pt x="774" y="2155"/>
                  </a:lnTo>
                  <a:lnTo>
                    <a:pt x="909" y="2155"/>
                  </a:lnTo>
                  <a:lnTo>
                    <a:pt x="1145" y="2088"/>
                  </a:lnTo>
                  <a:lnTo>
                    <a:pt x="1414" y="2020"/>
                  </a:lnTo>
                  <a:lnTo>
                    <a:pt x="1919" y="1852"/>
                  </a:lnTo>
                  <a:lnTo>
                    <a:pt x="2054" y="1785"/>
                  </a:lnTo>
                  <a:lnTo>
                    <a:pt x="2188" y="1717"/>
                  </a:lnTo>
                  <a:lnTo>
                    <a:pt x="2289" y="1650"/>
                  </a:lnTo>
                  <a:lnTo>
                    <a:pt x="2323" y="1549"/>
                  </a:lnTo>
                  <a:lnTo>
                    <a:pt x="2357" y="1381"/>
                  </a:lnTo>
                  <a:lnTo>
                    <a:pt x="2357" y="1179"/>
                  </a:lnTo>
                  <a:lnTo>
                    <a:pt x="2289" y="775"/>
                  </a:lnTo>
                  <a:lnTo>
                    <a:pt x="2155" y="404"/>
                  </a:lnTo>
                  <a:lnTo>
                    <a:pt x="2020" y="68"/>
                  </a:lnTo>
                  <a:lnTo>
                    <a:pt x="19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6" name="Google Shape;266;p3"/>
            <p:cNvSpPr/>
            <p:nvPr/>
          </p:nvSpPr>
          <p:spPr>
            <a:xfrm>
              <a:off x="5966501" y="4714595"/>
              <a:ext cx="127258" cy="110555"/>
            </a:xfrm>
            <a:custGeom>
              <a:avLst/>
              <a:gdLst/>
              <a:ahLst/>
              <a:cxnLst/>
              <a:rect l="l" t="t" r="r" b="b"/>
              <a:pathLst>
                <a:path w="2560" h="2224" extrusionOk="0">
                  <a:moveTo>
                    <a:pt x="1852" y="304"/>
                  </a:moveTo>
                  <a:lnTo>
                    <a:pt x="1953" y="338"/>
                  </a:lnTo>
                  <a:lnTo>
                    <a:pt x="1987" y="371"/>
                  </a:lnTo>
                  <a:lnTo>
                    <a:pt x="2020" y="439"/>
                  </a:lnTo>
                  <a:lnTo>
                    <a:pt x="2020" y="708"/>
                  </a:lnTo>
                  <a:lnTo>
                    <a:pt x="2054" y="977"/>
                  </a:lnTo>
                  <a:lnTo>
                    <a:pt x="2121" y="1247"/>
                  </a:lnTo>
                  <a:lnTo>
                    <a:pt x="2256" y="1482"/>
                  </a:lnTo>
                  <a:lnTo>
                    <a:pt x="1549" y="1752"/>
                  </a:lnTo>
                  <a:lnTo>
                    <a:pt x="1179" y="1886"/>
                  </a:lnTo>
                  <a:lnTo>
                    <a:pt x="808" y="1954"/>
                  </a:lnTo>
                  <a:lnTo>
                    <a:pt x="741" y="1954"/>
                  </a:lnTo>
                  <a:lnTo>
                    <a:pt x="640" y="1853"/>
                  </a:lnTo>
                  <a:lnTo>
                    <a:pt x="573" y="1718"/>
                  </a:lnTo>
                  <a:lnTo>
                    <a:pt x="472" y="1550"/>
                  </a:lnTo>
                  <a:lnTo>
                    <a:pt x="236" y="809"/>
                  </a:lnTo>
                  <a:lnTo>
                    <a:pt x="977" y="540"/>
                  </a:lnTo>
                  <a:lnTo>
                    <a:pt x="1179" y="472"/>
                  </a:lnTo>
                  <a:lnTo>
                    <a:pt x="1549" y="338"/>
                  </a:lnTo>
                  <a:lnTo>
                    <a:pt x="1717" y="304"/>
                  </a:lnTo>
                  <a:close/>
                  <a:moveTo>
                    <a:pt x="1886" y="1"/>
                  </a:moveTo>
                  <a:lnTo>
                    <a:pt x="1717" y="35"/>
                  </a:lnTo>
                  <a:lnTo>
                    <a:pt x="1381" y="136"/>
                  </a:lnTo>
                  <a:lnTo>
                    <a:pt x="68" y="607"/>
                  </a:lnTo>
                  <a:lnTo>
                    <a:pt x="0" y="674"/>
                  </a:lnTo>
                  <a:lnTo>
                    <a:pt x="0" y="742"/>
                  </a:lnTo>
                  <a:lnTo>
                    <a:pt x="34" y="809"/>
                  </a:lnTo>
                  <a:lnTo>
                    <a:pt x="101" y="843"/>
                  </a:lnTo>
                  <a:lnTo>
                    <a:pt x="135" y="1078"/>
                  </a:lnTo>
                  <a:lnTo>
                    <a:pt x="202" y="1280"/>
                  </a:lnTo>
                  <a:lnTo>
                    <a:pt x="337" y="1718"/>
                  </a:lnTo>
                  <a:lnTo>
                    <a:pt x="404" y="1987"/>
                  </a:lnTo>
                  <a:lnTo>
                    <a:pt x="472" y="2122"/>
                  </a:lnTo>
                  <a:lnTo>
                    <a:pt x="505" y="2189"/>
                  </a:lnTo>
                  <a:lnTo>
                    <a:pt x="573" y="2223"/>
                  </a:lnTo>
                  <a:lnTo>
                    <a:pt x="775" y="2223"/>
                  </a:lnTo>
                  <a:lnTo>
                    <a:pt x="977" y="2189"/>
                  </a:lnTo>
                  <a:lnTo>
                    <a:pt x="1414" y="2088"/>
                  </a:lnTo>
                  <a:lnTo>
                    <a:pt x="1684" y="1987"/>
                  </a:lnTo>
                  <a:lnTo>
                    <a:pt x="1953" y="1886"/>
                  </a:lnTo>
                  <a:lnTo>
                    <a:pt x="2492" y="1651"/>
                  </a:lnTo>
                  <a:lnTo>
                    <a:pt x="2525" y="1617"/>
                  </a:lnTo>
                  <a:lnTo>
                    <a:pt x="2525" y="1583"/>
                  </a:lnTo>
                  <a:lnTo>
                    <a:pt x="2559" y="1516"/>
                  </a:lnTo>
                  <a:lnTo>
                    <a:pt x="2525" y="1482"/>
                  </a:lnTo>
                  <a:lnTo>
                    <a:pt x="2391" y="1247"/>
                  </a:lnTo>
                  <a:lnTo>
                    <a:pt x="2290" y="977"/>
                  </a:lnTo>
                  <a:lnTo>
                    <a:pt x="2256" y="708"/>
                  </a:lnTo>
                  <a:lnTo>
                    <a:pt x="2256" y="439"/>
                  </a:lnTo>
                  <a:lnTo>
                    <a:pt x="2256" y="304"/>
                  </a:lnTo>
                  <a:lnTo>
                    <a:pt x="2222" y="203"/>
                  </a:lnTo>
                  <a:lnTo>
                    <a:pt x="2155" y="102"/>
                  </a:lnTo>
                  <a:lnTo>
                    <a:pt x="2054" y="35"/>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7" name="Google Shape;267;p3"/>
            <p:cNvSpPr/>
            <p:nvPr/>
          </p:nvSpPr>
          <p:spPr>
            <a:xfrm>
              <a:off x="5948059" y="4619201"/>
              <a:ext cx="112195" cy="110505"/>
            </a:xfrm>
            <a:custGeom>
              <a:avLst/>
              <a:gdLst/>
              <a:ahLst/>
              <a:cxnLst/>
              <a:rect l="l" t="t" r="r" b="b"/>
              <a:pathLst>
                <a:path w="2257" h="2223" extrusionOk="0">
                  <a:moveTo>
                    <a:pt x="1651" y="237"/>
                  </a:moveTo>
                  <a:lnTo>
                    <a:pt x="1752" y="573"/>
                  </a:lnTo>
                  <a:lnTo>
                    <a:pt x="1853" y="944"/>
                  </a:lnTo>
                  <a:lnTo>
                    <a:pt x="1954" y="1381"/>
                  </a:lnTo>
                  <a:lnTo>
                    <a:pt x="1987" y="1482"/>
                  </a:lnTo>
                  <a:lnTo>
                    <a:pt x="1987" y="1550"/>
                  </a:lnTo>
                  <a:lnTo>
                    <a:pt x="1954" y="1550"/>
                  </a:lnTo>
                  <a:lnTo>
                    <a:pt x="1853" y="1583"/>
                  </a:lnTo>
                  <a:lnTo>
                    <a:pt x="1516" y="1617"/>
                  </a:lnTo>
                  <a:lnTo>
                    <a:pt x="1213" y="1684"/>
                  </a:lnTo>
                  <a:lnTo>
                    <a:pt x="876" y="1819"/>
                  </a:lnTo>
                  <a:lnTo>
                    <a:pt x="573" y="1954"/>
                  </a:lnTo>
                  <a:lnTo>
                    <a:pt x="540" y="1954"/>
                  </a:lnTo>
                  <a:lnTo>
                    <a:pt x="506" y="1886"/>
                  </a:lnTo>
                  <a:lnTo>
                    <a:pt x="439" y="1617"/>
                  </a:lnTo>
                  <a:lnTo>
                    <a:pt x="338" y="1213"/>
                  </a:lnTo>
                  <a:lnTo>
                    <a:pt x="203" y="472"/>
                  </a:lnTo>
                  <a:lnTo>
                    <a:pt x="1078" y="304"/>
                  </a:lnTo>
                  <a:lnTo>
                    <a:pt x="1449" y="237"/>
                  </a:lnTo>
                  <a:close/>
                  <a:moveTo>
                    <a:pt x="1550" y="1"/>
                  </a:moveTo>
                  <a:lnTo>
                    <a:pt x="1247" y="68"/>
                  </a:lnTo>
                  <a:lnTo>
                    <a:pt x="674" y="169"/>
                  </a:lnTo>
                  <a:lnTo>
                    <a:pt x="405" y="270"/>
                  </a:lnTo>
                  <a:lnTo>
                    <a:pt x="136" y="338"/>
                  </a:lnTo>
                  <a:lnTo>
                    <a:pt x="68" y="371"/>
                  </a:lnTo>
                  <a:lnTo>
                    <a:pt x="1" y="405"/>
                  </a:lnTo>
                  <a:lnTo>
                    <a:pt x="1" y="439"/>
                  </a:lnTo>
                  <a:lnTo>
                    <a:pt x="1" y="708"/>
                  </a:lnTo>
                  <a:lnTo>
                    <a:pt x="68" y="944"/>
                  </a:lnTo>
                  <a:lnTo>
                    <a:pt x="169" y="1449"/>
                  </a:lnTo>
                  <a:lnTo>
                    <a:pt x="237" y="1853"/>
                  </a:lnTo>
                  <a:lnTo>
                    <a:pt x="304" y="2055"/>
                  </a:lnTo>
                  <a:lnTo>
                    <a:pt x="371" y="2122"/>
                  </a:lnTo>
                  <a:lnTo>
                    <a:pt x="439" y="2189"/>
                  </a:lnTo>
                  <a:lnTo>
                    <a:pt x="506" y="2223"/>
                  </a:lnTo>
                  <a:lnTo>
                    <a:pt x="607" y="2189"/>
                  </a:lnTo>
                  <a:lnTo>
                    <a:pt x="843" y="2122"/>
                  </a:lnTo>
                  <a:lnTo>
                    <a:pt x="1179" y="1920"/>
                  </a:lnTo>
                  <a:lnTo>
                    <a:pt x="1449" y="1886"/>
                  </a:lnTo>
                  <a:lnTo>
                    <a:pt x="1684" y="1853"/>
                  </a:lnTo>
                  <a:lnTo>
                    <a:pt x="1920" y="1819"/>
                  </a:lnTo>
                  <a:lnTo>
                    <a:pt x="2156" y="1752"/>
                  </a:lnTo>
                  <a:lnTo>
                    <a:pt x="2223" y="1684"/>
                  </a:lnTo>
                  <a:lnTo>
                    <a:pt x="2257" y="1617"/>
                  </a:lnTo>
                  <a:lnTo>
                    <a:pt x="2223" y="1449"/>
                  </a:lnTo>
                  <a:lnTo>
                    <a:pt x="2156" y="1179"/>
                  </a:lnTo>
                  <a:lnTo>
                    <a:pt x="2021" y="607"/>
                  </a:lnTo>
                  <a:lnTo>
                    <a:pt x="1920" y="338"/>
                  </a:lnTo>
                  <a:lnTo>
                    <a:pt x="1819" y="102"/>
                  </a:lnTo>
                  <a:lnTo>
                    <a:pt x="1752" y="35"/>
                  </a:lnTo>
                  <a:lnTo>
                    <a:pt x="17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8" name="Google Shape;268;p3"/>
            <p:cNvSpPr/>
            <p:nvPr/>
          </p:nvSpPr>
          <p:spPr>
            <a:xfrm>
              <a:off x="6003287" y="4741389"/>
              <a:ext cx="51947" cy="58608"/>
            </a:xfrm>
            <a:custGeom>
              <a:avLst/>
              <a:gdLst/>
              <a:ahLst/>
              <a:cxnLst/>
              <a:rect l="l" t="t" r="r" b="b"/>
              <a:pathLst>
                <a:path w="1045" h="1179" extrusionOk="0">
                  <a:moveTo>
                    <a:pt x="809" y="203"/>
                  </a:moveTo>
                  <a:lnTo>
                    <a:pt x="843" y="337"/>
                  </a:lnTo>
                  <a:lnTo>
                    <a:pt x="876" y="506"/>
                  </a:lnTo>
                  <a:lnTo>
                    <a:pt x="843" y="674"/>
                  </a:lnTo>
                  <a:lnTo>
                    <a:pt x="809" y="708"/>
                  </a:lnTo>
                  <a:lnTo>
                    <a:pt x="809" y="775"/>
                  </a:lnTo>
                  <a:lnTo>
                    <a:pt x="708" y="775"/>
                  </a:lnTo>
                  <a:lnTo>
                    <a:pt x="641" y="741"/>
                  </a:lnTo>
                  <a:lnTo>
                    <a:pt x="641" y="640"/>
                  </a:lnTo>
                  <a:lnTo>
                    <a:pt x="641" y="539"/>
                  </a:lnTo>
                  <a:lnTo>
                    <a:pt x="641" y="304"/>
                  </a:lnTo>
                  <a:lnTo>
                    <a:pt x="708" y="304"/>
                  </a:lnTo>
                  <a:lnTo>
                    <a:pt x="775" y="270"/>
                  </a:lnTo>
                  <a:lnTo>
                    <a:pt x="809" y="203"/>
                  </a:lnTo>
                  <a:close/>
                  <a:moveTo>
                    <a:pt x="203" y="371"/>
                  </a:moveTo>
                  <a:lnTo>
                    <a:pt x="270" y="405"/>
                  </a:lnTo>
                  <a:lnTo>
                    <a:pt x="338" y="405"/>
                  </a:lnTo>
                  <a:lnTo>
                    <a:pt x="405" y="438"/>
                  </a:lnTo>
                  <a:lnTo>
                    <a:pt x="371" y="573"/>
                  </a:lnTo>
                  <a:lnTo>
                    <a:pt x="338" y="708"/>
                  </a:lnTo>
                  <a:lnTo>
                    <a:pt x="304" y="842"/>
                  </a:lnTo>
                  <a:lnTo>
                    <a:pt x="203" y="977"/>
                  </a:lnTo>
                  <a:lnTo>
                    <a:pt x="169" y="842"/>
                  </a:lnTo>
                  <a:lnTo>
                    <a:pt x="136" y="674"/>
                  </a:lnTo>
                  <a:lnTo>
                    <a:pt x="169" y="539"/>
                  </a:lnTo>
                  <a:lnTo>
                    <a:pt x="203" y="371"/>
                  </a:lnTo>
                  <a:close/>
                  <a:moveTo>
                    <a:pt x="742" y="1"/>
                  </a:moveTo>
                  <a:lnTo>
                    <a:pt x="708" y="34"/>
                  </a:lnTo>
                  <a:lnTo>
                    <a:pt x="674" y="68"/>
                  </a:lnTo>
                  <a:lnTo>
                    <a:pt x="641" y="102"/>
                  </a:lnTo>
                  <a:lnTo>
                    <a:pt x="573" y="203"/>
                  </a:lnTo>
                  <a:lnTo>
                    <a:pt x="540" y="304"/>
                  </a:lnTo>
                  <a:lnTo>
                    <a:pt x="506" y="270"/>
                  </a:lnTo>
                  <a:lnTo>
                    <a:pt x="439" y="203"/>
                  </a:lnTo>
                  <a:lnTo>
                    <a:pt x="405" y="169"/>
                  </a:lnTo>
                  <a:lnTo>
                    <a:pt x="371" y="135"/>
                  </a:lnTo>
                  <a:lnTo>
                    <a:pt x="338" y="135"/>
                  </a:lnTo>
                  <a:lnTo>
                    <a:pt x="270" y="169"/>
                  </a:lnTo>
                  <a:lnTo>
                    <a:pt x="203" y="270"/>
                  </a:lnTo>
                  <a:lnTo>
                    <a:pt x="102" y="337"/>
                  </a:lnTo>
                  <a:lnTo>
                    <a:pt x="35" y="438"/>
                  </a:lnTo>
                  <a:lnTo>
                    <a:pt x="1" y="573"/>
                  </a:lnTo>
                  <a:lnTo>
                    <a:pt x="1" y="674"/>
                  </a:lnTo>
                  <a:lnTo>
                    <a:pt x="1" y="809"/>
                  </a:lnTo>
                  <a:lnTo>
                    <a:pt x="1" y="943"/>
                  </a:lnTo>
                  <a:lnTo>
                    <a:pt x="68" y="1044"/>
                  </a:lnTo>
                  <a:lnTo>
                    <a:pt x="136" y="1145"/>
                  </a:lnTo>
                  <a:lnTo>
                    <a:pt x="203" y="1179"/>
                  </a:lnTo>
                  <a:lnTo>
                    <a:pt x="270" y="1179"/>
                  </a:lnTo>
                  <a:lnTo>
                    <a:pt x="405" y="1011"/>
                  </a:lnTo>
                  <a:lnTo>
                    <a:pt x="506" y="775"/>
                  </a:lnTo>
                  <a:lnTo>
                    <a:pt x="540" y="876"/>
                  </a:lnTo>
                  <a:lnTo>
                    <a:pt x="607" y="943"/>
                  </a:lnTo>
                  <a:lnTo>
                    <a:pt x="708" y="977"/>
                  </a:lnTo>
                  <a:lnTo>
                    <a:pt x="809" y="943"/>
                  </a:lnTo>
                  <a:lnTo>
                    <a:pt x="910" y="876"/>
                  </a:lnTo>
                  <a:lnTo>
                    <a:pt x="977" y="775"/>
                  </a:lnTo>
                  <a:lnTo>
                    <a:pt x="1045" y="640"/>
                  </a:lnTo>
                  <a:lnTo>
                    <a:pt x="1045" y="506"/>
                  </a:lnTo>
                  <a:lnTo>
                    <a:pt x="1045" y="304"/>
                  </a:lnTo>
                  <a:lnTo>
                    <a:pt x="977" y="169"/>
                  </a:lnTo>
                  <a:lnTo>
                    <a:pt x="944" y="68"/>
                  </a:lnTo>
                  <a:lnTo>
                    <a:pt x="910" y="34"/>
                  </a:lnTo>
                  <a:lnTo>
                    <a:pt x="74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69" name="Google Shape;269;p3"/>
            <p:cNvSpPr/>
            <p:nvPr/>
          </p:nvSpPr>
          <p:spPr>
            <a:xfrm>
              <a:off x="6235929" y="4237627"/>
              <a:ext cx="125567" cy="83712"/>
            </a:xfrm>
            <a:custGeom>
              <a:avLst/>
              <a:gdLst/>
              <a:ahLst/>
              <a:cxnLst/>
              <a:rect l="l" t="t" r="r" b="b"/>
              <a:pathLst>
                <a:path w="2526" h="1684" extrusionOk="0">
                  <a:moveTo>
                    <a:pt x="2055" y="203"/>
                  </a:moveTo>
                  <a:lnTo>
                    <a:pt x="2156" y="539"/>
                  </a:lnTo>
                  <a:lnTo>
                    <a:pt x="2257" y="910"/>
                  </a:lnTo>
                  <a:lnTo>
                    <a:pt x="2223" y="1011"/>
                  </a:lnTo>
                  <a:lnTo>
                    <a:pt x="2156" y="1112"/>
                  </a:lnTo>
                  <a:lnTo>
                    <a:pt x="2021" y="1179"/>
                  </a:lnTo>
                  <a:lnTo>
                    <a:pt x="1886" y="1213"/>
                  </a:lnTo>
                  <a:lnTo>
                    <a:pt x="1550" y="1246"/>
                  </a:lnTo>
                  <a:lnTo>
                    <a:pt x="1280" y="1280"/>
                  </a:lnTo>
                  <a:lnTo>
                    <a:pt x="1078" y="1347"/>
                  </a:lnTo>
                  <a:lnTo>
                    <a:pt x="809" y="1415"/>
                  </a:lnTo>
                  <a:lnTo>
                    <a:pt x="674" y="1415"/>
                  </a:lnTo>
                  <a:lnTo>
                    <a:pt x="540" y="1381"/>
                  </a:lnTo>
                  <a:lnTo>
                    <a:pt x="472" y="1347"/>
                  </a:lnTo>
                  <a:lnTo>
                    <a:pt x="405" y="1246"/>
                  </a:lnTo>
                  <a:lnTo>
                    <a:pt x="338" y="977"/>
                  </a:lnTo>
                  <a:lnTo>
                    <a:pt x="270" y="741"/>
                  </a:lnTo>
                  <a:lnTo>
                    <a:pt x="472" y="640"/>
                  </a:lnTo>
                  <a:lnTo>
                    <a:pt x="674" y="573"/>
                  </a:lnTo>
                  <a:lnTo>
                    <a:pt x="1146" y="506"/>
                  </a:lnTo>
                  <a:lnTo>
                    <a:pt x="1617" y="371"/>
                  </a:lnTo>
                  <a:lnTo>
                    <a:pt x="2055" y="203"/>
                  </a:lnTo>
                  <a:close/>
                  <a:moveTo>
                    <a:pt x="2088" y="1"/>
                  </a:moveTo>
                  <a:lnTo>
                    <a:pt x="1819" y="102"/>
                  </a:lnTo>
                  <a:lnTo>
                    <a:pt x="1516" y="203"/>
                  </a:lnTo>
                  <a:lnTo>
                    <a:pt x="944" y="337"/>
                  </a:lnTo>
                  <a:lnTo>
                    <a:pt x="540" y="438"/>
                  </a:lnTo>
                  <a:lnTo>
                    <a:pt x="371" y="472"/>
                  </a:lnTo>
                  <a:lnTo>
                    <a:pt x="169" y="539"/>
                  </a:lnTo>
                  <a:lnTo>
                    <a:pt x="169" y="506"/>
                  </a:lnTo>
                  <a:lnTo>
                    <a:pt x="136" y="539"/>
                  </a:lnTo>
                  <a:lnTo>
                    <a:pt x="35" y="607"/>
                  </a:lnTo>
                  <a:lnTo>
                    <a:pt x="1" y="674"/>
                  </a:lnTo>
                  <a:lnTo>
                    <a:pt x="1" y="741"/>
                  </a:lnTo>
                  <a:lnTo>
                    <a:pt x="35" y="775"/>
                  </a:lnTo>
                  <a:lnTo>
                    <a:pt x="102" y="809"/>
                  </a:lnTo>
                  <a:lnTo>
                    <a:pt x="102" y="1011"/>
                  </a:lnTo>
                  <a:lnTo>
                    <a:pt x="169" y="1213"/>
                  </a:lnTo>
                  <a:lnTo>
                    <a:pt x="304" y="1583"/>
                  </a:lnTo>
                  <a:lnTo>
                    <a:pt x="338" y="1650"/>
                  </a:lnTo>
                  <a:lnTo>
                    <a:pt x="439" y="1684"/>
                  </a:lnTo>
                  <a:lnTo>
                    <a:pt x="2425" y="1314"/>
                  </a:lnTo>
                  <a:lnTo>
                    <a:pt x="2492" y="1280"/>
                  </a:lnTo>
                  <a:lnTo>
                    <a:pt x="2526" y="1213"/>
                  </a:lnTo>
                  <a:lnTo>
                    <a:pt x="2425" y="607"/>
                  </a:lnTo>
                  <a:lnTo>
                    <a:pt x="2324" y="337"/>
                  </a:lnTo>
                  <a:lnTo>
                    <a:pt x="2223" y="34"/>
                  </a:lnTo>
                  <a:lnTo>
                    <a:pt x="215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0" name="Google Shape;270;p3"/>
            <p:cNvSpPr/>
            <p:nvPr/>
          </p:nvSpPr>
          <p:spPr>
            <a:xfrm>
              <a:off x="6162309" y="4450187"/>
              <a:ext cx="122237" cy="115526"/>
            </a:xfrm>
            <a:custGeom>
              <a:avLst/>
              <a:gdLst/>
              <a:ahLst/>
              <a:cxnLst/>
              <a:rect l="l" t="t" r="r" b="b"/>
              <a:pathLst>
                <a:path w="2459" h="2324" extrusionOk="0">
                  <a:moveTo>
                    <a:pt x="1886" y="270"/>
                  </a:moveTo>
                  <a:lnTo>
                    <a:pt x="2223" y="1280"/>
                  </a:lnTo>
                  <a:lnTo>
                    <a:pt x="2256" y="1414"/>
                  </a:lnTo>
                  <a:lnTo>
                    <a:pt x="2256" y="1482"/>
                  </a:lnTo>
                  <a:lnTo>
                    <a:pt x="2189" y="1549"/>
                  </a:lnTo>
                  <a:lnTo>
                    <a:pt x="2054" y="1616"/>
                  </a:lnTo>
                  <a:lnTo>
                    <a:pt x="1751" y="1717"/>
                  </a:lnTo>
                  <a:lnTo>
                    <a:pt x="1448" y="1818"/>
                  </a:lnTo>
                  <a:lnTo>
                    <a:pt x="943" y="1987"/>
                  </a:lnTo>
                  <a:lnTo>
                    <a:pt x="741" y="2020"/>
                  </a:lnTo>
                  <a:lnTo>
                    <a:pt x="674" y="2054"/>
                  </a:lnTo>
                  <a:lnTo>
                    <a:pt x="606" y="2020"/>
                  </a:lnTo>
                  <a:lnTo>
                    <a:pt x="573" y="1987"/>
                  </a:lnTo>
                  <a:lnTo>
                    <a:pt x="505" y="1953"/>
                  </a:lnTo>
                  <a:lnTo>
                    <a:pt x="438" y="1717"/>
                  </a:lnTo>
                  <a:lnTo>
                    <a:pt x="337" y="1482"/>
                  </a:lnTo>
                  <a:lnTo>
                    <a:pt x="270" y="1212"/>
                  </a:lnTo>
                  <a:lnTo>
                    <a:pt x="135" y="707"/>
                  </a:lnTo>
                  <a:lnTo>
                    <a:pt x="169" y="674"/>
                  </a:lnTo>
                  <a:lnTo>
                    <a:pt x="202" y="640"/>
                  </a:lnTo>
                  <a:lnTo>
                    <a:pt x="303" y="606"/>
                  </a:lnTo>
                  <a:lnTo>
                    <a:pt x="505" y="539"/>
                  </a:lnTo>
                  <a:lnTo>
                    <a:pt x="876" y="505"/>
                  </a:lnTo>
                  <a:lnTo>
                    <a:pt x="1852" y="270"/>
                  </a:lnTo>
                  <a:close/>
                  <a:moveTo>
                    <a:pt x="1819" y="0"/>
                  </a:moveTo>
                  <a:lnTo>
                    <a:pt x="1819" y="68"/>
                  </a:lnTo>
                  <a:lnTo>
                    <a:pt x="1785" y="68"/>
                  </a:lnTo>
                  <a:lnTo>
                    <a:pt x="539" y="337"/>
                  </a:lnTo>
                  <a:lnTo>
                    <a:pt x="270" y="404"/>
                  </a:lnTo>
                  <a:lnTo>
                    <a:pt x="135" y="472"/>
                  </a:lnTo>
                  <a:lnTo>
                    <a:pt x="68" y="505"/>
                  </a:lnTo>
                  <a:lnTo>
                    <a:pt x="34" y="573"/>
                  </a:lnTo>
                  <a:lnTo>
                    <a:pt x="0" y="606"/>
                  </a:lnTo>
                  <a:lnTo>
                    <a:pt x="0" y="842"/>
                  </a:lnTo>
                  <a:lnTo>
                    <a:pt x="0" y="1044"/>
                  </a:lnTo>
                  <a:lnTo>
                    <a:pt x="101" y="1482"/>
                  </a:lnTo>
                  <a:lnTo>
                    <a:pt x="236" y="1886"/>
                  </a:lnTo>
                  <a:lnTo>
                    <a:pt x="404" y="2290"/>
                  </a:lnTo>
                  <a:lnTo>
                    <a:pt x="472" y="2323"/>
                  </a:lnTo>
                  <a:lnTo>
                    <a:pt x="539" y="2323"/>
                  </a:lnTo>
                  <a:lnTo>
                    <a:pt x="1044" y="2189"/>
                  </a:lnTo>
                  <a:lnTo>
                    <a:pt x="1516" y="2054"/>
                  </a:lnTo>
                  <a:lnTo>
                    <a:pt x="1987" y="1852"/>
                  </a:lnTo>
                  <a:lnTo>
                    <a:pt x="2425" y="1650"/>
                  </a:lnTo>
                  <a:lnTo>
                    <a:pt x="2458" y="1616"/>
                  </a:lnTo>
                  <a:lnTo>
                    <a:pt x="2458" y="1549"/>
                  </a:lnTo>
                  <a:lnTo>
                    <a:pt x="1953" y="34"/>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1" name="Google Shape;271;p3"/>
            <p:cNvSpPr/>
            <p:nvPr/>
          </p:nvSpPr>
          <p:spPr>
            <a:xfrm>
              <a:off x="6113792" y="4267752"/>
              <a:ext cx="120547" cy="78691"/>
            </a:xfrm>
            <a:custGeom>
              <a:avLst/>
              <a:gdLst/>
              <a:ahLst/>
              <a:cxnLst/>
              <a:rect l="l" t="t" r="r" b="b"/>
              <a:pathLst>
                <a:path w="2425" h="1583" extrusionOk="0">
                  <a:moveTo>
                    <a:pt x="1852" y="270"/>
                  </a:moveTo>
                  <a:lnTo>
                    <a:pt x="1885" y="438"/>
                  </a:lnTo>
                  <a:lnTo>
                    <a:pt x="2121" y="775"/>
                  </a:lnTo>
                  <a:lnTo>
                    <a:pt x="2155" y="876"/>
                  </a:lnTo>
                  <a:lnTo>
                    <a:pt x="2155" y="977"/>
                  </a:lnTo>
                  <a:lnTo>
                    <a:pt x="2155" y="1044"/>
                  </a:lnTo>
                  <a:lnTo>
                    <a:pt x="2087" y="1078"/>
                  </a:lnTo>
                  <a:lnTo>
                    <a:pt x="1919" y="1145"/>
                  </a:lnTo>
                  <a:lnTo>
                    <a:pt x="1717" y="1145"/>
                  </a:lnTo>
                  <a:lnTo>
                    <a:pt x="1347" y="1179"/>
                  </a:lnTo>
                  <a:lnTo>
                    <a:pt x="976" y="1246"/>
                  </a:lnTo>
                  <a:lnTo>
                    <a:pt x="640" y="1347"/>
                  </a:lnTo>
                  <a:lnTo>
                    <a:pt x="539" y="1044"/>
                  </a:lnTo>
                  <a:lnTo>
                    <a:pt x="438" y="741"/>
                  </a:lnTo>
                  <a:lnTo>
                    <a:pt x="1145" y="539"/>
                  </a:lnTo>
                  <a:lnTo>
                    <a:pt x="1852" y="270"/>
                  </a:lnTo>
                  <a:close/>
                  <a:moveTo>
                    <a:pt x="1919" y="1"/>
                  </a:moveTo>
                  <a:lnTo>
                    <a:pt x="1145" y="270"/>
                  </a:lnTo>
                  <a:lnTo>
                    <a:pt x="337" y="539"/>
                  </a:lnTo>
                  <a:lnTo>
                    <a:pt x="269" y="506"/>
                  </a:lnTo>
                  <a:lnTo>
                    <a:pt x="236" y="573"/>
                  </a:lnTo>
                  <a:lnTo>
                    <a:pt x="67" y="607"/>
                  </a:lnTo>
                  <a:lnTo>
                    <a:pt x="0" y="674"/>
                  </a:lnTo>
                  <a:lnTo>
                    <a:pt x="0" y="741"/>
                  </a:lnTo>
                  <a:lnTo>
                    <a:pt x="34" y="775"/>
                  </a:lnTo>
                  <a:lnTo>
                    <a:pt x="135" y="809"/>
                  </a:lnTo>
                  <a:lnTo>
                    <a:pt x="269" y="775"/>
                  </a:lnTo>
                  <a:lnTo>
                    <a:pt x="370" y="1145"/>
                  </a:lnTo>
                  <a:lnTo>
                    <a:pt x="471" y="1516"/>
                  </a:lnTo>
                  <a:lnTo>
                    <a:pt x="505" y="1583"/>
                  </a:lnTo>
                  <a:lnTo>
                    <a:pt x="606" y="1583"/>
                  </a:lnTo>
                  <a:lnTo>
                    <a:pt x="1212" y="1415"/>
                  </a:lnTo>
                  <a:lnTo>
                    <a:pt x="1818" y="1347"/>
                  </a:lnTo>
                  <a:lnTo>
                    <a:pt x="2054" y="1347"/>
                  </a:lnTo>
                  <a:lnTo>
                    <a:pt x="2188" y="1314"/>
                  </a:lnTo>
                  <a:lnTo>
                    <a:pt x="2290" y="1246"/>
                  </a:lnTo>
                  <a:lnTo>
                    <a:pt x="2391" y="1112"/>
                  </a:lnTo>
                  <a:lnTo>
                    <a:pt x="2424" y="977"/>
                  </a:lnTo>
                  <a:lnTo>
                    <a:pt x="2391" y="842"/>
                  </a:lnTo>
                  <a:lnTo>
                    <a:pt x="2323" y="708"/>
                  </a:lnTo>
                  <a:lnTo>
                    <a:pt x="2155" y="405"/>
                  </a:lnTo>
                  <a:lnTo>
                    <a:pt x="2087" y="236"/>
                  </a:lnTo>
                  <a:lnTo>
                    <a:pt x="2054" y="102"/>
                  </a:lnTo>
                  <a:lnTo>
                    <a:pt x="2054" y="68"/>
                  </a:lnTo>
                  <a:lnTo>
                    <a:pt x="2020" y="34"/>
                  </a:lnTo>
                  <a:lnTo>
                    <a:pt x="19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2" name="Google Shape;272;p3"/>
            <p:cNvSpPr/>
            <p:nvPr/>
          </p:nvSpPr>
          <p:spPr>
            <a:xfrm>
              <a:off x="5658548" y="4369856"/>
              <a:ext cx="174084" cy="87092"/>
            </a:xfrm>
            <a:custGeom>
              <a:avLst/>
              <a:gdLst/>
              <a:ahLst/>
              <a:cxnLst/>
              <a:rect l="l" t="t" r="r" b="b"/>
              <a:pathLst>
                <a:path w="3502" h="1752" extrusionOk="0">
                  <a:moveTo>
                    <a:pt x="2694" y="270"/>
                  </a:moveTo>
                  <a:lnTo>
                    <a:pt x="2761" y="303"/>
                  </a:lnTo>
                  <a:lnTo>
                    <a:pt x="2828" y="303"/>
                  </a:lnTo>
                  <a:lnTo>
                    <a:pt x="2896" y="371"/>
                  </a:lnTo>
                  <a:lnTo>
                    <a:pt x="2929" y="438"/>
                  </a:lnTo>
                  <a:lnTo>
                    <a:pt x="2997" y="674"/>
                  </a:lnTo>
                  <a:lnTo>
                    <a:pt x="2761" y="808"/>
                  </a:lnTo>
                  <a:lnTo>
                    <a:pt x="2458" y="909"/>
                  </a:lnTo>
                  <a:lnTo>
                    <a:pt x="1886" y="1078"/>
                  </a:lnTo>
                  <a:lnTo>
                    <a:pt x="1212" y="1313"/>
                  </a:lnTo>
                  <a:lnTo>
                    <a:pt x="1010" y="1381"/>
                  </a:lnTo>
                  <a:lnTo>
                    <a:pt x="876" y="1414"/>
                  </a:lnTo>
                  <a:lnTo>
                    <a:pt x="775" y="1414"/>
                  </a:lnTo>
                  <a:lnTo>
                    <a:pt x="707" y="1381"/>
                  </a:lnTo>
                  <a:lnTo>
                    <a:pt x="674" y="1313"/>
                  </a:lnTo>
                  <a:lnTo>
                    <a:pt x="876" y="1280"/>
                  </a:lnTo>
                  <a:lnTo>
                    <a:pt x="1044" y="1212"/>
                  </a:lnTo>
                  <a:lnTo>
                    <a:pt x="1246" y="1111"/>
                  </a:lnTo>
                  <a:lnTo>
                    <a:pt x="1482" y="1078"/>
                  </a:lnTo>
                  <a:lnTo>
                    <a:pt x="1549" y="1044"/>
                  </a:lnTo>
                  <a:lnTo>
                    <a:pt x="1583" y="977"/>
                  </a:lnTo>
                  <a:lnTo>
                    <a:pt x="1616" y="943"/>
                  </a:lnTo>
                  <a:lnTo>
                    <a:pt x="1616" y="876"/>
                  </a:lnTo>
                  <a:lnTo>
                    <a:pt x="1583" y="808"/>
                  </a:lnTo>
                  <a:lnTo>
                    <a:pt x="1515" y="741"/>
                  </a:lnTo>
                  <a:lnTo>
                    <a:pt x="1381" y="741"/>
                  </a:lnTo>
                  <a:lnTo>
                    <a:pt x="1179" y="775"/>
                  </a:lnTo>
                  <a:lnTo>
                    <a:pt x="977" y="842"/>
                  </a:lnTo>
                  <a:lnTo>
                    <a:pt x="808" y="977"/>
                  </a:lnTo>
                  <a:lnTo>
                    <a:pt x="640" y="1111"/>
                  </a:lnTo>
                  <a:lnTo>
                    <a:pt x="674" y="909"/>
                  </a:lnTo>
                  <a:lnTo>
                    <a:pt x="1549" y="573"/>
                  </a:lnTo>
                  <a:lnTo>
                    <a:pt x="2256" y="371"/>
                  </a:lnTo>
                  <a:lnTo>
                    <a:pt x="2492" y="337"/>
                  </a:lnTo>
                  <a:lnTo>
                    <a:pt x="2694" y="270"/>
                  </a:lnTo>
                  <a:close/>
                  <a:moveTo>
                    <a:pt x="2862" y="0"/>
                  </a:moveTo>
                  <a:lnTo>
                    <a:pt x="2626" y="34"/>
                  </a:lnTo>
                  <a:lnTo>
                    <a:pt x="2424" y="68"/>
                  </a:lnTo>
                  <a:lnTo>
                    <a:pt x="1987" y="169"/>
                  </a:lnTo>
                  <a:lnTo>
                    <a:pt x="1515" y="303"/>
                  </a:lnTo>
                  <a:lnTo>
                    <a:pt x="640" y="606"/>
                  </a:lnTo>
                  <a:lnTo>
                    <a:pt x="472" y="606"/>
                  </a:lnTo>
                  <a:lnTo>
                    <a:pt x="303" y="674"/>
                  </a:lnTo>
                  <a:lnTo>
                    <a:pt x="169" y="775"/>
                  </a:lnTo>
                  <a:lnTo>
                    <a:pt x="68" y="909"/>
                  </a:lnTo>
                  <a:lnTo>
                    <a:pt x="0" y="1044"/>
                  </a:lnTo>
                  <a:lnTo>
                    <a:pt x="0" y="1212"/>
                  </a:lnTo>
                  <a:lnTo>
                    <a:pt x="0" y="1381"/>
                  </a:lnTo>
                  <a:lnTo>
                    <a:pt x="101" y="1549"/>
                  </a:lnTo>
                  <a:lnTo>
                    <a:pt x="202" y="1650"/>
                  </a:lnTo>
                  <a:lnTo>
                    <a:pt x="371" y="1717"/>
                  </a:lnTo>
                  <a:lnTo>
                    <a:pt x="539" y="1751"/>
                  </a:lnTo>
                  <a:lnTo>
                    <a:pt x="707" y="1717"/>
                  </a:lnTo>
                  <a:lnTo>
                    <a:pt x="1179" y="1616"/>
                  </a:lnTo>
                  <a:lnTo>
                    <a:pt x="1650" y="1448"/>
                  </a:lnTo>
                  <a:lnTo>
                    <a:pt x="2593" y="1111"/>
                  </a:lnTo>
                  <a:lnTo>
                    <a:pt x="2963" y="977"/>
                  </a:lnTo>
                  <a:lnTo>
                    <a:pt x="3131" y="842"/>
                  </a:lnTo>
                  <a:lnTo>
                    <a:pt x="3334" y="707"/>
                  </a:lnTo>
                  <a:lnTo>
                    <a:pt x="3435" y="573"/>
                  </a:lnTo>
                  <a:lnTo>
                    <a:pt x="3468" y="505"/>
                  </a:lnTo>
                  <a:lnTo>
                    <a:pt x="3502" y="404"/>
                  </a:lnTo>
                  <a:lnTo>
                    <a:pt x="3502" y="337"/>
                  </a:lnTo>
                  <a:lnTo>
                    <a:pt x="3468" y="236"/>
                  </a:lnTo>
                  <a:lnTo>
                    <a:pt x="3401" y="169"/>
                  </a:lnTo>
                  <a:lnTo>
                    <a:pt x="3300" y="68"/>
                  </a:lnTo>
                  <a:lnTo>
                    <a:pt x="3199" y="34"/>
                  </a:lnTo>
                  <a:lnTo>
                    <a:pt x="309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3" name="Google Shape;273;p3"/>
            <p:cNvSpPr/>
            <p:nvPr/>
          </p:nvSpPr>
          <p:spPr>
            <a:xfrm>
              <a:off x="5986584" y="4289525"/>
              <a:ext cx="135609" cy="100464"/>
            </a:xfrm>
            <a:custGeom>
              <a:avLst/>
              <a:gdLst/>
              <a:ahLst/>
              <a:cxnLst/>
              <a:rect l="l" t="t" r="r" b="b"/>
              <a:pathLst>
                <a:path w="2728" h="2021" extrusionOk="0">
                  <a:moveTo>
                    <a:pt x="2020" y="0"/>
                  </a:moveTo>
                  <a:lnTo>
                    <a:pt x="68" y="674"/>
                  </a:lnTo>
                  <a:lnTo>
                    <a:pt x="0" y="707"/>
                  </a:lnTo>
                  <a:lnTo>
                    <a:pt x="0" y="808"/>
                  </a:lnTo>
                  <a:lnTo>
                    <a:pt x="34" y="876"/>
                  </a:lnTo>
                  <a:lnTo>
                    <a:pt x="135" y="876"/>
                  </a:lnTo>
                  <a:lnTo>
                    <a:pt x="1549" y="371"/>
                  </a:lnTo>
                  <a:lnTo>
                    <a:pt x="1717" y="303"/>
                  </a:lnTo>
                  <a:lnTo>
                    <a:pt x="1886" y="270"/>
                  </a:lnTo>
                  <a:lnTo>
                    <a:pt x="1953" y="270"/>
                  </a:lnTo>
                  <a:lnTo>
                    <a:pt x="2020" y="303"/>
                  </a:lnTo>
                  <a:lnTo>
                    <a:pt x="2054" y="371"/>
                  </a:lnTo>
                  <a:lnTo>
                    <a:pt x="2121" y="472"/>
                  </a:lnTo>
                  <a:lnTo>
                    <a:pt x="2458" y="1111"/>
                  </a:lnTo>
                  <a:lnTo>
                    <a:pt x="1313" y="1448"/>
                  </a:lnTo>
                  <a:lnTo>
                    <a:pt x="943" y="1549"/>
                  </a:lnTo>
                  <a:lnTo>
                    <a:pt x="808" y="1616"/>
                  </a:lnTo>
                  <a:lnTo>
                    <a:pt x="640" y="1717"/>
                  </a:lnTo>
                  <a:lnTo>
                    <a:pt x="539" y="1246"/>
                  </a:lnTo>
                  <a:lnTo>
                    <a:pt x="472" y="1010"/>
                  </a:lnTo>
                  <a:lnTo>
                    <a:pt x="371" y="808"/>
                  </a:lnTo>
                  <a:lnTo>
                    <a:pt x="337" y="808"/>
                  </a:lnTo>
                  <a:lnTo>
                    <a:pt x="303" y="943"/>
                  </a:lnTo>
                  <a:lnTo>
                    <a:pt x="303" y="1078"/>
                  </a:lnTo>
                  <a:lnTo>
                    <a:pt x="337" y="1381"/>
                  </a:lnTo>
                  <a:lnTo>
                    <a:pt x="404" y="1650"/>
                  </a:lnTo>
                  <a:lnTo>
                    <a:pt x="505" y="1919"/>
                  </a:lnTo>
                  <a:lnTo>
                    <a:pt x="539" y="1987"/>
                  </a:lnTo>
                  <a:lnTo>
                    <a:pt x="573" y="1987"/>
                  </a:lnTo>
                  <a:lnTo>
                    <a:pt x="640" y="2020"/>
                  </a:lnTo>
                  <a:lnTo>
                    <a:pt x="674" y="1987"/>
                  </a:lnTo>
                  <a:lnTo>
                    <a:pt x="876" y="1852"/>
                  </a:lnTo>
                  <a:lnTo>
                    <a:pt x="1078" y="1751"/>
                  </a:lnTo>
                  <a:lnTo>
                    <a:pt x="1549" y="1616"/>
                  </a:lnTo>
                  <a:lnTo>
                    <a:pt x="2626" y="1313"/>
                  </a:lnTo>
                  <a:lnTo>
                    <a:pt x="2694" y="1280"/>
                  </a:lnTo>
                  <a:lnTo>
                    <a:pt x="2727" y="1246"/>
                  </a:lnTo>
                  <a:lnTo>
                    <a:pt x="2727" y="1179"/>
                  </a:lnTo>
                  <a:lnTo>
                    <a:pt x="2694" y="1145"/>
                  </a:lnTo>
                  <a:lnTo>
                    <a:pt x="2155" y="34"/>
                  </a:lnTo>
                  <a:lnTo>
                    <a:pt x="208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4" name="Google Shape;274;p3"/>
            <p:cNvSpPr/>
            <p:nvPr/>
          </p:nvSpPr>
          <p:spPr>
            <a:xfrm>
              <a:off x="5645176" y="4466940"/>
              <a:ext cx="120547" cy="103794"/>
            </a:xfrm>
            <a:custGeom>
              <a:avLst/>
              <a:gdLst/>
              <a:ahLst/>
              <a:cxnLst/>
              <a:rect l="l" t="t" r="r" b="b"/>
              <a:pathLst>
                <a:path w="2425" h="2088" extrusionOk="0">
                  <a:moveTo>
                    <a:pt x="1953" y="202"/>
                  </a:moveTo>
                  <a:lnTo>
                    <a:pt x="2054" y="606"/>
                  </a:lnTo>
                  <a:lnTo>
                    <a:pt x="2121" y="1044"/>
                  </a:lnTo>
                  <a:lnTo>
                    <a:pt x="2155" y="1313"/>
                  </a:lnTo>
                  <a:lnTo>
                    <a:pt x="2155" y="1481"/>
                  </a:lnTo>
                  <a:lnTo>
                    <a:pt x="2155" y="1549"/>
                  </a:lnTo>
                  <a:lnTo>
                    <a:pt x="2121" y="1582"/>
                  </a:lnTo>
                  <a:lnTo>
                    <a:pt x="1953" y="1616"/>
                  </a:lnTo>
                  <a:lnTo>
                    <a:pt x="1784" y="1616"/>
                  </a:lnTo>
                  <a:lnTo>
                    <a:pt x="1414" y="1650"/>
                  </a:lnTo>
                  <a:lnTo>
                    <a:pt x="1145" y="1717"/>
                  </a:lnTo>
                  <a:lnTo>
                    <a:pt x="875" y="1784"/>
                  </a:lnTo>
                  <a:lnTo>
                    <a:pt x="741" y="1784"/>
                  </a:lnTo>
                  <a:lnTo>
                    <a:pt x="640" y="1751"/>
                  </a:lnTo>
                  <a:lnTo>
                    <a:pt x="539" y="1650"/>
                  </a:lnTo>
                  <a:lnTo>
                    <a:pt x="471" y="1481"/>
                  </a:lnTo>
                  <a:lnTo>
                    <a:pt x="404" y="1111"/>
                  </a:lnTo>
                  <a:lnTo>
                    <a:pt x="337" y="909"/>
                  </a:lnTo>
                  <a:lnTo>
                    <a:pt x="269" y="707"/>
                  </a:lnTo>
                  <a:lnTo>
                    <a:pt x="505" y="606"/>
                  </a:lnTo>
                  <a:lnTo>
                    <a:pt x="741" y="539"/>
                  </a:lnTo>
                  <a:lnTo>
                    <a:pt x="1246" y="471"/>
                  </a:lnTo>
                  <a:lnTo>
                    <a:pt x="1616" y="370"/>
                  </a:lnTo>
                  <a:lnTo>
                    <a:pt x="1953" y="202"/>
                  </a:lnTo>
                  <a:close/>
                  <a:moveTo>
                    <a:pt x="2020" y="0"/>
                  </a:moveTo>
                  <a:lnTo>
                    <a:pt x="1953" y="34"/>
                  </a:lnTo>
                  <a:lnTo>
                    <a:pt x="1683" y="135"/>
                  </a:lnTo>
                  <a:lnTo>
                    <a:pt x="1380" y="236"/>
                  </a:lnTo>
                  <a:lnTo>
                    <a:pt x="774" y="370"/>
                  </a:lnTo>
                  <a:lnTo>
                    <a:pt x="539" y="404"/>
                  </a:lnTo>
                  <a:lnTo>
                    <a:pt x="337" y="438"/>
                  </a:lnTo>
                  <a:lnTo>
                    <a:pt x="168" y="539"/>
                  </a:lnTo>
                  <a:lnTo>
                    <a:pt x="67" y="606"/>
                  </a:lnTo>
                  <a:lnTo>
                    <a:pt x="0" y="673"/>
                  </a:lnTo>
                  <a:lnTo>
                    <a:pt x="0" y="741"/>
                  </a:lnTo>
                  <a:lnTo>
                    <a:pt x="0" y="774"/>
                  </a:lnTo>
                  <a:lnTo>
                    <a:pt x="67" y="808"/>
                  </a:lnTo>
                  <a:lnTo>
                    <a:pt x="101" y="842"/>
                  </a:lnTo>
                  <a:lnTo>
                    <a:pt x="168" y="1111"/>
                  </a:lnTo>
                  <a:lnTo>
                    <a:pt x="202" y="1380"/>
                  </a:lnTo>
                  <a:lnTo>
                    <a:pt x="269" y="1582"/>
                  </a:lnTo>
                  <a:lnTo>
                    <a:pt x="303" y="1751"/>
                  </a:lnTo>
                  <a:lnTo>
                    <a:pt x="370" y="1919"/>
                  </a:lnTo>
                  <a:lnTo>
                    <a:pt x="539" y="2054"/>
                  </a:lnTo>
                  <a:lnTo>
                    <a:pt x="606" y="2087"/>
                  </a:lnTo>
                  <a:lnTo>
                    <a:pt x="673" y="2087"/>
                  </a:lnTo>
                  <a:lnTo>
                    <a:pt x="842" y="2054"/>
                  </a:lnTo>
                  <a:lnTo>
                    <a:pt x="1145" y="1953"/>
                  </a:lnTo>
                  <a:lnTo>
                    <a:pt x="1448" y="1885"/>
                  </a:lnTo>
                  <a:lnTo>
                    <a:pt x="1751" y="1852"/>
                  </a:lnTo>
                  <a:lnTo>
                    <a:pt x="2054" y="1818"/>
                  </a:lnTo>
                  <a:lnTo>
                    <a:pt x="2323" y="1751"/>
                  </a:lnTo>
                  <a:lnTo>
                    <a:pt x="2390" y="1683"/>
                  </a:lnTo>
                  <a:lnTo>
                    <a:pt x="2424" y="1616"/>
                  </a:lnTo>
                  <a:lnTo>
                    <a:pt x="2357" y="1212"/>
                  </a:lnTo>
                  <a:lnTo>
                    <a:pt x="2256" y="842"/>
                  </a:lnTo>
                  <a:lnTo>
                    <a:pt x="2087" y="67"/>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5" name="Google Shape;275;p3"/>
            <p:cNvSpPr/>
            <p:nvPr/>
          </p:nvSpPr>
          <p:spPr>
            <a:xfrm>
              <a:off x="5866087" y="4324670"/>
              <a:ext cx="122187" cy="93753"/>
            </a:xfrm>
            <a:custGeom>
              <a:avLst/>
              <a:gdLst/>
              <a:ahLst/>
              <a:cxnLst/>
              <a:rect l="l" t="t" r="r" b="b"/>
              <a:pathLst>
                <a:path w="2458" h="1886" extrusionOk="0">
                  <a:moveTo>
                    <a:pt x="1852" y="270"/>
                  </a:moveTo>
                  <a:lnTo>
                    <a:pt x="1919" y="337"/>
                  </a:lnTo>
                  <a:lnTo>
                    <a:pt x="2020" y="472"/>
                  </a:lnTo>
                  <a:lnTo>
                    <a:pt x="2088" y="640"/>
                  </a:lnTo>
                  <a:lnTo>
                    <a:pt x="2189" y="977"/>
                  </a:lnTo>
                  <a:lnTo>
                    <a:pt x="1515" y="1179"/>
                  </a:lnTo>
                  <a:lnTo>
                    <a:pt x="1212" y="1280"/>
                  </a:lnTo>
                  <a:lnTo>
                    <a:pt x="909" y="1414"/>
                  </a:lnTo>
                  <a:lnTo>
                    <a:pt x="741" y="1515"/>
                  </a:lnTo>
                  <a:lnTo>
                    <a:pt x="640" y="1583"/>
                  </a:lnTo>
                  <a:lnTo>
                    <a:pt x="606" y="1583"/>
                  </a:lnTo>
                  <a:lnTo>
                    <a:pt x="573" y="1549"/>
                  </a:lnTo>
                  <a:lnTo>
                    <a:pt x="505" y="1381"/>
                  </a:lnTo>
                  <a:lnTo>
                    <a:pt x="438" y="1078"/>
                  </a:lnTo>
                  <a:lnTo>
                    <a:pt x="371" y="775"/>
                  </a:lnTo>
                  <a:lnTo>
                    <a:pt x="977" y="640"/>
                  </a:lnTo>
                  <a:lnTo>
                    <a:pt x="1549" y="438"/>
                  </a:lnTo>
                  <a:lnTo>
                    <a:pt x="1717" y="303"/>
                  </a:lnTo>
                  <a:lnTo>
                    <a:pt x="1818" y="270"/>
                  </a:lnTo>
                  <a:close/>
                  <a:moveTo>
                    <a:pt x="1818" y="0"/>
                  </a:moveTo>
                  <a:lnTo>
                    <a:pt x="1650" y="68"/>
                  </a:lnTo>
                  <a:lnTo>
                    <a:pt x="1482" y="169"/>
                  </a:lnTo>
                  <a:lnTo>
                    <a:pt x="1313" y="270"/>
                  </a:lnTo>
                  <a:lnTo>
                    <a:pt x="1145" y="337"/>
                  </a:lnTo>
                  <a:lnTo>
                    <a:pt x="606" y="472"/>
                  </a:lnTo>
                  <a:lnTo>
                    <a:pt x="68" y="640"/>
                  </a:lnTo>
                  <a:lnTo>
                    <a:pt x="0" y="707"/>
                  </a:lnTo>
                  <a:lnTo>
                    <a:pt x="0" y="775"/>
                  </a:lnTo>
                  <a:lnTo>
                    <a:pt x="34" y="842"/>
                  </a:lnTo>
                  <a:lnTo>
                    <a:pt x="68" y="876"/>
                  </a:lnTo>
                  <a:lnTo>
                    <a:pt x="101" y="842"/>
                  </a:lnTo>
                  <a:lnTo>
                    <a:pt x="202" y="842"/>
                  </a:lnTo>
                  <a:lnTo>
                    <a:pt x="202" y="1145"/>
                  </a:lnTo>
                  <a:lnTo>
                    <a:pt x="270" y="1482"/>
                  </a:lnTo>
                  <a:lnTo>
                    <a:pt x="303" y="1616"/>
                  </a:lnTo>
                  <a:lnTo>
                    <a:pt x="337" y="1751"/>
                  </a:lnTo>
                  <a:lnTo>
                    <a:pt x="404" y="1852"/>
                  </a:lnTo>
                  <a:lnTo>
                    <a:pt x="505" y="1886"/>
                  </a:lnTo>
                  <a:lnTo>
                    <a:pt x="674" y="1886"/>
                  </a:lnTo>
                  <a:lnTo>
                    <a:pt x="775" y="1818"/>
                  </a:lnTo>
                  <a:lnTo>
                    <a:pt x="1010" y="1650"/>
                  </a:lnTo>
                  <a:lnTo>
                    <a:pt x="1347" y="1482"/>
                  </a:lnTo>
                  <a:lnTo>
                    <a:pt x="1684" y="1381"/>
                  </a:lnTo>
                  <a:lnTo>
                    <a:pt x="2391" y="1179"/>
                  </a:lnTo>
                  <a:lnTo>
                    <a:pt x="2458" y="1145"/>
                  </a:lnTo>
                  <a:lnTo>
                    <a:pt x="2458" y="1044"/>
                  </a:lnTo>
                  <a:lnTo>
                    <a:pt x="2391" y="775"/>
                  </a:lnTo>
                  <a:lnTo>
                    <a:pt x="2256" y="404"/>
                  </a:lnTo>
                  <a:lnTo>
                    <a:pt x="2155" y="236"/>
                  </a:lnTo>
                  <a:lnTo>
                    <a:pt x="2054" y="101"/>
                  </a:lnTo>
                  <a:lnTo>
                    <a:pt x="195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76" name="Google Shape;276;p3"/>
          <p:cNvGrpSpPr/>
          <p:nvPr/>
        </p:nvGrpSpPr>
        <p:grpSpPr>
          <a:xfrm>
            <a:off x="8181406" y="1685317"/>
            <a:ext cx="962386" cy="1290422"/>
            <a:chOff x="5892831" y="1685317"/>
            <a:chExt cx="962386" cy="1290422"/>
          </a:xfrm>
        </p:grpSpPr>
        <p:sp>
          <p:nvSpPr>
            <p:cNvPr id="277" name="Google Shape;277;p3"/>
            <p:cNvSpPr/>
            <p:nvPr/>
          </p:nvSpPr>
          <p:spPr>
            <a:xfrm>
              <a:off x="6453510" y="2518805"/>
              <a:ext cx="227672" cy="334797"/>
            </a:xfrm>
            <a:custGeom>
              <a:avLst/>
              <a:gdLst/>
              <a:ahLst/>
              <a:cxnLst/>
              <a:rect l="l" t="t" r="r" b="b"/>
              <a:pathLst>
                <a:path w="4580" h="6735" extrusionOk="0">
                  <a:moveTo>
                    <a:pt x="4411" y="0"/>
                  </a:moveTo>
                  <a:lnTo>
                    <a:pt x="4378" y="34"/>
                  </a:lnTo>
                  <a:lnTo>
                    <a:pt x="3334" y="1650"/>
                  </a:lnTo>
                  <a:lnTo>
                    <a:pt x="2324" y="3266"/>
                  </a:lnTo>
                  <a:lnTo>
                    <a:pt x="1785" y="4142"/>
                  </a:lnTo>
                  <a:lnTo>
                    <a:pt x="1213" y="4950"/>
                  </a:lnTo>
                  <a:lnTo>
                    <a:pt x="34" y="6599"/>
                  </a:lnTo>
                  <a:lnTo>
                    <a:pt x="1" y="6667"/>
                  </a:lnTo>
                  <a:lnTo>
                    <a:pt x="34" y="6700"/>
                  </a:lnTo>
                  <a:lnTo>
                    <a:pt x="102" y="6734"/>
                  </a:lnTo>
                  <a:lnTo>
                    <a:pt x="135" y="6700"/>
                  </a:lnTo>
                  <a:lnTo>
                    <a:pt x="472" y="6364"/>
                  </a:lnTo>
                  <a:lnTo>
                    <a:pt x="775" y="5993"/>
                  </a:lnTo>
                  <a:lnTo>
                    <a:pt x="1381" y="5219"/>
                  </a:lnTo>
                  <a:lnTo>
                    <a:pt x="1886" y="4411"/>
                  </a:lnTo>
                  <a:lnTo>
                    <a:pt x="2391" y="3603"/>
                  </a:lnTo>
                  <a:lnTo>
                    <a:pt x="3468" y="1886"/>
                  </a:lnTo>
                  <a:lnTo>
                    <a:pt x="4007" y="1010"/>
                  </a:lnTo>
                  <a:lnTo>
                    <a:pt x="4546" y="169"/>
                  </a:lnTo>
                  <a:lnTo>
                    <a:pt x="4580" y="101"/>
                  </a:lnTo>
                  <a:lnTo>
                    <a:pt x="4580" y="68"/>
                  </a:lnTo>
                  <a:lnTo>
                    <a:pt x="451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8" name="Google Shape;278;p3"/>
            <p:cNvSpPr/>
            <p:nvPr/>
          </p:nvSpPr>
          <p:spPr>
            <a:xfrm>
              <a:off x="6123833" y="2363163"/>
              <a:ext cx="138939" cy="435161"/>
            </a:xfrm>
            <a:custGeom>
              <a:avLst/>
              <a:gdLst/>
              <a:ahLst/>
              <a:cxnLst/>
              <a:rect l="l" t="t" r="r" b="b"/>
              <a:pathLst>
                <a:path w="2795" h="8754" extrusionOk="0">
                  <a:moveTo>
                    <a:pt x="1178" y="169"/>
                  </a:moveTo>
                  <a:lnTo>
                    <a:pt x="1347" y="202"/>
                  </a:lnTo>
                  <a:lnTo>
                    <a:pt x="1448" y="236"/>
                  </a:lnTo>
                  <a:lnTo>
                    <a:pt x="1515" y="303"/>
                  </a:lnTo>
                  <a:lnTo>
                    <a:pt x="1616" y="404"/>
                  </a:lnTo>
                  <a:lnTo>
                    <a:pt x="1683" y="539"/>
                  </a:lnTo>
                  <a:lnTo>
                    <a:pt x="1784" y="842"/>
                  </a:lnTo>
                  <a:lnTo>
                    <a:pt x="1852" y="1482"/>
                  </a:lnTo>
                  <a:lnTo>
                    <a:pt x="2391" y="5253"/>
                  </a:lnTo>
                  <a:lnTo>
                    <a:pt x="2458" y="5825"/>
                  </a:lnTo>
                  <a:lnTo>
                    <a:pt x="2492" y="6364"/>
                  </a:lnTo>
                  <a:lnTo>
                    <a:pt x="2525" y="6902"/>
                  </a:lnTo>
                  <a:lnTo>
                    <a:pt x="2525" y="7475"/>
                  </a:lnTo>
                  <a:lnTo>
                    <a:pt x="2458" y="7912"/>
                  </a:lnTo>
                  <a:lnTo>
                    <a:pt x="2391" y="8114"/>
                  </a:lnTo>
                  <a:lnTo>
                    <a:pt x="2290" y="8316"/>
                  </a:lnTo>
                  <a:lnTo>
                    <a:pt x="2256" y="8417"/>
                  </a:lnTo>
                  <a:lnTo>
                    <a:pt x="2189" y="8451"/>
                  </a:lnTo>
                  <a:lnTo>
                    <a:pt x="2121" y="8485"/>
                  </a:lnTo>
                  <a:lnTo>
                    <a:pt x="2054" y="8518"/>
                  </a:lnTo>
                  <a:lnTo>
                    <a:pt x="1919" y="8485"/>
                  </a:lnTo>
                  <a:lnTo>
                    <a:pt x="1751" y="8417"/>
                  </a:lnTo>
                  <a:lnTo>
                    <a:pt x="1616" y="8283"/>
                  </a:lnTo>
                  <a:lnTo>
                    <a:pt x="1481" y="8148"/>
                  </a:lnTo>
                  <a:lnTo>
                    <a:pt x="1279" y="7946"/>
                  </a:lnTo>
                  <a:lnTo>
                    <a:pt x="1178" y="7912"/>
                  </a:lnTo>
                  <a:lnTo>
                    <a:pt x="1111" y="7912"/>
                  </a:lnTo>
                  <a:lnTo>
                    <a:pt x="976" y="7138"/>
                  </a:lnTo>
                  <a:lnTo>
                    <a:pt x="875" y="6330"/>
                  </a:lnTo>
                  <a:lnTo>
                    <a:pt x="808" y="5488"/>
                  </a:lnTo>
                  <a:lnTo>
                    <a:pt x="673" y="4714"/>
                  </a:lnTo>
                  <a:lnTo>
                    <a:pt x="505" y="3704"/>
                  </a:lnTo>
                  <a:lnTo>
                    <a:pt x="370" y="2694"/>
                  </a:lnTo>
                  <a:lnTo>
                    <a:pt x="269" y="1717"/>
                  </a:lnTo>
                  <a:lnTo>
                    <a:pt x="168" y="707"/>
                  </a:lnTo>
                  <a:lnTo>
                    <a:pt x="236" y="707"/>
                  </a:lnTo>
                  <a:lnTo>
                    <a:pt x="404" y="640"/>
                  </a:lnTo>
                  <a:lnTo>
                    <a:pt x="539" y="539"/>
                  </a:lnTo>
                  <a:lnTo>
                    <a:pt x="875" y="337"/>
                  </a:lnTo>
                  <a:lnTo>
                    <a:pt x="1010" y="236"/>
                  </a:lnTo>
                  <a:lnTo>
                    <a:pt x="1178" y="169"/>
                  </a:lnTo>
                  <a:close/>
                  <a:moveTo>
                    <a:pt x="1212" y="0"/>
                  </a:moveTo>
                  <a:lnTo>
                    <a:pt x="976" y="68"/>
                  </a:lnTo>
                  <a:lnTo>
                    <a:pt x="707" y="202"/>
                  </a:lnTo>
                  <a:lnTo>
                    <a:pt x="438" y="371"/>
                  </a:lnTo>
                  <a:lnTo>
                    <a:pt x="168" y="573"/>
                  </a:lnTo>
                  <a:lnTo>
                    <a:pt x="168" y="505"/>
                  </a:lnTo>
                  <a:lnTo>
                    <a:pt x="135" y="438"/>
                  </a:lnTo>
                  <a:lnTo>
                    <a:pt x="67" y="404"/>
                  </a:lnTo>
                  <a:lnTo>
                    <a:pt x="34" y="438"/>
                  </a:lnTo>
                  <a:lnTo>
                    <a:pt x="0" y="505"/>
                  </a:lnTo>
                  <a:lnTo>
                    <a:pt x="0" y="977"/>
                  </a:lnTo>
                  <a:lnTo>
                    <a:pt x="0" y="1448"/>
                  </a:lnTo>
                  <a:lnTo>
                    <a:pt x="67" y="2391"/>
                  </a:lnTo>
                  <a:lnTo>
                    <a:pt x="202" y="3333"/>
                  </a:lnTo>
                  <a:lnTo>
                    <a:pt x="337" y="4276"/>
                  </a:lnTo>
                  <a:lnTo>
                    <a:pt x="539" y="5354"/>
                  </a:lnTo>
                  <a:lnTo>
                    <a:pt x="640" y="5926"/>
                  </a:lnTo>
                  <a:lnTo>
                    <a:pt x="707" y="6465"/>
                  </a:lnTo>
                  <a:lnTo>
                    <a:pt x="808" y="7407"/>
                  </a:lnTo>
                  <a:lnTo>
                    <a:pt x="842" y="7879"/>
                  </a:lnTo>
                  <a:lnTo>
                    <a:pt x="943" y="8350"/>
                  </a:lnTo>
                  <a:lnTo>
                    <a:pt x="976" y="8384"/>
                  </a:lnTo>
                  <a:lnTo>
                    <a:pt x="1010" y="8417"/>
                  </a:lnTo>
                  <a:lnTo>
                    <a:pt x="1111" y="8451"/>
                  </a:lnTo>
                  <a:lnTo>
                    <a:pt x="1178" y="8384"/>
                  </a:lnTo>
                  <a:lnTo>
                    <a:pt x="1212" y="8350"/>
                  </a:lnTo>
                  <a:lnTo>
                    <a:pt x="1178" y="8283"/>
                  </a:lnTo>
                  <a:lnTo>
                    <a:pt x="1178" y="8215"/>
                  </a:lnTo>
                  <a:lnTo>
                    <a:pt x="1347" y="8384"/>
                  </a:lnTo>
                  <a:lnTo>
                    <a:pt x="1515" y="8518"/>
                  </a:lnTo>
                  <a:lnTo>
                    <a:pt x="1683" y="8653"/>
                  </a:lnTo>
                  <a:lnTo>
                    <a:pt x="1885" y="8720"/>
                  </a:lnTo>
                  <a:lnTo>
                    <a:pt x="2054" y="8754"/>
                  </a:lnTo>
                  <a:lnTo>
                    <a:pt x="2256" y="8720"/>
                  </a:lnTo>
                  <a:lnTo>
                    <a:pt x="2323" y="8653"/>
                  </a:lnTo>
                  <a:lnTo>
                    <a:pt x="2424" y="8586"/>
                  </a:lnTo>
                  <a:lnTo>
                    <a:pt x="2559" y="8384"/>
                  </a:lnTo>
                  <a:lnTo>
                    <a:pt x="2660" y="8114"/>
                  </a:lnTo>
                  <a:lnTo>
                    <a:pt x="2761" y="7811"/>
                  </a:lnTo>
                  <a:lnTo>
                    <a:pt x="2795" y="7508"/>
                  </a:lnTo>
                  <a:lnTo>
                    <a:pt x="2795" y="7172"/>
                  </a:lnTo>
                  <a:lnTo>
                    <a:pt x="2795" y="6532"/>
                  </a:lnTo>
                  <a:lnTo>
                    <a:pt x="2727" y="5926"/>
                  </a:lnTo>
                  <a:lnTo>
                    <a:pt x="2391" y="3333"/>
                  </a:lnTo>
                  <a:lnTo>
                    <a:pt x="2189" y="2020"/>
                  </a:lnTo>
                  <a:lnTo>
                    <a:pt x="1953" y="741"/>
                  </a:lnTo>
                  <a:lnTo>
                    <a:pt x="1919" y="539"/>
                  </a:lnTo>
                  <a:lnTo>
                    <a:pt x="1852" y="371"/>
                  </a:lnTo>
                  <a:lnTo>
                    <a:pt x="1784" y="236"/>
                  </a:lnTo>
                  <a:lnTo>
                    <a:pt x="1683" y="135"/>
                  </a:lnTo>
                  <a:lnTo>
                    <a:pt x="1582" y="68"/>
                  </a:lnTo>
                  <a:lnTo>
                    <a:pt x="1481" y="34"/>
                  </a:lnTo>
                  <a:lnTo>
                    <a:pt x="134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79" name="Google Shape;279;p3"/>
            <p:cNvSpPr/>
            <p:nvPr/>
          </p:nvSpPr>
          <p:spPr>
            <a:xfrm>
              <a:off x="6354786" y="2451845"/>
              <a:ext cx="313024" cy="395045"/>
            </a:xfrm>
            <a:custGeom>
              <a:avLst/>
              <a:gdLst/>
              <a:ahLst/>
              <a:cxnLst/>
              <a:rect l="l" t="t" r="r" b="b"/>
              <a:pathLst>
                <a:path w="6297" h="7947" extrusionOk="0">
                  <a:moveTo>
                    <a:pt x="5084" y="236"/>
                  </a:moveTo>
                  <a:lnTo>
                    <a:pt x="5252" y="337"/>
                  </a:lnTo>
                  <a:lnTo>
                    <a:pt x="5421" y="506"/>
                  </a:lnTo>
                  <a:lnTo>
                    <a:pt x="5555" y="674"/>
                  </a:lnTo>
                  <a:lnTo>
                    <a:pt x="5623" y="910"/>
                  </a:lnTo>
                  <a:lnTo>
                    <a:pt x="5690" y="1145"/>
                  </a:lnTo>
                  <a:lnTo>
                    <a:pt x="5724" y="1179"/>
                  </a:lnTo>
                  <a:lnTo>
                    <a:pt x="5286" y="1852"/>
                  </a:lnTo>
                  <a:lnTo>
                    <a:pt x="4714" y="2761"/>
                  </a:lnTo>
                  <a:lnTo>
                    <a:pt x="4444" y="3199"/>
                  </a:lnTo>
                  <a:lnTo>
                    <a:pt x="4141" y="3637"/>
                  </a:lnTo>
                  <a:lnTo>
                    <a:pt x="2795" y="5489"/>
                  </a:lnTo>
                  <a:lnTo>
                    <a:pt x="2155" y="6431"/>
                  </a:lnTo>
                  <a:lnTo>
                    <a:pt x="1852" y="6936"/>
                  </a:lnTo>
                  <a:lnTo>
                    <a:pt x="1583" y="7441"/>
                  </a:lnTo>
                  <a:lnTo>
                    <a:pt x="1179" y="7509"/>
                  </a:lnTo>
                  <a:lnTo>
                    <a:pt x="775" y="7509"/>
                  </a:lnTo>
                  <a:lnTo>
                    <a:pt x="573" y="7441"/>
                  </a:lnTo>
                  <a:lnTo>
                    <a:pt x="404" y="7340"/>
                  </a:lnTo>
                  <a:lnTo>
                    <a:pt x="303" y="7206"/>
                  </a:lnTo>
                  <a:lnTo>
                    <a:pt x="270" y="7105"/>
                  </a:lnTo>
                  <a:lnTo>
                    <a:pt x="236" y="6970"/>
                  </a:lnTo>
                  <a:lnTo>
                    <a:pt x="236" y="6835"/>
                  </a:lnTo>
                  <a:lnTo>
                    <a:pt x="270" y="6701"/>
                  </a:lnTo>
                  <a:lnTo>
                    <a:pt x="371" y="6398"/>
                  </a:lnTo>
                  <a:lnTo>
                    <a:pt x="505" y="6128"/>
                  </a:lnTo>
                  <a:lnTo>
                    <a:pt x="640" y="5859"/>
                  </a:lnTo>
                  <a:lnTo>
                    <a:pt x="1246" y="4782"/>
                  </a:lnTo>
                  <a:lnTo>
                    <a:pt x="1886" y="3738"/>
                  </a:lnTo>
                  <a:lnTo>
                    <a:pt x="2290" y="3098"/>
                  </a:lnTo>
                  <a:lnTo>
                    <a:pt x="2694" y="2492"/>
                  </a:lnTo>
                  <a:lnTo>
                    <a:pt x="3131" y="1886"/>
                  </a:lnTo>
                  <a:lnTo>
                    <a:pt x="3603" y="1347"/>
                  </a:lnTo>
                  <a:lnTo>
                    <a:pt x="4411" y="539"/>
                  </a:lnTo>
                  <a:lnTo>
                    <a:pt x="4512" y="405"/>
                  </a:lnTo>
                  <a:lnTo>
                    <a:pt x="4646" y="337"/>
                  </a:lnTo>
                  <a:lnTo>
                    <a:pt x="4781" y="270"/>
                  </a:lnTo>
                  <a:lnTo>
                    <a:pt x="4882" y="236"/>
                  </a:lnTo>
                  <a:close/>
                  <a:moveTo>
                    <a:pt x="4916" y="1"/>
                  </a:moveTo>
                  <a:lnTo>
                    <a:pt x="4646" y="68"/>
                  </a:lnTo>
                  <a:lnTo>
                    <a:pt x="4377" y="203"/>
                  </a:lnTo>
                  <a:lnTo>
                    <a:pt x="3973" y="539"/>
                  </a:lnTo>
                  <a:lnTo>
                    <a:pt x="3603" y="943"/>
                  </a:lnTo>
                  <a:lnTo>
                    <a:pt x="3232" y="1347"/>
                  </a:lnTo>
                  <a:lnTo>
                    <a:pt x="2896" y="1785"/>
                  </a:lnTo>
                  <a:lnTo>
                    <a:pt x="2559" y="2223"/>
                  </a:lnTo>
                  <a:lnTo>
                    <a:pt x="2256" y="2694"/>
                  </a:lnTo>
                  <a:lnTo>
                    <a:pt x="1684" y="3603"/>
                  </a:lnTo>
                  <a:lnTo>
                    <a:pt x="1179" y="4479"/>
                  </a:lnTo>
                  <a:lnTo>
                    <a:pt x="674" y="5320"/>
                  </a:lnTo>
                  <a:lnTo>
                    <a:pt x="472" y="5691"/>
                  </a:lnTo>
                  <a:lnTo>
                    <a:pt x="270" y="6027"/>
                  </a:lnTo>
                  <a:lnTo>
                    <a:pt x="101" y="6431"/>
                  </a:lnTo>
                  <a:lnTo>
                    <a:pt x="0" y="6802"/>
                  </a:lnTo>
                  <a:lnTo>
                    <a:pt x="0" y="6970"/>
                  </a:lnTo>
                  <a:lnTo>
                    <a:pt x="0" y="7105"/>
                  </a:lnTo>
                  <a:lnTo>
                    <a:pt x="34" y="7239"/>
                  </a:lnTo>
                  <a:lnTo>
                    <a:pt x="68" y="7340"/>
                  </a:lnTo>
                  <a:lnTo>
                    <a:pt x="135" y="7441"/>
                  </a:lnTo>
                  <a:lnTo>
                    <a:pt x="236" y="7509"/>
                  </a:lnTo>
                  <a:lnTo>
                    <a:pt x="438" y="7643"/>
                  </a:lnTo>
                  <a:lnTo>
                    <a:pt x="674" y="7711"/>
                  </a:lnTo>
                  <a:lnTo>
                    <a:pt x="1179" y="7711"/>
                  </a:lnTo>
                  <a:lnTo>
                    <a:pt x="1448" y="7677"/>
                  </a:lnTo>
                  <a:lnTo>
                    <a:pt x="1381" y="7812"/>
                  </a:lnTo>
                  <a:lnTo>
                    <a:pt x="1381" y="7879"/>
                  </a:lnTo>
                  <a:lnTo>
                    <a:pt x="1414" y="7946"/>
                  </a:lnTo>
                  <a:lnTo>
                    <a:pt x="1482" y="7946"/>
                  </a:lnTo>
                  <a:lnTo>
                    <a:pt x="1549" y="7913"/>
                  </a:lnTo>
                  <a:lnTo>
                    <a:pt x="1919" y="7340"/>
                  </a:lnTo>
                  <a:lnTo>
                    <a:pt x="2222" y="6768"/>
                  </a:lnTo>
                  <a:lnTo>
                    <a:pt x="2559" y="6229"/>
                  </a:lnTo>
                  <a:lnTo>
                    <a:pt x="2896" y="5657"/>
                  </a:lnTo>
                  <a:lnTo>
                    <a:pt x="3266" y="5118"/>
                  </a:lnTo>
                  <a:lnTo>
                    <a:pt x="3670" y="4613"/>
                  </a:lnTo>
                  <a:lnTo>
                    <a:pt x="4074" y="4108"/>
                  </a:lnTo>
                  <a:lnTo>
                    <a:pt x="4478" y="3570"/>
                  </a:lnTo>
                  <a:lnTo>
                    <a:pt x="4882" y="2963"/>
                  </a:lnTo>
                  <a:lnTo>
                    <a:pt x="5252" y="2324"/>
                  </a:lnTo>
                  <a:lnTo>
                    <a:pt x="4815" y="3199"/>
                  </a:lnTo>
                  <a:lnTo>
                    <a:pt x="4613" y="3637"/>
                  </a:lnTo>
                  <a:lnTo>
                    <a:pt x="4377" y="4041"/>
                  </a:lnTo>
                  <a:lnTo>
                    <a:pt x="3771" y="5017"/>
                  </a:lnTo>
                  <a:lnTo>
                    <a:pt x="3098" y="5926"/>
                  </a:lnTo>
                  <a:lnTo>
                    <a:pt x="1751" y="7778"/>
                  </a:lnTo>
                  <a:lnTo>
                    <a:pt x="1751" y="7812"/>
                  </a:lnTo>
                  <a:lnTo>
                    <a:pt x="1785" y="7879"/>
                  </a:lnTo>
                  <a:lnTo>
                    <a:pt x="1886" y="7879"/>
                  </a:lnTo>
                  <a:lnTo>
                    <a:pt x="2525" y="7071"/>
                  </a:lnTo>
                  <a:lnTo>
                    <a:pt x="3131" y="6229"/>
                  </a:lnTo>
                  <a:lnTo>
                    <a:pt x="3737" y="5388"/>
                  </a:lnTo>
                  <a:lnTo>
                    <a:pt x="4310" y="4512"/>
                  </a:lnTo>
                  <a:lnTo>
                    <a:pt x="4545" y="4108"/>
                  </a:lnTo>
                  <a:lnTo>
                    <a:pt x="4781" y="3671"/>
                  </a:lnTo>
                  <a:lnTo>
                    <a:pt x="5252" y="2829"/>
                  </a:lnTo>
                  <a:lnTo>
                    <a:pt x="5454" y="2391"/>
                  </a:lnTo>
                  <a:lnTo>
                    <a:pt x="5724" y="1953"/>
                  </a:lnTo>
                  <a:lnTo>
                    <a:pt x="5993" y="1549"/>
                  </a:lnTo>
                  <a:lnTo>
                    <a:pt x="6296" y="1179"/>
                  </a:lnTo>
                  <a:lnTo>
                    <a:pt x="6296" y="1112"/>
                  </a:lnTo>
                  <a:lnTo>
                    <a:pt x="6296" y="1078"/>
                  </a:lnTo>
                  <a:lnTo>
                    <a:pt x="6229" y="1044"/>
                  </a:lnTo>
                  <a:lnTo>
                    <a:pt x="6195" y="1078"/>
                  </a:lnTo>
                  <a:lnTo>
                    <a:pt x="5993" y="1280"/>
                  </a:lnTo>
                  <a:lnTo>
                    <a:pt x="5825" y="1482"/>
                  </a:lnTo>
                  <a:lnTo>
                    <a:pt x="5960" y="1213"/>
                  </a:lnTo>
                  <a:lnTo>
                    <a:pt x="5993" y="1078"/>
                  </a:lnTo>
                  <a:lnTo>
                    <a:pt x="5993" y="943"/>
                  </a:lnTo>
                  <a:lnTo>
                    <a:pt x="5993" y="910"/>
                  </a:lnTo>
                  <a:lnTo>
                    <a:pt x="5960" y="876"/>
                  </a:lnTo>
                  <a:lnTo>
                    <a:pt x="5926" y="876"/>
                  </a:lnTo>
                  <a:lnTo>
                    <a:pt x="5892" y="910"/>
                  </a:lnTo>
                  <a:lnTo>
                    <a:pt x="5791" y="640"/>
                  </a:lnTo>
                  <a:lnTo>
                    <a:pt x="5657" y="405"/>
                  </a:lnTo>
                  <a:lnTo>
                    <a:pt x="5522" y="203"/>
                  </a:lnTo>
                  <a:lnTo>
                    <a:pt x="5353" y="68"/>
                  </a:lnTo>
                  <a:lnTo>
                    <a:pt x="515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0" name="Google Shape;280;p3"/>
            <p:cNvSpPr/>
            <p:nvPr/>
          </p:nvSpPr>
          <p:spPr>
            <a:xfrm>
              <a:off x="5892831" y="1685317"/>
              <a:ext cx="962386" cy="1166594"/>
            </a:xfrm>
            <a:custGeom>
              <a:avLst/>
              <a:gdLst/>
              <a:ahLst/>
              <a:cxnLst/>
              <a:rect l="l" t="t" r="r" b="b"/>
              <a:pathLst>
                <a:path w="19360" h="23468" extrusionOk="0">
                  <a:moveTo>
                    <a:pt x="3839" y="14343"/>
                  </a:moveTo>
                  <a:lnTo>
                    <a:pt x="3873" y="15320"/>
                  </a:lnTo>
                  <a:lnTo>
                    <a:pt x="3906" y="16296"/>
                  </a:lnTo>
                  <a:lnTo>
                    <a:pt x="4007" y="17239"/>
                  </a:lnTo>
                  <a:lnTo>
                    <a:pt x="4108" y="18215"/>
                  </a:lnTo>
                  <a:lnTo>
                    <a:pt x="4277" y="19293"/>
                  </a:lnTo>
                  <a:lnTo>
                    <a:pt x="4479" y="20336"/>
                  </a:lnTo>
                  <a:lnTo>
                    <a:pt x="4647" y="21212"/>
                  </a:lnTo>
                  <a:lnTo>
                    <a:pt x="4714" y="21683"/>
                  </a:lnTo>
                  <a:lnTo>
                    <a:pt x="4782" y="22121"/>
                  </a:lnTo>
                  <a:lnTo>
                    <a:pt x="4344" y="21986"/>
                  </a:lnTo>
                  <a:lnTo>
                    <a:pt x="4142" y="21919"/>
                  </a:lnTo>
                  <a:lnTo>
                    <a:pt x="3940" y="21818"/>
                  </a:lnTo>
                  <a:lnTo>
                    <a:pt x="3805" y="21683"/>
                  </a:lnTo>
                  <a:lnTo>
                    <a:pt x="3637" y="21515"/>
                  </a:lnTo>
                  <a:lnTo>
                    <a:pt x="3536" y="21313"/>
                  </a:lnTo>
                  <a:lnTo>
                    <a:pt x="3435" y="21043"/>
                  </a:lnTo>
                  <a:lnTo>
                    <a:pt x="3300" y="20471"/>
                  </a:lnTo>
                  <a:lnTo>
                    <a:pt x="3199" y="19865"/>
                  </a:lnTo>
                  <a:lnTo>
                    <a:pt x="3065" y="18687"/>
                  </a:lnTo>
                  <a:lnTo>
                    <a:pt x="2930" y="17777"/>
                  </a:lnTo>
                  <a:lnTo>
                    <a:pt x="2829" y="16835"/>
                  </a:lnTo>
                  <a:lnTo>
                    <a:pt x="2795" y="16397"/>
                  </a:lnTo>
                  <a:lnTo>
                    <a:pt x="2762" y="15926"/>
                  </a:lnTo>
                  <a:lnTo>
                    <a:pt x="2762" y="15488"/>
                  </a:lnTo>
                  <a:lnTo>
                    <a:pt x="2795" y="15017"/>
                  </a:lnTo>
                  <a:lnTo>
                    <a:pt x="3031" y="14781"/>
                  </a:lnTo>
                  <a:lnTo>
                    <a:pt x="3267" y="14545"/>
                  </a:lnTo>
                  <a:lnTo>
                    <a:pt x="3401" y="14444"/>
                  </a:lnTo>
                  <a:lnTo>
                    <a:pt x="3536" y="14377"/>
                  </a:lnTo>
                  <a:lnTo>
                    <a:pt x="3671" y="14343"/>
                  </a:lnTo>
                  <a:close/>
                  <a:moveTo>
                    <a:pt x="742" y="8081"/>
                  </a:moveTo>
                  <a:lnTo>
                    <a:pt x="809" y="8115"/>
                  </a:lnTo>
                  <a:lnTo>
                    <a:pt x="1314" y="8115"/>
                  </a:lnTo>
                  <a:lnTo>
                    <a:pt x="1146" y="10034"/>
                  </a:lnTo>
                  <a:lnTo>
                    <a:pt x="1078" y="10977"/>
                  </a:lnTo>
                  <a:lnTo>
                    <a:pt x="1078" y="11919"/>
                  </a:lnTo>
                  <a:lnTo>
                    <a:pt x="1112" y="12896"/>
                  </a:lnTo>
                  <a:lnTo>
                    <a:pt x="1179" y="13872"/>
                  </a:lnTo>
                  <a:lnTo>
                    <a:pt x="1381" y="15825"/>
                  </a:lnTo>
                  <a:lnTo>
                    <a:pt x="1516" y="17575"/>
                  </a:lnTo>
                  <a:lnTo>
                    <a:pt x="1583" y="18451"/>
                  </a:lnTo>
                  <a:lnTo>
                    <a:pt x="1684" y="19326"/>
                  </a:lnTo>
                  <a:lnTo>
                    <a:pt x="1853" y="20134"/>
                  </a:lnTo>
                  <a:lnTo>
                    <a:pt x="2088" y="20909"/>
                  </a:lnTo>
                  <a:lnTo>
                    <a:pt x="2391" y="21683"/>
                  </a:lnTo>
                  <a:lnTo>
                    <a:pt x="2728" y="22457"/>
                  </a:lnTo>
                  <a:lnTo>
                    <a:pt x="2694" y="22626"/>
                  </a:lnTo>
                  <a:lnTo>
                    <a:pt x="2661" y="22794"/>
                  </a:lnTo>
                  <a:lnTo>
                    <a:pt x="2492" y="23097"/>
                  </a:lnTo>
                  <a:lnTo>
                    <a:pt x="2425" y="23198"/>
                  </a:lnTo>
                  <a:lnTo>
                    <a:pt x="2358" y="23232"/>
                  </a:lnTo>
                  <a:lnTo>
                    <a:pt x="2324" y="23265"/>
                  </a:lnTo>
                  <a:lnTo>
                    <a:pt x="2257" y="23265"/>
                  </a:lnTo>
                  <a:lnTo>
                    <a:pt x="2122" y="23164"/>
                  </a:lnTo>
                  <a:lnTo>
                    <a:pt x="2021" y="23030"/>
                  </a:lnTo>
                  <a:lnTo>
                    <a:pt x="1920" y="22828"/>
                  </a:lnTo>
                  <a:lnTo>
                    <a:pt x="1853" y="22659"/>
                  </a:lnTo>
                  <a:lnTo>
                    <a:pt x="1785" y="22424"/>
                  </a:lnTo>
                  <a:lnTo>
                    <a:pt x="1516" y="21447"/>
                  </a:lnTo>
                  <a:lnTo>
                    <a:pt x="1280" y="20471"/>
                  </a:lnTo>
                  <a:lnTo>
                    <a:pt x="1078" y="19326"/>
                  </a:lnTo>
                  <a:lnTo>
                    <a:pt x="876" y="18181"/>
                  </a:lnTo>
                  <a:lnTo>
                    <a:pt x="472" y="15858"/>
                  </a:lnTo>
                  <a:lnTo>
                    <a:pt x="371" y="15252"/>
                  </a:lnTo>
                  <a:lnTo>
                    <a:pt x="338" y="14680"/>
                  </a:lnTo>
                  <a:lnTo>
                    <a:pt x="270" y="13502"/>
                  </a:lnTo>
                  <a:lnTo>
                    <a:pt x="237" y="12357"/>
                  </a:lnTo>
                  <a:lnTo>
                    <a:pt x="270" y="11145"/>
                  </a:lnTo>
                  <a:lnTo>
                    <a:pt x="270" y="10135"/>
                  </a:lnTo>
                  <a:lnTo>
                    <a:pt x="338" y="9630"/>
                  </a:lnTo>
                  <a:lnTo>
                    <a:pt x="405" y="9125"/>
                  </a:lnTo>
                  <a:lnTo>
                    <a:pt x="573" y="8586"/>
                  </a:lnTo>
                  <a:lnTo>
                    <a:pt x="708" y="8081"/>
                  </a:lnTo>
                  <a:close/>
                  <a:moveTo>
                    <a:pt x="10808" y="1"/>
                  </a:moveTo>
                  <a:lnTo>
                    <a:pt x="10000" y="34"/>
                  </a:lnTo>
                  <a:lnTo>
                    <a:pt x="9192" y="102"/>
                  </a:lnTo>
                  <a:lnTo>
                    <a:pt x="8351" y="236"/>
                  </a:lnTo>
                  <a:lnTo>
                    <a:pt x="7543" y="405"/>
                  </a:lnTo>
                  <a:lnTo>
                    <a:pt x="6735" y="674"/>
                  </a:lnTo>
                  <a:lnTo>
                    <a:pt x="6330" y="809"/>
                  </a:lnTo>
                  <a:lnTo>
                    <a:pt x="5926" y="977"/>
                  </a:lnTo>
                  <a:lnTo>
                    <a:pt x="5590" y="1145"/>
                  </a:lnTo>
                  <a:lnTo>
                    <a:pt x="5287" y="1314"/>
                  </a:lnTo>
                  <a:lnTo>
                    <a:pt x="4681" y="1751"/>
                  </a:lnTo>
                  <a:lnTo>
                    <a:pt x="4108" y="2189"/>
                  </a:lnTo>
                  <a:lnTo>
                    <a:pt x="3536" y="2694"/>
                  </a:lnTo>
                  <a:lnTo>
                    <a:pt x="2997" y="3199"/>
                  </a:lnTo>
                  <a:lnTo>
                    <a:pt x="2459" y="3772"/>
                  </a:lnTo>
                  <a:lnTo>
                    <a:pt x="2021" y="4378"/>
                  </a:lnTo>
                  <a:lnTo>
                    <a:pt x="1583" y="5017"/>
                  </a:lnTo>
                  <a:lnTo>
                    <a:pt x="1247" y="5691"/>
                  </a:lnTo>
                  <a:lnTo>
                    <a:pt x="977" y="6398"/>
                  </a:lnTo>
                  <a:lnTo>
                    <a:pt x="742" y="7138"/>
                  </a:lnTo>
                  <a:lnTo>
                    <a:pt x="674" y="7509"/>
                  </a:lnTo>
                  <a:lnTo>
                    <a:pt x="607" y="7879"/>
                  </a:lnTo>
                  <a:lnTo>
                    <a:pt x="607" y="7913"/>
                  </a:lnTo>
                  <a:lnTo>
                    <a:pt x="573" y="7913"/>
                  </a:lnTo>
                  <a:lnTo>
                    <a:pt x="540" y="7946"/>
                  </a:lnTo>
                  <a:lnTo>
                    <a:pt x="338" y="8620"/>
                  </a:lnTo>
                  <a:lnTo>
                    <a:pt x="169" y="9293"/>
                  </a:lnTo>
                  <a:lnTo>
                    <a:pt x="102" y="9630"/>
                  </a:lnTo>
                  <a:lnTo>
                    <a:pt x="68" y="9933"/>
                  </a:lnTo>
                  <a:lnTo>
                    <a:pt x="35" y="10606"/>
                  </a:lnTo>
                  <a:lnTo>
                    <a:pt x="1" y="11919"/>
                  </a:lnTo>
                  <a:lnTo>
                    <a:pt x="1" y="12660"/>
                  </a:lnTo>
                  <a:lnTo>
                    <a:pt x="35" y="13434"/>
                  </a:lnTo>
                  <a:lnTo>
                    <a:pt x="68" y="14175"/>
                  </a:lnTo>
                  <a:lnTo>
                    <a:pt x="136" y="14916"/>
                  </a:lnTo>
                  <a:lnTo>
                    <a:pt x="338" y="16397"/>
                  </a:lnTo>
                  <a:lnTo>
                    <a:pt x="607" y="17912"/>
                  </a:lnTo>
                  <a:lnTo>
                    <a:pt x="843" y="19326"/>
                  </a:lnTo>
                  <a:lnTo>
                    <a:pt x="1112" y="20774"/>
                  </a:lnTo>
                  <a:lnTo>
                    <a:pt x="1348" y="21919"/>
                  </a:lnTo>
                  <a:lnTo>
                    <a:pt x="1482" y="22491"/>
                  </a:lnTo>
                  <a:lnTo>
                    <a:pt x="1583" y="22760"/>
                  </a:lnTo>
                  <a:lnTo>
                    <a:pt x="1718" y="22996"/>
                  </a:lnTo>
                  <a:lnTo>
                    <a:pt x="1785" y="23164"/>
                  </a:lnTo>
                  <a:lnTo>
                    <a:pt x="1886" y="23265"/>
                  </a:lnTo>
                  <a:lnTo>
                    <a:pt x="1987" y="23366"/>
                  </a:lnTo>
                  <a:lnTo>
                    <a:pt x="2055" y="23434"/>
                  </a:lnTo>
                  <a:lnTo>
                    <a:pt x="2156" y="23467"/>
                  </a:lnTo>
                  <a:lnTo>
                    <a:pt x="2358" y="23467"/>
                  </a:lnTo>
                  <a:lnTo>
                    <a:pt x="2425" y="23434"/>
                  </a:lnTo>
                  <a:lnTo>
                    <a:pt x="2593" y="23299"/>
                  </a:lnTo>
                  <a:lnTo>
                    <a:pt x="2762" y="23097"/>
                  </a:lnTo>
                  <a:lnTo>
                    <a:pt x="2896" y="22895"/>
                  </a:lnTo>
                  <a:lnTo>
                    <a:pt x="2964" y="22626"/>
                  </a:lnTo>
                  <a:lnTo>
                    <a:pt x="3031" y="22558"/>
                  </a:lnTo>
                  <a:lnTo>
                    <a:pt x="3031" y="22525"/>
                  </a:lnTo>
                  <a:lnTo>
                    <a:pt x="3031" y="22457"/>
                  </a:lnTo>
                  <a:lnTo>
                    <a:pt x="2997" y="22424"/>
                  </a:lnTo>
                  <a:lnTo>
                    <a:pt x="2997" y="22356"/>
                  </a:lnTo>
                  <a:lnTo>
                    <a:pt x="2964" y="22323"/>
                  </a:lnTo>
                  <a:lnTo>
                    <a:pt x="2627" y="21582"/>
                  </a:lnTo>
                  <a:lnTo>
                    <a:pt x="2324" y="20808"/>
                  </a:lnTo>
                  <a:lnTo>
                    <a:pt x="2122" y="20033"/>
                  </a:lnTo>
                  <a:lnTo>
                    <a:pt x="1920" y="19259"/>
                  </a:lnTo>
                  <a:lnTo>
                    <a:pt x="1853" y="18788"/>
                  </a:lnTo>
                  <a:lnTo>
                    <a:pt x="1785" y="18350"/>
                  </a:lnTo>
                  <a:lnTo>
                    <a:pt x="1718" y="17407"/>
                  </a:lnTo>
                  <a:lnTo>
                    <a:pt x="1684" y="16498"/>
                  </a:lnTo>
                  <a:lnTo>
                    <a:pt x="1617" y="15555"/>
                  </a:lnTo>
                  <a:lnTo>
                    <a:pt x="1583" y="15488"/>
                  </a:lnTo>
                  <a:lnTo>
                    <a:pt x="1617" y="15488"/>
                  </a:lnTo>
                  <a:lnTo>
                    <a:pt x="1785" y="15623"/>
                  </a:lnTo>
                  <a:lnTo>
                    <a:pt x="2021" y="15757"/>
                  </a:lnTo>
                  <a:lnTo>
                    <a:pt x="2257" y="15825"/>
                  </a:lnTo>
                  <a:lnTo>
                    <a:pt x="2391" y="15858"/>
                  </a:lnTo>
                  <a:lnTo>
                    <a:pt x="2526" y="15858"/>
                  </a:lnTo>
                  <a:lnTo>
                    <a:pt x="2526" y="16498"/>
                  </a:lnTo>
                  <a:lnTo>
                    <a:pt x="2593" y="17104"/>
                  </a:lnTo>
                  <a:lnTo>
                    <a:pt x="2964" y="19798"/>
                  </a:lnTo>
                  <a:lnTo>
                    <a:pt x="3031" y="20370"/>
                  </a:lnTo>
                  <a:lnTo>
                    <a:pt x="3132" y="20942"/>
                  </a:lnTo>
                  <a:lnTo>
                    <a:pt x="3031" y="21010"/>
                  </a:lnTo>
                  <a:lnTo>
                    <a:pt x="2964" y="21077"/>
                  </a:lnTo>
                  <a:lnTo>
                    <a:pt x="2829" y="21279"/>
                  </a:lnTo>
                  <a:lnTo>
                    <a:pt x="2694" y="21481"/>
                  </a:lnTo>
                  <a:lnTo>
                    <a:pt x="2694" y="21582"/>
                  </a:lnTo>
                  <a:lnTo>
                    <a:pt x="2694" y="21683"/>
                  </a:lnTo>
                  <a:lnTo>
                    <a:pt x="2728" y="21717"/>
                  </a:lnTo>
                  <a:lnTo>
                    <a:pt x="2762" y="21750"/>
                  </a:lnTo>
                  <a:lnTo>
                    <a:pt x="2795" y="21750"/>
                  </a:lnTo>
                  <a:lnTo>
                    <a:pt x="2829" y="21717"/>
                  </a:lnTo>
                  <a:lnTo>
                    <a:pt x="3031" y="21414"/>
                  </a:lnTo>
                  <a:lnTo>
                    <a:pt x="3199" y="21212"/>
                  </a:lnTo>
                  <a:lnTo>
                    <a:pt x="3334" y="21515"/>
                  </a:lnTo>
                  <a:lnTo>
                    <a:pt x="3502" y="21818"/>
                  </a:lnTo>
                  <a:lnTo>
                    <a:pt x="3637" y="21952"/>
                  </a:lnTo>
                  <a:lnTo>
                    <a:pt x="3772" y="22053"/>
                  </a:lnTo>
                  <a:lnTo>
                    <a:pt x="3940" y="22154"/>
                  </a:lnTo>
                  <a:lnTo>
                    <a:pt x="4108" y="22222"/>
                  </a:lnTo>
                  <a:lnTo>
                    <a:pt x="4479" y="22323"/>
                  </a:lnTo>
                  <a:lnTo>
                    <a:pt x="4849" y="22390"/>
                  </a:lnTo>
                  <a:lnTo>
                    <a:pt x="4883" y="22491"/>
                  </a:lnTo>
                  <a:lnTo>
                    <a:pt x="4916" y="22525"/>
                  </a:lnTo>
                  <a:lnTo>
                    <a:pt x="4950" y="22558"/>
                  </a:lnTo>
                  <a:lnTo>
                    <a:pt x="5051" y="22558"/>
                  </a:lnTo>
                  <a:lnTo>
                    <a:pt x="5118" y="22525"/>
                  </a:lnTo>
                  <a:lnTo>
                    <a:pt x="5118" y="22457"/>
                  </a:lnTo>
                  <a:lnTo>
                    <a:pt x="5118" y="22424"/>
                  </a:lnTo>
                  <a:lnTo>
                    <a:pt x="5051" y="22087"/>
                  </a:lnTo>
                  <a:lnTo>
                    <a:pt x="5118" y="22222"/>
                  </a:lnTo>
                  <a:lnTo>
                    <a:pt x="5186" y="22289"/>
                  </a:lnTo>
                  <a:lnTo>
                    <a:pt x="5253" y="22323"/>
                  </a:lnTo>
                  <a:lnTo>
                    <a:pt x="5354" y="22289"/>
                  </a:lnTo>
                  <a:lnTo>
                    <a:pt x="5388" y="22255"/>
                  </a:lnTo>
                  <a:lnTo>
                    <a:pt x="5388" y="22154"/>
                  </a:lnTo>
                  <a:lnTo>
                    <a:pt x="5354" y="22087"/>
                  </a:lnTo>
                  <a:lnTo>
                    <a:pt x="5253" y="22020"/>
                  </a:lnTo>
                  <a:lnTo>
                    <a:pt x="5186" y="21885"/>
                  </a:lnTo>
                  <a:lnTo>
                    <a:pt x="5152" y="21683"/>
                  </a:lnTo>
                  <a:lnTo>
                    <a:pt x="5118" y="21481"/>
                  </a:lnTo>
                  <a:lnTo>
                    <a:pt x="5051" y="20808"/>
                  </a:lnTo>
                  <a:lnTo>
                    <a:pt x="4984" y="19899"/>
                  </a:lnTo>
                  <a:lnTo>
                    <a:pt x="4916" y="18990"/>
                  </a:lnTo>
                  <a:lnTo>
                    <a:pt x="4782" y="17744"/>
                  </a:lnTo>
                  <a:lnTo>
                    <a:pt x="4613" y="16532"/>
                  </a:lnTo>
                  <a:lnTo>
                    <a:pt x="4479" y="15286"/>
                  </a:lnTo>
                  <a:lnTo>
                    <a:pt x="4445" y="14680"/>
                  </a:lnTo>
                  <a:lnTo>
                    <a:pt x="4411" y="14074"/>
                  </a:lnTo>
                  <a:lnTo>
                    <a:pt x="4378" y="14007"/>
                  </a:lnTo>
                  <a:lnTo>
                    <a:pt x="4344" y="13973"/>
                  </a:lnTo>
                  <a:lnTo>
                    <a:pt x="4277" y="14007"/>
                  </a:lnTo>
                  <a:lnTo>
                    <a:pt x="4243" y="14074"/>
                  </a:lnTo>
                  <a:lnTo>
                    <a:pt x="4209" y="14747"/>
                  </a:lnTo>
                  <a:lnTo>
                    <a:pt x="4243" y="15421"/>
                  </a:lnTo>
                  <a:lnTo>
                    <a:pt x="4310" y="16094"/>
                  </a:lnTo>
                  <a:lnTo>
                    <a:pt x="4378" y="16801"/>
                  </a:lnTo>
                  <a:lnTo>
                    <a:pt x="4546" y="18148"/>
                  </a:lnTo>
                  <a:lnTo>
                    <a:pt x="4647" y="18855"/>
                  </a:lnTo>
                  <a:lnTo>
                    <a:pt x="4681" y="19528"/>
                  </a:lnTo>
                  <a:lnTo>
                    <a:pt x="4775" y="20470"/>
                  </a:lnTo>
                  <a:lnTo>
                    <a:pt x="4411" y="18619"/>
                  </a:lnTo>
                  <a:lnTo>
                    <a:pt x="4243" y="17542"/>
                  </a:lnTo>
                  <a:lnTo>
                    <a:pt x="4142" y="16464"/>
                  </a:lnTo>
                  <a:lnTo>
                    <a:pt x="4075" y="15387"/>
                  </a:lnTo>
                  <a:lnTo>
                    <a:pt x="4041" y="14310"/>
                  </a:lnTo>
                  <a:lnTo>
                    <a:pt x="4075" y="14242"/>
                  </a:lnTo>
                  <a:lnTo>
                    <a:pt x="4041" y="14141"/>
                  </a:lnTo>
                  <a:lnTo>
                    <a:pt x="4007" y="14108"/>
                  </a:lnTo>
                  <a:lnTo>
                    <a:pt x="3974" y="14074"/>
                  </a:lnTo>
                  <a:lnTo>
                    <a:pt x="3906" y="14074"/>
                  </a:lnTo>
                  <a:lnTo>
                    <a:pt x="3873" y="14108"/>
                  </a:lnTo>
                  <a:lnTo>
                    <a:pt x="3704" y="14108"/>
                  </a:lnTo>
                  <a:lnTo>
                    <a:pt x="3536" y="14141"/>
                  </a:lnTo>
                  <a:lnTo>
                    <a:pt x="3368" y="14209"/>
                  </a:lnTo>
                  <a:lnTo>
                    <a:pt x="3199" y="14276"/>
                  </a:lnTo>
                  <a:lnTo>
                    <a:pt x="3031" y="14411"/>
                  </a:lnTo>
                  <a:lnTo>
                    <a:pt x="2829" y="14579"/>
                  </a:lnTo>
                  <a:lnTo>
                    <a:pt x="2694" y="14747"/>
                  </a:lnTo>
                  <a:lnTo>
                    <a:pt x="2627" y="14949"/>
                  </a:lnTo>
                  <a:lnTo>
                    <a:pt x="2627" y="15017"/>
                  </a:lnTo>
                  <a:lnTo>
                    <a:pt x="2560" y="15286"/>
                  </a:lnTo>
                  <a:lnTo>
                    <a:pt x="2526" y="15589"/>
                  </a:lnTo>
                  <a:lnTo>
                    <a:pt x="2425" y="15589"/>
                  </a:lnTo>
                  <a:lnTo>
                    <a:pt x="2290" y="15555"/>
                  </a:lnTo>
                  <a:lnTo>
                    <a:pt x="2156" y="15522"/>
                  </a:lnTo>
                  <a:lnTo>
                    <a:pt x="1920" y="15421"/>
                  </a:lnTo>
                  <a:lnTo>
                    <a:pt x="1785" y="15387"/>
                  </a:lnTo>
                  <a:lnTo>
                    <a:pt x="1651" y="15353"/>
                  </a:lnTo>
                  <a:lnTo>
                    <a:pt x="1617" y="15387"/>
                  </a:lnTo>
                  <a:lnTo>
                    <a:pt x="1583" y="15421"/>
                  </a:lnTo>
                  <a:lnTo>
                    <a:pt x="1415" y="13670"/>
                  </a:lnTo>
                  <a:lnTo>
                    <a:pt x="1348" y="12795"/>
                  </a:lnTo>
                  <a:lnTo>
                    <a:pt x="1314" y="11919"/>
                  </a:lnTo>
                  <a:lnTo>
                    <a:pt x="1314" y="10943"/>
                  </a:lnTo>
                  <a:lnTo>
                    <a:pt x="1381" y="10000"/>
                  </a:lnTo>
                  <a:lnTo>
                    <a:pt x="1482" y="9024"/>
                  </a:lnTo>
                  <a:lnTo>
                    <a:pt x="1516" y="8047"/>
                  </a:lnTo>
                  <a:lnTo>
                    <a:pt x="1550" y="8014"/>
                  </a:lnTo>
                  <a:lnTo>
                    <a:pt x="1550" y="7980"/>
                  </a:lnTo>
                  <a:lnTo>
                    <a:pt x="1516" y="7913"/>
                  </a:lnTo>
                  <a:lnTo>
                    <a:pt x="1482" y="7879"/>
                  </a:lnTo>
                  <a:lnTo>
                    <a:pt x="1415" y="7879"/>
                  </a:lnTo>
                  <a:lnTo>
                    <a:pt x="1617" y="7206"/>
                  </a:lnTo>
                  <a:lnTo>
                    <a:pt x="1886" y="6566"/>
                  </a:lnTo>
                  <a:lnTo>
                    <a:pt x="2189" y="5994"/>
                  </a:lnTo>
                  <a:lnTo>
                    <a:pt x="2560" y="5421"/>
                  </a:lnTo>
                  <a:lnTo>
                    <a:pt x="2997" y="4883"/>
                  </a:lnTo>
                  <a:lnTo>
                    <a:pt x="3435" y="4411"/>
                  </a:lnTo>
                  <a:lnTo>
                    <a:pt x="3940" y="3940"/>
                  </a:lnTo>
                  <a:lnTo>
                    <a:pt x="4479" y="3502"/>
                  </a:lnTo>
                  <a:lnTo>
                    <a:pt x="5085" y="3098"/>
                  </a:lnTo>
                  <a:lnTo>
                    <a:pt x="5724" y="2762"/>
                  </a:lnTo>
                  <a:lnTo>
                    <a:pt x="6398" y="2492"/>
                  </a:lnTo>
                  <a:lnTo>
                    <a:pt x="7071" y="2256"/>
                  </a:lnTo>
                  <a:lnTo>
                    <a:pt x="7745" y="2088"/>
                  </a:lnTo>
                  <a:lnTo>
                    <a:pt x="8452" y="1953"/>
                  </a:lnTo>
                  <a:lnTo>
                    <a:pt x="9159" y="1852"/>
                  </a:lnTo>
                  <a:lnTo>
                    <a:pt x="9899" y="1785"/>
                  </a:lnTo>
                  <a:lnTo>
                    <a:pt x="10707" y="1785"/>
                  </a:lnTo>
                  <a:lnTo>
                    <a:pt x="11482" y="1819"/>
                  </a:lnTo>
                  <a:lnTo>
                    <a:pt x="12256" y="1920"/>
                  </a:lnTo>
                  <a:lnTo>
                    <a:pt x="13030" y="2054"/>
                  </a:lnTo>
                  <a:lnTo>
                    <a:pt x="13737" y="2256"/>
                  </a:lnTo>
                  <a:lnTo>
                    <a:pt x="14478" y="2526"/>
                  </a:lnTo>
                  <a:lnTo>
                    <a:pt x="15185" y="2863"/>
                  </a:lnTo>
                  <a:lnTo>
                    <a:pt x="15892" y="3267"/>
                  </a:lnTo>
                  <a:lnTo>
                    <a:pt x="16566" y="3704"/>
                  </a:lnTo>
                  <a:lnTo>
                    <a:pt x="17172" y="4142"/>
                  </a:lnTo>
                  <a:lnTo>
                    <a:pt x="17778" y="4647"/>
                  </a:lnTo>
                  <a:lnTo>
                    <a:pt x="18081" y="4916"/>
                  </a:lnTo>
                  <a:lnTo>
                    <a:pt x="18350" y="5186"/>
                  </a:lnTo>
                  <a:lnTo>
                    <a:pt x="18821" y="5758"/>
                  </a:lnTo>
                  <a:lnTo>
                    <a:pt x="19057" y="6061"/>
                  </a:lnTo>
                  <a:lnTo>
                    <a:pt x="19259" y="6398"/>
                  </a:lnTo>
                  <a:lnTo>
                    <a:pt x="19360" y="6566"/>
                  </a:lnTo>
                  <a:lnTo>
                    <a:pt x="19360" y="6061"/>
                  </a:lnTo>
                  <a:lnTo>
                    <a:pt x="19124" y="5657"/>
                  </a:lnTo>
                  <a:lnTo>
                    <a:pt x="18889" y="5354"/>
                  </a:lnTo>
                  <a:lnTo>
                    <a:pt x="18619" y="5051"/>
                  </a:lnTo>
                  <a:lnTo>
                    <a:pt x="18047" y="4512"/>
                  </a:lnTo>
                  <a:lnTo>
                    <a:pt x="17778" y="4243"/>
                  </a:lnTo>
                  <a:lnTo>
                    <a:pt x="17475" y="4007"/>
                  </a:lnTo>
                  <a:lnTo>
                    <a:pt x="16801" y="3536"/>
                  </a:lnTo>
                  <a:lnTo>
                    <a:pt x="16128" y="3098"/>
                  </a:lnTo>
                  <a:lnTo>
                    <a:pt x="15455" y="2728"/>
                  </a:lnTo>
                  <a:lnTo>
                    <a:pt x="15084" y="2526"/>
                  </a:lnTo>
                  <a:lnTo>
                    <a:pt x="14714" y="2324"/>
                  </a:lnTo>
                  <a:lnTo>
                    <a:pt x="13973" y="2054"/>
                  </a:lnTo>
                  <a:lnTo>
                    <a:pt x="13199" y="1819"/>
                  </a:lnTo>
                  <a:lnTo>
                    <a:pt x="12424" y="1684"/>
                  </a:lnTo>
                  <a:lnTo>
                    <a:pt x="11616" y="1583"/>
                  </a:lnTo>
                  <a:lnTo>
                    <a:pt x="10808" y="1549"/>
                  </a:lnTo>
                  <a:lnTo>
                    <a:pt x="10000" y="1549"/>
                  </a:lnTo>
                  <a:lnTo>
                    <a:pt x="9192" y="1617"/>
                  </a:lnTo>
                  <a:lnTo>
                    <a:pt x="8519" y="1684"/>
                  </a:lnTo>
                  <a:lnTo>
                    <a:pt x="7846" y="1819"/>
                  </a:lnTo>
                  <a:lnTo>
                    <a:pt x="7172" y="1987"/>
                  </a:lnTo>
                  <a:lnTo>
                    <a:pt x="6532" y="2189"/>
                  </a:lnTo>
                  <a:lnTo>
                    <a:pt x="5926" y="2459"/>
                  </a:lnTo>
                  <a:lnTo>
                    <a:pt x="5287" y="2728"/>
                  </a:lnTo>
                  <a:lnTo>
                    <a:pt x="4714" y="3065"/>
                  </a:lnTo>
                  <a:lnTo>
                    <a:pt x="4142" y="3469"/>
                  </a:lnTo>
                  <a:lnTo>
                    <a:pt x="3637" y="3873"/>
                  </a:lnTo>
                  <a:lnTo>
                    <a:pt x="3132" y="4344"/>
                  </a:lnTo>
                  <a:lnTo>
                    <a:pt x="2694" y="4849"/>
                  </a:lnTo>
                  <a:lnTo>
                    <a:pt x="2290" y="5388"/>
                  </a:lnTo>
                  <a:lnTo>
                    <a:pt x="1954" y="5960"/>
                  </a:lnTo>
                  <a:lnTo>
                    <a:pt x="1651" y="6566"/>
                  </a:lnTo>
                  <a:lnTo>
                    <a:pt x="1415" y="7206"/>
                  </a:lnTo>
                  <a:lnTo>
                    <a:pt x="1213" y="7879"/>
                  </a:lnTo>
                  <a:lnTo>
                    <a:pt x="1045" y="7879"/>
                  </a:lnTo>
                  <a:lnTo>
                    <a:pt x="1247" y="7273"/>
                  </a:lnTo>
                  <a:lnTo>
                    <a:pt x="1449" y="6667"/>
                  </a:lnTo>
                  <a:lnTo>
                    <a:pt x="1684" y="6061"/>
                  </a:lnTo>
                  <a:lnTo>
                    <a:pt x="1987" y="5489"/>
                  </a:lnTo>
                  <a:lnTo>
                    <a:pt x="2156" y="5186"/>
                  </a:lnTo>
                  <a:lnTo>
                    <a:pt x="2358" y="4883"/>
                  </a:lnTo>
                  <a:lnTo>
                    <a:pt x="2795" y="4310"/>
                  </a:lnTo>
                  <a:lnTo>
                    <a:pt x="3300" y="3805"/>
                  </a:lnTo>
                  <a:lnTo>
                    <a:pt x="3805" y="3267"/>
                  </a:lnTo>
                  <a:lnTo>
                    <a:pt x="4411" y="2694"/>
                  </a:lnTo>
                  <a:lnTo>
                    <a:pt x="5051" y="2155"/>
                  </a:lnTo>
                  <a:lnTo>
                    <a:pt x="5388" y="1920"/>
                  </a:lnTo>
                  <a:lnTo>
                    <a:pt x="5724" y="1718"/>
                  </a:lnTo>
                  <a:lnTo>
                    <a:pt x="6095" y="1516"/>
                  </a:lnTo>
                  <a:lnTo>
                    <a:pt x="6499" y="1347"/>
                  </a:lnTo>
                  <a:lnTo>
                    <a:pt x="7240" y="1145"/>
                  </a:lnTo>
                  <a:lnTo>
                    <a:pt x="8014" y="1011"/>
                  </a:lnTo>
                  <a:lnTo>
                    <a:pt x="8822" y="876"/>
                  </a:lnTo>
                  <a:lnTo>
                    <a:pt x="9596" y="809"/>
                  </a:lnTo>
                  <a:lnTo>
                    <a:pt x="10337" y="775"/>
                  </a:lnTo>
                  <a:lnTo>
                    <a:pt x="11078" y="775"/>
                  </a:lnTo>
                  <a:lnTo>
                    <a:pt x="11818" y="809"/>
                  </a:lnTo>
                  <a:lnTo>
                    <a:pt x="12559" y="910"/>
                  </a:lnTo>
                  <a:lnTo>
                    <a:pt x="13300" y="1044"/>
                  </a:lnTo>
                  <a:lnTo>
                    <a:pt x="14040" y="1213"/>
                  </a:lnTo>
                  <a:lnTo>
                    <a:pt x="14747" y="1448"/>
                  </a:lnTo>
                  <a:lnTo>
                    <a:pt x="15421" y="1751"/>
                  </a:lnTo>
                  <a:lnTo>
                    <a:pt x="16162" y="2088"/>
                  </a:lnTo>
                  <a:lnTo>
                    <a:pt x="16835" y="2526"/>
                  </a:lnTo>
                  <a:lnTo>
                    <a:pt x="17475" y="2964"/>
                  </a:lnTo>
                  <a:lnTo>
                    <a:pt x="18114" y="3469"/>
                  </a:lnTo>
                  <a:lnTo>
                    <a:pt x="18619" y="3940"/>
                  </a:lnTo>
                  <a:lnTo>
                    <a:pt x="19158" y="4411"/>
                  </a:lnTo>
                  <a:lnTo>
                    <a:pt x="19360" y="4580"/>
                  </a:lnTo>
                  <a:lnTo>
                    <a:pt x="19360" y="4243"/>
                  </a:lnTo>
                  <a:lnTo>
                    <a:pt x="19124" y="4075"/>
                  </a:lnTo>
                  <a:lnTo>
                    <a:pt x="18788" y="3772"/>
                  </a:lnTo>
                  <a:lnTo>
                    <a:pt x="18451" y="3469"/>
                  </a:lnTo>
                  <a:lnTo>
                    <a:pt x="17744" y="2896"/>
                  </a:lnTo>
                  <a:lnTo>
                    <a:pt x="17138" y="2425"/>
                  </a:lnTo>
                  <a:lnTo>
                    <a:pt x="16465" y="2054"/>
                  </a:lnTo>
                  <a:lnTo>
                    <a:pt x="15791" y="1684"/>
                  </a:lnTo>
                  <a:lnTo>
                    <a:pt x="15118" y="1381"/>
                  </a:lnTo>
                  <a:lnTo>
                    <a:pt x="14343" y="1112"/>
                  </a:lnTo>
                  <a:lnTo>
                    <a:pt x="13603" y="876"/>
                  </a:lnTo>
                  <a:lnTo>
                    <a:pt x="12828" y="741"/>
                  </a:lnTo>
                  <a:lnTo>
                    <a:pt x="12054" y="640"/>
                  </a:lnTo>
                  <a:lnTo>
                    <a:pt x="11246" y="573"/>
                  </a:lnTo>
                  <a:lnTo>
                    <a:pt x="10472" y="573"/>
                  </a:lnTo>
                  <a:lnTo>
                    <a:pt x="9664" y="640"/>
                  </a:lnTo>
                  <a:lnTo>
                    <a:pt x="8889" y="708"/>
                  </a:lnTo>
                  <a:lnTo>
                    <a:pt x="8182" y="809"/>
                  </a:lnTo>
                  <a:lnTo>
                    <a:pt x="7442" y="943"/>
                  </a:lnTo>
                  <a:lnTo>
                    <a:pt x="6735" y="1112"/>
                  </a:lnTo>
                  <a:lnTo>
                    <a:pt x="6061" y="1347"/>
                  </a:lnTo>
                  <a:lnTo>
                    <a:pt x="5724" y="1516"/>
                  </a:lnTo>
                  <a:lnTo>
                    <a:pt x="5388" y="1684"/>
                  </a:lnTo>
                  <a:lnTo>
                    <a:pt x="5085" y="1920"/>
                  </a:lnTo>
                  <a:lnTo>
                    <a:pt x="4782" y="2155"/>
                  </a:lnTo>
                  <a:lnTo>
                    <a:pt x="4243" y="2661"/>
                  </a:lnTo>
                  <a:lnTo>
                    <a:pt x="3704" y="3166"/>
                  </a:lnTo>
                  <a:lnTo>
                    <a:pt x="3199" y="3637"/>
                  </a:lnTo>
                  <a:lnTo>
                    <a:pt x="2762" y="4142"/>
                  </a:lnTo>
                  <a:lnTo>
                    <a:pt x="2324" y="4647"/>
                  </a:lnTo>
                  <a:lnTo>
                    <a:pt x="1954" y="5219"/>
                  </a:lnTo>
                  <a:lnTo>
                    <a:pt x="1617" y="5859"/>
                  </a:lnTo>
                  <a:lnTo>
                    <a:pt x="1314" y="6499"/>
                  </a:lnTo>
                  <a:lnTo>
                    <a:pt x="1078" y="7206"/>
                  </a:lnTo>
                  <a:lnTo>
                    <a:pt x="910" y="7879"/>
                  </a:lnTo>
                  <a:lnTo>
                    <a:pt x="809" y="7879"/>
                  </a:lnTo>
                  <a:lnTo>
                    <a:pt x="1011" y="7138"/>
                  </a:lnTo>
                  <a:lnTo>
                    <a:pt x="1247" y="6398"/>
                  </a:lnTo>
                  <a:lnTo>
                    <a:pt x="1550" y="5657"/>
                  </a:lnTo>
                  <a:lnTo>
                    <a:pt x="1920" y="4950"/>
                  </a:lnTo>
                  <a:lnTo>
                    <a:pt x="2088" y="4613"/>
                  </a:lnTo>
                  <a:lnTo>
                    <a:pt x="2324" y="4310"/>
                  </a:lnTo>
                  <a:lnTo>
                    <a:pt x="2526" y="4007"/>
                  </a:lnTo>
                  <a:lnTo>
                    <a:pt x="2762" y="3738"/>
                  </a:lnTo>
                  <a:lnTo>
                    <a:pt x="3300" y="3199"/>
                  </a:lnTo>
                  <a:lnTo>
                    <a:pt x="3873" y="2694"/>
                  </a:lnTo>
                  <a:lnTo>
                    <a:pt x="4479" y="2223"/>
                  </a:lnTo>
                  <a:lnTo>
                    <a:pt x="5085" y="1751"/>
                  </a:lnTo>
                  <a:lnTo>
                    <a:pt x="5388" y="1549"/>
                  </a:lnTo>
                  <a:lnTo>
                    <a:pt x="5724" y="1347"/>
                  </a:lnTo>
                  <a:lnTo>
                    <a:pt x="6061" y="1179"/>
                  </a:lnTo>
                  <a:lnTo>
                    <a:pt x="6431" y="1011"/>
                  </a:lnTo>
                  <a:lnTo>
                    <a:pt x="7240" y="741"/>
                  </a:lnTo>
                  <a:lnTo>
                    <a:pt x="8048" y="539"/>
                  </a:lnTo>
                  <a:lnTo>
                    <a:pt x="8856" y="405"/>
                  </a:lnTo>
                  <a:lnTo>
                    <a:pt x="9697" y="270"/>
                  </a:lnTo>
                  <a:lnTo>
                    <a:pt x="10505" y="236"/>
                  </a:lnTo>
                  <a:lnTo>
                    <a:pt x="11347" y="236"/>
                  </a:lnTo>
                  <a:lnTo>
                    <a:pt x="12155" y="337"/>
                  </a:lnTo>
                  <a:lnTo>
                    <a:pt x="12929" y="438"/>
                  </a:lnTo>
                  <a:lnTo>
                    <a:pt x="13737" y="640"/>
                  </a:lnTo>
                  <a:lnTo>
                    <a:pt x="14512" y="876"/>
                  </a:lnTo>
                  <a:lnTo>
                    <a:pt x="15253" y="1145"/>
                  </a:lnTo>
                  <a:lnTo>
                    <a:pt x="16027" y="1482"/>
                  </a:lnTo>
                  <a:lnTo>
                    <a:pt x="16667" y="1819"/>
                  </a:lnTo>
                  <a:lnTo>
                    <a:pt x="17306" y="2223"/>
                  </a:lnTo>
                  <a:lnTo>
                    <a:pt x="17879" y="2661"/>
                  </a:lnTo>
                  <a:lnTo>
                    <a:pt x="18451" y="3166"/>
                  </a:lnTo>
                  <a:lnTo>
                    <a:pt x="19360" y="4041"/>
                  </a:lnTo>
                  <a:lnTo>
                    <a:pt x="19360" y="3671"/>
                  </a:lnTo>
                  <a:lnTo>
                    <a:pt x="18754" y="3098"/>
                  </a:lnTo>
                  <a:lnTo>
                    <a:pt x="18148" y="2560"/>
                  </a:lnTo>
                  <a:lnTo>
                    <a:pt x="17879" y="2290"/>
                  </a:lnTo>
                  <a:lnTo>
                    <a:pt x="17542" y="2088"/>
                  </a:lnTo>
                  <a:lnTo>
                    <a:pt x="16902" y="1684"/>
                  </a:lnTo>
                  <a:lnTo>
                    <a:pt x="16229" y="1314"/>
                  </a:lnTo>
                  <a:lnTo>
                    <a:pt x="15556" y="1011"/>
                  </a:lnTo>
                  <a:lnTo>
                    <a:pt x="14781" y="708"/>
                  </a:lnTo>
                  <a:lnTo>
                    <a:pt x="14007" y="438"/>
                  </a:lnTo>
                  <a:lnTo>
                    <a:pt x="13232" y="236"/>
                  </a:lnTo>
                  <a:lnTo>
                    <a:pt x="12424" y="102"/>
                  </a:lnTo>
                  <a:lnTo>
                    <a:pt x="11616" y="34"/>
                  </a:lnTo>
                  <a:lnTo>
                    <a:pt x="108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1" name="Google Shape;281;p3"/>
            <p:cNvSpPr/>
            <p:nvPr/>
          </p:nvSpPr>
          <p:spPr>
            <a:xfrm>
              <a:off x="5968142" y="2078623"/>
              <a:ext cx="50" cy="50"/>
            </a:xfrm>
            <a:custGeom>
              <a:avLst/>
              <a:gdLst/>
              <a:ahLst/>
              <a:cxnLst/>
              <a:rect l="l" t="t" r="r" b="b"/>
              <a:pathLst>
                <a:path w="1" h="1" extrusionOk="0">
                  <a:moveTo>
                    <a:pt x="1" y="1"/>
                  </a:moveTo>
                  <a:lnTo>
                    <a:pt x="1" y="1"/>
                  </a:lnTo>
                  <a:lnTo>
                    <a:pt x="1" y="1"/>
                  </a:lnTo>
                  <a:lnTo>
                    <a:pt x="1" y="1"/>
                  </a:lnTo>
                  <a:lnTo>
                    <a:pt x="1" y="1"/>
                  </a:lnTo>
                  <a:lnTo>
                    <a:pt x="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2" name="Google Shape;282;p3"/>
            <p:cNvSpPr/>
            <p:nvPr/>
          </p:nvSpPr>
          <p:spPr>
            <a:xfrm>
              <a:off x="6460221" y="2456866"/>
              <a:ext cx="394996" cy="518873"/>
            </a:xfrm>
            <a:custGeom>
              <a:avLst/>
              <a:gdLst/>
              <a:ahLst/>
              <a:cxnLst/>
              <a:rect l="l" t="t" r="r" b="b"/>
              <a:pathLst>
                <a:path w="7946" h="10438" extrusionOk="0">
                  <a:moveTo>
                    <a:pt x="4647" y="1246"/>
                  </a:moveTo>
                  <a:lnTo>
                    <a:pt x="4546" y="1280"/>
                  </a:lnTo>
                  <a:lnTo>
                    <a:pt x="4512" y="1347"/>
                  </a:lnTo>
                  <a:lnTo>
                    <a:pt x="4546" y="1381"/>
                  </a:lnTo>
                  <a:lnTo>
                    <a:pt x="4579" y="1448"/>
                  </a:lnTo>
                  <a:lnTo>
                    <a:pt x="4613" y="1482"/>
                  </a:lnTo>
                  <a:lnTo>
                    <a:pt x="4680" y="1516"/>
                  </a:lnTo>
                  <a:lnTo>
                    <a:pt x="4748" y="1516"/>
                  </a:lnTo>
                  <a:lnTo>
                    <a:pt x="4815" y="1549"/>
                  </a:lnTo>
                  <a:lnTo>
                    <a:pt x="4916" y="1650"/>
                  </a:lnTo>
                  <a:lnTo>
                    <a:pt x="4983" y="1819"/>
                  </a:lnTo>
                  <a:lnTo>
                    <a:pt x="5017" y="2021"/>
                  </a:lnTo>
                  <a:lnTo>
                    <a:pt x="5017" y="2391"/>
                  </a:lnTo>
                  <a:lnTo>
                    <a:pt x="4983" y="2694"/>
                  </a:lnTo>
                  <a:lnTo>
                    <a:pt x="4950" y="2930"/>
                  </a:lnTo>
                  <a:lnTo>
                    <a:pt x="4849" y="3199"/>
                  </a:lnTo>
                  <a:lnTo>
                    <a:pt x="4647" y="3671"/>
                  </a:lnTo>
                  <a:lnTo>
                    <a:pt x="4377" y="4142"/>
                  </a:lnTo>
                  <a:lnTo>
                    <a:pt x="4074" y="4580"/>
                  </a:lnTo>
                  <a:lnTo>
                    <a:pt x="3468" y="5455"/>
                  </a:lnTo>
                  <a:lnTo>
                    <a:pt x="2862" y="6330"/>
                  </a:lnTo>
                  <a:lnTo>
                    <a:pt x="2222" y="7172"/>
                  </a:lnTo>
                  <a:lnTo>
                    <a:pt x="1515" y="7980"/>
                  </a:lnTo>
                  <a:lnTo>
                    <a:pt x="1515" y="8014"/>
                  </a:lnTo>
                  <a:lnTo>
                    <a:pt x="1313" y="8115"/>
                  </a:lnTo>
                  <a:lnTo>
                    <a:pt x="1078" y="8148"/>
                  </a:lnTo>
                  <a:lnTo>
                    <a:pt x="876" y="8115"/>
                  </a:lnTo>
                  <a:lnTo>
                    <a:pt x="640" y="8081"/>
                  </a:lnTo>
                  <a:lnTo>
                    <a:pt x="337" y="8014"/>
                  </a:lnTo>
                  <a:lnTo>
                    <a:pt x="202" y="8014"/>
                  </a:lnTo>
                  <a:lnTo>
                    <a:pt x="34" y="8047"/>
                  </a:lnTo>
                  <a:lnTo>
                    <a:pt x="0" y="8047"/>
                  </a:lnTo>
                  <a:lnTo>
                    <a:pt x="0" y="8081"/>
                  </a:lnTo>
                  <a:lnTo>
                    <a:pt x="0" y="8148"/>
                  </a:lnTo>
                  <a:lnTo>
                    <a:pt x="34" y="8148"/>
                  </a:lnTo>
                  <a:lnTo>
                    <a:pt x="472" y="8317"/>
                  </a:lnTo>
                  <a:lnTo>
                    <a:pt x="707" y="8350"/>
                  </a:lnTo>
                  <a:lnTo>
                    <a:pt x="943" y="8384"/>
                  </a:lnTo>
                  <a:lnTo>
                    <a:pt x="1179" y="8384"/>
                  </a:lnTo>
                  <a:lnTo>
                    <a:pt x="1381" y="8350"/>
                  </a:lnTo>
                  <a:lnTo>
                    <a:pt x="1583" y="8249"/>
                  </a:lnTo>
                  <a:lnTo>
                    <a:pt x="1785" y="8115"/>
                  </a:lnTo>
                  <a:lnTo>
                    <a:pt x="1818" y="8047"/>
                  </a:lnTo>
                  <a:lnTo>
                    <a:pt x="1785" y="7980"/>
                  </a:lnTo>
                  <a:lnTo>
                    <a:pt x="1987" y="7778"/>
                  </a:lnTo>
                  <a:lnTo>
                    <a:pt x="2323" y="7408"/>
                  </a:lnTo>
                  <a:lnTo>
                    <a:pt x="2660" y="7037"/>
                  </a:lnTo>
                  <a:lnTo>
                    <a:pt x="3232" y="6229"/>
                  </a:lnTo>
                  <a:lnTo>
                    <a:pt x="3940" y="5219"/>
                  </a:lnTo>
                  <a:lnTo>
                    <a:pt x="4613" y="4209"/>
                  </a:lnTo>
                  <a:lnTo>
                    <a:pt x="4815" y="3805"/>
                  </a:lnTo>
                  <a:lnTo>
                    <a:pt x="5017" y="3401"/>
                  </a:lnTo>
                  <a:lnTo>
                    <a:pt x="5185" y="3469"/>
                  </a:lnTo>
                  <a:lnTo>
                    <a:pt x="5354" y="3502"/>
                  </a:lnTo>
                  <a:lnTo>
                    <a:pt x="5522" y="3502"/>
                  </a:lnTo>
                  <a:lnTo>
                    <a:pt x="5724" y="3469"/>
                  </a:lnTo>
                  <a:lnTo>
                    <a:pt x="5892" y="3435"/>
                  </a:lnTo>
                  <a:lnTo>
                    <a:pt x="5960" y="3368"/>
                  </a:lnTo>
                  <a:lnTo>
                    <a:pt x="5993" y="3300"/>
                  </a:lnTo>
                  <a:lnTo>
                    <a:pt x="6027" y="3267"/>
                  </a:lnTo>
                  <a:lnTo>
                    <a:pt x="5993" y="3233"/>
                  </a:lnTo>
                  <a:lnTo>
                    <a:pt x="5993" y="3199"/>
                  </a:lnTo>
                  <a:lnTo>
                    <a:pt x="5926" y="3166"/>
                  </a:lnTo>
                  <a:lnTo>
                    <a:pt x="5825" y="3199"/>
                  </a:lnTo>
                  <a:lnTo>
                    <a:pt x="5724" y="3233"/>
                  </a:lnTo>
                  <a:lnTo>
                    <a:pt x="5589" y="3267"/>
                  </a:lnTo>
                  <a:lnTo>
                    <a:pt x="5488" y="3300"/>
                  </a:lnTo>
                  <a:lnTo>
                    <a:pt x="5253" y="3267"/>
                  </a:lnTo>
                  <a:lnTo>
                    <a:pt x="5185" y="3233"/>
                  </a:lnTo>
                  <a:lnTo>
                    <a:pt x="5084" y="3166"/>
                  </a:lnTo>
                  <a:lnTo>
                    <a:pt x="5219" y="2795"/>
                  </a:lnTo>
                  <a:lnTo>
                    <a:pt x="5253" y="2357"/>
                  </a:lnTo>
                  <a:lnTo>
                    <a:pt x="5253" y="2189"/>
                  </a:lnTo>
                  <a:lnTo>
                    <a:pt x="5253" y="1987"/>
                  </a:lnTo>
                  <a:lnTo>
                    <a:pt x="5185" y="1819"/>
                  </a:lnTo>
                  <a:lnTo>
                    <a:pt x="5118" y="1650"/>
                  </a:lnTo>
                  <a:lnTo>
                    <a:pt x="5017" y="1448"/>
                  </a:lnTo>
                  <a:lnTo>
                    <a:pt x="4916" y="1314"/>
                  </a:lnTo>
                  <a:lnTo>
                    <a:pt x="4882" y="1280"/>
                  </a:lnTo>
                  <a:lnTo>
                    <a:pt x="4781" y="1280"/>
                  </a:lnTo>
                  <a:lnTo>
                    <a:pt x="4748" y="1246"/>
                  </a:lnTo>
                  <a:close/>
                  <a:moveTo>
                    <a:pt x="7946" y="1"/>
                  </a:moveTo>
                  <a:lnTo>
                    <a:pt x="7542" y="708"/>
                  </a:lnTo>
                  <a:lnTo>
                    <a:pt x="7138" y="1415"/>
                  </a:lnTo>
                  <a:lnTo>
                    <a:pt x="6700" y="2155"/>
                  </a:lnTo>
                  <a:lnTo>
                    <a:pt x="6263" y="2930"/>
                  </a:lnTo>
                  <a:lnTo>
                    <a:pt x="5421" y="4512"/>
                  </a:lnTo>
                  <a:lnTo>
                    <a:pt x="5017" y="5219"/>
                  </a:lnTo>
                  <a:lnTo>
                    <a:pt x="4579" y="5893"/>
                  </a:lnTo>
                  <a:lnTo>
                    <a:pt x="4108" y="6532"/>
                  </a:lnTo>
                  <a:lnTo>
                    <a:pt x="3569" y="7138"/>
                  </a:lnTo>
                  <a:lnTo>
                    <a:pt x="3098" y="7677"/>
                  </a:lnTo>
                  <a:lnTo>
                    <a:pt x="2626" y="8249"/>
                  </a:lnTo>
                  <a:lnTo>
                    <a:pt x="2626" y="8216"/>
                  </a:lnTo>
                  <a:lnTo>
                    <a:pt x="2492" y="7946"/>
                  </a:lnTo>
                  <a:lnTo>
                    <a:pt x="2424" y="7845"/>
                  </a:lnTo>
                  <a:lnTo>
                    <a:pt x="2290" y="7778"/>
                  </a:lnTo>
                  <a:lnTo>
                    <a:pt x="2155" y="7744"/>
                  </a:lnTo>
                  <a:lnTo>
                    <a:pt x="2020" y="7744"/>
                  </a:lnTo>
                  <a:lnTo>
                    <a:pt x="1987" y="7778"/>
                  </a:lnTo>
                  <a:lnTo>
                    <a:pt x="1953" y="7845"/>
                  </a:lnTo>
                  <a:lnTo>
                    <a:pt x="1953" y="7879"/>
                  </a:lnTo>
                  <a:lnTo>
                    <a:pt x="1987" y="7946"/>
                  </a:lnTo>
                  <a:lnTo>
                    <a:pt x="2054" y="7946"/>
                  </a:lnTo>
                  <a:lnTo>
                    <a:pt x="2155" y="7980"/>
                  </a:lnTo>
                  <a:lnTo>
                    <a:pt x="2222" y="7980"/>
                  </a:lnTo>
                  <a:lnTo>
                    <a:pt x="2290" y="8047"/>
                  </a:lnTo>
                  <a:lnTo>
                    <a:pt x="2357" y="8115"/>
                  </a:lnTo>
                  <a:lnTo>
                    <a:pt x="2391" y="8317"/>
                  </a:lnTo>
                  <a:lnTo>
                    <a:pt x="2424" y="8384"/>
                  </a:lnTo>
                  <a:lnTo>
                    <a:pt x="2458" y="8451"/>
                  </a:lnTo>
                  <a:lnTo>
                    <a:pt x="2121" y="8889"/>
                  </a:lnTo>
                  <a:lnTo>
                    <a:pt x="1751" y="9293"/>
                  </a:lnTo>
                  <a:lnTo>
                    <a:pt x="1717" y="9327"/>
                  </a:lnTo>
                  <a:lnTo>
                    <a:pt x="1751" y="9394"/>
                  </a:lnTo>
                  <a:lnTo>
                    <a:pt x="1684" y="9529"/>
                  </a:lnTo>
                  <a:lnTo>
                    <a:pt x="1650" y="9731"/>
                  </a:lnTo>
                  <a:lnTo>
                    <a:pt x="1650" y="9899"/>
                  </a:lnTo>
                  <a:lnTo>
                    <a:pt x="1684" y="10101"/>
                  </a:lnTo>
                  <a:lnTo>
                    <a:pt x="1751" y="10269"/>
                  </a:lnTo>
                  <a:lnTo>
                    <a:pt x="1852" y="10370"/>
                  </a:lnTo>
                  <a:lnTo>
                    <a:pt x="1987" y="10438"/>
                  </a:lnTo>
                  <a:lnTo>
                    <a:pt x="2290" y="10438"/>
                  </a:lnTo>
                  <a:lnTo>
                    <a:pt x="2424" y="10370"/>
                  </a:lnTo>
                  <a:lnTo>
                    <a:pt x="2626" y="10202"/>
                  </a:lnTo>
                  <a:lnTo>
                    <a:pt x="2997" y="9832"/>
                  </a:lnTo>
                  <a:lnTo>
                    <a:pt x="3468" y="9293"/>
                  </a:lnTo>
                  <a:lnTo>
                    <a:pt x="3906" y="8687"/>
                  </a:lnTo>
                  <a:lnTo>
                    <a:pt x="4579" y="7812"/>
                  </a:lnTo>
                  <a:lnTo>
                    <a:pt x="5320" y="6936"/>
                  </a:lnTo>
                  <a:lnTo>
                    <a:pt x="5993" y="6027"/>
                  </a:lnTo>
                  <a:lnTo>
                    <a:pt x="6330" y="5590"/>
                  </a:lnTo>
                  <a:lnTo>
                    <a:pt x="6633" y="5085"/>
                  </a:lnTo>
                  <a:lnTo>
                    <a:pt x="7239" y="3974"/>
                  </a:lnTo>
                  <a:lnTo>
                    <a:pt x="7576" y="3435"/>
                  </a:lnTo>
                  <a:lnTo>
                    <a:pt x="7946" y="2896"/>
                  </a:lnTo>
                  <a:lnTo>
                    <a:pt x="7946" y="2458"/>
                  </a:lnTo>
                  <a:lnTo>
                    <a:pt x="7306" y="3401"/>
                  </a:lnTo>
                  <a:lnTo>
                    <a:pt x="6801" y="4209"/>
                  </a:lnTo>
                  <a:lnTo>
                    <a:pt x="6330" y="5051"/>
                  </a:lnTo>
                  <a:lnTo>
                    <a:pt x="5825" y="5859"/>
                  </a:lnTo>
                  <a:lnTo>
                    <a:pt x="5556" y="6263"/>
                  </a:lnTo>
                  <a:lnTo>
                    <a:pt x="5253" y="6633"/>
                  </a:lnTo>
                  <a:lnTo>
                    <a:pt x="4344" y="7744"/>
                  </a:lnTo>
                  <a:lnTo>
                    <a:pt x="3468" y="8855"/>
                  </a:lnTo>
                  <a:lnTo>
                    <a:pt x="3064" y="9394"/>
                  </a:lnTo>
                  <a:lnTo>
                    <a:pt x="2593" y="9865"/>
                  </a:lnTo>
                  <a:lnTo>
                    <a:pt x="2391" y="10067"/>
                  </a:lnTo>
                  <a:lnTo>
                    <a:pt x="2256" y="10168"/>
                  </a:lnTo>
                  <a:lnTo>
                    <a:pt x="2121" y="10236"/>
                  </a:lnTo>
                  <a:lnTo>
                    <a:pt x="1987" y="10236"/>
                  </a:lnTo>
                  <a:lnTo>
                    <a:pt x="1919" y="10168"/>
                  </a:lnTo>
                  <a:lnTo>
                    <a:pt x="1886" y="10067"/>
                  </a:lnTo>
                  <a:lnTo>
                    <a:pt x="1852" y="9899"/>
                  </a:lnTo>
                  <a:lnTo>
                    <a:pt x="1886" y="9596"/>
                  </a:lnTo>
                  <a:lnTo>
                    <a:pt x="1919" y="9394"/>
                  </a:lnTo>
                  <a:lnTo>
                    <a:pt x="1919" y="9360"/>
                  </a:lnTo>
                  <a:lnTo>
                    <a:pt x="2155" y="9158"/>
                  </a:lnTo>
                  <a:lnTo>
                    <a:pt x="2391" y="8923"/>
                  </a:lnTo>
                  <a:lnTo>
                    <a:pt x="2795" y="8418"/>
                  </a:lnTo>
                  <a:lnTo>
                    <a:pt x="3165" y="7913"/>
                  </a:lnTo>
                  <a:lnTo>
                    <a:pt x="3569" y="7441"/>
                  </a:lnTo>
                  <a:lnTo>
                    <a:pt x="4074" y="6869"/>
                  </a:lnTo>
                  <a:lnTo>
                    <a:pt x="4546" y="6297"/>
                  </a:lnTo>
                  <a:lnTo>
                    <a:pt x="4983" y="5691"/>
                  </a:lnTo>
                  <a:lnTo>
                    <a:pt x="5354" y="5051"/>
                  </a:lnTo>
                  <a:lnTo>
                    <a:pt x="6229" y="3502"/>
                  </a:lnTo>
                  <a:lnTo>
                    <a:pt x="7071" y="1953"/>
                  </a:lnTo>
                  <a:lnTo>
                    <a:pt x="7946" y="506"/>
                  </a:lnTo>
                  <a:lnTo>
                    <a:pt x="794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83" name="Google Shape;283;p3"/>
          <p:cNvGrpSpPr/>
          <p:nvPr/>
        </p:nvGrpSpPr>
        <p:grpSpPr>
          <a:xfrm>
            <a:off x="155601" y="102054"/>
            <a:ext cx="1395857" cy="1191698"/>
            <a:chOff x="155601" y="102054"/>
            <a:chExt cx="1395857" cy="1191698"/>
          </a:xfrm>
        </p:grpSpPr>
        <p:sp>
          <p:nvSpPr>
            <p:cNvPr id="284" name="Google Shape;284;p3"/>
            <p:cNvSpPr/>
            <p:nvPr/>
          </p:nvSpPr>
          <p:spPr>
            <a:xfrm>
              <a:off x="155601" y="768168"/>
              <a:ext cx="1151532" cy="525584"/>
            </a:xfrm>
            <a:custGeom>
              <a:avLst/>
              <a:gdLst/>
              <a:ahLst/>
              <a:cxnLst/>
              <a:rect l="l" t="t" r="r" b="b"/>
              <a:pathLst>
                <a:path w="23165" h="10573" extrusionOk="0">
                  <a:moveTo>
                    <a:pt x="1718" y="506"/>
                  </a:moveTo>
                  <a:lnTo>
                    <a:pt x="1853" y="539"/>
                  </a:lnTo>
                  <a:lnTo>
                    <a:pt x="2189" y="640"/>
                  </a:lnTo>
                  <a:lnTo>
                    <a:pt x="2021" y="1044"/>
                  </a:lnTo>
                  <a:lnTo>
                    <a:pt x="1853" y="1482"/>
                  </a:lnTo>
                  <a:lnTo>
                    <a:pt x="1718" y="1920"/>
                  </a:lnTo>
                  <a:lnTo>
                    <a:pt x="1583" y="2357"/>
                  </a:lnTo>
                  <a:lnTo>
                    <a:pt x="1415" y="2728"/>
                  </a:lnTo>
                  <a:lnTo>
                    <a:pt x="1314" y="3132"/>
                  </a:lnTo>
                  <a:lnTo>
                    <a:pt x="1179" y="3536"/>
                  </a:lnTo>
                  <a:lnTo>
                    <a:pt x="1112" y="3940"/>
                  </a:lnTo>
                  <a:lnTo>
                    <a:pt x="809" y="3872"/>
                  </a:lnTo>
                  <a:lnTo>
                    <a:pt x="573" y="3805"/>
                  </a:lnTo>
                  <a:lnTo>
                    <a:pt x="439" y="3704"/>
                  </a:lnTo>
                  <a:lnTo>
                    <a:pt x="371" y="3603"/>
                  </a:lnTo>
                  <a:lnTo>
                    <a:pt x="304" y="3502"/>
                  </a:lnTo>
                  <a:lnTo>
                    <a:pt x="237" y="3334"/>
                  </a:lnTo>
                  <a:lnTo>
                    <a:pt x="270" y="2997"/>
                  </a:lnTo>
                  <a:lnTo>
                    <a:pt x="304" y="2694"/>
                  </a:lnTo>
                  <a:lnTo>
                    <a:pt x="472" y="2054"/>
                  </a:lnTo>
                  <a:lnTo>
                    <a:pt x="674" y="1415"/>
                  </a:lnTo>
                  <a:lnTo>
                    <a:pt x="843" y="1112"/>
                  </a:lnTo>
                  <a:lnTo>
                    <a:pt x="1011" y="809"/>
                  </a:lnTo>
                  <a:lnTo>
                    <a:pt x="1146" y="674"/>
                  </a:lnTo>
                  <a:lnTo>
                    <a:pt x="1280" y="607"/>
                  </a:lnTo>
                  <a:lnTo>
                    <a:pt x="1415" y="539"/>
                  </a:lnTo>
                  <a:lnTo>
                    <a:pt x="1550" y="506"/>
                  </a:lnTo>
                  <a:close/>
                  <a:moveTo>
                    <a:pt x="18956" y="4815"/>
                  </a:moveTo>
                  <a:lnTo>
                    <a:pt x="19192" y="4883"/>
                  </a:lnTo>
                  <a:lnTo>
                    <a:pt x="19057" y="5152"/>
                  </a:lnTo>
                  <a:lnTo>
                    <a:pt x="18956" y="5421"/>
                  </a:lnTo>
                  <a:lnTo>
                    <a:pt x="18889" y="5691"/>
                  </a:lnTo>
                  <a:lnTo>
                    <a:pt x="18855" y="5859"/>
                  </a:lnTo>
                  <a:lnTo>
                    <a:pt x="18821" y="5994"/>
                  </a:lnTo>
                  <a:lnTo>
                    <a:pt x="18720" y="5960"/>
                  </a:lnTo>
                  <a:lnTo>
                    <a:pt x="18754" y="5926"/>
                  </a:lnTo>
                  <a:lnTo>
                    <a:pt x="18788" y="5623"/>
                  </a:lnTo>
                  <a:lnTo>
                    <a:pt x="18821" y="5287"/>
                  </a:lnTo>
                  <a:lnTo>
                    <a:pt x="18956" y="4815"/>
                  </a:lnTo>
                  <a:close/>
                  <a:moveTo>
                    <a:pt x="19394" y="4950"/>
                  </a:moveTo>
                  <a:lnTo>
                    <a:pt x="19629" y="5017"/>
                  </a:lnTo>
                  <a:lnTo>
                    <a:pt x="19427" y="5354"/>
                  </a:lnTo>
                  <a:lnTo>
                    <a:pt x="19326" y="5691"/>
                  </a:lnTo>
                  <a:lnTo>
                    <a:pt x="19259" y="5893"/>
                  </a:lnTo>
                  <a:lnTo>
                    <a:pt x="19225" y="6128"/>
                  </a:lnTo>
                  <a:lnTo>
                    <a:pt x="19057" y="6095"/>
                  </a:lnTo>
                  <a:lnTo>
                    <a:pt x="19091" y="5825"/>
                  </a:lnTo>
                  <a:lnTo>
                    <a:pt x="19158" y="5556"/>
                  </a:lnTo>
                  <a:lnTo>
                    <a:pt x="19225" y="5253"/>
                  </a:lnTo>
                  <a:lnTo>
                    <a:pt x="19293" y="5085"/>
                  </a:lnTo>
                  <a:lnTo>
                    <a:pt x="19360" y="4950"/>
                  </a:lnTo>
                  <a:close/>
                  <a:moveTo>
                    <a:pt x="19764" y="5051"/>
                  </a:moveTo>
                  <a:lnTo>
                    <a:pt x="20000" y="5118"/>
                  </a:lnTo>
                  <a:lnTo>
                    <a:pt x="19865" y="5388"/>
                  </a:lnTo>
                  <a:lnTo>
                    <a:pt x="19764" y="5691"/>
                  </a:lnTo>
                  <a:lnTo>
                    <a:pt x="19697" y="5960"/>
                  </a:lnTo>
                  <a:lnTo>
                    <a:pt x="19629" y="6263"/>
                  </a:lnTo>
                  <a:lnTo>
                    <a:pt x="19461" y="6229"/>
                  </a:lnTo>
                  <a:lnTo>
                    <a:pt x="19495" y="5926"/>
                  </a:lnTo>
                  <a:lnTo>
                    <a:pt x="19562" y="5623"/>
                  </a:lnTo>
                  <a:lnTo>
                    <a:pt x="19629" y="5320"/>
                  </a:lnTo>
                  <a:lnTo>
                    <a:pt x="19764" y="5051"/>
                  </a:lnTo>
                  <a:close/>
                  <a:moveTo>
                    <a:pt x="20168" y="5152"/>
                  </a:moveTo>
                  <a:lnTo>
                    <a:pt x="20370" y="5219"/>
                  </a:lnTo>
                  <a:lnTo>
                    <a:pt x="20269" y="5489"/>
                  </a:lnTo>
                  <a:lnTo>
                    <a:pt x="20168" y="5792"/>
                  </a:lnTo>
                  <a:lnTo>
                    <a:pt x="20000" y="6398"/>
                  </a:lnTo>
                  <a:lnTo>
                    <a:pt x="19831" y="6330"/>
                  </a:lnTo>
                  <a:lnTo>
                    <a:pt x="19899" y="6027"/>
                  </a:lnTo>
                  <a:lnTo>
                    <a:pt x="19966" y="5758"/>
                  </a:lnTo>
                  <a:lnTo>
                    <a:pt x="20168" y="5152"/>
                  </a:lnTo>
                  <a:close/>
                  <a:moveTo>
                    <a:pt x="20538" y="5287"/>
                  </a:moveTo>
                  <a:lnTo>
                    <a:pt x="20808" y="5354"/>
                  </a:lnTo>
                  <a:lnTo>
                    <a:pt x="20740" y="5657"/>
                  </a:lnTo>
                  <a:lnTo>
                    <a:pt x="20673" y="5960"/>
                  </a:lnTo>
                  <a:lnTo>
                    <a:pt x="20572" y="6532"/>
                  </a:lnTo>
                  <a:lnTo>
                    <a:pt x="20235" y="6431"/>
                  </a:lnTo>
                  <a:lnTo>
                    <a:pt x="20336" y="6162"/>
                  </a:lnTo>
                  <a:lnTo>
                    <a:pt x="20404" y="5859"/>
                  </a:lnTo>
                  <a:lnTo>
                    <a:pt x="20538" y="5287"/>
                  </a:lnTo>
                  <a:close/>
                  <a:moveTo>
                    <a:pt x="20976" y="5421"/>
                  </a:moveTo>
                  <a:lnTo>
                    <a:pt x="21212" y="5489"/>
                  </a:lnTo>
                  <a:lnTo>
                    <a:pt x="21144" y="5724"/>
                  </a:lnTo>
                  <a:lnTo>
                    <a:pt x="21111" y="5960"/>
                  </a:lnTo>
                  <a:lnTo>
                    <a:pt x="21043" y="6330"/>
                  </a:lnTo>
                  <a:lnTo>
                    <a:pt x="21043" y="6499"/>
                  </a:lnTo>
                  <a:lnTo>
                    <a:pt x="21043" y="6667"/>
                  </a:lnTo>
                  <a:lnTo>
                    <a:pt x="20774" y="6600"/>
                  </a:lnTo>
                  <a:lnTo>
                    <a:pt x="20976" y="5421"/>
                  </a:lnTo>
                  <a:close/>
                  <a:moveTo>
                    <a:pt x="21380" y="5556"/>
                  </a:moveTo>
                  <a:lnTo>
                    <a:pt x="21447" y="5590"/>
                  </a:lnTo>
                  <a:lnTo>
                    <a:pt x="21717" y="5657"/>
                  </a:lnTo>
                  <a:lnTo>
                    <a:pt x="21582" y="5926"/>
                  </a:lnTo>
                  <a:lnTo>
                    <a:pt x="21481" y="6196"/>
                  </a:lnTo>
                  <a:lnTo>
                    <a:pt x="21380" y="6499"/>
                  </a:lnTo>
                  <a:lnTo>
                    <a:pt x="21380" y="6633"/>
                  </a:lnTo>
                  <a:lnTo>
                    <a:pt x="21380" y="6768"/>
                  </a:lnTo>
                  <a:lnTo>
                    <a:pt x="21279" y="6734"/>
                  </a:lnTo>
                  <a:lnTo>
                    <a:pt x="21279" y="6431"/>
                  </a:lnTo>
                  <a:lnTo>
                    <a:pt x="21279" y="6128"/>
                  </a:lnTo>
                  <a:lnTo>
                    <a:pt x="21313" y="5859"/>
                  </a:lnTo>
                  <a:lnTo>
                    <a:pt x="21380" y="5556"/>
                  </a:lnTo>
                  <a:close/>
                  <a:moveTo>
                    <a:pt x="21851" y="5724"/>
                  </a:moveTo>
                  <a:lnTo>
                    <a:pt x="22020" y="5792"/>
                  </a:lnTo>
                  <a:lnTo>
                    <a:pt x="21919" y="6061"/>
                  </a:lnTo>
                  <a:lnTo>
                    <a:pt x="21818" y="6297"/>
                  </a:lnTo>
                  <a:lnTo>
                    <a:pt x="21750" y="6600"/>
                  </a:lnTo>
                  <a:lnTo>
                    <a:pt x="21717" y="6869"/>
                  </a:lnTo>
                  <a:lnTo>
                    <a:pt x="21582" y="6802"/>
                  </a:lnTo>
                  <a:lnTo>
                    <a:pt x="21616" y="6566"/>
                  </a:lnTo>
                  <a:lnTo>
                    <a:pt x="21683" y="6297"/>
                  </a:lnTo>
                  <a:lnTo>
                    <a:pt x="21851" y="5724"/>
                  </a:lnTo>
                  <a:close/>
                  <a:moveTo>
                    <a:pt x="22188" y="5859"/>
                  </a:moveTo>
                  <a:lnTo>
                    <a:pt x="22424" y="5994"/>
                  </a:lnTo>
                  <a:lnTo>
                    <a:pt x="22255" y="6364"/>
                  </a:lnTo>
                  <a:lnTo>
                    <a:pt x="22154" y="6667"/>
                  </a:lnTo>
                  <a:lnTo>
                    <a:pt x="22053" y="6936"/>
                  </a:lnTo>
                  <a:lnTo>
                    <a:pt x="21885" y="6903"/>
                  </a:lnTo>
                  <a:lnTo>
                    <a:pt x="21986" y="6667"/>
                  </a:lnTo>
                  <a:lnTo>
                    <a:pt x="22053" y="6398"/>
                  </a:lnTo>
                  <a:lnTo>
                    <a:pt x="22087" y="6128"/>
                  </a:lnTo>
                  <a:lnTo>
                    <a:pt x="22188" y="5859"/>
                  </a:lnTo>
                  <a:close/>
                  <a:moveTo>
                    <a:pt x="22592" y="6095"/>
                  </a:moveTo>
                  <a:lnTo>
                    <a:pt x="22760" y="6263"/>
                  </a:lnTo>
                  <a:lnTo>
                    <a:pt x="22861" y="6431"/>
                  </a:lnTo>
                  <a:lnTo>
                    <a:pt x="22659" y="7138"/>
                  </a:lnTo>
                  <a:lnTo>
                    <a:pt x="22222" y="7004"/>
                  </a:lnTo>
                  <a:lnTo>
                    <a:pt x="22323" y="6768"/>
                  </a:lnTo>
                  <a:lnTo>
                    <a:pt x="22424" y="6499"/>
                  </a:lnTo>
                  <a:lnTo>
                    <a:pt x="22592" y="6095"/>
                  </a:lnTo>
                  <a:close/>
                  <a:moveTo>
                    <a:pt x="2627" y="203"/>
                  </a:moveTo>
                  <a:lnTo>
                    <a:pt x="2930" y="236"/>
                  </a:lnTo>
                  <a:lnTo>
                    <a:pt x="3233" y="304"/>
                  </a:lnTo>
                  <a:lnTo>
                    <a:pt x="3536" y="438"/>
                  </a:lnTo>
                  <a:lnTo>
                    <a:pt x="3805" y="573"/>
                  </a:lnTo>
                  <a:lnTo>
                    <a:pt x="4411" y="876"/>
                  </a:lnTo>
                  <a:lnTo>
                    <a:pt x="4950" y="1145"/>
                  </a:lnTo>
                  <a:lnTo>
                    <a:pt x="5287" y="1280"/>
                  </a:lnTo>
                  <a:lnTo>
                    <a:pt x="5657" y="1415"/>
                  </a:lnTo>
                  <a:lnTo>
                    <a:pt x="6364" y="1583"/>
                  </a:lnTo>
                  <a:lnTo>
                    <a:pt x="7812" y="1886"/>
                  </a:lnTo>
                  <a:lnTo>
                    <a:pt x="9563" y="2290"/>
                  </a:lnTo>
                  <a:lnTo>
                    <a:pt x="11280" y="2761"/>
                  </a:lnTo>
                  <a:lnTo>
                    <a:pt x="14747" y="3704"/>
                  </a:lnTo>
                  <a:lnTo>
                    <a:pt x="16970" y="4310"/>
                  </a:lnTo>
                  <a:lnTo>
                    <a:pt x="16768" y="4815"/>
                  </a:lnTo>
                  <a:lnTo>
                    <a:pt x="16566" y="5388"/>
                  </a:lnTo>
                  <a:lnTo>
                    <a:pt x="16431" y="5926"/>
                  </a:lnTo>
                  <a:lnTo>
                    <a:pt x="16263" y="6499"/>
                  </a:lnTo>
                  <a:lnTo>
                    <a:pt x="16094" y="7037"/>
                  </a:lnTo>
                  <a:lnTo>
                    <a:pt x="15926" y="7576"/>
                  </a:lnTo>
                  <a:lnTo>
                    <a:pt x="15825" y="8115"/>
                  </a:lnTo>
                  <a:lnTo>
                    <a:pt x="15757" y="8687"/>
                  </a:lnTo>
                  <a:lnTo>
                    <a:pt x="14579" y="8317"/>
                  </a:lnTo>
                  <a:lnTo>
                    <a:pt x="13367" y="7980"/>
                  </a:lnTo>
                  <a:lnTo>
                    <a:pt x="10977" y="7374"/>
                  </a:lnTo>
                  <a:lnTo>
                    <a:pt x="8115" y="6600"/>
                  </a:lnTo>
                  <a:lnTo>
                    <a:pt x="6667" y="6196"/>
                  </a:lnTo>
                  <a:lnTo>
                    <a:pt x="5253" y="5724"/>
                  </a:lnTo>
                  <a:lnTo>
                    <a:pt x="4782" y="5556"/>
                  </a:lnTo>
                  <a:lnTo>
                    <a:pt x="4310" y="5388"/>
                  </a:lnTo>
                  <a:lnTo>
                    <a:pt x="3300" y="4984"/>
                  </a:lnTo>
                  <a:lnTo>
                    <a:pt x="2795" y="4815"/>
                  </a:lnTo>
                  <a:lnTo>
                    <a:pt x="2290" y="4681"/>
                  </a:lnTo>
                  <a:lnTo>
                    <a:pt x="1785" y="4613"/>
                  </a:lnTo>
                  <a:lnTo>
                    <a:pt x="1280" y="4579"/>
                  </a:lnTo>
                  <a:lnTo>
                    <a:pt x="1348" y="4041"/>
                  </a:lnTo>
                  <a:lnTo>
                    <a:pt x="1482" y="3502"/>
                  </a:lnTo>
                  <a:lnTo>
                    <a:pt x="1617" y="2963"/>
                  </a:lnTo>
                  <a:lnTo>
                    <a:pt x="1785" y="2425"/>
                  </a:lnTo>
                  <a:lnTo>
                    <a:pt x="2156" y="1314"/>
                  </a:lnTo>
                  <a:lnTo>
                    <a:pt x="2358" y="741"/>
                  </a:lnTo>
                  <a:lnTo>
                    <a:pt x="2627" y="236"/>
                  </a:lnTo>
                  <a:lnTo>
                    <a:pt x="2627" y="203"/>
                  </a:lnTo>
                  <a:close/>
                  <a:moveTo>
                    <a:pt x="17441" y="5926"/>
                  </a:moveTo>
                  <a:lnTo>
                    <a:pt x="18552" y="6229"/>
                  </a:lnTo>
                  <a:lnTo>
                    <a:pt x="19663" y="6532"/>
                  </a:lnTo>
                  <a:lnTo>
                    <a:pt x="19697" y="6566"/>
                  </a:lnTo>
                  <a:lnTo>
                    <a:pt x="19831" y="6566"/>
                  </a:lnTo>
                  <a:lnTo>
                    <a:pt x="22626" y="7340"/>
                  </a:lnTo>
                  <a:lnTo>
                    <a:pt x="22424" y="8216"/>
                  </a:lnTo>
                  <a:lnTo>
                    <a:pt x="22255" y="9091"/>
                  </a:lnTo>
                  <a:lnTo>
                    <a:pt x="21010" y="8653"/>
                  </a:lnTo>
                  <a:lnTo>
                    <a:pt x="19730" y="8249"/>
                  </a:lnTo>
                  <a:lnTo>
                    <a:pt x="19057" y="8081"/>
                  </a:lnTo>
                  <a:lnTo>
                    <a:pt x="18384" y="7946"/>
                  </a:lnTo>
                  <a:lnTo>
                    <a:pt x="17677" y="7778"/>
                  </a:lnTo>
                  <a:lnTo>
                    <a:pt x="17340" y="7711"/>
                  </a:lnTo>
                  <a:lnTo>
                    <a:pt x="17003" y="7610"/>
                  </a:lnTo>
                  <a:lnTo>
                    <a:pt x="17172" y="6768"/>
                  </a:lnTo>
                  <a:lnTo>
                    <a:pt x="17273" y="6364"/>
                  </a:lnTo>
                  <a:lnTo>
                    <a:pt x="17441" y="5926"/>
                  </a:lnTo>
                  <a:close/>
                  <a:moveTo>
                    <a:pt x="17172" y="4344"/>
                  </a:moveTo>
                  <a:lnTo>
                    <a:pt x="18754" y="4782"/>
                  </a:lnTo>
                  <a:lnTo>
                    <a:pt x="18687" y="5017"/>
                  </a:lnTo>
                  <a:lnTo>
                    <a:pt x="18619" y="5287"/>
                  </a:lnTo>
                  <a:lnTo>
                    <a:pt x="18552" y="5590"/>
                  </a:lnTo>
                  <a:lnTo>
                    <a:pt x="18518" y="5758"/>
                  </a:lnTo>
                  <a:lnTo>
                    <a:pt x="18552" y="5926"/>
                  </a:lnTo>
                  <a:lnTo>
                    <a:pt x="18283" y="5825"/>
                  </a:lnTo>
                  <a:lnTo>
                    <a:pt x="18013" y="5792"/>
                  </a:lnTo>
                  <a:lnTo>
                    <a:pt x="17710" y="5758"/>
                  </a:lnTo>
                  <a:lnTo>
                    <a:pt x="17441" y="5792"/>
                  </a:lnTo>
                  <a:lnTo>
                    <a:pt x="17407" y="5758"/>
                  </a:lnTo>
                  <a:lnTo>
                    <a:pt x="17374" y="5724"/>
                  </a:lnTo>
                  <a:lnTo>
                    <a:pt x="17340" y="5724"/>
                  </a:lnTo>
                  <a:lnTo>
                    <a:pt x="17273" y="5792"/>
                  </a:lnTo>
                  <a:lnTo>
                    <a:pt x="17172" y="5960"/>
                  </a:lnTo>
                  <a:lnTo>
                    <a:pt x="17071" y="6196"/>
                  </a:lnTo>
                  <a:lnTo>
                    <a:pt x="16902" y="6667"/>
                  </a:lnTo>
                  <a:lnTo>
                    <a:pt x="16801" y="7172"/>
                  </a:lnTo>
                  <a:lnTo>
                    <a:pt x="16801" y="7408"/>
                  </a:lnTo>
                  <a:lnTo>
                    <a:pt x="16801" y="7643"/>
                  </a:lnTo>
                  <a:lnTo>
                    <a:pt x="16835" y="7711"/>
                  </a:lnTo>
                  <a:lnTo>
                    <a:pt x="16902" y="7744"/>
                  </a:lnTo>
                  <a:lnTo>
                    <a:pt x="16936" y="7744"/>
                  </a:lnTo>
                  <a:lnTo>
                    <a:pt x="17205" y="7879"/>
                  </a:lnTo>
                  <a:lnTo>
                    <a:pt x="17508" y="7980"/>
                  </a:lnTo>
                  <a:lnTo>
                    <a:pt x="18114" y="8115"/>
                  </a:lnTo>
                  <a:lnTo>
                    <a:pt x="18081" y="8148"/>
                  </a:lnTo>
                  <a:lnTo>
                    <a:pt x="17946" y="8519"/>
                  </a:lnTo>
                  <a:lnTo>
                    <a:pt x="17811" y="8889"/>
                  </a:lnTo>
                  <a:lnTo>
                    <a:pt x="17710" y="9293"/>
                  </a:lnTo>
                  <a:lnTo>
                    <a:pt x="16599" y="8956"/>
                  </a:lnTo>
                  <a:lnTo>
                    <a:pt x="15993" y="8754"/>
                  </a:lnTo>
                  <a:lnTo>
                    <a:pt x="16027" y="8182"/>
                  </a:lnTo>
                  <a:lnTo>
                    <a:pt x="16128" y="7643"/>
                  </a:lnTo>
                  <a:lnTo>
                    <a:pt x="16263" y="7071"/>
                  </a:lnTo>
                  <a:lnTo>
                    <a:pt x="16431" y="6532"/>
                  </a:lnTo>
                  <a:lnTo>
                    <a:pt x="16801" y="5421"/>
                  </a:lnTo>
                  <a:lnTo>
                    <a:pt x="17003" y="4883"/>
                  </a:lnTo>
                  <a:lnTo>
                    <a:pt x="17172" y="4344"/>
                  </a:lnTo>
                  <a:close/>
                  <a:moveTo>
                    <a:pt x="18283" y="8148"/>
                  </a:moveTo>
                  <a:lnTo>
                    <a:pt x="18552" y="8216"/>
                  </a:lnTo>
                  <a:lnTo>
                    <a:pt x="18417" y="8418"/>
                  </a:lnTo>
                  <a:lnTo>
                    <a:pt x="18316" y="8653"/>
                  </a:lnTo>
                  <a:lnTo>
                    <a:pt x="18148" y="9024"/>
                  </a:lnTo>
                  <a:lnTo>
                    <a:pt x="18114" y="9226"/>
                  </a:lnTo>
                  <a:lnTo>
                    <a:pt x="18081" y="9394"/>
                  </a:lnTo>
                  <a:lnTo>
                    <a:pt x="17912" y="9360"/>
                  </a:lnTo>
                  <a:lnTo>
                    <a:pt x="18148" y="8620"/>
                  </a:lnTo>
                  <a:lnTo>
                    <a:pt x="18249" y="8283"/>
                  </a:lnTo>
                  <a:lnTo>
                    <a:pt x="18283" y="8148"/>
                  </a:lnTo>
                  <a:close/>
                  <a:moveTo>
                    <a:pt x="18889" y="8249"/>
                  </a:moveTo>
                  <a:lnTo>
                    <a:pt x="18788" y="8350"/>
                  </a:lnTo>
                  <a:lnTo>
                    <a:pt x="18720" y="8485"/>
                  </a:lnTo>
                  <a:lnTo>
                    <a:pt x="18653" y="8721"/>
                  </a:lnTo>
                  <a:lnTo>
                    <a:pt x="18518" y="9192"/>
                  </a:lnTo>
                  <a:lnTo>
                    <a:pt x="18451" y="9360"/>
                  </a:lnTo>
                  <a:lnTo>
                    <a:pt x="18451" y="9428"/>
                  </a:lnTo>
                  <a:lnTo>
                    <a:pt x="18451" y="9529"/>
                  </a:lnTo>
                  <a:lnTo>
                    <a:pt x="18283" y="9461"/>
                  </a:lnTo>
                  <a:lnTo>
                    <a:pt x="18350" y="9125"/>
                  </a:lnTo>
                  <a:lnTo>
                    <a:pt x="18485" y="8822"/>
                  </a:lnTo>
                  <a:lnTo>
                    <a:pt x="18754" y="8249"/>
                  </a:lnTo>
                  <a:close/>
                  <a:moveTo>
                    <a:pt x="19091" y="8317"/>
                  </a:moveTo>
                  <a:lnTo>
                    <a:pt x="19293" y="8350"/>
                  </a:lnTo>
                  <a:lnTo>
                    <a:pt x="19158" y="8653"/>
                  </a:lnTo>
                  <a:lnTo>
                    <a:pt x="19091" y="8956"/>
                  </a:lnTo>
                  <a:lnTo>
                    <a:pt x="18956" y="9562"/>
                  </a:lnTo>
                  <a:lnTo>
                    <a:pt x="18990" y="9630"/>
                  </a:lnTo>
                  <a:lnTo>
                    <a:pt x="19023" y="9697"/>
                  </a:lnTo>
                  <a:lnTo>
                    <a:pt x="18552" y="9562"/>
                  </a:lnTo>
                  <a:lnTo>
                    <a:pt x="18619" y="9529"/>
                  </a:lnTo>
                  <a:lnTo>
                    <a:pt x="18653" y="9461"/>
                  </a:lnTo>
                  <a:lnTo>
                    <a:pt x="18720" y="9327"/>
                  </a:lnTo>
                  <a:lnTo>
                    <a:pt x="18788" y="9057"/>
                  </a:lnTo>
                  <a:lnTo>
                    <a:pt x="18855" y="8653"/>
                  </a:lnTo>
                  <a:lnTo>
                    <a:pt x="18922" y="8451"/>
                  </a:lnTo>
                  <a:lnTo>
                    <a:pt x="18990" y="8384"/>
                  </a:lnTo>
                  <a:lnTo>
                    <a:pt x="19057" y="8350"/>
                  </a:lnTo>
                  <a:lnTo>
                    <a:pt x="19091" y="8317"/>
                  </a:lnTo>
                  <a:close/>
                  <a:moveTo>
                    <a:pt x="19461" y="8384"/>
                  </a:moveTo>
                  <a:lnTo>
                    <a:pt x="19596" y="8418"/>
                  </a:lnTo>
                  <a:lnTo>
                    <a:pt x="19427" y="9091"/>
                  </a:lnTo>
                  <a:lnTo>
                    <a:pt x="19360" y="9428"/>
                  </a:lnTo>
                  <a:lnTo>
                    <a:pt x="19326" y="9764"/>
                  </a:lnTo>
                  <a:lnTo>
                    <a:pt x="19057" y="9697"/>
                  </a:lnTo>
                  <a:lnTo>
                    <a:pt x="19124" y="9663"/>
                  </a:lnTo>
                  <a:lnTo>
                    <a:pt x="19158" y="9630"/>
                  </a:lnTo>
                  <a:lnTo>
                    <a:pt x="19259" y="8990"/>
                  </a:lnTo>
                  <a:lnTo>
                    <a:pt x="19326" y="8687"/>
                  </a:lnTo>
                  <a:lnTo>
                    <a:pt x="19461" y="8384"/>
                  </a:lnTo>
                  <a:close/>
                  <a:moveTo>
                    <a:pt x="19764" y="8485"/>
                  </a:moveTo>
                  <a:lnTo>
                    <a:pt x="19966" y="8552"/>
                  </a:lnTo>
                  <a:lnTo>
                    <a:pt x="19899" y="8687"/>
                  </a:lnTo>
                  <a:lnTo>
                    <a:pt x="19831" y="8855"/>
                  </a:lnTo>
                  <a:lnTo>
                    <a:pt x="19730" y="9192"/>
                  </a:lnTo>
                  <a:lnTo>
                    <a:pt x="19663" y="9495"/>
                  </a:lnTo>
                  <a:lnTo>
                    <a:pt x="19629" y="9832"/>
                  </a:lnTo>
                  <a:lnTo>
                    <a:pt x="19495" y="9798"/>
                  </a:lnTo>
                  <a:lnTo>
                    <a:pt x="19629" y="9125"/>
                  </a:lnTo>
                  <a:lnTo>
                    <a:pt x="19764" y="8485"/>
                  </a:lnTo>
                  <a:close/>
                  <a:moveTo>
                    <a:pt x="20134" y="8586"/>
                  </a:moveTo>
                  <a:lnTo>
                    <a:pt x="20303" y="8653"/>
                  </a:lnTo>
                  <a:lnTo>
                    <a:pt x="20168" y="8956"/>
                  </a:lnTo>
                  <a:lnTo>
                    <a:pt x="20101" y="9259"/>
                  </a:lnTo>
                  <a:lnTo>
                    <a:pt x="19966" y="9899"/>
                  </a:lnTo>
                  <a:lnTo>
                    <a:pt x="19865" y="9899"/>
                  </a:lnTo>
                  <a:lnTo>
                    <a:pt x="19865" y="9596"/>
                  </a:lnTo>
                  <a:lnTo>
                    <a:pt x="19899" y="9327"/>
                  </a:lnTo>
                  <a:lnTo>
                    <a:pt x="20000" y="8956"/>
                  </a:lnTo>
                  <a:lnTo>
                    <a:pt x="20134" y="8586"/>
                  </a:lnTo>
                  <a:close/>
                  <a:moveTo>
                    <a:pt x="20437" y="8687"/>
                  </a:moveTo>
                  <a:lnTo>
                    <a:pt x="20707" y="8788"/>
                  </a:lnTo>
                  <a:lnTo>
                    <a:pt x="20606" y="9057"/>
                  </a:lnTo>
                  <a:lnTo>
                    <a:pt x="20538" y="9394"/>
                  </a:lnTo>
                  <a:lnTo>
                    <a:pt x="20505" y="9697"/>
                  </a:lnTo>
                  <a:lnTo>
                    <a:pt x="20505" y="10034"/>
                  </a:lnTo>
                  <a:lnTo>
                    <a:pt x="20168" y="9966"/>
                  </a:lnTo>
                  <a:lnTo>
                    <a:pt x="20235" y="9630"/>
                  </a:lnTo>
                  <a:lnTo>
                    <a:pt x="20303" y="9327"/>
                  </a:lnTo>
                  <a:lnTo>
                    <a:pt x="20336" y="8990"/>
                  </a:lnTo>
                  <a:lnTo>
                    <a:pt x="20437" y="8687"/>
                  </a:lnTo>
                  <a:close/>
                  <a:moveTo>
                    <a:pt x="20875" y="8855"/>
                  </a:moveTo>
                  <a:lnTo>
                    <a:pt x="21077" y="8923"/>
                  </a:lnTo>
                  <a:lnTo>
                    <a:pt x="20976" y="9024"/>
                  </a:lnTo>
                  <a:lnTo>
                    <a:pt x="20909" y="9158"/>
                  </a:lnTo>
                  <a:lnTo>
                    <a:pt x="20841" y="9461"/>
                  </a:lnTo>
                  <a:lnTo>
                    <a:pt x="20808" y="9764"/>
                  </a:lnTo>
                  <a:lnTo>
                    <a:pt x="20740" y="10067"/>
                  </a:lnTo>
                  <a:lnTo>
                    <a:pt x="20707" y="10067"/>
                  </a:lnTo>
                  <a:lnTo>
                    <a:pt x="20774" y="9461"/>
                  </a:lnTo>
                  <a:lnTo>
                    <a:pt x="20808" y="9158"/>
                  </a:lnTo>
                  <a:lnTo>
                    <a:pt x="20875" y="8855"/>
                  </a:lnTo>
                  <a:close/>
                  <a:moveTo>
                    <a:pt x="21245" y="8990"/>
                  </a:moveTo>
                  <a:lnTo>
                    <a:pt x="21447" y="9057"/>
                  </a:lnTo>
                  <a:lnTo>
                    <a:pt x="21313" y="9293"/>
                  </a:lnTo>
                  <a:lnTo>
                    <a:pt x="21245" y="9562"/>
                  </a:lnTo>
                  <a:lnTo>
                    <a:pt x="21178" y="9832"/>
                  </a:lnTo>
                  <a:lnTo>
                    <a:pt x="21144" y="10135"/>
                  </a:lnTo>
                  <a:lnTo>
                    <a:pt x="20976" y="10101"/>
                  </a:lnTo>
                  <a:lnTo>
                    <a:pt x="21043" y="9832"/>
                  </a:lnTo>
                  <a:lnTo>
                    <a:pt x="21077" y="9529"/>
                  </a:lnTo>
                  <a:lnTo>
                    <a:pt x="21111" y="9259"/>
                  </a:lnTo>
                  <a:lnTo>
                    <a:pt x="21178" y="9091"/>
                  </a:lnTo>
                  <a:lnTo>
                    <a:pt x="21245" y="8990"/>
                  </a:lnTo>
                  <a:close/>
                  <a:moveTo>
                    <a:pt x="21582" y="9091"/>
                  </a:moveTo>
                  <a:lnTo>
                    <a:pt x="21717" y="9158"/>
                  </a:lnTo>
                  <a:lnTo>
                    <a:pt x="21649" y="9259"/>
                  </a:lnTo>
                  <a:lnTo>
                    <a:pt x="21616" y="9394"/>
                  </a:lnTo>
                  <a:lnTo>
                    <a:pt x="21582" y="9630"/>
                  </a:lnTo>
                  <a:lnTo>
                    <a:pt x="21582" y="9899"/>
                  </a:lnTo>
                  <a:lnTo>
                    <a:pt x="21515" y="10135"/>
                  </a:lnTo>
                  <a:lnTo>
                    <a:pt x="21515" y="10168"/>
                  </a:lnTo>
                  <a:lnTo>
                    <a:pt x="21380" y="10135"/>
                  </a:lnTo>
                  <a:lnTo>
                    <a:pt x="21481" y="9630"/>
                  </a:lnTo>
                  <a:lnTo>
                    <a:pt x="21515" y="9360"/>
                  </a:lnTo>
                  <a:lnTo>
                    <a:pt x="21582" y="9091"/>
                  </a:lnTo>
                  <a:close/>
                  <a:moveTo>
                    <a:pt x="21885" y="9226"/>
                  </a:moveTo>
                  <a:lnTo>
                    <a:pt x="22222" y="9327"/>
                  </a:lnTo>
                  <a:lnTo>
                    <a:pt x="22053" y="10202"/>
                  </a:lnTo>
                  <a:lnTo>
                    <a:pt x="21717" y="10202"/>
                  </a:lnTo>
                  <a:lnTo>
                    <a:pt x="21784" y="9933"/>
                  </a:lnTo>
                  <a:lnTo>
                    <a:pt x="21784" y="9697"/>
                  </a:lnTo>
                  <a:lnTo>
                    <a:pt x="21818" y="9461"/>
                  </a:lnTo>
                  <a:lnTo>
                    <a:pt x="21885" y="9226"/>
                  </a:lnTo>
                  <a:close/>
                  <a:moveTo>
                    <a:pt x="2593" y="1"/>
                  </a:moveTo>
                  <a:lnTo>
                    <a:pt x="2526" y="34"/>
                  </a:lnTo>
                  <a:lnTo>
                    <a:pt x="2492" y="68"/>
                  </a:lnTo>
                  <a:lnTo>
                    <a:pt x="2425" y="102"/>
                  </a:lnTo>
                  <a:lnTo>
                    <a:pt x="2257" y="472"/>
                  </a:lnTo>
                  <a:lnTo>
                    <a:pt x="2088" y="371"/>
                  </a:lnTo>
                  <a:lnTo>
                    <a:pt x="1920" y="270"/>
                  </a:lnTo>
                  <a:lnTo>
                    <a:pt x="1785" y="236"/>
                  </a:lnTo>
                  <a:lnTo>
                    <a:pt x="1651" y="236"/>
                  </a:lnTo>
                  <a:lnTo>
                    <a:pt x="1482" y="270"/>
                  </a:lnTo>
                  <a:lnTo>
                    <a:pt x="1348" y="304"/>
                  </a:lnTo>
                  <a:lnTo>
                    <a:pt x="1213" y="371"/>
                  </a:lnTo>
                  <a:lnTo>
                    <a:pt x="1078" y="472"/>
                  </a:lnTo>
                  <a:lnTo>
                    <a:pt x="876" y="708"/>
                  </a:lnTo>
                  <a:lnTo>
                    <a:pt x="674" y="977"/>
                  </a:lnTo>
                  <a:lnTo>
                    <a:pt x="506" y="1246"/>
                  </a:lnTo>
                  <a:lnTo>
                    <a:pt x="405" y="1549"/>
                  </a:lnTo>
                  <a:lnTo>
                    <a:pt x="237" y="2054"/>
                  </a:lnTo>
                  <a:lnTo>
                    <a:pt x="68" y="2593"/>
                  </a:lnTo>
                  <a:lnTo>
                    <a:pt x="35" y="2862"/>
                  </a:lnTo>
                  <a:lnTo>
                    <a:pt x="1" y="3132"/>
                  </a:lnTo>
                  <a:lnTo>
                    <a:pt x="1" y="3367"/>
                  </a:lnTo>
                  <a:lnTo>
                    <a:pt x="68" y="3637"/>
                  </a:lnTo>
                  <a:lnTo>
                    <a:pt x="136" y="3771"/>
                  </a:lnTo>
                  <a:lnTo>
                    <a:pt x="237" y="3872"/>
                  </a:lnTo>
                  <a:lnTo>
                    <a:pt x="338" y="3973"/>
                  </a:lnTo>
                  <a:lnTo>
                    <a:pt x="472" y="4041"/>
                  </a:lnTo>
                  <a:lnTo>
                    <a:pt x="775" y="4142"/>
                  </a:lnTo>
                  <a:lnTo>
                    <a:pt x="1078" y="4175"/>
                  </a:lnTo>
                  <a:lnTo>
                    <a:pt x="1011" y="4613"/>
                  </a:lnTo>
                  <a:lnTo>
                    <a:pt x="1045" y="4647"/>
                  </a:lnTo>
                  <a:lnTo>
                    <a:pt x="1045" y="4714"/>
                  </a:lnTo>
                  <a:lnTo>
                    <a:pt x="1112" y="4782"/>
                  </a:lnTo>
                  <a:lnTo>
                    <a:pt x="1651" y="4815"/>
                  </a:lnTo>
                  <a:lnTo>
                    <a:pt x="2189" y="4950"/>
                  </a:lnTo>
                  <a:lnTo>
                    <a:pt x="2728" y="5085"/>
                  </a:lnTo>
                  <a:lnTo>
                    <a:pt x="3267" y="5253"/>
                  </a:lnTo>
                  <a:lnTo>
                    <a:pt x="4310" y="5657"/>
                  </a:lnTo>
                  <a:lnTo>
                    <a:pt x="5354" y="6027"/>
                  </a:lnTo>
                  <a:lnTo>
                    <a:pt x="6802" y="6465"/>
                  </a:lnTo>
                  <a:lnTo>
                    <a:pt x="8250" y="6903"/>
                  </a:lnTo>
                  <a:lnTo>
                    <a:pt x="11179" y="7677"/>
                  </a:lnTo>
                  <a:lnTo>
                    <a:pt x="13502" y="8283"/>
                  </a:lnTo>
                  <a:lnTo>
                    <a:pt x="15791" y="8956"/>
                  </a:lnTo>
                  <a:lnTo>
                    <a:pt x="15859" y="8956"/>
                  </a:lnTo>
                  <a:lnTo>
                    <a:pt x="16768" y="9259"/>
                  </a:lnTo>
                  <a:lnTo>
                    <a:pt x="18047" y="9663"/>
                  </a:lnTo>
                  <a:lnTo>
                    <a:pt x="19293" y="10000"/>
                  </a:lnTo>
                  <a:lnTo>
                    <a:pt x="19326" y="10034"/>
                  </a:lnTo>
                  <a:lnTo>
                    <a:pt x="19360" y="10067"/>
                  </a:lnTo>
                  <a:lnTo>
                    <a:pt x="19427" y="10034"/>
                  </a:lnTo>
                  <a:lnTo>
                    <a:pt x="19932" y="10168"/>
                  </a:lnTo>
                  <a:lnTo>
                    <a:pt x="20000" y="10202"/>
                  </a:lnTo>
                  <a:lnTo>
                    <a:pt x="20067" y="10202"/>
                  </a:lnTo>
                  <a:lnTo>
                    <a:pt x="20740" y="10303"/>
                  </a:lnTo>
                  <a:lnTo>
                    <a:pt x="20808" y="10337"/>
                  </a:lnTo>
                  <a:lnTo>
                    <a:pt x="20841" y="10337"/>
                  </a:lnTo>
                  <a:lnTo>
                    <a:pt x="21144" y="10370"/>
                  </a:lnTo>
                  <a:lnTo>
                    <a:pt x="21144" y="10404"/>
                  </a:lnTo>
                  <a:lnTo>
                    <a:pt x="21178" y="10471"/>
                  </a:lnTo>
                  <a:lnTo>
                    <a:pt x="21245" y="10505"/>
                  </a:lnTo>
                  <a:lnTo>
                    <a:pt x="21313" y="10471"/>
                  </a:lnTo>
                  <a:lnTo>
                    <a:pt x="21346" y="10438"/>
                  </a:lnTo>
                  <a:lnTo>
                    <a:pt x="21346" y="10404"/>
                  </a:lnTo>
                  <a:lnTo>
                    <a:pt x="22020" y="10471"/>
                  </a:lnTo>
                  <a:lnTo>
                    <a:pt x="22020" y="10539"/>
                  </a:lnTo>
                  <a:lnTo>
                    <a:pt x="22087" y="10572"/>
                  </a:lnTo>
                  <a:lnTo>
                    <a:pt x="22188" y="10572"/>
                  </a:lnTo>
                  <a:lnTo>
                    <a:pt x="22222" y="10539"/>
                  </a:lnTo>
                  <a:lnTo>
                    <a:pt x="22222" y="10505"/>
                  </a:lnTo>
                  <a:lnTo>
                    <a:pt x="22457" y="9495"/>
                  </a:lnTo>
                  <a:lnTo>
                    <a:pt x="22693" y="8519"/>
                  </a:lnTo>
                  <a:lnTo>
                    <a:pt x="23097" y="6499"/>
                  </a:lnTo>
                  <a:lnTo>
                    <a:pt x="23131" y="6465"/>
                  </a:lnTo>
                  <a:lnTo>
                    <a:pt x="23097" y="6398"/>
                  </a:lnTo>
                  <a:lnTo>
                    <a:pt x="23164" y="6196"/>
                  </a:lnTo>
                  <a:lnTo>
                    <a:pt x="23164" y="6095"/>
                  </a:lnTo>
                  <a:lnTo>
                    <a:pt x="23097" y="6061"/>
                  </a:lnTo>
                  <a:lnTo>
                    <a:pt x="23030" y="6061"/>
                  </a:lnTo>
                  <a:lnTo>
                    <a:pt x="22962" y="6128"/>
                  </a:lnTo>
                  <a:lnTo>
                    <a:pt x="22828" y="5994"/>
                  </a:lnTo>
                  <a:lnTo>
                    <a:pt x="22693" y="5859"/>
                  </a:lnTo>
                  <a:lnTo>
                    <a:pt x="22323" y="5623"/>
                  </a:lnTo>
                  <a:lnTo>
                    <a:pt x="21885" y="5455"/>
                  </a:lnTo>
                  <a:lnTo>
                    <a:pt x="21447" y="5287"/>
                  </a:lnTo>
                  <a:lnTo>
                    <a:pt x="21447" y="5253"/>
                  </a:lnTo>
                  <a:lnTo>
                    <a:pt x="21414" y="5219"/>
                  </a:lnTo>
                  <a:lnTo>
                    <a:pt x="21346" y="5219"/>
                  </a:lnTo>
                  <a:lnTo>
                    <a:pt x="21313" y="5253"/>
                  </a:lnTo>
                  <a:lnTo>
                    <a:pt x="20336" y="4950"/>
                  </a:lnTo>
                  <a:lnTo>
                    <a:pt x="19495" y="4714"/>
                  </a:lnTo>
                  <a:lnTo>
                    <a:pt x="19461" y="4681"/>
                  </a:lnTo>
                  <a:lnTo>
                    <a:pt x="19360" y="4681"/>
                  </a:lnTo>
                  <a:lnTo>
                    <a:pt x="17205" y="4108"/>
                  </a:lnTo>
                  <a:lnTo>
                    <a:pt x="17138" y="4074"/>
                  </a:lnTo>
                  <a:lnTo>
                    <a:pt x="17104" y="4074"/>
                  </a:lnTo>
                  <a:lnTo>
                    <a:pt x="15589" y="3670"/>
                  </a:lnTo>
                  <a:lnTo>
                    <a:pt x="11852" y="2660"/>
                  </a:lnTo>
                  <a:lnTo>
                    <a:pt x="9967" y="2189"/>
                  </a:lnTo>
                  <a:lnTo>
                    <a:pt x="8115" y="1718"/>
                  </a:lnTo>
                  <a:lnTo>
                    <a:pt x="6398" y="1347"/>
                  </a:lnTo>
                  <a:lnTo>
                    <a:pt x="5590" y="1145"/>
                  </a:lnTo>
                  <a:lnTo>
                    <a:pt x="5186" y="1011"/>
                  </a:lnTo>
                  <a:lnTo>
                    <a:pt x="4782" y="842"/>
                  </a:lnTo>
                  <a:lnTo>
                    <a:pt x="4277" y="573"/>
                  </a:lnTo>
                  <a:lnTo>
                    <a:pt x="3738" y="270"/>
                  </a:lnTo>
                  <a:lnTo>
                    <a:pt x="3435" y="169"/>
                  </a:lnTo>
                  <a:lnTo>
                    <a:pt x="3166" y="68"/>
                  </a:lnTo>
                  <a:lnTo>
                    <a:pt x="289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5" name="Google Shape;285;p3"/>
            <p:cNvSpPr/>
            <p:nvPr/>
          </p:nvSpPr>
          <p:spPr>
            <a:xfrm>
              <a:off x="528824" y="133868"/>
              <a:ext cx="425170" cy="400066"/>
            </a:xfrm>
            <a:custGeom>
              <a:avLst/>
              <a:gdLst/>
              <a:ahLst/>
              <a:cxnLst/>
              <a:rect l="l" t="t" r="r" b="b"/>
              <a:pathLst>
                <a:path w="8553" h="8048" extrusionOk="0">
                  <a:moveTo>
                    <a:pt x="1011" y="270"/>
                  </a:moveTo>
                  <a:lnTo>
                    <a:pt x="1280" y="539"/>
                  </a:lnTo>
                  <a:lnTo>
                    <a:pt x="1583" y="808"/>
                  </a:lnTo>
                  <a:lnTo>
                    <a:pt x="1886" y="1078"/>
                  </a:lnTo>
                  <a:lnTo>
                    <a:pt x="2189" y="1347"/>
                  </a:lnTo>
                  <a:lnTo>
                    <a:pt x="2627" y="1785"/>
                  </a:lnTo>
                  <a:lnTo>
                    <a:pt x="3031" y="2223"/>
                  </a:lnTo>
                  <a:lnTo>
                    <a:pt x="3469" y="2627"/>
                  </a:lnTo>
                  <a:lnTo>
                    <a:pt x="3906" y="3031"/>
                  </a:lnTo>
                  <a:lnTo>
                    <a:pt x="4243" y="3300"/>
                  </a:lnTo>
                  <a:lnTo>
                    <a:pt x="4512" y="3569"/>
                  </a:lnTo>
                  <a:lnTo>
                    <a:pt x="4782" y="3839"/>
                  </a:lnTo>
                  <a:lnTo>
                    <a:pt x="5017" y="4142"/>
                  </a:lnTo>
                  <a:lnTo>
                    <a:pt x="5489" y="4748"/>
                  </a:lnTo>
                  <a:lnTo>
                    <a:pt x="5893" y="5387"/>
                  </a:lnTo>
                  <a:lnTo>
                    <a:pt x="6027" y="5589"/>
                  </a:lnTo>
                  <a:lnTo>
                    <a:pt x="6196" y="5791"/>
                  </a:lnTo>
                  <a:lnTo>
                    <a:pt x="5724" y="5387"/>
                  </a:lnTo>
                  <a:lnTo>
                    <a:pt x="5287" y="4950"/>
                  </a:lnTo>
                  <a:lnTo>
                    <a:pt x="4411" y="4108"/>
                  </a:lnTo>
                  <a:lnTo>
                    <a:pt x="3974" y="3670"/>
                  </a:lnTo>
                  <a:lnTo>
                    <a:pt x="3502" y="3266"/>
                  </a:lnTo>
                  <a:lnTo>
                    <a:pt x="2593" y="2458"/>
                  </a:lnTo>
                  <a:lnTo>
                    <a:pt x="2122" y="2054"/>
                  </a:lnTo>
                  <a:lnTo>
                    <a:pt x="1684" y="1650"/>
                  </a:lnTo>
                  <a:lnTo>
                    <a:pt x="1247" y="1212"/>
                  </a:lnTo>
                  <a:lnTo>
                    <a:pt x="843" y="741"/>
                  </a:lnTo>
                  <a:lnTo>
                    <a:pt x="742" y="741"/>
                  </a:lnTo>
                  <a:lnTo>
                    <a:pt x="708" y="808"/>
                  </a:lnTo>
                  <a:lnTo>
                    <a:pt x="708" y="842"/>
                  </a:lnTo>
                  <a:lnTo>
                    <a:pt x="843" y="1044"/>
                  </a:lnTo>
                  <a:lnTo>
                    <a:pt x="1011" y="1246"/>
                  </a:lnTo>
                  <a:lnTo>
                    <a:pt x="1348" y="1583"/>
                  </a:lnTo>
                  <a:lnTo>
                    <a:pt x="2055" y="2256"/>
                  </a:lnTo>
                  <a:lnTo>
                    <a:pt x="2560" y="2728"/>
                  </a:lnTo>
                  <a:lnTo>
                    <a:pt x="3098" y="3165"/>
                  </a:lnTo>
                  <a:lnTo>
                    <a:pt x="3603" y="3603"/>
                  </a:lnTo>
                  <a:lnTo>
                    <a:pt x="4108" y="4074"/>
                  </a:lnTo>
                  <a:lnTo>
                    <a:pt x="5017" y="4950"/>
                  </a:lnTo>
                  <a:lnTo>
                    <a:pt x="5455" y="5387"/>
                  </a:lnTo>
                  <a:lnTo>
                    <a:pt x="5926" y="5825"/>
                  </a:lnTo>
                  <a:lnTo>
                    <a:pt x="6970" y="6700"/>
                  </a:lnTo>
                  <a:lnTo>
                    <a:pt x="7980" y="7576"/>
                  </a:lnTo>
                  <a:lnTo>
                    <a:pt x="8115" y="7576"/>
                  </a:lnTo>
                  <a:lnTo>
                    <a:pt x="8148" y="7508"/>
                  </a:lnTo>
                  <a:lnTo>
                    <a:pt x="8115" y="7441"/>
                  </a:lnTo>
                  <a:lnTo>
                    <a:pt x="7576" y="6936"/>
                  </a:lnTo>
                  <a:lnTo>
                    <a:pt x="7643" y="6936"/>
                  </a:lnTo>
                  <a:lnTo>
                    <a:pt x="7711" y="6902"/>
                  </a:lnTo>
                  <a:lnTo>
                    <a:pt x="7744" y="6869"/>
                  </a:lnTo>
                  <a:lnTo>
                    <a:pt x="7744" y="6801"/>
                  </a:lnTo>
                  <a:lnTo>
                    <a:pt x="7913" y="6667"/>
                  </a:lnTo>
                  <a:lnTo>
                    <a:pt x="8014" y="6970"/>
                  </a:lnTo>
                  <a:lnTo>
                    <a:pt x="8081" y="7239"/>
                  </a:lnTo>
                  <a:lnTo>
                    <a:pt x="8216" y="7542"/>
                  </a:lnTo>
                  <a:lnTo>
                    <a:pt x="8317" y="7811"/>
                  </a:lnTo>
                  <a:lnTo>
                    <a:pt x="7812" y="7677"/>
                  </a:lnTo>
                  <a:lnTo>
                    <a:pt x="7172" y="7407"/>
                  </a:lnTo>
                  <a:lnTo>
                    <a:pt x="7307" y="7239"/>
                  </a:lnTo>
                  <a:lnTo>
                    <a:pt x="7340" y="7172"/>
                  </a:lnTo>
                  <a:lnTo>
                    <a:pt x="7340" y="7104"/>
                  </a:lnTo>
                  <a:lnTo>
                    <a:pt x="7307" y="7071"/>
                  </a:lnTo>
                  <a:lnTo>
                    <a:pt x="6936" y="6700"/>
                  </a:lnTo>
                  <a:lnTo>
                    <a:pt x="6566" y="6364"/>
                  </a:lnTo>
                  <a:lnTo>
                    <a:pt x="6162" y="6061"/>
                  </a:lnTo>
                  <a:lnTo>
                    <a:pt x="5724" y="5758"/>
                  </a:lnTo>
                  <a:lnTo>
                    <a:pt x="5186" y="5421"/>
                  </a:lnTo>
                  <a:lnTo>
                    <a:pt x="4681" y="5051"/>
                  </a:lnTo>
                  <a:lnTo>
                    <a:pt x="4176" y="4647"/>
                  </a:lnTo>
                  <a:lnTo>
                    <a:pt x="3704" y="4209"/>
                  </a:lnTo>
                  <a:lnTo>
                    <a:pt x="2795" y="3300"/>
                  </a:lnTo>
                  <a:lnTo>
                    <a:pt x="2358" y="2862"/>
                  </a:lnTo>
                  <a:lnTo>
                    <a:pt x="1853" y="2458"/>
                  </a:lnTo>
                  <a:lnTo>
                    <a:pt x="1449" y="2088"/>
                  </a:lnTo>
                  <a:lnTo>
                    <a:pt x="1045" y="1684"/>
                  </a:lnTo>
                  <a:lnTo>
                    <a:pt x="641" y="1313"/>
                  </a:lnTo>
                  <a:lnTo>
                    <a:pt x="203" y="977"/>
                  </a:lnTo>
                  <a:lnTo>
                    <a:pt x="405" y="775"/>
                  </a:lnTo>
                  <a:lnTo>
                    <a:pt x="607" y="606"/>
                  </a:lnTo>
                  <a:lnTo>
                    <a:pt x="809" y="438"/>
                  </a:lnTo>
                  <a:lnTo>
                    <a:pt x="1011" y="270"/>
                  </a:lnTo>
                  <a:close/>
                  <a:moveTo>
                    <a:pt x="1045" y="0"/>
                  </a:moveTo>
                  <a:lnTo>
                    <a:pt x="977" y="34"/>
                  </a:lnTo>
                  <a:lnTo>
                    <a:pt x="742" y="236"/>
                  </a:lnTo>
                  <a:lnTo>
                    <a:pt x="439" y="438"/>
                  </a:lnTo>
                  <a:lnTo>
                    <a:pt x="203" y="640"/>
                  </a:lnTo>
                  <a:lnTo>
                    <a:pt x="102" y="775"/>
                  </a:lnTo>
                  <a:lnTo>
                    <a:pt x="1" y="909"/>
                  </a:lnTo>
                  <a:lnTo>
                    <a:pt x="1" y="977"/>
                  </a:lnTo>
                  <a:lnTo>
                    <a:pt x="34" y="1010"/>
                  </a:lnTo>
                  <a:lnTo>
                    <a:pt x="34" y="1078"/>
                  </a:lnTo>
                  <a:lnTo>
                    <a:pt x="68" y="1111"/>
                  </a:lnTo>
                  <a:lnTo>
                    <a:pt x="540" y="1482"/>
                  </a:lnTo>
                  <a:lnTo>
                    <a:pt x="977" y="1920"/>
                  </a:lnTo>
                  <a:lnTo>
                    <a:pt x="1449" y="2324"/>
                  </a:lnTo>
                  <a:lnTo>
                    <a:pt x="1886" y="2761"/>
                  </a:lnTo>
                  <a:lnTo>
                    <a:pt x="2358" y="3165"/>
                  </a:lnTo>
                  <a:lnTo>
                    <a:pt x="2829" y="3603"/>
                  </a:lnTo>
                  <a:lnTo>
                    <a:pt x="3704" y="4512"/>
                  </a:lnTo>
                  <a:lnTo>
                    <a:pt x="4075" y="4849"/>
                  </a:lnTo>
                  <a:lnTo>
                    <a:pt x="4445" y="5152"/>
                  </a:lnTo>
                  <a:lnTo>
                    <a:pt x="4815" y="5455"/>
                  </a:lnTo>
                  <a:lnTo>
                    <a:pt x="5219" y="5724"/>
                  </a:lnTo>
                  <a:lnTo>
                    <a:pt x="5758" y="6061"/>
                  </a:lnTo>
                  <a:lnTo>
                    <a:pt x="6229" y="6397"/>
                  </a:lnTo>
                  <a:lnTo>
                    <a:pt x="6667" y="6801"/>
                  </a:lnTo>
                  <a:lnTo>
                    <a:pt x="7138" y="7205"/>
                  </a:lnTo>
                  <a:lnTo>
                    <a:pt x="6970" y="7407"/>
                  </a:lnTo>
                  <a:lnTo>
                    <a:pt x="6936" y="7441"/>
                  </a:lnTo>
                  <a:lnTo>
                    <a:pt x="6936" y="7508"/>
                  </a:lnTo>
                  <a:lnTo>
                    <a:pt x="6970" y="7542"/>
                  </a:lnTo>
                  <a:lnTo>
                    <a:pt x="7004" y="7576"/>
                  </a:lnTo>
                  <a:lnTo>
                    <a:pt x="7744" y="7879"/>
                  </a:lnTo>
                  <a:lnTo>
                    <a:pt x="8115" y="7980"/>
                  </a:lnTo>
                  <a:lnTo>
                    <a:pt x="8283" y="8047"/>
                  </a:lnTo>
                  <a:lnTo>
                    <a:pt x="8519" y="8047"/>
                  </a:lnTo>
                  <a:lnTo>
                    <a:pt x="8553" y="8013"/>
                  </a:lnTo>
                  <a:lnTo>
                    <a:pt x="8553" y="7946"/>
                  </a:lnTo>
                  <a:lnTo>
                    <a:pt x="8519" y="7912"/>
                  </a:lnTo>
                  <a:lnTo>
                    <a:pt x="8418" y="7542"/>
                  </a:lnTo>
                  <a:lnTo>
                    <a:pt x="8283" y="7205"/>
                  </a:lnTo>
                  <a:lnTo>
                    <a:pt x="8182" y="6801"/>
                  </a:lnTo>
                  <a:lnTo>
                    <a:pt x="8115" y="6633"/>
                  </a:lnTo>
                  <a:lnTo>
                    <a:pt x="8014" y="6465"/>
                  </a:lnTo>
                  <a:lnTo>
                    <a:pt x="7980" y="6431"/>
                  </a:lnTo>
                  <a:lnTo>
                    <a:pt x="7946" y="6397"/>
                  </a:lnTo>
                  <a:lnTo>
                    <a:pt x="7879" y="6397"/>
                  </a:lnTo>
                  <a:lnTo>
                    <a:pt x="7845" y="6431"/>
                  </a:lnTo>
                  <a:lnTo>
                    <a:pt x="7711" y="6532"/>
                  </a:lnTo>
                  <a:lnTo>
                    <a:pt x="7610" y="6667"/>
                  </a:lnTo>
                  <a:lnTo>
                    <a:pt x="7037" y="6229"/>
                  </a:lnTo>
                  <a:lnTo>
                    <a:pt x="6566" y="5791"/>
                  </a:lnTo>
                  <a:lnTo>
                    <a:pt x="6364" y="5556"/>
                  </a:lnTo>
                  <a:lnTo>
                    <a:pt x="6162" y="5286"/>
                  </a:lnTo>
                  <a:lnTo>
                    <a:pt x="5758" y="4714"/>
                  </a:lnTo>
                  <a:lnTo>
                    <a:pt x="5455" y="4243"/>
                  </a:lnTo>
                  <a:lnTo>
                    <a:pt x="5085" y="3771"/>
                  </a:lnTo>
                  <a:lnTo>
                    <a:pt x="4681" y="3367"/>
                  </a:lnTo>
                  <a:lnTo>
                    <a:pt x="4243" y="2997"/>
                  </a:lnTo>
                  <a:lnTo>
                    <a:pt x="3772" y="2593"/>
                  </a:lnTo>
                  <a:lnTo>
                    <a:pt x="3334" y="2189"/>
                  </a:lnTo>
                  <a:lnTo>
                    <a:pt x="2492" y="1347"/>
                  </a:lnTo>
                  <a:lnTo>
                    <a:pt x="2156" y="1044"/>
                  </a:lnTo>
                  <a:lnTo>
                    <a:pt x="1819" y="741"/>
                  </a:lnTo>
                  <a:lnTo>
                    <a:pt x="1482" y="438"/>
                  </a:lnTo>
                  <a:lnTo>
                    <a:pt x="1146" y="135"/>
                  </a:lnTo>
                  <a:lnTo>
                    <a:pt x="1146" y="68"/>
                  </a:lnTo>
                  <a:lnTo>
                    <a:pt x="111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6" name="Google Shape;286;p3"/>
            <p:cNvSpPr/>
            <p:nvPr/>
          </p:nvSpPr>
          <p:spPr>
            <a:xfrm>
              <a:off x="498700" y="102054"/>
              <a:ext cx="1052758" cy="994200"/>
            </a:xfrm>
            <a:custGeom>
              <a:avLst/>
              <a:gdLst/>
              <a:ahLst/>
              <a:cxnLst/>
              <a:rect l="l" t="t" r="r" b="b"/>
              <a:pathLst>
                <a:path w="21178" h="20000" extrusionOk="0">
                  <a:moveTo>
                    <a:pt x="1684" y="203"/>
                  </a:moveTo>
                  <a:lnTo>
                    <a:pt x="1886" y="270"/>
                  </a:lnTo>
                  <a:lnTo>
                    <a:pt x="2122" y="405"/>
                  </a:lnTo>
                  <a:lnTo>
                    <a:pt x="2189" y="405"/>
                  </a:lnTo>
                  <a:lnTo>
                    <a:pt x="2593" y="910"/>
                  </a:lnTo>
                  <a:lnTo>
                    <a:pt x="3031" y="1381"/>
                  </a:lnTo>
                  <a:lnTo>
                    <a:pt x="3469" y="1852"/>
                  </a:lnTo>
                  <a:lnTo>
                    <a:pt x="3974" y="2257"/>
                  </a:lnTo>
                  <a:lnTo>
                    <a:pt x="4950" y="3132"/>
                  </a:lnTo>
                  <a:lnTo>
                    <a:pt x="5926" y="3974"/>
                  </a:lnTo>
                  <a:lnTo>
                    <a:pt x="7071" y="5085"/>
                  </a:lnTo>
                  <a:lnTo>
                    <a:pt x="8216" y="6196"/>
                  </a:lnTo>
                  <a:lnTo>
                    <a:pt x="9394" y="7307"/>
                  </a:lnTo>
                  <a:lnTo>
                    <a:pt x="9967" y="7879"/>
                  </a:lnTo>
                  <a:lnTo>
                    <a:pt x="10573" y="8384"/>
                  </a:lnTo>
                  <a:lnTo>
                    <a:pt x="10606" y="8418"/>
                  </a:lnTo>
                  <a:lnTo>
                    <a:pt x="10640" y="8552"/>
                  </a:lnTo>
                  <a:lnTo>
                    <a:pt x="10606" y="8687"/>
                  </a:lnTo>
                  <a:lnTo>
                    <a:pt x="10573" y="8855"/>
                  </a:lnTo>
                  <a:lnTo>
                    <a:pt x="10472" y="9024"/>
                  </a:lnTo>
                  <a:lnTo>
                    <a:pt x="10270" y="9293"/>
                  </a:lnTo>
                  <a:lnTo>
                    <a:pt x="10068" y="9529"/>
                  </a:lnTo>
                  <a:lnTo>
                    <a:pt x="9832" y="9764"/>
                  </a:lnTo>
                  <a:lnTo>
                    <a:pt x="9630" y="10000"/>
                  </a:lnTo>
                  <a:lnTo>
                    <a:pt x="9495" y="10068"/>
                  </a:lnTo>
                  <a:lnTo>
                    <a:pt x="9361" y="10135"/>
                  </a:lnTo>
                  <a:lnTo>
                    <a:pt x="9226" y="10169"/>
                  </a:lnTo>
                  <a:lnTo>
                    <a:pt x="9058" y="10169"/>
                  </a:lnTo>
                  <a:lnTo>
                    <a:pt x="9058" y="10101"/>
                  </a:lnTo>
                  <a:lnTo>
                    <a:pt x="9024" y="10068"/>
                  </a:lnTo>
                  <a:lnTo>
                    <a:pt x="8687" y="9899"/>
                  </a:lnTo>
                  <a:lnTo>
                    <a:pt x="8384" y="9697"/>
                  </a:lnTo>
                  <a:lnTo>
                    <a:pt x="7812" y="9226"/>
                  </a:lnTo>
                  <a:lnTo>
                    <a:pt x="7273" y="8721"/>
                  </a:lnTo>
                  <a:lnTo>
                    <a:pt x="6734" y="8216"/>
                  </a:lnTo>
                  <a:lnTo>
                    <a:pt x="5657" y="7206"/>
                  </a:lnTo>
                  <a:lnTo>
                    <a:pt x="4647" y="6128"/>
                  </a:lnTo>
                  <a:lnTo>
                    <a:pt x="3570" y="5051"/>
                  </a:lnTo>
                  <a:lnTo>
                    <a:pt x="2492" y="4007"/>
                  </a:lnTo>
                  <a:lnTo>
                    <a:pt x="1381" y="2997"/>
                  </a:lnTo>
                  <a:lnTo>
                    <a:pt x="236" y="2021"/>
                  </a:lnTo>
                  <a:lnTo>
                    <a:pt x="236" y="1953"/>
                  </a:lnTo>
                  <a:lnTo>
                    <a:pt x="203" y="1785"/>
                  </a:lnTo>
                  <a:lnTo>
                    <a:pt x="203" y="1617"/>
                  </a:lnTo>
                  <a:lnTo>
                    <a:pt x="203" y="1448"/>
                  </a:lnTo>
                  <a:lnTo>
                    <a:pt x="236" y="1314"/>
                  </a:lnTo>
                  <a:lnTo>
                    <a:pt x="304" y="1179"/>
                  </a:lnTo>
                  <a:lnTo>
                    <a:pt x="371" y="1044"/>
                  </a:lnTo>
                  <a:lnTo>
                    <a:pt x="607" y="809"/>
                  </a:lnTo>
                  <a:lnTo>
                    <a:pt x="944" y="472"/>
                  </a:lnTo>
                  <a:lnTo>
                    <a:pt x="1112" y="337"/>
                  </a:lnTo>
                  <a:lnTo>
                    <a:pt x="1314" y="236"/>
                  </a:lnTo>
                  <a:lnTo>
                    <a:pt x="1482" y="203"/>
                  </a:lnTo>
                  <a:close/>
                  <a:moveTo>
                    <a:pt x="10775" y="8855"/>
                  </a:moveTo>
                  <a:lnTo>
                    <a:pt x="10943" y="8956"/>
                  </a:lnTo>
                  <a:lnTo>
                    <a:pt x="11111" y="9158"/>
                  </a:lnTo>
                  <a:lnTo>
                    <a:pt x="11381" y="9495"/>
                  </a:lnTo>
                  <a:lnTo>
                    <a:pt x="11583" y="9731"/>
                  </a:lnTo>
                  <a:lnTo>
                    <a:pt x="11785" y="9933"/>
                  </a:lnTo>
                  <a:lnTo>
                    <a:pt x="12256" y="10270"/>
                  </a:lnTo>
                  <a:lnTo>
                    <a:pt x="13030" y="10876"/>
                  </a:lnTo>
                  <a:lnTo>
                    <a:pt x="13805" y="11482"/>
                  </a:lnTo>
                  <a:lnTo>
                    <a:pt x="14545" y="12121"/>
                  </a:lnTo>
                  <a:lnTo>
                    <a:pt x="15286" y="12828"/>
                  </a:lnTo>
                  <a:lnTo>
                    <a:pt x="16498" y="14040"/>
                  </a:lnTo>
                  <a:lnTo>
                    <a:pt x="17744" y="15252"/>
                  </a:lnTo>
                  <a:lnTo>
                    <a:pt x="18922" y="16397"/>
                  </a:lnTo>
                  <a:lnTo>
                    <a:pt x="19528" y="16969"/>
                  </a:lnTo>
                  <a:lnTo>
                    <a:pt x="20168" y="17508"/>
                  </a:lnTo>
                  <a:lnTo>
                    <a:pt x="20067" y="17744"/>
                  </a:lnTo>
                  <a:lnTo>
                    <a:pt x="19899" y="17979"/>
                  </a:lnTo>
                  <a:lnTo>
                    <a:pt x="19562" y="18350"/>
                  </a:lnTo>
                  <a:lnTo>
                    <a:pt x="19225" y="18687"/>
                  </a:lnTo>
                  <a:lnTo>
                    <a:pt x="19023" y="18821"/>
                  </a:lnTo>
                  <a:lnTo>
                    <a:pt x="18821" y="18922"/>
                  </a:lnTo>
                  <a:lnTo>
                    <a:pt x="18821" y="18889"/>
                  </a:lnTo>
                  <a:lnTo>
                    <a:pt x="18754" y="18821"/>
                  </a:lnTo>
                  <a:lnTo>
                    <a:pt x="18417" y="18653"/>
                  </a:lnTo>
                  <a:lnTo>
                    <a:pt x="18081" y="18451"/>
                  </a:lnTo>
                  <a:lnTo>
                    <a:pt x="17778" y="18215"/>
                  </a:lnTo>
                  <a:lnTo>
                    <a:pt x="17508" y="17912"/>
                  </a:lnTo>
                  <a:lnTo>
                    <a:pt x="16969" y="17340"/>
                  </a:lnTo>
                  <a:lnTo>
                    <a:pt x="16464" y="16734"/>
                  </a:lnTo>
                  <a:lnTo>
                    <a:pt x="15858" y="16094"/>
                  </a:lnTo>
                  <a:lnTo>
                    <a:pt x="15219" y="15454"/>
                  </a:lnTo>
                  <a:lnTo>
                    <a:pt x="14545" y="14882"/>
                  </a:lnTo>
                  <a:lnTo>
                    <a:pt x="13838" y="14310"/>
                  </a:lnTo>
                  <a:lnTo>
                    <a:pt x="13603" y="14108"/>
                  </a:lnTo>
                  <a:lnTo>
                    <a:pt x="13401" y="13906"/>
                  </a:lnTo>
                  <a:lnTo>
                    <a:pt x="13199" y="13670"/>
                  </a:lnTo>
                  <a:lnTo>
                    <a:pt x="12963" y="13468"/>
                  </a:lnTo>
                  <a:lnTo>
                    <a:pt x="12593" y="13165"/>
                  </a:lnTo>
                  <a:lnTo>
                    <a:pt x="12256" y="12862"/>
                  </a:lnTo>
                  <a:lnTo>
                    <a:pt x="11549" y="12222"/>
                  </a:lnTo>
                  <a:lnTo>
                    <a:pt x="10876" y="11650"/>
                  </a:lnTo>
                  <a:lnTo>
                    <a:pt x="10573" y="11347"/>
                  </a:lnTo>
                  <a:lnTo>
                    <a:pt x="10270" y="11010"/>
                  </a:lnTo>
                  <a:lnTo>
                    <a:pt x="10101" y="10808"/>
                  </a:lnTo>
                  <a:lnTo>
                    <a:pt x="9933" y="10606"/>
                  </a:lnTo>
                  <a:lnTo>
                    <a:pt x="9731" y="10438"/>
                  </a:lnTo>
                  <a:lnTo>
                    <a:pt x="9495" y="10337"/>
                  </a:lnTo>
                  <a:lnTo>
                    <a:pt x="9731" y="10169"/>
                  </a:lnTo>
                  <a:lnTo>
                    <a:pt x="9933" y="9966"/>
                  </a:lnTo>
                  <a:lnTo>
                    <a:pt x="10236" y="9630"/>
                  </a:lnTo>
                  <a:lnTo>
                    <a:pt x="10539" y="9259"/>
                  </a:lnTo>
                  <a:lnTo>
                    <a:pt x="10674" y="9057"/>
                  </a:lnTo>
                  <a:lnTo>
                    <a:pt x="10775" y="8855"/>
                  </a:lnTo>
                  <a:close/>
                  <a:moveTo>
                    <a:pt x="20235" y="17912"/>
                  </a:moveTo>
                  <a:lnTo>
                    <a:pt x="20606" y="18283"/>
                  </a:lnTo>
                  <a:lnTo>
                    <a:pt x="20740" y="18451"/>
                  </a:lnTo>
                  <a:lnTo>
                    <a:pt x="20942" y="18586"/>
                  </a:lnTo>
                  <a:lnTo>
                    <a:pt x="20774" y="18956"/>
                  </a:lnTo>
                  <a:lnTo>
                    <a:pt x="20572" y="19259"/>
                  </a:lnTo>
                  <a:lnTo>
                    <a:pt x="20437" y="19427"/>
                  </a:lnTo>
                  <a:lnTo>
                    <a:pt x="20303" y="19528"/>
                  </a:lnTo>
                  <a:lnTo>
                    <a:pt x="20134" y="19663"/>
                  </a:lnTo>
                  <a:lnTo>
                    <a:pt x="19966" y="19764"/>
                  </a:lnTo>
                  <a:lnTo>
                    <a:pt x="19697" y="19528"/>
                  </a:lnTo>
                  <a:lnTo>
                    <a:pt x="19461" y="19293"/>
                  </a:lnTo>
                  <a:lnTo>
                    <a:pt x="19192" y="18990"/>
                  </a:lnTo>
                  <a:lnTo>
                    <a:pt x="19461" y="18788"/>
                  </a:lnTo>
                  <a:lnTo>
                    <a:pt x="19663" y="18586"/>
                  </a:lnTo>
                  <a:lnTo>
                    <a:pt x="19966" y="18283"/>
                  </a:lnTo>
                  <a:lnTo>
                    <a:pt x="20101" y="18081"/>
                  </a:lnTo>
                  <a:lnTo>
                    <a:pt x="20235" y="17912"/>
                  </a:lnTo>
                  <a:close/>
                  <a:moveTo>
                    <a:pt x="1449" y="1"/>
                  </a:moveTo>
                  <a:lnTo>
                    <a:pt x="1280" y="68"/>
                  </a:lnTo>
                  <a:lnTo>
                    <a:pt x="1078" y="169"/>
                  </a:lnTo>
                  <a:lnTo>
                    <a:pt x="708" y="405"/>
                  </a:lnTo>
                  <a:lnTo>
                    <a:pt x="539" y="573"/>
                  </a:lnTo>
                  <a:lnTo>
                    <a:pt x="371" y="741"/>
                  </a:lnTo>
                  <a:lnTo>
                    <a:pt x="236" y="910"/>
                  </a:lnTo>
                  <a:lnTo>
                    <a:pt x="135" y="1112"/>
                  </a:lnTo>
                  <a:lnTo>
                    <a:pt x="68" y="1280"/>
                  </a:lnTo>
                  <a:lnTo>
                    <a:pt x="1" y="1516"/>
                  </a:lnTo>
                  <a:lnTo>
                    <a:pt x="1" y="1718"/>
                  </a:lnTo>
                  <a:lnTo>
                    <a:pt x="68" y="1953"/>
                  </a:lnTo>
                  <a:lnTo>
                    <a:pt x="1" y="2021"/>
                  </a:lnTo>
                  <a:lnTo>
                    <a:pt x="34" y="2055"/>
                  </a:lnTo>
                  <a:lnTo>
                    <a:pt x="34" y="2088"/>
                  </a:lnTo>
                  <a:lnTo>
                    <a:pt x="1213" y="3098"/>
                  </a:lnTo>
                  <a:lnTo>
                    <a:pt x="2324" y="4142"/>
                  </a:lnTo>
                  <a:lnTo>
                    <a:pt x="3401" y="5186"/>
                  </a:lnTo>
                  <a:lnTo>
                    <a:pt x="4479" y="6297"/>
                  </a:lnTo>
                  <a:lnTo>
                    <a:pt x="5623" y="7441"/>
                  </a:lnTo>
                  <a:lnTo>
                    <a:pt x="6768" y="8552"/>
                  </a:lnTo>
                  <a:lnTo>
                    <a:pt x="7239" y="8990"/>
                  </a:lnTo>
                  <a:lnTo>
                    <a:pt x="7744" y="9428"/>
                  </a:lnTo>
                  <a:lnTo>
                    <a:pt x="8249" y="9865"/>
                  </a:lnTo>
                  <a:lnTo>
                    <a:pt x="8552" y="10034"/>
                  </a:lnTo>
                  <a:lnTo>
                    <a:pt x="8822" y="10202"/>
                  </a:lnTo>
                  <a:lnTo>
                    <a:pt x="8822" y="10236"/>
                  </a:lnTo>
                  <a:lnTo>
                    <a:pt x="8822" y="10270"/>
                  </a:lnTo>
                  <a:lnTo>
                    <a:pt x="8923" y="10371"/>
                  </a:lnTo>
                  <a:lnTo>
                    <a:pt x="9024" y="10404"/>
                  </a:lnTo>
                  <a:lnTo>
                    <a:pt x="9260" y="10404"/>
                  </a:lnTo>
                  <a:lnTo>
                    <a:pt x="9293" y="10438"/>
                  </a:lnTo>
                  <a:lnTo>
                    <a:pt x="9495" y="10539"/>
                  </a:lnTo>
                  <a:lnTo>
                    <a:pt x="9697" y="10640"/>
                  </a:lnTo>
                  <a:lnTo>
                    <a:pt x="9832" y="10775"/>
                  </a:lnTo>
                  <a:lnTo>
                    <a:pt x="10000" y="10943"/>
                  </a:lnTo>
                  <a:lnTo>
                    <a:pt x="10270" y="11313"/>
                  </a:lnTo>
                  <a:lnTo>
                    <a:pt x="10539" y="11650"/>
                  </a:lnTo>
                  <a:lnTo>
                    <a:pt x="10876" y="11953"/>
                  </a:lnTo>
                  <a:lnTo>
                    <a:pt x="11212" y="12222"/>
                  </a:lnTo>
                  <a:lnTo>
                    <a:pt x="11583" y="12525"/>
                  </a:lnTo>
                  <a:lnTo>
                    <a:pt x="11919" y="12828"/>
                  </a:lnTo>
                  <a:lnTo>
                    <a:pt x="13165" y="13939"/>
                  </a:lnTo>
                  <a:lnTo>
                    <a:pt x="13771" y="14512"/>
                  </a:lnTo>
                  <a:lnTo>
                    <a:pt x="14411" y="15050"/>
                  </a:lnTo>
                  <a:lnTo>
                    <a:pt x="15017" y="15589"/>
                  </a:lnTo>
                  <a:lnTo>
                    <a:pt x="15589" y="16161"/>
                  </a:lnTo>
                  <a:lnTo>
                    <a:pt x="16161" y="16734"/>
                  </a:lnTo>
                  <a:lnTo>
                    <a:pt x="16700" y="17340"/>
                  </a:lnTo>
                  <a:lnTo>
                    <a:pt x="17138" y="17845"/>
                  </a:lnTo>
                  <a:lnTo>
                    <a:pt x="17576" y="18316"/>
                  </a:lnTo>
                  <a:lnTo>
                    <a:pt x="17845" y="18552"/>
                  </a:lnTo>
                  <a:lnTo>
                    <a:pt x="18114" y="18754"/>
                  </a:lnTo>
                  <a:lnTo>
                    <a:pt x="18384" y="18922"/>
                  </a:lnTo>
                  <a:lnTo>
                    <a:pt x="18687" y="19057"/>
                  </a:lnTo>
                  <a:lnTo>
                    <a:pt x="18687" y="19091"/>
                  </a:lnTo>
                  <a:lnTo>
                    <a:pt x="18754" y="19124"/>
                  </a:lnTo>
                  <a:lnTo>
                    <a:pt x="18855" y="19124"/>
                  </a:lnTo>
                  <a:lnTo>
                    <a:pt x="19023" y="19091"/>
                  </a:lnTo>
                  <a:lnTo>
                    <a:pt x="19192" y="19293"/>
                  </a:lnTo>
                  <a:lnTo>
                    <a:pt x="19394" y="19495"/>
                  </a:lnTo>
                  <a:lnTo>
                    <a:pt x="19629" y="19730"/>
                  </a:lnTo>
                  <a:lnTo>
                    <a:pt x="19932" y="19966"/>
                  </a:lnTo>
                  <a:lnTo>
                    <a:pt x="19966" y="20000"/>
                  </a:lnTo>
                  <a:lnTo>
                    <a:pt x="20033" y="19966"/>
                  </a:lnTo>
                  <a:lnTo>
                    <a:pt x="20067" y="19932"/>
                  </a:lnTo>
                  <a:lnTo>
                    <a:pt x="20067" y="19899"/>
                  </a:lnTo>
                  <a:lnTo>
                    <a:pt x="20269" y="19831"/>
                  </a:lnTo>
                  <a:lnTo>
                    <a:pt x="20437" y="19730"/>
                  </a:lnTo>
                  <a:lnTo>
                    <a:pt x="20606" y="19596"/>
                  </a:lnTo>
                  <a:lnTo>
                    <a:pt x="20740" y="19427"/>
                  </a:lnTo>
                  <a:lnTo>
                    <a:pt x="20875" y="19225"/>
                  </a:lnTo>
                  <a:lnTo>
                    <a:pt x="21010" y="19023"/>
                  </a:lnTo>
                  <a:lnTo>
                    <a:pt x="21077" y="18821"/>
                  </a:lnTo>
                  <a:lnTo>
                    <a:pt x="21144" y="18619"/>
                  </a:lnTo>
                  <a:lnTo>
                    <a:pt x="21144" y="18552"/>
                  </a:lnTo>
                  <a:lnTo>
                    <a:pt x="21178" y="18485"/>
                  </a:lnTo>
                  <a:lnTo>
                    <a:pt x="21144" y="18417"/>
                  </a:lnTo>
                  <a:lnTo>
                    <a:pt x="21043" y="18417"/>
                  </a:lnTo>
                  <a:lnTo>
                    <a:pt x="20707" y="18114"/>
                  </a:lnTo>
                  <a:lnTo>
                    <a:pt x="20505" y="17912"/>
                  </a:lnTo>
                  <a:lnTo>
                    <a:pt x="20303" y="17710"/>
                  </a:lnTo>
                  <a:lnTo>
                    <a:pt x="20336" y="17643"/>
                  </a:lnTo>
                  <a:lnTo>
                    <a:pt x="20437" y="17643"/>
                  </a:lnTo>
                  <a:lnTo>
                    <a:pt x="20471" y="17609"/>
                  </a:lnTo>
                  <a:lnTo>
                    <a:pt x="20505" y="17508"/>
                  </a:lnTo>
                  <a:lnTo>
                    <a:pt x="20437" y="17441"/>
                  </a:lnTo>
                  <a:lnTo>
                    <a:pt x="19697" y="16801"/>
                  </a:lnTo>
                  <a:lnTo>
                    <a:pt x="18956" y="16161"/>
                  </a:lnTo>
                  <a:lnTo>
                    <a:pt x="17576" y="14781"/>
                  </a:lnTo>
                  <a:lnTo>
                    <a:pt x="16229" y="13468"/>
                  </a:lnTo>
                  <a:lnTo>
                    <a:pt x="14916" y="12189"/>
                  </a:lnTo>
                  <a:lnTo>
                    <a:pt x="14579" y="11852"/>
                  </a:lnTo>
                  <a:lnTo>
                    <a:pt x="14209" y="11549"/>
                  </a:lnTo>
                  <a:lnTo>
                    <a:pt x="13468" y="10977"/>
                  </a:lnTo>
                  <a:lnTo>
                    <a:pt x="11987" y="9865"/>
                  </a:lnTo>
                  <a:lnTo>
                    <a:pt x="11852" y="9731"/>
                  </a:lnTo>
                  <a:lnTo>
                    <a:pt x="11717" y="9562"/>
                  </a:lnTo>
                  <a:lnTo>
                    <a:pt x="11414" y="9226"/>
                  </a:lnTo>
                  <a:lnTo>
                    <a:pt x="11111" y="8889"/>
                  </a:lnTo>
                  <a:lnTo>
                    <a:pt x="10977" y="8754"/>
                  </a:lnTo>
                  <a:lnTo>
                    <a:pt x="10808" y="8687"/>
                  </a:lnTo>
                  <a:lnTo>
                    <a:pt x="10808" y="8519"/>
                  </a:lnTo>
                  <a:lnTo>
                    <a:pt x="10775" y="8350"/>
                  </a:lnTo>
                  <a:lnTo>
                    <a:pt x="10775" y="8283"/>
                  </a:lnTo>
                  <a:lnTo>
                    <a:pt x="10741" y="8249"/>
                  </a:lnTo>
                  <a:lnTo>
                    <a:pt x="10169" y="7711"/>
                  </a:lnTo>
                  <a:lnTo>
                    <a:pt x="9563" y="7206"/>
                  </a:lnTo>
                  <a:lnTo>
                    <a:pt x="8451" y="6128"/>
                  </a:lnTo>
                  <a:lnTo>
                    <a:pt x="7340" y="5051"/>
                  </a:lnTo>
                  <a:lnTo>
                    <a:pt x="6229" y="3974"/>
                  </a:lnTo>
                  <a:lnTo>
                    <a:pt x="5219" y="3065"/>
                  </a:lnTo>
                  <a:lnTo>
                    <a:pt x="4209" y="2156"/>
                  </a:lnTo>
                  <a:lnTo>
                    <a:pt x="3233" y="1246"/>
                  </a:lnTo>
                  <a:lnTo>
                    <a:pt x="2728" y="775"/>
                  </a:lnTo>
                  <a:lnTo>
                    <a:pt x="2290" y="270"/>
                  </a:lnTo>
                  <a:lnTo>
                    <a:pt x="2257" y="236"/>
                  </a:lnTo>
                  <a:lnTo>
                    <a:pt x="2223" y="236"/>
                  </a:lnTo>
                  <a:lnTo>
                    <a:pt x="2021" y="102"/>
                  </a:lnTo>
                  <a:lnTo>
                    <a:pt x="1819" y="34"/>
                  </a:lnTo>
                  <a:lnTo>
                    <a:pt x="165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87" name="Google Shape;287;p3"/>
          <p:cNvGrpSpPr/>
          <p:nvPr/>
        </p:nvGrpSpPr>
        <p:grpSpPr>
          <a:xfrm>
            <a:off x="-41" y="2235955"/>
            <a:ext cx="855310" cy="1044407"/>
            <a:chOff x="-41" y="2235955"/>
            <a:chExt cx="855310" cy="1044407"/>
          </a:xfrm>
        </p:grpSpPr>
        <p:sp>
          <p:nvSpPr>
            <p:cNvPr id="288" name="Google Shape;288;p3"/>
            <p:cNvSpPr/>
            <p:nvPr/>
          </p:nvSpPr>
          <p:spPr>
            <a:xfrm>
              <a:off x="23422" y="2476949"/>
              <a:ext cx="569080" cy="579122"/>
            </a:xfrm>
            <a:custGeom>
              <a:avLst/>
              <a:gdLst/>
              <a:ahLst/>
              <a:cxnLst/>
              <a:rect l="l" t="t" r="r" b="b"/>
              <a:pathLst>
                <a:path w="11448" h="11650" extrusionOk="0">
                  <a:moveTo>
                    <a:pt x="6532" y="371"/>
                  </a:moveTo>
                  <a:lnTo>
                    <a:pt x="7138" y="438"/>
                  </a:lnTo>
                  <a:lnTo>
                    <a:pt x="7710" y="607"/>
                  </a:lnTo>
                  <a:lnTo>
                    <a:pt x="8282" y="842"/>
                  </a:lnTo>
                  <a:lnTo>
                    <a:pt x="8787" y="1112"/>
                  </a:lnTo>
                  <a:lnTo>
                    <a:pt x="8484" y="1213"/>
                  </a:lnTo>
                  <a:lnTo>
                    <a:pt x="8484" y="1145"/>
                  </a:lnTo>
                  <a:lnTo>
                    <a:pt x="8417" y="1112"/>
                  </a:lnTo>
                  <a:lnTo>
                    <a:pt x="7845" y="1044"/>
                  </a:lnTo>
                  <a:lnTo>
                    <a:pt x="7306" y="1044"/>
                  </a:lnTo>
                  <a:lnTo>
                    <a:pt x="7508" y="977"/>
                  </a:lnTo>
                  <a:lnTo>
                    <a:pt x="7676" y="842"/>
                  </a:lnTo>
                  <a:lnTo>
                    <a:pt x="7744" y="809"/>
                  </a:lnTo>
                  <a:lnTo>
                    <a:pt x="7744" y="741"/>
                  </a:lnTo>
                  <a:lnTo>
                    <a:pt x="7710" y="674"/>
                  </a:lnTo>
                  <a:lnTo>
                    <a:pt x="7676" y="640"/>
                  </a:lnTo>
                  <a:lnTo>
                    <a:pt x="7373" y="573"/>
                  </a:lnTo>
                  <a:lnTo>
                    <a:pt x="7037" y="573"/>
                  </a:lnTo>
                  <a:lnTo>
                    <a:pt x="6700" y="607"/>
                  </a:lnTo>
                  <a:lnTo>
                    <a:pt x="6363" y="674"/>
                  </a:lnTo>
                  <a:lnTo>
                    <a:pt x="5690" y="809"/>
                  </a:lnTo>
                  <a:lnTo>
                    <a:pt x="5084" y="977"/>
                  </a:lnTo>
                  <a:lnTo>
                    <a:pt x="4641" y="1117"/>
                  </a:lnTo>
                  <a:lnTo>
                    <a:pt x="5185" y="910"/>
                  </a:lnTo>
                  <a:lnTo>
                    <a:pt x="5892" y="674"/>
                  </a:lnTo>
                  <a:lnTo>
                    <a:pt x="6532" y="371"/>
                  </a:lnTo>
                  <a:close/>
                  <a:moveTo>
                    <a:pt x="8922" y="1347"/>
                  </a:moveTo>
                  <a:lnTo>
                    <a:pt x="8720" y="1482"/>
                  </a:lnTo>
                  <a:lnTo>
                    <a:pt x="8451" y="1617"/>
                  </a:lnTo>
                  <a:lnTo>
                    <a:pt x="7946" y="1819"/>
                  </a:lnTo>
                  <a:lnTo>
                    <a:pt x="6936" y="2189"/>
                  </a:lnTo>
                  <a:lnTo>
                    <a:pt x="5724" y="2661"/>
                  </a:lnTo>
                  <a:lnTo>
                    <a:pt x="7104" y="2088"/>
                  </a:lnTo>
                  <a:lnTo>
                    <a:pt x="7979" y="1684"/>
                  </a:lnTo>
                  <a:lnTo>
                    <a:pt x="8451" y="1482"/>
                  </a:lnTo>
                  <a:lnTo>
                    <a:pt x="8922" y="1347"/>
                  </a:lnTo>
                  <a:close/>
                  <a:moveTo>
                    <a:pt x="5959" y="405"/>
                  </a:moveTo>
                  <a:lnTo>
                    <a:pt x="5454" y="607"/>
                  </a:lnTo>
                  <a:lnTo>
                    <a:pt x="4882" y="775"/>
                  </a:lnTo>
                  <a:lnTo>
                    <a:pt x="3805" y="1179"/>
                  </a:lnTo>
                  <a:lnTo>
                    <a:pt x="3300" y="1415"/>
                  </a:lnTo>
                  <a:lnTo>
                    <a:pt x="2795" y="1684"/>
                  </a:lnTo>
                  <a:lnTo>
                    <a:pt x="2323" y="1987"/>
                  </a:lnTo>
                  <a:lnTo>
                    <a:pt x="2088" y="2155"/>
                  </a:lnTo>
                  <a:lnTo>
                    <a:pt x="1885" y="2357"/>
                  </a:lnTo>
                  <a:lnTo>
                    <a:pt x="1852" y="2425"/>
                  </a:lnTo>
                  <a:lnTo>
                    <a:pt x="1885" y="2492"/>
                  </a:lnTo>
                  <a:lnTo>
                    <a:pt x="1953" y="2560"/>
                  </a:lnTo>
                  <a:lnTo>
                    <a:pt x="2020" y="2526"/>
                  </a:lnTo>
                  <a:lnTo>
                    <a:pt x="2694" y="2189"/>
                  </a:lnTo>
                  <a:lnTo>
                    <a:pt x="3333" y="1886"/>
                  </a:lnTo>
                  <a:lnTo>
                    <a:pt x="4007" y="1617"/>
                  </a:lnTo>
                  <a:lnTo>
                    <a:pt x="4714" y="1347"/>
                  </a:lnTo>
                  <a:lnTo>
                    <a:pt x="5387" y="1145"/>
                  </a:lnTo>
                  <a:lnTo>
                    <a:pt x="6094" y="1011"/>
                  </a:lnTo>
                  <a:lnTo>
                    <a:pt x="6633" y="876"/>
                  </a:lnTo>
                  <a:lnTo>
                    <a:pt x="6936" y="842"/>
                  </a:lnTo>
                  <a:lnTo>
                    <a:pt x="7239" y="809"/>
                  </a:lnTo>
                  <a:lnTo>
                    <a:pt x="6902" y="943"/>
                  </a:lnTo>
                  <a:lnTo>
                    <a:pt x="6599" y="1011"/>
                  </a:lnTo>
                  <a:lnTo>
                    <a:pt x="5959" y="1179"/>
                  </a:lnTo>
                  <a:lnTo>
                    <a:pt x="5185" y="1415"/>
                  </a:lnTo>
                  <a:lnTo>
                    <a:pt x="4411" y="1684"/>
                  </a:lnTo>
                  <a:lnTo>
                    <a:pt x="3737" y="1920"/>
                  </a:lnTo>
                  <a:lnTo>
                    <a:pt x="3064" y="2155"/>
                  </a:lnTo>
                  <a:lnTo>
                    <a:pt x="2357" y="2391"/>
                  </a:lnTo>
                  <a:lnTo>
                    <a:pt x="1986" y="2560"/>
                  </a:lnTo>
                  <a:lnTo>
                    <a:pt x="1650" y="2728"/>
                  </a:lnTo>
                  <a:lnTo>
                    <a:pt x="1313" y="2930"/>
                  </a:lnTo>
                  <a:lnTo>
                    <a:pt x="1044" y="3166"/>
                  </a:lnTo>
                  <a:lnTo>
                    <a:pt x="1347" y="2694"/>
                  </a:lnTo>
                  <a:lnTo>
                    <a:pt x="1717" y="2256"/>
                  </a:lnTo>
                  <a:lnTo>
                    <a:pt x="2088" y="1852"/>
                  </a:lnTo>
                  <a:lnTo>
                    <a:pt x="2525" y="1482"/>
                  </a:lnTo>
                  <a:lnTo>
                    <a:pt x="2997" y="1145"/>
                  </a:lnTo>
                  <a:lnTo>
                    <a:pt x="3502" y="876"/>
                  </a:lnTo>
                  <a:lnTo>
                    <a:pt x="4007" y="640"/>
                  </a:lnTo>
                  <a:lnTo>
                    <a:pt x="4545" y="438"/>
                  </a:lnTo>
                  <a:lnTo>
                    <a:pt x="4040" y="640"/>
                  </a:lnTo>
                  <a:lnTo>
                    <a:pt x="3535" y="876"/>
                  </a:lnTo>
                  <a:lnTo>
                    <a:pt x="3064" y="1145"/>
                  </a:lnTo>
                  <a:lnTo>
                    <a:pt x="2626" y="1448"/>
                  </a:lnTo>
                  <a:lnTo>
                    <a:pt x="2593" y="1516"/>
                  </a:lnTo>
                  <a:lnTo>
                    <a:pt x="2593" y="1583"/>
                  </a:lnTo>
                  <a:lnTo>
                    <a:pt x="2626" y="1617"/>
                  </a:lnTo>
                  <a:lnTo>
                    <a:pt x="2727" y="1617"/>
                  </a:lnTo>
                  <a:lnTo>
                    <a:pt x="3401" y="1213"/>
                  </a:lnTo>
                  <a:lnTo>
                    <a:pt x="4108" y="842"/>
                  </a:lnTo>
                  <a:lnTo>
                    <a:pt x="4579" y="674"/>
                  </a:lnTo>
                  <a:lnTo>
                    <a:pt x="5017" y="539"/>
                  </a:lnTo>
                  <a:lnTo>
                    <a:pt x="5488" y="438"/>
                  </a:lnTo>
                  <a:lnTo>
                    <a:pt x="5959" y="405"/>
                  </a:lnTo>
                  <a:close/>
                  <a:moveTo>
                    <a:pt x="2323" y="2728"/>
                  </a:moveTo>
                  <a:lnTo>
                    <a:pt x="2054" y="2863"/>
                  </a:lnTo>
                  <a:lnTo>
                    <a:pt x="1683" y="3098"/>
                  </a:lnTo>
                  <a:lnTo>
                    <a:pt x="1313" y="3334"/>
                  </a:lnTo>
                  <a:lnTo>
                    <a:pt x="1347" y="3267"/>
                  </a:lnTo>
                  <a:lnTo>
                    <a:pt x="1380" y="3199"/>
                  </a:lnTo>
                  <a:lnTo>
                    <a:pt x="1414" y="3166"/>
                  </a:lnTo>
                  <a:lnTo>
                    <a:pt x="1515" y="3132"/>
                  </a:lnTo>
                  <a:lnTo>
                    <a:pt x="1818" y="2964"/>
                  </a:lnTo>
                  <a:lnTo>
                    <a:pt x="2323" y="2728"/>
                  </a:lnTo>
                  <a:close/>
                  <a:moveTo>
                    <a:pt x="6599" y="2021"/>
                  </a:moveTo>
                  <a:lnTo>
                    <a:pt x="5387" y="2526"/>
                  </a:lnTo>
                  <a:lnTo>
                    <a:pt x="4242" y="2997"/>
                  </a:lnTo>
                  <a:lnTo>
                    <a:pt x="3064" y="3502"/>
                  </a:lnTo>
                  <a:lnTo>
                    <a:pt x="2660" y="3704"/>
                  </a:lnTo>
                  <a:lnTo>
                    <a:pt x="2256" y="3974"/>
                  </a:lnTo>
                  <a:lnTo>
                    <a:pt x="1852" y="4209"/>
                  </a:lnTo>
                  <a:lnTo>
                    <a:pt x="1414" y="4445"/>
                  </a:lnTo>
                  <a:lnTo>
                    <a:pt x="1751" y="4176"/>
                  </a:lnTo>
                  <a:lnTo>
                    <a:pt x="2088" y="3906"/>
                  </a:lnTo>
                  <a:lnTo>
                    <a:pt x="2424" y="3671"/>
                  </a:lnTo>
                  <a:lnTo>
                    <a:pt x="2828" y="3469"/>
                  </a:lnTo>
                  <a:lnTo>
                    <a:pt x="3603" y="3132"/>
                  </a:lnTo>
                  <a:lnTo>
                    <a:pt x="4377" y="2829"/>
                  </a:lnTo>
                  <a:lnTo>
                    <a:pt x="6498" y="2054"/>
                  </a:lnTo>
                  <a:lnTo>
                    <a:pt x="6599" y="2021"/>
                  </a:lnTo>
                  <a:close/>
                  <a:moveTo>
                    <a:pt x="9225" y="1415"/>
                  </a:moveTo>
                  <a:lnTo>
                    <a:pt x="9562" y="1718"/>
                  </a:lnTo>
                  <a:lnTo>
                    <a:pt x="9898" y="2054"/>
                  </a:lnTo>
                  <a:lnTo>
                    <a:pt x="10201" y="2425"/>
                  </a:lnTo>
                  <a:lnTo>
                    <a:pt x="10471" y="2795"/>
                  </a:lnTo>
                  <a:lnTo>
                    <a:pt x="10437" y="2795"/>
                  </a:lnTo>
                  <a:lnTo>
                    <a:pt x="10100" y="2829"/>
                  </a:lnTo>
                  <a:lnTo>
                    <a:pt x="9797" y="2896"/>
                  </a:lnTo>
                  <a:lnTo>
                    <a:pt x="9494" y="3031"/>
                  </a:lnTo>
                  <a:lnTo>
                    <a:pt x="9158" y="3166"/>
                  </a:lnTo>
                  <a:lnTo>
                    <a:pt x="8585" y="3469"/>
                  </a:lnTo>
                  <a:lnTo>
                    <a:pt x="8013" y="3805"/>
                  </a:lnTo>
                  <a:lnTo>
                    <a:pt x="7979" y="3805"/>
                  </a:lnTo>
                  <a:lnTo>
                    <a:pt x="5185" y="5118"/>
                  </a:lnTo>
                  <a:lnTo>
                    <a:pt x="4377" y="5455"/>
                  </a:lnTo>
                  <a:lnTo>
                    <a:pt x="4949" y="5118"/>
                  </a:lnTo>
                  <a:lnTo>
                    <a:pt x="6801" y="4007"/>
                  </a:lnTo>
                  <a:lnTo>
                    <a:pt x="7575" y="3772"/>
                  </a:lnTo>
                  <a:lnTo>
                    <a:pt x="8350" y="3469"/>
                  </a:lnTo>
                  <a:lnTo>
                    <a:pt x="9090" y="3166"/>
                  </a:lnTo>
                  <a:lnTo>
                    <a:pt x="9461" y="2964"/>
                  </a:lnTo>
                  <a:lnTo>
                    <a:pt x="9831" y="2762"/>
                  </a:lnTo>
                  <a:lnTo>
                    <a:pt x="9865" y="2694"/>
                  </a:lnTo>
                  <a:lnTo>
                    <a:pt x="9898" y="2627"/>
                  </a:lnTo>
                  <a:lnTo>
                    <a:pt x="9831" y="2560"/>
                  </a:lnTo>
                  <a:lnTo>
                    <a:pt x="9764" y="2526"/>
                  </a:lnTo>
                  <a:lnTo>
                    <a:pt x="9326" y="2593"/>
                  </a:lnTo>
                  <a:lnTo>
                    <a:pt x="8888" y="2694"/>
                  </a:lnTo>
                  <a:lnTo>
                    <a:pt x="8451" y="2829"/>
                  </a:lnTo>
                  <a:lnTo>
                    <a:pt x="8047" y="3031"/>
                  </a:lnTo>
                  <a:lnTo>
                    <a:pt x="7609" y="3199"/>
                  </a:lnTo>
                  <a:lnTo>
                    <a:pt x="7205" y="3435"/>
                  </a:lnTo>
                  <a:lnTo>
                    <a:pt x="6397" y="3906"/>
                  </a:lnTo>
                  <a:lnTo>
                    <a:pt x="5623" y="4176"/>
                  </a:lnTo>
                  <a:lnTo>
                    <a:pt x="4815" y="4445"/>
                  </a:lnTo>
                  <a:lnTo>
                    <a:pt x="4815" y="4445"/>
                  </a:lnTo>
                  <a:lnTo>
                    <a:pt x="6565" y="3502"/>
                  </a:lnTo>
                  <a:lnTo>
                    <a:pt x="7710" y="2896"/>
                  </a:lnTo>
                  <a:lnTo>
                    <a:pt x="8215" y="2627"/>
                  </a:lnTo>
                  <a:lnTo>
                    <a:pt x="8855" y="2425"/>
                  </a:lnTo>
                  <a:lnTo>
                    <a:pt x="9158" y="2290"/>
                  </a:lnTo>
                  <a:lnTo>
                    <a:pt x="9461" y="2155"/>
                  </a:lnTo>
                  <a:lnTo>
                    <a:pt x="9528" y="2122"/>
                  </a:lnTo>
                  <a:lnTo>
                    <a:pt x="9528" y="2021"/>
                  </a:lnTo>
                  <a:lnTo>
                    <a:pt x="9494" y="1953"/>
                  </a:lnTo>
                  <a:lnTo>
                    <a:pt x="9393" y="1920"/>
                  </a:lnTo>
                  <a:lnTo>
                    <a:pt x="9057" y="1987"/>
                  </a:lnTo>
                  <a:lnTo>
                    <a:pt x="8686" y="2088"/>
                  </a:lnTo>
                  <a:lnTo>
                    <a:pt x="8350" y="2256"/>
                  </a:lnTo>
                  <a:lnTo>
                    <a:pt x="8013" y="2425"/>
                  </a:lnTo>
                  <a:lnTo>
                    <a:pt x="7508" y="2593"/>
                  </a:lnTo>
                  <a:lnTo>
                    <a:pt x="7037" y="2762"/>
                  </a:lnTo>
                  <a:lnTo>
                    <a:pt x="5959" y="3199"/>
                  </a:lnTo>
                  <a:lnTo>
                    <a:pt x="4882" y="3671"/>
                  </a:lnTo>
                  <a:lnTo>
                    <a:pt x="2559" y="4782"/>
                  </a:lnTo>
                  <a:lnTo>
                    <a:pt x="1852" y="5152"/>
                  </a:lnTo>
                  <a:lnTo>
                    <a:pt x="1111" y="5522"/>
                  </a:lnTo>
                  <a:lnTo>
                    <a:pt x="1111" y="5522"/>
                  </a:lnTo>
                  <a:lnTo>
                    <a:pt x="2323" y="4613"/>
                  </a:lnTo>
                  <a:lnTo>
                    <a:pt x="2963" y="4209"/>
                  </a:lnTo>
                  <a:lnTo>
                    <a:pt x="3603" y="3839"/>
                  </a:lnTo>
                  <a:lnTo>
                    <a:pt x="4276" y="3502"/>
                  </a:lnTo>
                  <a:lnTo>
                    <a:pt x="4949" y="3199"/>
                  </a:lnTo>
                  <a:lnTo>
                    <a:pt x="6330" y="2694"/>
                  </a:lnTo>
                  <a:lnTo>
                    <a:pt x="7676" y="2189"/>
                  </a:lnTo>
                  <a:lnTo>
                    <a:pt x="8484" y="1852"/>
                  </a:lnTo>
                  <a:lnTo>
                    <a:pt x="8888" y="1684"/>
                  </a:lnTo>
                  <a:lnTo>
                    <a:pt x="9225" y="1415"/>
                  </a:lnTo>
                  <a:close/>
                  <a:moveTo>
                    <a:pt x="7441" y="1280"/>
                  </a:moveTo>
                  <a:lnTo>
                    <a:pt x="7946" y="1314"/>
                  </a:lnTo>
                  <a:lnTo>
                    <a:pt x="7171" y="1549"/>
                  </a:lnTo>
                  <a:lnTo>
                    <a:pt x="5926" y="1987"/>
                  </a:lnTo>
                  <a:lnTo>
                    <a:pt x="3805" y="2795"/>
                  </a:lnTo>
                  <a:lnTo>
                    <a:pt x="2997" y="3132"/>
                  </a:lnTo>
                  <a:lnTo>
                    <a:pt x="2626" y="3300"/>
                  </a:lnTo>
                  <a:lnTo>
                    <a:pt x="2222" y="3536"/>
                  </a:lnTo>
                  <a:lnTo>
                    <a:pt x="1852" y="3772"/>
                  </a:lnTo>
                  <a:lnTo>
                    <a:pt x="1515" y="4041"/>
                  </a:lnTo>
                  <a:lnTo>
                    <a:pt x="1178" y="4344"/>
                  </a:lnTo>
                  <a:lnTo>
                    <a:pt x="909" y="4681"/>
                  </a:lnTo>
                  <a:lnTo>
                    <a:pt x="875" y="4748"/>
                  </a:lnTo>
                  <a:lnTo>
                    <a:pt x="909" y="4815"/>
                  </a:lnTo>
                  <a:lnTo>
                    <a:pt x="976" y="4849"/>
                  </a:lnTo>
                  <a:lnTo>
                    <a:pt x="1044" y="4849"/>
                  </a:lnTo>
                  <a:lnTo>
                    <a:pt x="1246" y="4782"/>
                  </a:lnTo>
                  <a:lnTo>
                    <a:pt x="1448" y="4714"/>
                  </a:lnTo>
                  <a:lnTo>
                    <a:pt x="1818" y="4512"/>
                  </a:lnTo>
                  <a:lnTo>
                    <a:pt x="2155" y="4277"/>
                  </a:lnTo>
                  <a:lnTo>
                    <a:pt x="2525" y="4041"/>
                  </a:lnTo>
                  <a:lnTo>
                    <a:pt x="3064" y="3772"/>
                  </a:lnTo>
                  <a:lnTo>
                    <a:pt x="3603" y="3536"/>
                  </a:lnTo>
                  <a:lnTo>
                    <a:pt x="3165" y="3805"/>
                  </a:lnTo>
                  <a:lnTo>
                    <a:pt x="2727" y="4041"/>
                  </a:lnTo>
                  <a:lnTo>
                    <a:pt x="1919" y="4613"/>
                  </a:lnTo>
                  <a:lnTo>
                    <a:pt x="1111" y="5186"/>
                  </a:lnTo>
                  <a:lnTo>
                    <a:pt x="269" y="5758"/>
                  </a:lnTo>
                  <a:lnTo>
                    <a:pt x="269" y="5724"/>
                  </a:lnTo>
                  <a:lnTo>
                    <a:pt x="303" y="5152"/>
                  </a:lnTo>
                  <a:lnTo>
                    <a:pt x="438" y="4613"/>
                  </a:lnTo>
                  <a:lnTo>
                    <a:pt x="606" y="4075"/>
                  </a:lnTo>
                  <a:lnTo>
                    <a:pt x="808" y="3570"/>
                  </a:lnTo>
                  <a:lnTo>
                    <a:pt x="842" y="3603"/>
                  </a:lnTo>
                  <a:lnTo>
                    <a:pt x="976" y="3637"/>
                  </a:lnTo>
                  <a:lnTo>
                    <a:pt x="1212" y="3637"/>
                  </a:lnTo>
                  <a:lnTo>
                    <a:pt x="1313" y="3603"/>
                  </a:lnTo>
                  <a:lnTo>
                    <a:pt x="1549" y="3469"/>
                  </a:lnTo>
                  <a:lnTo>
                    <a:pt x="1784" y="3334"/>
                  </a:lnTo>
                  <a:lnTo>
                    <a:pt x="2828" y="2728"/>
                  </a:lnTo>
                  <a:lnTo>
                    <a:pt x="3333" y="2425"/>
                  </a:lnTo>
                  <a:lnTo>
                    <a:pt x="3872" y="2189"/>
                  </a:lnTo>
                  <a:lnTo>
                    <a:pt x="4848" y="1819"/>
                  </a:lnTo>
                  <a:lnTo>
                    <a:pt x="5353" y="1650"/>
                  </a:lnTo>
                  <a:lnTo>
                    <a:pt x="5858" y="1516"/>
                  </a:lnTo>
                  <a:lnTo>
                    <a:pt x="6397" y="1415"/>
                  </a:lnTo>
                  <a:lnTo>
                    <a:pt x="6902" y="1314"/>
                  </a:lnTo>
                  <a:lnTo>
                    <a:pt x="7441" y="1280"/>
                  </a:lnTo>
                  <a:close/>
                  <a:moveTo>
                    <a:pt x="8047" y="5522"/>
                  </a:moveTo>
                  <a:lnTo>
                    <a:pt x="7609" y="5758"/>
                  </a:lnTo>
                  <a:lnTo>
                    <a:pt x="7171" y="5960"/>
                  </a:lnTo>
                  <a:lnTo>
                    <a:pt x="6262" y="6297"/>
                  </a:lnTo>
                  <a:lnTo>
                    <a:pt x="6262" y="6297"/>
                  </a:lnTo>
                  <a:lnTo>
                    <a:pt x="6700" y="6095"/>
                  </a:lnTo>
                  <a:lnTo>
                    <a:pt x="7138" y="5893"/>
                  </a:lnTo>
                  <a:lnTo>
                    <a:pt x="8047" y="5522"/>
                  </a:lnTo>
                  <a:close/>
                  <a:moveTo>
                    <a:pt x="10572" y="2964"/>
                  </a:moveTo>
                  <a:lnTo>
                    <a:pt x="10707" y="3233"/>
                  </a:lnTo>
                  <a:lnTo>
                    <a:pt x="10606" y="3233"/>
                  </a:lnTo>
                  <a:lnTo>
                    <a:pt x="9966" y="3502"/>
                  </a:lnTo>
                  <a:lnTo>
                    <a:pt x="9326" y="3772"/>
                  </a:lnTo>
                  <a:lnTo>
                    <a:pt x="8047" y="4378"/>
                  </a:lnTo>
                  <a:lnTo>
                    <a:pt x="6801" y="5017"/>
                  </a:lnTo>
                  <a:lnTo>
                    <a:pt x="6161" y="5320"/>
                  </a:lnTo>
                  <a:lnTo>
                    <a:pt x="5522" y="5623"/>
                  </a:lnTo>
                  <a:lnTo>
                    <a:pt x="4175" y="6229"/>
                  </a:lnTo>
                  <a:lnTo>
                    <a:pt x="2828" y="6835"/>
                  </a:lnTo>
                  <a:lnTo>
                    <a:pt x="2189" y="7138"/>
                  </a:lnTo>
                  <a:lnTo>
                    <a:pt x="2896" y="6701"/>
                  </a:lnTo>
                  <a:lnTo>
                    <a:pt x="3603" y="6297"/>
                  </a:lnTo>
                  <a:lnTo>
                    <a:pt x="4343" y="5926"/>
                  </a:lnTo>
                  <a:lnTo>
                    <a:pt x="5118" y="5590"/>
                  </a:lnTo>
                  <a:lnTo>
                    <a:pt x="6296" y="5051"/>
                  </a:lnTo>
                  <a:lnTo>
                    <a:pt x="7474" y="4411"/>
                  </a:lnTo>
                  <a:lnTo>
                    <a:pt x="7979" y="4108"/>
                  </a:lnTo>
                  <a:lnTo>
                    <a:pt x="8619" y="3839"/>
                  </a:lnTo>
                  <a:lnTo>
                    <a:pt x="9259" y="3570"/>
                  </a:lnTo>
                  <a:lnTo>
                    <a:pt x="9865" y="3334"/>
                  </a:lnTo>
                  <a:lnTo>
                    <a:pt x="10505" y="3065"/>
                  </a:lnTo>
                  <a:lnTo>
                    <a:pt x="10538" y="2997"/>
                  </a:lnTo>
                  <a:lnTo>
                    <a:pt x="10572" y="2964"/>
                  </a:lnTo>
                  <a:close/>
                  <a:moveTo>
                    <a:pt x="6296" y="3334"/>
                  </a:moveTo>
                  <a:lnTo>
                    <a:pt x="4815" y="4142"/>
                  </a:lnTo>
                  <a:lnTo>
                    <a:pt x="3737" y="4681"/>
                  </a:lnTo>
                  <a:lnTo>
                    <a:pt x="2626" y="5219"/>
                  </a:lnTo>
                  <a:lnTo>
                    <a:pt x="2189" y="5489"/>
                  </a:lnTo>
                  <a:lnTo>
                    <a:pt x="1751" y="5792"/>
                  </a:lnTo>
                  <a:lnTo>
                    <a:pt x="1616" y="5926"/>
                  </a:lnTo>
                  <a:lnTo>
                    <a:pt x="1380" y="6061"/>
                  </a:lnTo>
                  <a:lnTo>
                    <a:pt x="1145" y="6229"/>
                  </a:lnTo>
                  <a:lnTo>
                    <a:pt x="943" y="6431"/>
                  </a:lnTo>
                  <a:lnTo>
                    <a:pt x="741" y="6633"/>
                  </a:lnTo>
                  <a:lnTo>
                    <a:pt x="741" y="6734"/>
                  </a:lnTo>
                  <a:lnTo>
                    <a:pt x="774" y="6802"/>
                  </a:lnTo>
                  <a:lnTo>
                    <a:pt x="842" y="6835"/>
                  </a:lnTo>
                  <a:lnTo>
                    <a:pt x="909" y="6835"/>
                  </a:lnTo>
                  <a:lnTo>
                    <a:pt x="1044" y="6802"/>
                  </a:lnTo>
                  <a:lnTo>
                    <a:pt x="1212" y="6701"/>
                  </a:lnTo>
                  <a:lnTo>
                    <a:pt x="1448" y="6499"/>
                  </a:lnTo>
                  <a:lnTo>
                    <a:pt x="1953" y="6027"/>
                  </a:lnTo>
                  <a:lnTo>
                    <a:pt x="2862" y="5590"/>
                  </a:lnTo>
                  <a:lnTo>
                    <a:pt x="3502" y="5287"/>
                  </a:lnTo>
                  <a:lnTo>
                    <a:pt x="4175" y="4984"/>
                  </a:lnTo>
                  <a:lnTo>
                    <a:pt x="5522" y="4445"/>
                  </a:lnTo>
                  <a:lnTo>
                    <a:pt x="5522" y="4445"/>
                  </a:lnTo>
                  <a:lnTo>
                    <a:pt x="4815" y="4883"/>
                  </a:lnTo>
                  <a:lnTo>
                    <a:pt x="4175" y="5253"/>
                  </a:lnTo>
                  <a:lnTo>
                    <a:pt x="3535" y="5590"/>
                  </a:lnTo>
                  <a:lnTo>
                    <a:pt x="2222" y="6263"/>
                  </a:lnTo>
                  <a:lnTo>
                    <a:pt x="1751" y="6499"/>
                  </a:lnTo>
                  <a:lnTo>
                    <a:pt x="1279" y="6734"/>
                  </a:lnTo>
                  <a:lnTo>
                    <a:pt x="842" y="7037"/>
                  </a:lnTo>
                  <a:lnTo>
                    <a:pt x="640" y="7172"/>
                  </a:lnTo>
                  <a:lnTo>
                    <a:pt x="438" y="7374"/>
                  </a:lnTo>
                  <a:lnTo>
                    <a:pt x="303" y="6734"/>
                  </a:lnTo>
                  <a:lnTo>
                    <a:pt x="269" y="6398"/>
                  </a:lnTo>
                  <a:lnTo>
                    <a:pt x="269" y="6095"/>
                  </a:lnTo>
                  <a:lnTo>
                    <a:pt x="774" y="5926"/>
                  </a:lnTo>
                  <a:lnTo>
                    <a:pt x="1279" y="5724"/>
                  </a:lnTo>
                  <a:lnTo>
                    <a:pt x="2256" y="5219"/>
                  </a:lnTo>
                  <a:lnTo>
                    <a:pt x="4781" y="4007"/>
                  </a:lnTo>
                  <a:lnTo>
                    <a:pt x="6296" y="3334"/>
                  </a:lnTo>
                  <a:close/>
                  <a:moveTo>
                    <a:pt x="10774" y="3401"/>
                  </a:moveTo>
                  <a:lnTo>
                    <a:pt x="10976" y="3906"/>
                  </a:lnTo>
                  <a:lnTo>
                    <a:pt x="11111" y="4479"/>
                  </a:lnTo>
                  <a:lnTo>
                    <a:pt x="11178" y="5017"/>
                  </a:lnTo>
                  <a:lnTo>
                    <a:pt x="11212" y="5590"/>
                  </a:lnTo>
                  <a:lnTo>
                    <a:pt x="10639" y="5825"/>
                  </a:lnTo>
                  <a:lnTo>
                    <a:pt x="9663" y="6196"/>
                  </a:lnTo>
                  <a:lnTo>
                    <a:pt x="8720" y="6600"/>
                  </a:lnTo>
                  <a:lnTo>
                    <a:pt x="7777" y="7004"/>
                  </a:lnTo>
                  <a:lnTo>
                    <a:pt x="6868" y="7441"/>
                  </a:lnTo>
                  <a:lnTo>
                    <a:pt x="5825" y="8047"/>
                  </a:lnTo>
                  <a:lnTo>
                    <a:pt x="4747" y="8620"/>
                  </a:lnTo>
                  <a:lnTo>
                    <a:pt x="4444" y="8788"/>
                  </a:lnTo>
                  <a:lnTo>
                    <a:pt x="4108" y="8923"/>
                  </a:lnTo>
                  <a:lnTo>
                    <a:pt x="3434" y="9158"/>
                  </a:lnTo>
                  <a:lnTo>
                    <a:pt x="5454" y="7845"/>
                  </a:lnTo>
                  <a:lnTo>
                    <a:pt x="5926" y="7610"/>
                  </a:lnTo>
                  <a:lnTo>
                    <a:pt x="8316" y="6431"/>
                  </a:lnTo>
                  <a:lnTo>
                    <a:pt x="9528" y="5859"/>
                  </a:lnTo>
                  <a:lnTo>
                    <a:pt x="10168" y="5623"/>
                  </a:lnTo>
                  <a:lnTo>
                    <a:pt x="10808" y="5388"/>
                  </a:lnTo>
                  <a:lnTo>
                    <a:pt x="10841" y="5354"/>
                  </a:lnTo>
                  <a:lnTo>
                    <a:pt x="10875" y="5320"/>
                  </a:lnTo>
                  <a:lnTo>
                    <a:pt x="10875" y="5219"/>
                  </a:lnTo>
                  <a:lnTo>
                    <a:pt x="10841" y="5152"/>
                  </a:lnTo>
                  <a:lnTo>
                    <a:pt x="10774" y="5118"/>
                  </a:lnTo>
                  <a:lnTo>
                    <a:pt x="10707" y="5118"/>
                  </a:lnTo>
                  <a:lnTo>
                    <a:pt x="10134" y="5287"/>
                  </a:lnTo>
                  <a:lnTo>
                    <a:pt x="9595" y="5489"/>
                  </a:lnTo>
                  <a:lnTo>
                    <a:pt x="8484" y="5994"/>
                  </a:lnTo>
                  <a:lnTo>
                    <a:pt x="7474" y="6431"/>
                  </a:lnTo>
                  <a:lnTo>
                    <a:pt x="6464" y="6903"/>
                  </a:lnTo>
                  <a:lnTo>
                    <a:pt x="5825" y="7273"/>
                  </a:lnTo>
                  <a:lnTo>
                    <a:pt x="5185" y="7643"/>
                  </a:lnTo>
                  <a:lnTo>
                    <a:pt x="4175" y="8081"/>
                  </a:lnTo>
                  <a:lnTo>
                    <a:pt x="3131" y="8485"/>
                  </a:lnTo>
                  <a:lnTo>
                    <a:pt x="4175" y="7711"/>
                  </a:lnTo>
                  <a:lnTo>
                    <a:pt x="5185" y="6936"/>
                  </a:lnTo>
                  <a:lnTo>
                    <a:pt x="6195" y="6600"/>
                  </a:lnTo>
                  <a:lnTo>
                    <a:pt x="7205" y="6229"/>
                  </a:lnTo>
                  <a:lnTo>
                    <a:pt x="7676" y="6027"/>
                  </a:lnTo>
                  <a:lnTo>
                    <a:pt x="8148" y="5792"/>
                  </a:lnTo>
                  <a:lnTo>
                    <a:pt x="8888" y="5354"/>
                  </a:lnTo>
                  <a:lnTo>
                    <a:pt x="9225" y="5152"/>
                  </a:lnTo>
                  <a:lnTo>
                    <a:pt x="9595" y="4984"/>
                  </a:lnTo>
                  <a:lnTo>
                    <a:pt x="10404" y="4681"/>
                  </a:lnTo>
                  <a:lnTo>
                    <a:pt x="10437" y="4647"/>
                  </a:lnTo>
                  <a:lnTo>
                    <a:pt x="10471" y="4580"/>
                  </a:lnTo>
                  <a:lnTo>
                    <a:pt x="10471" y="4479"/>
                  </a:lnTo>
                  <a:lnTo>
                    <a:pt x="10437" y="4411"/>
                  </a:lnTo>
                  <a:lnTo>
                    <a:pt x="10336" y="4411"/>
                  </a:lnTo>
                  <a:lnTo>
                    <a:pt x="9865" y="4546"/>
                  </a:lnTo>
                  <a:lnTo>
                    <a:pt x="9461" y="4748"/>
                  </a:lnTo>
                  <a:lnTo>
                    <a:pt x="8417" y="5118"/>
                  </a:lnTo>
                  <a:lnTo>
                    <a:pt x="7441" y="5489"/>
                  </a:lnTo>
                  <a:lnTo>
                    <a:pt x="6936" y="5691"/>
                  </a:lnTo>
                  <a:lnTo>
                    <a:pt x="6431" y="5893"/>
                  </a:lnTo>
                  <a:lnTo>
                    <a:pt x="5959" y="6162"/>
                  </a:lnTo>
                  <a:lnTo>
                    <a:pt x="5488" y="6431"/>
                  </a:lnTo>
                  <a:lnTo>
                    <a:pt x="5017" y="6734"/>
                  </a:lnTo>
                  <a:lnTo>
                    <a:pt x="4242" y="7004"/>
                  </a:lnTo>
                  <a:lnTo>
                    <a:pt x="3468" y="7340"/>
                  </a:lnTo>
                  <a:lnTo>
                    <a:pt x="3232" y="7475"/>
                  </a:lnTo>
                  <a:lnTo>
                    <a:pt x="3603" y="7206"/>
                  </a:lnTo>
                  <a:lnTo>
                    <a:pt x="4209" y="6869"/>
                  </a:lnTo>
                  <a:lnTo>
                    <a:pt x="4815" y="6566"/>
                  </a:lnTo>
                  <a:lnTo>
                    <a:pt x="6060" y="5960"/>
                  </a:lnTo>
                  <a:lnTo>
                    <a:pt x="7205" y="5354"/>
                  </a:lnTo>
                  <a:lnTo>
                    <a:pt x="8282" y="4714"/>
                  </a:lnTo>
                  <a:lnTo>
                    <a:pt x="8888" y="4378"/>
                  </a:lnTo>
                  <a:lnTo>
                    <a:pt x="9494" y="4075"/>
                  </a:lnTo>
                  <a:lnTo>
                    <a:pt x="10740" y="3469"/>
                  </a:lnTo>
                  <a:lnTo>
                    <a:pt x="10774" y="3435"/>
                  </a:lnTo>
                  <a:lnTo>
                    <a:pt x="10774" y="3401"/>
                  </a:lnTo>
                  <a:close/>
                  <a:moveTo>
                    <a:pt x="9730" y="8855"/>
                  </a:moveTo>
                  <a:lnTo>
                    <a:pt x="9562" y="8990"/>
                  </a:lnTo>
                  <a:lnTo>
                    <a:pt x="9158" y="9226"/>
                  </a:lnTo>
                  <a:lnTo>
                    <a:pt x="9292" y="9125"/>
                  </a:lnTo>
                  <a:lnTo>
                    <a:pt x="9663" y="8889"/>
                  </a:lnTo>
                  <a:lnTo>
                    <a:pt x="9730" y="8855"/>
                  </a:lnTo>
                  <a:close/>
                  <a:moveTo>
                    <a:pt x="5387" y="5977"/>
                  </a:moveTo>
                  <a:lnTo>
                    <a:pt x="4276" y="6532"/>
                  </a:lnTo>
                  <a:lnTo>
                    <a:pt x="3704" y="6835"/>
                  </a:lnTo>
                  <a:lnTo>
                    <a:pt x="3098" y="7206"/>
                  </a:lnTo>
                  <a:lnTo>
                    <a:pt x="2660" y="7542"/>
                  </a:lnTo>
                  <a:lnTo>
                    <a:pt x="2189" y="7879"/>
                  </a:lnTo>
                  <a:lnTo>
                    <a:pt x="1717" y="8216"/>
                  </a:lnTo>
                  <a:lnTo>
                    <a:pt x="1515" y="8384"/>
                  </a:lnTo>
                  <a:lnTo>
                    <a:pt x="1313" y="8586"/>
                  </a:lnTo>
                  <a:lnTo>
                    <a:pt x="1313" y="8687"/>
                  </a:lnTo>
                  <a:lnTo>
                    <a:pt x="1347" y="8754"/>
                  </a:lnTo>
                  <a:lnTo>
                    <a:pt x="1414" y="8788"/>
                  </a:lnTo>
                  <a:lnTo>
                    <a:pt x="1515" y="8788"/>
                  </a:lnTo>
                  <a:lnTo>
                    <a:pt x="1986" y="8552"/>
                  </a:lnTo>
                  <a:lnTo>
                    <a:pt x="2458" y="8249"/>
                  </a:lnTo>
                  <a:lnTo>
                    <a:pt x="2929" y="7946"/>
                  </a:lnTo>
                  <a:lnTo>
                    <a:pt x="3401" y="7677"/>
                  </a:lnTo>
                  <a:lnTo>
                    <a:pt x="3805" y="7475"/>
                  </a:lnTo>
                  <a:lnTo>
                    <a:pt x="4209" y="7307"/>
                  </a:lnTo>
                  <a:lnTo>
                    <a:pt x="3165" y="8115"/>
                  </a:lnTo>
                  <a:lnTo>
                    <a:pt x="2121" y="8923"/>
                  </a:lnTo>
                  <a:lnTo>
                    <a:pt x="1784" y="9091"/>
                  </a:lnTo>
                  <a:lnTo>
                    <a:pt x="1448" y="9327"/>
                  </a:lnTo>
                  <a:lnTo>
                    <a:pt x="1178" y="8956"/>
                  </a:lnTo>
                  <a:lnTo>
                    <a:pt x="943" y="8552"/>
                  </a:lnTo>
                  <a:lnTo>
                    <a:pt x="741" y="8148"/>
                  </a:lnTo>
                  <a:lnTo>
                    <a:pt x="572" y="7711"/>
                  </a:lnTo>
                  <a:lnTo>
                    <a:pt x="1044" y="7441"/>
                  </a:lnTo>
                  <a:lnTo>
                    <a:pt x="1515" y="7138"/>
                  </a:lnTo>
                  <a:lnTo>
                    <a:pt x="1986" y="6835"/>
                  </a:lnTo>
                  <a:lnTo>
                    <a:pt x="2458" y="6566"/>
                  </a:lnTo>
                  <a:lnTo>
                    <a:pt x="2929" y="6364"/>
                  </a:lnTo>
                  <a:lnTo>
                    <a:pt x="2357" y="6701"/>
                  </a:lnTo>
                  <a:lnTo>
                    <a:pt x="1818" y="7071"/>
                  </a:lnTo>
                  <a:lnTo>
                    <a:pt x="1313" y="7509"/>
                  </a:lnTo>
                  <a:lnTo>
                    <a:pt x="842" y="7980"/>
                  </a:lnTo>
                  <a:lnTo>
                    <a:pt x="808" y="8047"/>
                  </a:lnTo>
                  <a:lnTo>
                    <a:pt x="808" y="8081"/>
                  </a:lnTo>
                  <a:lnTo>
                    <a:pt x="842" y="8182"/>
                  </a:lnTo>
                  <a:lnTo>
                    <a:pt x="943" y="8216"/>
                  </a:lnTo>
                  <a:lnTo>
                    <a:pt x="976" y="8216"/>
                  </a:lnTo>
                  <a:lnTo>
                    <a:pt x="1044" y="8182"/>
                  </a:lnTo>
                  <a:lnTo>
                    <a:pt x="1279" y="7980"/>
                  </a:lnTo>
                  <a:lnTo>
                    <a:pt x="1515" y="7812"/>
                  </a:lnTo>
                  <a:lnTo>
                    <a:pt x="2054" y="7509"/>
                  </a:lnTo>
                  <a:lnTo>
                    <a:pt x="3199" y="6970"/>
                  </a:lnTo>
                  <a:lnTo>
                    <a:pt x="4377" y="6398"/>
                  </a:lnTo>
                  <a:lnTo>
                    <a:pt x="5387" y="5977"/>
                  </a:lnTo>
                  <a:close/>
                  <a:moveTo>
                    <a:pt x="7239" y="9327"/>
                  </a:moveTo>
                  <a:lnTo>
                    <a:pt x="6734" y="9663"/>
                  </a:lnTo>
                  <a:lnTo>
                    <a:pt x="6229" y="9966"/>
                  </a:lnTo>
                  <a:lnTo>
                    <a:pt x="5858" y="10135"/>
                  </a:lnTo>
                  <a:lnTo>
                    <a:pt x="5858" y="10135"/>
                  </a:lnTo>
                  <a:lnTo>
                    <a:pt x="6195" y="9933"/>
                  </a:lnTo>
                  <a:lnTo>
                    <a:pt x="6700" y="9630"/>
                  </a:lnTo>
                  <a:lnTo>
                    <a:pt x="7239" y="9327"/>
                  </a:lnTo>
                  <a:close/>
                  <a:moveTo>
                    <a:pt x="8249" y="7105"/>
                  </a:moveTo>
                  <a:lnTo>
                    <a:pt x="7171" y="7744"/>
                  </a:lnTo>
                  <a:lnTo>
                    <a:pt x="4949" y="8990"/>
                  </a:lnTo>
                  <a:lnTo>
                    <a:pt x="2727" y="10236"/>
                  </a:lnTo>
                  <a:lnTo>
                    <a:pt x="2660" y="10303"/>
                  </a:lnTo>
                  <a:lnTo>
                    <a:pt x="2660" y="10404"/>
                  </a:lnTo>
                  <a:lnTo>
                    <a:pt x="2155" y="10000"/>
                  </a:lnTo>
                  <a:lnTo>
                    <a:pt x="1683" y="9562"/>
                  </a:lnTo>
                  <a:lnTo>
                    <a:pt x="2323" y="9125"/>
                  </a:lnTo>
                  <a:lnTo>
                    <a:pt x="2963" y="8855"/>
                  </a:lnTo>
                  <a:lnTo>
                    <a:pt x="3535" y="8620"/>
                  </a:lnTo>
                  <a:lnTo>
                    <a:pt x="3973" y="8451"/>
                  </a:lnTo>
                  <a:lnTo>
                    <a:pt x="3098" y="9024"/>
                  </a:lnTo>
                  <a:lnTo>
                    <a:pt x="2222" y="9562"/>
                  </a:lnTo>
                  <a:lnTo>
                    <a:pt x="2189" y="9596"/>
                  </a:lnTo>
                  <a:lnTo>
                    <a:pt x="2155" y="9630"/>
                  </a:lnTo>
                  <a:lnTo>
                    <a:pt x="2189" y="9731"/>
                  </a:lnTo>
                  <a:lnTo>
                    <a:pt x="2222" y="9798"/>
                  </a:lnTo>
                  <a:lnTo>
                    <a:pt x="2323" y="9798"/>
                  </a:lnTo>
                  <a:lnTo>
                    <a:pt x="3300" y="9495"/>
                  </a:lnTo>
                  <a:lnTo>
                    <a:pt x="3771" y="9327"/>
                  </a:lnTo>
                  <a:lnTo>
                    <a:pt x="4242" y="9158"/>
                  </a:lnTo>
                  <a:lnTo>
                    <a:pt x="4781" y="8889"/>
                  </a:lnTo>
                  <a:lnTo>
                    <a:pt x="5320" y="8620"/>
                  </a:lnTo>
                  <a:lnTo>
                    <a:pt x="6363" y="8047"/>
                  </a:lnTo>
                  <a:lnTo>
                    <a:pt x="7306" y="7542"/>
                  </a:lnTo>
                  <a:lnTo>
                    <a:pt x="8249" y="7105"/>
                  </a:lnTo>
                  <a:close/>
                  <a:moveTo>
                    <a:pt x="8855" y="9697"/>
                  </a:moveTo>
                  <a:lnTo>
                    <a:pt x="8720" y="9832"/>
                  </a:lnTo>
                  <a:lnTo>
                    <a:pt x="8316" y="10202"/>
                  </a:lnTo>
                  <a:lnTo>
                    <a:pt x="8114" y="10337"/>
                  </a:lnTo>
                  <a:lnTo>
                    <a:pt x="7912" y="10505"/>
                  </a:lnTo>
                  <a:lnTo>
                    <a:pt x="7542" y="10674"/>
                  </a:lnTo>
                  <a:lnTo>
                    <a:pt x="7138" y="10808"/>
                  </a:lnTo>
                  <a:lnTo>
                    <a:pt x="7239" y="10741"/>
                  </a:lnTo>
                  <a:lnTo>
                    <a:pt x="7609" y="10471"/>
                  </a:lnTo>
                  <a:lnTo>
                    <a:pt x="7979" y="10202"/>
                  </a:lnTo>
                  <a:lnTo>
                    <a:pt x="8855" y="9697"/>
                  </a:lnTo>
                  <a:close/>
                  <a:moveTo>
                    <a:pt x="11212" y="5893"/>
                  </a:moveTo>
                  <a:lnTo>
                    <a:pt x="11178" y="6330"/>
                  </a:lnTo>
                  <a:lnTo>
                    <a:pt x="11111" y="6768"/>
                  </a:lnTo>
                  <a:lnTo>
                    <a:pt x="10976" y="7576"/>
                  </a:lnTo>
                  <a:lnTo>
                    <a:pt x="10841" y="7980"/>
                  </a:lnTo>
                  <a:lnTo>
                    <a:pt x="10707" y="8384"/>
                  </a:lnTo>
                  <a:lnTo>
                    <a:pt x="10538" y="8754"/>
                  </a:lnTo>
                  <a:lnTo>
                    <a:pt x="10336" y="9091"/>
                  </a:lnTo>
                  <a:lnTo>
                    <a:pt x="10100" y="9428"/>
                  </a:lnTo>
                  <a:lnTo>
                    <a:pt x="9865" y="9731"/>
                  </a:lnTo>
                  <a:lnTo>
                    <a:pt x="9595" y="10000"/>
                  </a:lnTo>
                  <a:lnTo>
                    <a:pt x="9326" y="10269"/>
                  </a:lnTo>
                  <a:lnTo>
                    <a:pt x="9259" y="10202"/>
                  </a:lnTo>
                  <a:lnTo>
                    <a:pt x="9191" y="10168"/>
                  </a:lnTo>
                  <a:lnTo>
                    <a:pt x="9124" y="10202"/>
                  </a:lnTo>
                  <a:lnTo>
                    <a:pt x="8787" y="10404"/>
                  </a:lnTo>
                  <a:lnTo>
                    <a:pt x="8619" y="10505"/>
                  </a:lnTo>
                  <a:lnTo>
                    <a:pt x="8451" y="10573"/>
                  </a:lnTo>
                  <a:lnTo>
                    <a:pt x="8821" y="10269"/>
                  </a:lnTo>
                  <a:lnTo>
                    <a:pt x="9225" y="9966"/>
                  </a:lnTo>
                  <a:lnTo>
                    <a:pt x="9663" y="9697"/>
                  </a:lnTo>
                  <a:lnTo>
                    <a:pt x="10067" y="9428"/>
                  </a:lnTo>
                  <a:lnTo>
                    <a:pt x="10100" y="9360"/>
                  </a:lnTo>
                  <a:lnTo>
                    <a:pt x="10100" y="9259"/>
                  </a:lnTo>
                  <a:lnTo>
                    <a:pt x="10033" y="9192"/>
                  </a:lnTo>
                  <a:lnTo>
                    <a:pt x="9730" y="9192"/>
                  </a:lnTo>
                  <a:lnTo>
                    <a:pt x="9932" y="9057"/>
                  </a:lnTo>
                  <a:lnTo>
                    <a:pt x="10067" y="8855"/>
                  </a:lnTo>
                  <a:lnTo>
                    <a:pt x="10100" y="8788"/>
                  </a:lnTo>
                  <a:lnTo>
                    <a:pt x="10100" y="8687"/>
                  </a:lnTo>
                  <a:lnTo>
                    <a:pt x="10067" y="8620"/>
                  </a:lnTo>
                  <a:lnTo>
                    <a:pt x="9966" y="8552"/>
                  </a:lnTo>
                  <a:lnTo>
                    <a:pt x="9898" y="8519"/>
                  </a:lnTo>
                  <a:lnTo>
                    <a:pt x="9797" y="8519"/>
                  </a:lnTo>
                  <a:lnTo>
                    <a:pt x="9629" y="8552"/>
                  </a:lnTo>
                  <a:lnTo>
                    <a:pt x="9393" y="8653"/>
                  </a:lnTo>
                  <a:lnTo>
                    <a:pt x="9191" y="8788"/>
                  </a:lnTo>
                  <a:lnTo>
                    <a:pt x="8821" y="9125"/>
                  </a:lnTo>
                  <a:lnTo>
                    <a:pt x="8552" y="9394"/>
                  </a:lnTo>
                  <a:lnTo>
                    <a:pt x="8047" y="9832"/>
                  </a:lnTo>
                  <a:lnTo>
                    <a:pt x="7508" y="10168"/>
                  </a:lnTo>
                  <a:lnTo>
                    <a:pt x="7003" y="10539"/>
                  </a:lnTo>
                  <a:lnTo>
                    <a:pt x="6599" y="10707"/>
                  </a:lnTo>
                  <a:lnTo>
                    <a:pt x="6161" y="10842"/>
                  </a:lnTo>
                  <a:lnTo>
                    <a:pt x="6633" y="10539"/>
                  </a:lnTo>
                  <a:lnTo>
                    <a:pt x="7104" y="10202"/>
                  </a:lnTo>
                  <a:lnTo>
                    <a:pt x="8080" y="9596"/>
                  </a:lnTo>
                  <a:lnTo>
                    <a:pt x="8552" y="9226"/>
                  </a:lnTo>
                  <a:lnTo>
                    <a:pt x="9023" y="8855"/>
                  </a:lnTo>
                  <a:lnTo>
                    <a:pt x="9292" y="8687"/>
                  </a:lnTo>
                  <a:lnTo>
                    <a:pt x="9528" y="8519"/>
                  </a:lnTo>
                  <a:lnTo>
                    <a:pt x="9797" y="8384"/>
                  </a:lnTo>
                  <a:lnTo>
                    <a:pt x="10100" y="8283"/>
                  </a:lnTo>
                  <a:lnTo>
                    <a:pt x="10404" y="8182"/>
                  </a:lnTo>
                  <a:lnTo>
                    <a:pt x="10471" y="8182"/>
                  </a:lnTo>
                  <a:lnTo>
                    <a:pt x="10505" y="8115"/>
                  </a:lnTo>
                  <a:lnTo>
                    <a:pt x="10505" y="8047"/>
                  </a:lnTo>
                  <a:lnTo>
                    <a:pt x="10471" y="7946"/>
                  </a:lnTo>
                  <a:lnTo>
                    <a:pt x="10336" y="7946"/>
                  </a:lnTo>
                  <a:lnTo>
                    <a:pt x="9999" y="8014"/>
                  </a:lnTo>
                  <a:lnTo>
                    <a:pt x="9494" y="8081"/>
                  </a:lnTo>
                  <a:lnTo>
                    <a:pt x="9225" y="8148"/>
                  </a:lnTo>
                  <a:lnTo>
                    <a:pt x="8956" y="8249"/>
                  </a:lnTo>
                  <a:lnTo>
                    <a:pt x="9259" y="8014"/>
                  </a:lnTo>
                  <a:lnTo>
                    <a:pt x="9663" y="7744"/>
                  </a:lnTo>
                  <a:lnTo>
                    <a:pt x="10100" y="7542"/>
                  </a:lnTo>
                  <a:lnTo>
                    <a:pt x="10976" y="7138"/>
                  </a:lnTo>
                  <a:lnTo>
                    <a:pt x="11043" y="7071"/>
                  </a:lnTo>
                  <a:lnTo>
                    <a:pt x="11043" y="6970"/>
                  </a:lnTo>
                  <a:lnTo>
                    <a:pt x="10976" y="6903"/>
                  </a:lnTo>
                  <a:lnTo>
                    <a:pt x="10909" y="6869"/>
                  </a:lnTo>
                  <a:lnTo>
                    <a:pt x="10707" y="6903"/>
                  </a:lnTo>
                  <a:lnTo>
                    <a:pt x="10505" y="6936"/>
                  </a:lnTo>
                  <a:lnTo>
                    <a:pt x="10168" y="7071"/>
                  </a:lnTo>
                  <a:lnTo>
                    <a:pt x="9831" y="7273"/>
                  </a:lnTo>
                  <a:lnTo>
                    <a:pt x="9494" y="7475"/>
                  </a:lnTo>
                  <a:lnTo>
                    <a:pt x="8417" y="8081"/>
                  </a:lnTo>
                  <a:lnTo>
                    <a:pt x="7373" y="8687"/>
                  </a:lnTo>
                  <a:lnTo>
                    <a:pt x="7171" y="8788"/>
                  </a:lnTo>
                  <a:lnTo>
                    <a:pt x="7171" y="8788"/>
                  </a:lnTo>
                  <a:lnTo>
                    <a:pt x="7542" y="8552"/>
                  </a:lnTo>
                  <a:lnTo>
                    <a:pt x="8249" y="7980"/>
                  </a:lnTo>
                  <a:lnTo>
                    <a:pt x="8956" y="7441"/>
                  </a:lnTo>
                  <a:lnTo>
                    <a:pt x="9326" y="7206"/>
                  </a:lnTo>
                  <a:lnTo>
                    <a:pt x="9696" y="6970"/>
                  </a:lnTo>
                  <a:lnTo>
                    <a:pt x="10100" y="6802"/>
                  </a:lnTo>
                  <a:lnTo>
                    <a:pt x="10538" y="6667"/>
                  </a:lnTo>
                  <a:lnTo>
                    <a:pt x="10606" y="6633"/>
                  </a:lnTo>
                  <a:lnTo>
                    <a:pt x="10639" y="6600"/>
                  </a:lnTo>
                  <a:lnTo>
                    <a:pt x="10639" y="6532"/>
                  </a:lnTo>
                  <a:lnTo>
                    <a:pt x="10606" y="6431"/>
                  </a:lnTo>
                  <a:lnTo>
                    <a:pt x="10572" y="6398"/>
                  </a:lnTo>
                  <a:lnTo>
                    <a:pt x="10505" y="6398"/>
                  </a:lnTo>
                  <a:lnTo>
                    <a:pt x="10168" y="6431"/>
                  </a:lnTo>
                  <a:lnTo>
                    <a:pt x="9831" y="6499"/>
                  </a:lnTo>
                  <a:lnTo>
                    <a:pt x="10303" y="6297"/>
                  </a:lnTo>
                  <a:lnTo>
                    <a:pt x="10774" y="6061"/>
                  </a:lnTo>
                  <a:lnTo>
                    <a:pt x="11212" y="5893"/>
                  </a:lnTo>
                  <a:close/>
                  <a:moveTo>
                    <a:pt x="8821" y="7172"/>
                  </a:moveTo>
                  <a:lnTo>
                    <a:pt x="8350" y="7542"/>
                  </a:lnTo>
                  <a:lnTo>
                    <a:pt x="7845" y="7946"/>
                  </a:lnTo>
                  <a:lnTo>
                    <a:pt x="7272" y="8418"/>
                  </a:lnTo>
                  <a:lnTo>
                    <a:pt x="6700" y="8822"/>
                  </a:lnTo>
                  <a:lnTo>
                    <a:pt x="5488" y="9596"/>
                  </a:lnTo>
                  <a:lnTo>
                    <a:pt x="5084" y="9798"/>
                  </a:lnTo>
                  <a:lnTo>
                    <a:pt x="4714" y="10034"/>
                  </a:lnTo>
                  <a:lnTo>
                    <a:pt x="4343" y="10269"/>
                  </a:lnTo>
                  <a:lnTo>
                    <a:pt x="3973" y="10539"/>
                  </a:lnTo>
                  <a:lnTo>
                    <a:pt x="3939" y="10573"/>
                  </a:lnTo>
                  <a:lnTo>
                    <a:pt x="3939" y="10640"/>
                  </a:lnTo>
                  <a:lnTo>
                    <a:pt x="3973" y="10707"/>
                  </a:lnTo>
                  <a:lnTo>
                    <a:pt x="4040" y="10775"/>
                  </a:lnTo>
                  <a:lnTo>
                    <a:pt x="4141" y="10775"/>
                  </a:lnTo>
                  <a:lnTo>
                    <a:pt x="5589" y="9832"/>
                  </a:lnTo>
                  <a:lnTo>
                    <a:pt x="6599" y="9360"/>
                  </a:lnTo>
                  <a:lnTo>
                    <a:pt x="6229" y="9562"/>
                  </a:lnTo>
                  <a:lnTo>
                    <a:pt x="5825" y="9832"/>
                  </a:lnTo>
                  <a:lnTo>
                    <a:pt x="5421" y="10135"/>
                  </a:lnTo>
                  <a:lnTo>
                    <a:pt x="5050" y="10438"/>
                  </a:lnTo>
                  <a:lnTo>
                    <a:pt x="4646" y="10741"/>
                  </a:lnTo>
                  <a:lnTo>
                    <a:pt x="4579" y="10775"/>
                  </a:lnTo>
                  <a:lnTo>
                    <a:pt x="4579" y="10808"/>
                  </a:lnTo>
                  <a:lnTo>
                    <a:pt x="4579" y="10909"/>
                  </a:lnTo>
                  <a:lnTo>
                    <a:pt x="4646" y="10977"/>
                  </a:lnTo>
                  <a:lnTo>
                    <a:pt x="4781" y="10977"/>
                  </a:lnTo>
                  <a:lnTo>
                    <a:pt x="5084" y="10775"/>
                  </a:lnTo>
                  <a:lnTo>
                    <a:pt x="5454" y="10640"/>
                  </a:lnTo>
                  <a:lnTo>
                    <a:pt x="5791" y="10471"/>
                  </a:lnTo>
                  <a:lnTo>
                    <a:pt x="6128" y="10303"/>
                  </a:lnTo>
                  <a:lnTo>
                    <a:pt x="6868" y="9899"/>
                  </a:lnTo>
                  <a:lnTo>
                    <a:pt x="7575" y="9428"/>
                  </a:lnTo>
                  <a:lnTo>
                    <a:pt x="8215" y="8990"/>
                  </a:lnTo>
                  <a:lnTo>
                    <a:pt x="8888" y="8586"/>
                  </a:lnTo>
                  <a:lnTo>
                    <a:pt x="9023" y="8519"/>
                  </a:lnTo>
                  <a:lnTo>
                    <a:pt x="8552" y="8855"/>
                  </a:lnTo>
                  <a:lnTo>
                    <a:pt x="8080" y="9226"/>
                  </a:lnTo>
                  <a:lnTo>
                    <a:pt x="7474" y="9663"/>
                  </a:lnTo>
                  <a:lnTo>
                    <a:pt x="6835" y="10101"/>
                  </a:lnTo>
                  <a:lnTo>
                    <a:pt x="6195" y="10505"/>
                  </a:lnTo>
                  <a:lnTo>
                    <a:pt x="5589" y="10977"/>
                  </a:lnTo>
                  <a:lnTo>
                    <a:pt x="5522" y="11044"/>
                  </a:lnTo>
                  <a:lnTo>
                    <a:pt x="5555" y="11111"/>
                  </a:lnTo>
                  <a:lnTo>
                    <a:pt x="5589" y="11179"/>
                  </a:lnTo>
                  <a:lnTo>
                    <a:pt x="5690" y="11212"/>
                  </a:lnTo>
                  <a:lnTo>
                    <a:pt x="6060" y="11179"/>
                  </a:lnTo>
                  <a:lnTo>
                    <a:pt x="6397" y="11078"/>
                  </a:lnTo>
                  <a:lnTo>
                    <a:pt x="6397" y="11145"/>
                  </a:lnTo>
                  <a:lnTo>
                    <a:pt x="6431" y="11246"/>
                  </a:lnTo>
                  <a:lnTo>
                    <a:pt x="6464" y="11280"/>
                  </a:lnTo>
                  <a:lnTo>
                    <a:pt x="6565" y="11280"/>
                  </a:lnTo>
                  <a:lnTo>
                    <a:pt x="7239" y="11044"/>
                  </a:lnTo>
                  <a:lnTo>
                    <a:pt x="7575" y="10943"/>
                  </a:lnTo>
                  <a:lnTo>
                    <a:pt x="7912" y="10808"/>
                  </a:lnTo>
                  <a:lnTo>
                    <a:pt x="7946" y="10876"/>
                  </a:lnTo>
                  <a:lnTo>
                    <a:pt x="8013" y="10909"/>
                  </a:lnTo>
                  <a:lnTo>
                    <a:pt x="8215" y="10909"/>
                  </a:lnTo>
                  <a:lnTo>
                    <a:pt x="8350" y="10876"/>
                  </a:lnTo>
                  <a:lnTo>
                    <a:pt x="7946" y="11044"/>
                  </a:lnTo>
                  <a:lnTo>
                    <a:pt x="7508" y="11212"/>
                  </a:lnTo>
                  <a:lnTo>
                    <a:pt x="7070" y="11313"/>
                  </a:lnTo>
                  <a:lnTo>
                    <a:pt x="6599" y="11381"/>
                  </a:lnTo>
                  <a:lnTo>
                    <a:pt x="6128" y="11414"/>
                  </a:lnTo>
                  <a:lnTo>
                    <a:pt x="5656" y="11381"/>
                  </a:lnTo>
                  <a:lnTo>
                    <a:pt x="5185" y="11347"/>
                  </a:lnTo>
                  <a:lnTo>
                    <a:pt x="4680" y="11246"/>
                  </a:lnTo>
                  <a:lnTo>
                    <a:pt x="4175" y="11111"/>
                  </a:lnTo>
                  <a:lnTo>
                    <a:pt x="3704" y="10943"/>
                  </a:lnTo>
                  <a:lnTo>
                    <a:pt x="3266" y="10741"/>
                  </a:lnTo>
                  <a:lnTo>
                    <a:pt x="2828" y="10505"/>
                  </a:lnTo>
                  <a:lnTo>
                    <a:pt x="2862" y="10505"/>
                  </a:lnTo>
                  <a:lnTo>
                    <a:pt x="3333" y="10236"/>
                  </a:lnTo>
                  <a:lnTo>
                    <a:pt x="3805" y="10034"/>
                  </a:lnTo>
                  <a:lnTo>
                    <a:pt x="4276" y="9832"/>
                  </a:lnTo>
                  <a:lnTo>
                    <a:pt x="4781" y="9630"/>
                  </a:lnTo>
                  <a:lnTo>
                    <a:pt x="5252" y="9394"/>
                  </a:lnTo>
                  <a:lnTo>
                    <a:pt x="5724" y="9125"/>
                  </a:lnTo>
                  <a:lnTo>
                    <a:pt x="6633" y="8586"/>
                  </a:lnTo>
                  <a:lnTo>
                    <a:pt x="7710" y="7845"/>
                  </a:lnTo>
                  <a:lnTo>
                    <a:pt x="8282" y="7475"/>
                  </a:lnTo>
                  <a:lnTo>
                    <a:pt x="8821" y="7172"/>
                  </a:lnTo>
                  <a:close/>
                  <a:moveTo>
                    <a:pt x="5791" y="1"/>
                  </a:moveTo>
                  <a:lnTo>
                    <a:pt x="5252" y="68"/>
                  </a:lnTo>
                  <a:lnTo>
                    <a:pt x="4747" y="135"/>
                  </a:lnTo>
                  <a:lnTo>
                    <a:pt x="4276" y="270"/>
                  </a:lnTo>
                  <a:lnTo>
                    <a:pt x="3805" y="438"/>
                  </a:lnTo>
                  <a:lnTo>
                    <a:pt x="3333" y="640"/>
                  </a:lnTo>
                  <a:lnTo>
                    <a:pt x="2896" y="910"/>
                  </a:lnTo>
                  <a:lnTo>
                    <a:pt x="2492" y="1179"/>
                  </a:lnTo>
                  <a:lnTo>
                    <a:pt x="2121" y="1482"/>
                  </a:lnTo>
                  <a:lnTo>
                    <a:pt x="1751" y="1852"/>
                  </a:lnTo>
                  <a:lnTo>
                    <a:pt x="1414" y="2223"/>
                  </a:lnTo>
                  <a:lnTo>
                    <a:pt x="1111" y="2627"/>
                  </a:lnTo>
                  <a:lnTo>
                    <a:pt x="842" y="3065"/>
                  </a:lnTo>
                  <a:lnTo>
                    <a:pt x="606" y="3502"/>
                  </a:lnTo>
                  <a:lnTo>
                    <a:pt x="404" y="3974"/>
                  </a:lnTo>
                  <a:lnTo>
                    <a:pt x="236" y="4479"/>
                  </a:lnTo>
                  <a:lnTo>
                    <a:pt x="135" y="4883"/>
                  </a:lnTo>
                  <a:lnTo>
                    <a:pt x="67" y="5287"/>
                  </a:lnTo>
                  <a:lnTo>
                    <a:pt x="0" y="5691"/>
                  </a:lnTo>
                  <a:lnTo>
                    <a:pt x="0" y="6061"/>
                  </a:lnTo>
                  <a:lnTo>
                    <a:pt x="34" y="6465"/>
                  </a:lnTo>
                  <a:lnTo>
                    <a:pt x="67" y="6835"/>
                  </a:lnTo>
                  <a:lnTo>
                    <a:pt x="135" y="7239"/>
                  </a:lnTo>
                  <a:lnTo>
                    <a:pt x="236" y="7610"/>
                  </a:lnTo>
                  <a:lnTo>
                    <a:pt x="236" y="7643"/>
                  </a:lnTo>
                  <a:lnTo>
                    <a:pt x="236" y="7711"/>
                  </a:lnTo>
                  <a:lnTo>
                    <a:pt x="269" y="7744"/>
                  </a:lnTo>
                  <a:lnTo>
                    <a:pt x="303" y="7778"/>
                  </a:lnTo>
                  <a:lnTo>
                    <a:pt x="505" y="8249"/>
                  </a:lnTo>
                  <a:lnTo>
                    <a:pt x="707" y="8653"/>
                  </a:lnTo>
                  <a:lnTo>
                    <a:pt x="976" y="9091"/>
                  </a:lnTo>
                  <a:lnTo>
                    <a:pt x="1279" y="9461"/>
                  </a:lnTo>
                  <a:lnTo>
                    <a:pt x="1178" y="9562"/>
                  </a:lnTo>
                  <a:lnTo>
                    <a:pt x="1145" y="9630"/>
                  </a:lnTo>
                  <a:lnTo>
                    <a:pt x="1145" y="9663"/>
                  </a:lnTo>
                  <a:lnTo>
                    <a:pt x="1178" y="9764"/>
                  </a:lnTo>
                  <a:lnTo>
                    <a:pt x="1246" y="9798"/>
                  </a:lnTo>
                  <a:lnTo>
                    <a:pt x="1347" y="9798"/>
                  </a:lnTo>
                  <a:lnTo>
                    <a:pt x="1481" y="9697"/>
                  </a:lnTo>
                  <a:lnTo>
                    <a:pt x="1784" y="10000"/>
                  </a:lnTo>
                  <a:lnTo>
                    <a:pt x="2121" y="10303"/>
                  </a:lnTo>
                  <a:lnTo>
                    <a:pt x="2492" y="10573"/>
                  </a:lnTo>
                  <a:lnTo>
                    <a:pt x="2896" y="10808"/>
                  </a:lnTo>
                  <a:lnTo>
                    <a:pt x="3266" y="11010"/>
                  </a:lnTo>
                  <a:lnTo>
                    <a:pt x="3670" y="11212"/>
                  </a:lnTo>
                  <a:lnTo>
                    <a:pt x="4074" y="11347"/>
                  </a:lnTo>
                  <a:lnTo>
                    <a:pt x="4512" y="11482"/>
                  </a:lnTo>
                  <a:lnTo>
                    <a:pt x="4949" y="11549"/>
                  </a:lnTo>
                  <a:lnTo>
                    <a:pt x="5353" y="11616"/>
                  </a:lnTo>
                  <a:lnTo>
                    <a:pt x="5791" y="11650"/>
                  </a:lnTo>
                  <a:lnTo>
                    <a:pt x="6229" y="11650"/>
                  </a:lnTo>
                  <a:lnTo>
                    <a:pt x="6666" y="11616"/>
                  </a:lnTo>
                  <a:lnTo>
                    <a:pt x="7104" y="11549"/>
                  </a:lnTo>
                  <a:lnTo>
                    <a:pt x="7508" y="11448"/>
                  </a:lnTo>
                  <a:lnTo>
                    <a:pt x="7912" y="11347"/>
                  </a:lnTo>
                  <a:lnTo>
                    <a:pt x="8316" y="11179"/>
                  </a:lnTo>
                  <a:lnTo>
                    <a:pt x="8720" y="10977"/>
                  </a:lnTo>
                  <a:lnTo>
                    <a:pt x="9090" y="10741"/>
                  </a:lnTo>
                  <a:lnTo>
                    <a:pt x="9461" y="10505"/>
                  </a:lnTo>
                  <a:lnTo>
                    <a:pt x="9831" y="10135"/>
                  </a:lnTo>
                  <a:lnTo>
                    <a:pt x="10168" y="9731"/>
                  </a:lnTo>
                  <a:lnTo>
                    <a:pt x="10505" y="9293"/>
                  </a:lnTo>
                  <a:lnTo>
                    <a:pt x="10740" y="8855"/>
                  </a:lnTo>
                  <a:lnTo>
                    <a:pt x="10976" y="8350"/>
                  </a:lnTo>
                  <a:lnTo>
                    <a:pt x="11144" y="7812"/>
                  </a:lnTo>
                  <a:lnTo>
                    <a:pt x="11313" y="7273"/>
                  </a:lnTo>
                  <a:lnTo>
                    <a:pt x="11380" y="6734"/>
                  </a:lnTo>
                  <a:lnTo>
                    <a:pt x="11447" y="6196"/>
                  </a:lnTo>
                  <a:lnTo>
                    <a:pt x="11447" y="5623"/>
                  </a:lnTo>
                  <a:lnTo>
                    <a:pt x="11414" y="5085"/>
                  </a:lnTo>
                  <a:lnTo>
                    <a:pt x="11346" y="4546"/>
                  </a:lnTo>
                  <a:lnTo>
                    <a:pt x="11245" y="4007"/>
                  </a:lnTo>
                  <a:lnTo>
                    <a:pt x="11077" y="3502"/>
                  </a:lnTo>
                  <a:lnTo>
                    <a:pt x="10875" y="3031"/>
                  </a:lnTo>
                  <a:lnTo>
                    <a:pt x="10606" y="2560"/>
                  </a:lnTo>
                  <a:lnTo>
                    <a:pt x="10370" y="2189"/>
                  </a:lnTo>
                  <a:lnTo>
                    <a:pt x="10067" y="1852"/>
                  </a:lnTo>
                  <a:lnTo>
                    <a:pt x="9764" y="1549"/>
                  </a:lnTo>
                  <a:lnTo>
                    <a:pt x="9427" y="1246"/>
                  </a:lnTo>
                  <a:lnTo>
                    <a:pt x="9461" y="1179"/>
                  </a:lnTo>
                  <a:lnTo>
                    <a:pt x="9461" y="1112"/>
                  </a:lnTo>
                  <a:lnTo>
                    <a:pt x="9393" y="1044"/>
                  </a:lnTo>
                  <a:lnTo>
                    <a:pt x="9158" y="1044"/>
                  </a:lnTo>
                  <a:lnTo>
                    <a:pt x="8855" y="842"/>
                  </a:lnTo>
                  <a:lnTo>
                    <a:pt x="8518" y="674"/>
                  </a:lnTo>
                  <a:lnTo>
                    <a:pt x="8181" y="506"/>
                  </a:lnTo>
                  <a:lnTo>
                    <a:pt x="7845" y="371"/>
                  </a:lnTo>
                  <a:lnTo>
                    <a:pt x="7474" y="270"/>
                  </a:lnTo>
                  <a:lnTo>
                    <a:pt x="7138" y="203"/>
                  </a:lnTo>
                  <a:lnTo>
                    <a:pt x="6767" y="135"/>
                  </a:lnTo>
                  <a:lnTo>
                    <a:pt x="6397" y="102"/>
                  </a:lnTo>
                  <a:lnTo>
                    <a:pt x="6363" y="34"/>
                  </a:lnTo>
                  <a:lnTo>
                    <a:pt x="6296" y="34"/>
                  </a:lnTo>
                  <a:lnTo>
                    <a:pt x="579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89" name="Google Shape;289;p3"/>
            <p:cNvSpPr/>
            <p:nvPr/>
          </p:nvSpPr>
          <p:spPr>
            <a:xfrm>
              <a:off x="-41" y="2235955"/>
              <a:ext cx="855310" cy="1044407"/>
            </a:xfrm>
            <a:custGeom>
              <a:avLst/>
              <a:gdLst/>
              <a:ahLst/>
              <a:cxnLst/>
              <a:rect l="l" t="t" r="r" b="b"/>
              <a:pathLst>
                <a:path w="17206" h="21010" extrusionOk="0">
                  <a:moveTo>
                    <a:pt x="6297" y="1"/>
                  </a:moveTo>
                  <a:lnTo>
                    <a:pt x="5724" y="34"/>
                  </a:lnTo>
                  <a:lnTo>
                    <a:pt x="5152" y="102"/>
                  </a:lnTo>
                  <a:lnTo>
                    <a:pt x="4580" y="236"/>
                  </a:lnTo>
                  <a:lnTo>
                    <a:pt x="4007" y="371"/>
                  </a:lnTo>
                  <a:lnTo>
                    <a:pt x="3435" y="506"/>
                  </a:lnTo>
                  <a:lnTo>
                    <a:pt x="2357" y="876"/>
                  </a:lnTo>
                  <a:lnTo>
                    <a:pt x="1852" y="1112"/>
                  </a:lnTo>
                  <a:lnTo>
                    <a:pt x="1381" y="1347"/>
                  </a:lnTo>
                  <a:lnTo>
                    <a:pt x="910" y="1617"/>
                  </a:lnTo>
                  <a:lnTo>
                    <a:pt x="472" y="1920"/>
                  </a:lnTo>
                  <a:lnTo>
                    <a:pt x="1" y="2189"/>
                  </a:lnTo>
                  <a:lnTo>
                    <a:pt x="1" y="2458"/>
                  </a:lnTo>
                  <a:lnTo>
                    <a:pt x="573" y="2122"/>
                  </a:lnTo>
                  <a:lnTo>
                    <a:pt x="1179" y="1751"/>
                  </a:lnTo>
                  <a:lnTo>
                    <a:pt x="1819" y="1415"/>
                  </a:lnTo>
                  <a:lnTo>
                    <a:pt x="2189" y="1213"/>
                  </a:lnTo>
                  <a:lnTo>
                    <a:pt x="2560" y="1078"/>
                  </a:lnTo>
                  <a:lnTo>
                    <a:pt x="3368" y="809"/>
                  </a:lnTo>
                  <a:lnTo>
                    <a:pt x="4176" y="573"/>
                  </a:lnTo>
                  <a:lnTo>
                    <a:pt x="4984" y="405"/>
                  </a:lnTo>
                  <a:lnTo>
                    <a:pt x="5388" y="337"/>
                  </a:lnTo>
                  <a:lnTo>
                    <a:pt x="5792" y="304"/>
                  </a:lnTo>
                  <a:lnTo>
                    <a:pt x="6229" y="270"/>
                  </a:lnTo>
                  <a:lnTo>
                    <a:pt x="6633" y="236"/>
                  </a:lnTo>
                  <a:lnTo>
                    <a:pt x="7441" y="304"/>
                  </a:lnTo>
                  <a:lnTo>
                    <a:pt x="8249" y="405"/>
                  </a:lnTo>
                  <a:lnTo>
                    <a:pt x="9057" y="573"/>
                  </a:lnTo>
                  <a:lnTo>
                    <a:pt x="9832" y="809"/>
                  </a:lnTo>
                  <a:lnTo>
                    <a:pt x="10606" y="1112"/>
                  </a:lnTo>
                  <a:lnTo>
                    <a:pt x="11381" y="1448"/>
                  </a:lnTo>
                  <a:lnTo>
                    <a:pt x="11684" y="1583"/>
                  </a:lnTo>
                  <a:lnTo>
                    <a:pt x="11953" y="1751"/>
                  </a:lnTo>
                  <a:lnTo>
                    <a:pt x="12492" y="2122"/>
                  </a:lnTo>
                  <a:lnTo>
                    <a:pt x="12997" y="2559"/>
                  </a:lnTo>
                  <a:lnTo>
                    <a:pt x="13468" y="2997"/>
                  </a:lnTo>
                  <a:lnTo>
                    <a:pt x="14040" y="3502"/>
                  </a:lnTo>
                  <a:lnTo>
                    <a:pt x="14545" y="4041"/>
                  </a:lnTo>
                  <a:lnTo>
                    <a:pt x="15084" y="4613"/>
                  </a:lnTo>
                  <a:lnTo>
                    <a:pt x="15555" y="5185"/>
                  </a:lnTo>
                  <a:lnTo>
                    <a:pt x="15959" y="5791"/>
                  </a:lnTo>
                  <a:lnTo>
                    <a:pt x="16262" y="6431"/>
                  </a:lnTo>
                  <a:lnTo>
                    <a:pt x="16431" y="6734"/>
                  </a:lnTo>
                  <a:lnTo>
                    <a:pt x="16532" y="7071"/>
                  </a:lnTo>
                  <a:lnTo>
                    <a:pt x="16633" y="7408"/>
                  </a:lnTo>
                  <a:lnTo>
                    <a:pt x="16734" y="7778"/>
                  </a:lnTo>
                  <a:lnTo>
                    <a:pt x="16801" y="8182"/>
                  </a:lnTo>
                  <a:lnTo>
                    <a:pt x="16835" y="8620"/>
                  </a:lnTo>
                  <a:lnTo>
                    <a:pt x="16902" y="9461"/>
                  </a:lnTo>
                  <a:lnTo>
                    <a:pt x="16936" y="11212"/>
                  </a:lnTo>
                  <a:lnTo>
                    <a:pt x="16969" y="11953"/>
                  </a:lnTo>
                  <a:lnTo>
                    <a:pt x="16902" y="12727"/>
                  </a:lnTo>
                  <a:lnTo>
                    <a:pt x="16801" y="13468"/>
                  </a:lnTo>
                  <a:lnTo>
                    <a:pt x="16599" y="14208"/>
                  </a:lnTo>
                  <a:lnTo>
                    <a:pt x="16363" y="14915"/>
                  </a:lnTo>
                  <a:lnTo>
                    <a:pt x="16060" y="15589"/>
                  </a:lnTo>
                  <a:lnTo>
                    <a:pt x="15690" y="16229"/>
                  </a:lnTo>
                  <a:lnTo>
                    <a:pt x="15219" y="16868"/>
                  </a:lnTo>
                  <a:lnTo>
                    <a:pt x="14983" y="17138"/>
                  </a:lnTo>
                  <a:lnTo>
                    <a:pt x="14747" y="17373"/>
                  </a:lnTo>
                  <a:lnTo>
                    <a:pt x="14209" y="17878"/>
                  </a:lnTo>
                  <a:lnTo>
                    <a:pt x="13636" y="18316"/>
                  </a:lnTo>
                  <a:lnTo>
                    <a:pt x="13064" y="18754"/>
                  </a:lnTo>
                  <a:lnTo>
                    <a:pt x="12761" y="18989"/>
                  </a:lnTo>
                  <a:lnTo>
                    <a:pt x="12424" y="19191"/>
                  </a:lnTo>
                  <a:lnTo>
                    <a:pt x="12088" y="19360"/>
                  </a:lnTo>
                  <a:lnTo>
                    <a:pt x="11751" y="19528"/>
                  </a:lnTo>
                  <a:lnTo>
                    <a:pt x="11078" y="19797"/>
                  </a:lnTo>
                  <a:lnTo>
                    <a:pt x="10337" y="19999"/>
                  </a:lnTo>
                  <a:lnTo>
                    <a:pt x="8990" y="20370"/>
                  </a:lnTo>
                  <a:lnTo>
                    <a:pt x="8350" y="20538"/>
                  </a:lnTo>
                  <a:lnTo>
                    <a:pt x="7677" y="20673"/>
                  </a:lnTo>
                  <a:lnTo>
                    <a:pt x="7239" y="20740"/>
                  </a:lnTo>
                  <a:lnTo>
                    <a:pt x="6802" y="20774"/>
                  </a:lnTo>
                  <a:lnTo>
                    <a:pt x="5960" y="20774"/>
                  </a:lnTo>
                  <a:lnTo>
                    <a:pt x="5118" y="20706"/>
                  </a:lnTo>
                  <a:lnTo>
                    <a:pt x="4243" y="20605"/>
                  </a:lnTo>
                  <a:lnTo>
                    <a:pt x="3132" y="20437"/>
                  </a:lnTo>
                  <a:lnTo>
                    <a:pt x="2560" y="20302"/>
                  </a:lnTo>
                  <a:lnTo>
                    <a:pt x="2021" y="20134"/>
                  </a:lnTo>
                  <a:lnTo>
                    <a:pt x="1482" y="19966"/>
                  </a:lnTo>
                  <a:lnTo>
                    <a:pt x="943" y="19730"/>
                  </a:lnTo>
                  <a:lnTo>
                    <a:pt x="472" y="19461"/>
                  </a:lnTo>
                  <a:lnTo>
                    <a:pt x="1" y="19124"/>
                  </a:lnTo>
                  <a:lnTo>
                    <a:pt x="1" y="19461"/>
                  </a:lnTo>
                  <a:lnTo>
                    <a:pt x="304" y="19663"/>
                  </a:lnTo>
                  <a:lnTo>
                    <a:pt x="640" y="19865"/>
                  </a:lnTo>
                  <a:lnTo>
                    <a:pt x="943" y="20033"/>
                  </a:lnTo>
                  <a:lnTo>
                    <a:pt x="1314" y="20168"/>
                  </a:lnTo>
                  <a:lnTo>
                    <a:pt x="2021" y="20437"/>
                  </a:lnTo>
                  <a:lnTo>
                    <a:pt x="2728" y="20605"/>
                  </a:lnTo>
                  <a:lnTo>
                    <a:pt x="3401" y="20740"/>
                  </a:lnTo>
                  <a:lnTo>
                    <a:pt x="4108" y="20841"/>
                  </a:lnTo>
                  <a:lnTo>
                    <a:pt x="4782" y="20942"/>
                  </a:lnTo>
                  <a:lnTo>
                    <a:pt x="5455" y="21009"/>
                  </a:lnTo>
                  <a:lnTo>
                    <a:pt x="6835" y="21009"/>
                  </a:lnTo>
                  <a:lnTo>
                    <a:pt x="7509" y="20942"/>
                  </a:lnTo>
                  <a:lnTo>
                    <a:pt x="8216" y="20841"/>
                  </a:lnTo>
                  <a:lnTo>
                    <a:pt x="8855" y="20706"/>
                  </a:lnTo>
                  <a:lnTo>
                    <a:pt x="9529" y="20504"/>
                  </a:lnTo>
                  <a:lnTo>
                    <a:pt x="10808" y="20168"/>
                  </a:lnTo>
                  <a:lnTo>
                    <a:pt x="11145" y="20067"/>
                  </a:lnTo>
                  <a:lnTo>
                    <a:pt x="11482" y="19966"/>
                  </a:lnTo>
                  <a:lnTo>
                    <a:pt x="12054" y="19696"/>
                  </a:lnTo>
                  <a:lnTo>
                    <a:pt x="12626" y="19360"/>
                  </a:lnTo>
                  <a:lnTo>
                    <a:pt x="13199" y="18989"/>
                  </a:lnTo>
                  <a:lnTo>
                    <a:pt x="13704" y="18585"/>
                  </a:lnTo>
                  <a:lnTo>
                    <a:pt x="14209" y="18181"/>
                  </a:lnTo>
                  <a:lnTo>
                    <a:pt x="14680" y="17777"/>
                  </a:lnTo>
                  <a:lnTo>
                    <a:pt x="15118" y="17340"/>
                  </a:lnTo>
                  <a:lnTo>
                    <a:pt x="15522" y="16868"/>
                  </a:lnTo>
                  <a:lnTo>
                    <a:pt x="15892" y="16363"/>
                  </a:lnTo>
                  <a:lnTo>
                    <a:pt x="16229" y="15825"/>
                  </a:lnTo>
                  <a:lnTo>
                    <a:pt x="16532" y="15218"/>
                  </a:lnTo>
                  <a:lnTo>
                    <a:pt x="16767" y="14579"/>
                  </a:lnTo>
                  <a:lnTo>
                    <a:pt x="16969" y="13939"/>
                  </a:lnTo>
                  <a:lnTo>
                    <a:pt x="17070" y="13266"/>
                  </a:lnTo>
                  <a:lnTo>
                    <a:pt x="17171" y="12592"/>
                  </a:lnTo>
                  <a:lnTo>
                    <a:pt x="17205" y="11919"/>
                  </a:lnTo>
                  <a:lnTo>
                    <a:pt x="17205" y="11246"/>
                  </a:lnTo>
                  <a:lnTo>
                    <a:pt x="17171" y="10572"/>
                  </a:lnTo>
                  <a:lnTo>
                    <a:pt x="17104" y="9865"/>
                  </a:lnTo>
                  <a:lnTo>
                    <a:pt x="17037" y="8552"/>
                  </a:lnTo>
                  <a:lnTo>
                    <a:pt x="17003" y="7879"/>
                  </a:lnTo>
                  <a:lnTo>
                    <a:pt x="16936" y="7576"/>
                  </a:lnTo>
                  <a:lnTo>
                    <a:pt x="16868" y="7239"/>
                  </a:lnTo>
                  <a:lnTo>
                    <a:pt x="16767" y="6902"/>
                  </a:lnTo>
                  <a:lnTo>
                    <a:pt x="16633" y="6599"/>
                  </a:lnTo>
                  <a:lnTo>
                    <a:pt x="16363" y="5993"/>
                  </a:lnTo>
                  <a:lnTo>
                    <a:pt x="16027" y="5421"/>
                  </a:lnTo>
                  <a:lnTo>
                    <a:pt x="15623" y="4882"/>
                  </a:lnTo>
                  <a:lnTo>
                    <a:pt x="15219" y="4377"/>
                  </a:lnTo>
                  <a:lnTo>
                    <a:pt x="14781" y="3872"/>
                  </a:lnTo>
                  <a:lnTo>
                    <a:pt x="14343" y="3401"/>
                  </a:lnTo>
                  <a:lnTo>
                    <a:pt x="13872" y="2963"/>
                  </a:lnTo>
                  <a:lnTo>
                    <a:pt x="13367" y="2526"/>
                  </a:lnTo>
                  <a:lnTo>
                    <a:pt x="12862" y="2122"/>
                  </a:lnTo>
                  <a:lnTo>
                    <a:pt x="12323" y="1751"/>
                  </a:lnTo>
                  <a:lnTo>
                    <a:pt x="11785" y="1415"/>
                  </a:lnTo>
                  <a:lnTo>
                    <a:pt x="11212" y="1112"/>
                  </a:lnTo>
                  <a:lnTo>
                    <a:pt x="10640" y="842"/>
                  </a:lnTo>
                  <a:lnTo>
                    <a:pt x="10034" y="607"/>
                  </a:lnTo>
                  <a:lnTo>
                    <a:pt x="9428" y="405"/>
                  </a:lnTo>
                  <a:lnTo>
                    <a:pt x="8788" y="236"/>
                  </a:lnTo>
                  <a:lnTo>
                    <a:pt x="8148" y="102"/>
                  </a:lnTo>
                  <a:lnTo>
                    <a:pt x="7509" y="34"/>
                  </a:lnTo>
                  <a:lnTo>
                    <a:pt x="68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0" name="Google Shape;290;p3"/>
            <p:cNvSpPr/>
            <p:nvPr/>
          </p:nvSpPr>
          <p:spPr>
            <a:xfrm>
              <a:off x="-41" y="2426742"/>
              <a:ext cx="805103" cy="684556"/>
            </a:xfrm>
            <a:custGeom>
              <a:avLst/>
              <a:gdLst/>
              <a:ahLst/>
              <a:cxnLst/>
              <a:rect l="l" t="t" r="r" b="b"/>
              <a:pathLst>
                <a:path w="16196" h="13771" extrusionOk="0">
                  <a:moveTo>
                    <a:pt x="15185" y="6095"/>
                  </a:moveTo>
                  <a:lnTo>
                    <a:pt x="15454" y="6162"/>
                  </a:lnTo>
                  <a:lnTo>
                    <a:pt x="15555" y="6196"/>
                  </a:lnTo>
                  <a:lnTo>
                    <a:pt x="15656" y="6263"/>
                  </a:lnTo>
                  <a:lnTo>
                    <a:pt x="15757" y="6364"/>
                  </a:lnTo>
                  <a:lnTo>
                    <a:pt x="15858" y="6465"/>
                  </a:lnTo>
                  <a:lnTo>
                    <a:pt x="15926" y="6600"/>
                  </a:lnTo>
                  <a:lnTo>
                    <a:pt x="15959" y="6768"/>
                  </a:lnTo>
                  <a:lnTo>
                    <a:pt x="15993" y="6903"/>
                  </a:lnTo>
                  <a:lnTo>
                    <a:pt x="15993" y="7071"/>
                  </a:lnTo>
                  <a:lnTo>
                    <a:pt x="15926" y="7206"/>
                  </a:lnTo>
                  <a:lnTo>
                    <a:pt x="15892" y="7340"/>
                  </a:lnTo>
                  <a:lnTo>
                    <a:pt x="15791" y="7475"/>
                  </a:lnTo>
                  <a:lnTo>
                    <a:pt x="15690" y="7576"/>
                  </a:lnTo>
                  <a:lnTo>
                    <a:pt x="15421" y="7711"/>
                  </a:lnTo>
                  <a:lnTo>
                    <a:pt x="15118" y="7812"/>
                  </a:lnTo>
                  <a:lnTo>
                    <a:pt x="14781" y="7845"/>
                  </a:lnTo>
                  <a:lnTo>
                    <a:pt x="14411" y="7845"/>
                  </a:lnTo>
                  <a:lnTo>
                    <a:pt x="13704" y="7812"/>
                  </a:lnTo>
                  <a:lnTo>
                    <a:pt x="13064" y="7778"/>
                  </a:lnTo>
                  <a:lnTo>
                    <a:pt x="13064" y="7542"/>
                  </a:lnTo>
                  <a:lnTo>
                    <a:pt x="13064" y="7307"/>
                  </a:lnTo>
                  <a:lnTo>
                    <a:pt x="13098" y="6734"/>
                  </a:lnTo>
                  <a:lnTo>
                    <a:pt x="13098" y="6196"/>
                  </a:lnTo>
                  <a:lnTo>
                    <a:pt x="13535" y="6128"/>
                  </a:lnTo>
                  <a:lnTo>
                    <a:pt x="14007" y="6095"/>
                  </a:lnTo>
                  <a:close/>
                  <a:moveTo>
                    <a:pt x="6027" y="1"/>
                  </a:moveTo>
                  <a:lnTo>
                    <a:pt x="5354" y="68"/>
                  </a:lnTo>
                  <a:lnTo>
                    <a:pt x="4681" y="203"/>
                  </a:lnTo>
                  <a:lnTo>
                    <a:pt x="4041" y="405"/>
                  </a:lnTo>
                  <a:lnTo>
                    <a:pt x="3401" y="640"/>
                  </a:lnTo>
                  <a:lnTo>
                    <a:pt x="2829" y="943"/>
                  </a:lnTo>
                  <a:lnTo>
                    <a:pt x="2425" y="1213"/>
                  </a:lnTo>
                  <a:lnTo>
                    <a:pt x="2021" y="1482"/>
                  </a:lnTo>
                  <a:lnTo>
                    <a:pt x="1617" y="1819"/>
                  </a:lnTo>
                  <a:lnTo>
                    <a:pt x="1246" y="2189"/>
                  </a:lnTo>
                  <a:lnTo>
                    <a:pt x="876" y="2593"/>
                  </a:lnTo>
                  <a:lnTo>
                    <a:pt x="539" y="2997"/>
                  </a:lnTo>
                  <a:lnTo>
                    <a:pt x="236" y="3468"/>
                  </a:lnTo>
                  <a:lnTo>
                    <a:pt x="1" y="3906"/>
                  </a:lnTo>
                  <a:lnTo>
                    <a:pt x="1" y="4512"/>
                  </a:lnTo>
                  <a:lnTo>
                    <a:pt x="68" y="4243"/>
                  </a:lnTo>
                  <a:lnTo>
                    <a:pt x="203" y="4007"/>
                  </a:lnTo>
                  <a:lnTo>
                    <a:pt x="337" y="3738"/>
                  </a:lnTo>
                  <a:lnTo>
                    <a:pt x="472" y="3468"/>
                  </a:lnTo>
                  <a:lnTo>
                    <a:pt x="842" y="2963"/>
                  </a:lnTo>
                  <a:lnTo>
                    <a:pt x="1246" y="2492"/>
                  </a:lnTo>
                  <a:lnTo>
                    <a:pt x="1718" y="2054"/>
                  </a:lnTo>
                  <a:lnTo>
                    <a:pt x="2189" y="1684"/>
                  </a:lnTo>
                  <a:lnTo>
                    <a:pt x="2661" y="1314"/>
                  </a:lnTo>
                  <a:lnTo>
                    <a:pt x="3132" y="1044"/>
                  </a:lnTo>
                  <a:lnTo>
                    <a:pt x="3704" y="741"/>
                  </a:lnTo>
                  <a:lnTo>
                    <a:pt x="4310" y="539"/>
                  </a:lnTo>
                  <a:lnTo>
                    <a:pt x="4916" y="371"/>
                  </a:lnTo>
                  <a:lnTo>
                    <a:pt x="5556" y="270"/>
                  </a:lnTo>
                  <a:lnTo>
                    <a:pt x="6229" y="236"/>
                  </a:lnTo>
                  <a:lnTo>
                    <a:pt x="6869" y="236"/>
                  </a:lnTo>
                  <a:lnTo>
                    <a:pt x="7509" y="304"/>
                  </a:lnTo>
                  <a:lnTo>
                    <a:pt x="8148" y="438"/>
                  </a:lnTo>
                  <a:lnTo>
                    <a:pt x="8687" y="607"/>
                  </a:lnTo>
                  <a:lnTo>
                    <a:pt x="9192" y="809"/>
                  </a:lnTo>
                  <a:lnTo>
                    <a:pt x="9697" y="1078"/>
                  </a:lnTo>
                  <a:lnTo>
                    <a:pt x="10168" y="1381"/>
                  </a:lnTo>
                  <a:lnTo>
                    <a:pt x="10606" y="1751"/>
                  </a:lnTo>
                  <a:lnTo>
                    <a:pt x="11010" y="2122"/>
                  </a:lnTo>
                  <a:lnTo>
                    <a:pt x="11381" y="2559"/>
                  </a:lnTo>
                  <a:lnTo>
                    <a:pt x="11751" y="2997"/>
                  </a:lnTo>
                  <a:lnTo>
                    <a:pt x="12054" y="3536"/>
                  </a:lnTo>
                  <a:lnTo>
                    <a:pt x="12323" y="4075"/>
                  </a:lnTo>
                  <a:lnTo>
                    <a:pt x="12525" y="4647"/>
                  </a:lnTo>
                  <a:lnTo>
                    <a:pt x="12694" y="5219"/>
                  </a:lnTo>
                  <a:lnTo>
                    <a:pt x="12761" y="5792"/>
                  </a:lnTo>
                  <a:lnTo>
                    <a:pt x="12828" y="6398"/>
                  </a:lnTo>
                  <a:lnTo>
                    <a:pt x="12828" y="7004"/>
                  </a:lnTo>
                  <a:lnTo>
                    <a:pt x="12795" y="7610"/>
                  </a:lnTo>
                  <a:lnTo>
                    <a:pt x="12795" y="7677"/>
                  </a:lnTo>
                  <a:lnTo>
                    <a:pt x="12862" y="7711"/>
                  </a:lnTo>
                  <a:lnTo>
                    <a:pt x="12862" y="7778"/>
                  </a:lnTo>
                  <a:lnTo>
                    <a:pt x="12828" y="7845"/>
                  </a:lnTo>
                  <a:lnTo>
                    <a:pt x="12828" y="7913"/>
                  </a:lnTo>
                  <a:lnTo>
                    <a:pt x="12761" y="8384"/>
                  </a:lnTo>
                  <a:lnTo>
                    <a:pt x="12626" y="8822"/>
                  </a:lnTo>
                  <a:lnTo>
                    <a:pt x="12357" y="9663"/>
                  </a:lnTo>
                  <a:lnTo>
                    <a:pt x="12256" y="9966"/>
                  </a:lnTo>
                  <a:lnTo>
                    <a:pt x="12088" y="10269"/>
                  </a:lnTo>
                  <a:lnTo>
                    <a:pt x="11953" y="10572"/>
                  </a:lnTo>
                  <a:lnTo>
                    <a:pt x="11751" y="10842"/>
                  </a:lnTo>
                  <a:lnTo>
                    <a:pt x="11313" y="11380"/>
                  </a:lnTo>
                  <a:lnTo>
                    <a:pt x="10842" y="11852"/>
                  </a:lnTo>
                  <a:lnTo>
                    <a:pt x="10572" y="12088"/>
                  </a:lnTo>
                  <a:lnTo>
                    <a:pt x="10269" y="12323"/>
                  </a:lnTo>
                  <a:lnTo>
                    <a:pt x="10000" y="12525"/>
                  </a:lnTo>
                  <a:lnTo>
                    <a:pt x="9697" y="12694"/>
                  </a:lnTo>
                  <a:lnTo>
                    <a:pt x="9091" y="12963"/>
                  </a:lnTo>
                  <a:lnTo>
                    <a:pt x="8519" y="13165"/>
                  </a:lnTo>
                  <a:lnTo>
                    <a:pt x="7946" y="13300"/>
                  </a:lnTo>
                  <a:lnTo>
                    <a:pt x="7408" y="13401"/>
                  </a:lnTo>
                  <a:lnTo>
                    <a:pt x="6465" y="13535"/>
                  </a:lnTo>
                  <a:lnTo>
                    <a:pt x="5320" y="13535"/>
                  </a:lnTo>
                  <a:lnTo>
                    <a:pt x="4748" y="13434"/>
                  </a:lnTo>
                  <a:lnTo>
                    <a:pt x="4209" y="13333"/>
                  </a:lnTo>
                  <a:lnTo>
                    <a:pt x="3704" y="13131"/>
                  </a:lnTo>
                  <a:lnTo>
                    <a:pt x="3166" y="12929"/>
                  </a:lnTo>
                  <a:lnTo>
                    <a:pt x="2661" y="12660"/>
                  </a:lnTo>
                  <a:lnTo>
                    <a:pt x="2189" y="12357"/>
                  </a:lnTo>
                  <a:lnTo>
                    <a:pt x="1617" y="11953"/>
                  </a:lnTo>
                  <a:lnTo>
                    <a:pt x="977" y="11481"/>
                  </a:lnTo>
                  <a:lnTo>
                    <a:pt x="674" y="11212"/>
                  </a:lnTo>
                  <a:lnTo>
                    <a:pt x="371" y="10909"/>
                  </a:lnTo>
                  <a:lnTo>
                    <a:pt x="169" y="10606"/>
                  </a:lnTo>
                  <a:lnTo>
                    <a:pt x="1" y="10303"/>
                  </a:lnTo>
                  <a:lnTo>
                    <a:pt x="1" y="10774"/>
                  </a:lnTo>
                  <a:lnTo>
                    <a:pt x="169" y="11010"/>
                  </a:lnTo>
                  <a:lnTo>
                    <a:pt x="371" y="11212"/>
                  </a:lnTo>
                  <a:lnTo>
                    <a:pt x="809" y="11616"/>
                  </a:lnTo>
                  <a:lnTo>
                    <a:pt x="1280" y="11987"/>
                  </a:lnTo>
                  <a:lnTo>
                    <a:pt x="1684" y="12290"/>
                  </a:lnTo>
                  <a:lnTo>
                    <a:pt x="2256" y="12660"/>
                  </a:lnTo>
                  <a:lnTo>
                    <a:pt x="2795" y="12963"/>
                  </a:lnTo>
                  <a:lnTo>
                    <a:pt x="3368" y="13232"/>
                  </a:lnTo>
                  <a:lnTo>
                    <a:pt x="3940" y="13468"/>
                  </a:lnTo>
                  <a:lnTo>
                    <a:pt x="4546" y="13636"/>
                  </a:lnTo>
                  <a:lnTo>
                    <a:pt x="5152" y="13737"/>
                  </a:lnTo>
                  <a:lnTo>
                    <a:pt x="5792" y="13771"/>
                  </a:lnTo>
                  <a:lnTo>
                    <a:pt x="6465" y="13737"/>
                  </a:lnTo>
                  <a:lnTo>
                    <a:pt x="6970" y="13704"/>
                  </a:lnTo>
                  <a:lnTo>
                    <a:pt x="7542" y="13636"/>
                  </a:lnTo>
                  <a:lnTo>
                    <a:pt x="8115" y="13502"/>
                  </a:lnTo>
                  <a:lnTo>
                    <a:pt x="8687" y="13333"/>
                  </a:lnTo>
                  <a:lnTo>
                    <a:pt x="9293" y="13098"/>
                  </a:lnTo>
                  <a:lnTo>
                    <a:pt x="9933" y="12795"/>
                  </a:lnTo>
                  <a:lnTo>
                    <a:pt x="10236" y="12626"/>
                  </a:lnTo>
                  <a:lnTo>
                    <a:pt x="10539" y="12391"/>
                  </a:lnTo>
                  <a:lnTo>
                    <a:pt x="10842" y="12155"/>
                  </a:lnTo>
                  <a:lnTo>
                    <a:pt x="11145" y="11886"/>
                  </a:lnTo>
                  <a:lnTo>
                    <a:pt x="11583" y="11414"/>
                  </a:lnTo>
                  <a:lnTo>
                    <a:pt x="11987" y="10875"/>
                  </a:lnTo>
                  <a:lnTo>
                    <a:pt x="12323" y="10303"/>
                  </a:lnTo>
                  <a:lnTo>
                    <a:pt x="12458" y="10000"/>
                  </a:lnTo>
                  <a:lnTo>
                    <a:pt x="12559" y="9697"/>
                  </a:lnTo>
                  <a:lnTo>
                    <a:pt x="12660" y="9360"/>
                  </a:lnTo>
                  <a:lnTo>
                    <a:pt x="12761" y="9024"/>
                  </a:lnTo>
                  <a:lnTo>
                    <a:pt x="12929" y="8317"/>
                  </a:lnTo>
                  <a:lnTo>
                    <a:pt x="13030" y="7980"/>
                  </a:lnTo>
                  <a:lnTo>
                    <a:pt x="13872" y="8047"/>
                  </a:lnTo>
                  <a:lnTo>
                    <a:pt x="14815" y="8047"/>
                  </a:lnTo>
                  <a:lnTo>
                    <a:pt x="15252" y="7980"/>
                  </a:lnTo>
                  <a:lnTo>
                    <a:pt x="15454" y="7913"/>
                  </a:lnTo>
                  <a:lnTo>
                    <a:pt x="15656" y="7845"/>
                  </a:lnTo>
                  <a:lnTo>
                    <a:pt x="15825" y="7711"/>
                  </a:lnTo>
                  <a:lnTo>
                    <a:pt x="15959" y="7576"/>
                  </a:lnTo>
                  <a:lnTo>
                    <a:pt x="16060" y="7408"/>
                  </a:lnTo>
                  <a:lnTo>
                    <a:pt x="16161" y="7239"/>
                  </a:lnTo>
                  <a:lnTo>
                    <a:pt x="16195" y="7004"/>
                  </a:lnTo>
                  <a:lnTo>
                    <a:pt x="16195" y="6768"/>
                  </a:lnTo>
                  <a:lnTo>
                    <a:pt x="16161" y="6566"/>
                  </a:lnTo>
                  <a:lnTo>
                    <a:pt x="16060" y="6398"/>
                  </a:lnTo>
                  <a:lnTo>
                    <a:pt x="15926" y="6229"/>
                  </a:lnTo>
                  <a:lnTo>
                    <a:pt x="15757" y="6061"/>
                  </a:lnTo>
                  <a:lnTo>
                    <a:pt x="15589" y="5960"/>
                  </a:lnTo>
                  <a:lnTo>
                    <a:pt x="15353" y="5893"/>
                  </a:lnTo>
                  <a:lnTo>
                    <a:pt x="15084" y="5859"/>
                  </a:lnTo>
                  <a:lnTo>
                    <a:pt x="14781" y="5859"/>
                  </a:lnTo>
                  <a:lnTo>
                    <a:pt x="14175" y="5926"/>
                  </a:lnTo>
                  <a:lnTo>
                    <a:pt x="13367" y="5926"/>
                  </a:lnTo>
                  <a:lnTo>
                    <a:pt x="13098" y="5994"/>
                  </a:lnTo>
                  <a:lnTo>
                    <a:pt x="13030" y="5489"/>
                  </a:lnTo>
                  <a:lnTo>
                    <a:pt x="12929" y="4984"/>
                  </a:lnTo>
                  <a:lnTo>
                    <a:pt x="12761" y="4512"/>
                  </a:lnTo>
                  <a:lnTo>
                    <a:pt x="12593" y="4041"/>
                  </a:lnTo>
                  <a:lnTo>
                    <a:pt x="12357" y="3570"/>
                  </a:lnTo>
                  <a:lnTo>
                    <a:pt x="12088" y="3132"/>
                  </a:lnTo>
                  <a:lnTo>
                    <a:pt x="11818" y="2694"/>
                  </a:lnTo>
                  <a:lnTo>
                    <a:pt x="11482" y="2324"/>
                  </a:lnTo>
                  <a:lnTo>
                    <a:pt x="11145" y="1920"/>
                  </a:lnTo>
                  <a:lnTo>
                    <a:pt x="10741" y="1583"/>
                  </a:lnTo>
                  <a:lnTo>
                    <a:pt x="10337" y="1280"/>
                  </a:lnTo>
                  <a:lnTo>
                    <a:pt x="9933" y="977"/>
                  </a:lnTo>
                  <a:lnTo>
                    <a:pt x="9461" y="708"/>
                  </a:lnTo>
                  <a:lnTo>
                    <a:pt x="8990" y="506"/>
                  </a:lnTo>
                  <a:lnTo>
                    <a:pt x="8519" y="304"/>
                  </a:lnTo>
                  <a:lnTo>
                    <a:pt x="8014" y="169"/>
                  </a:lnTo>
                  <a:lnTo>
                    <a:pt x="7374" y="68"/>
                  </a:lnTo>
                  <a:lnTo>
                    <a:pt x="67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291" name="Google Shape;291;p3"/>
          <p:cNvGrpSpPr/>
          <p:nvPr/>
        </p:nvGrpSpPr>
        <p:grpSpPr>
          <a:xfrm>
            <a:off x="4899221" y="56867"/>
            <a:ext cx="1032676" cy="866992"/>
            <a:chOff x="3554771" y="56867"/>
            <a:chExt cx="1032676" cy="866992"/>
          </a:xfrm>
        </p:grpSpPr>
        <p:sp>
          <p:nvSpPr>
            <p:cNvPr id="292" name="Google Shape;292;p3"/>
            <p:cNvSpPr/>
            <p:nvPr/>
          </p:nvSpPr>
          <p:spPr>
            <a:xfrm>
              <a:off x="4348093" y="788251"/>
              <a:ext cx="13422" cy="28534"/>
            </a:xfrm>
            <a:custGeom>
              <a:avLst/>
              <a:gdLst/>
              <a:ahLst/>
              <a:cxnLst/>
              <a:rect l="l" t="t" r="r" b="b"/>
              <a:pathLst>
                <a:path w="270" h="574" extrusionOk="0">
                  <a:moveTo>
                    <a:pt x="169" y="1"/>
                  </a:moveTo>
                  <a:lnTo>
                    <a:pt x="135" y="34"/>
                  </a:lnTo>
                  <a:lnTo>
                    <a:pt x="34" y="236"/>
                  </a:lnTo>
                  <a:lnTo>
                    <a:pt x="0" y="472"/>
                  </a:lnTo>
                  <a:lnTo>
                    <a:pt x="34" y="573"/>
                  </a:lnTo>
                  <a:lnTo>
                    <a:pt x="169" y="573"/>
                  </a:lnTo>
                  <a:lnTo>
                    <a:pt x="202" y="472"/>
                  </a:lnTo>
                  <a:lnTo>
                    <a:pt x="236" y="304"/>
                  </a:lnTo>
                  <a:lnTo>
                    <a:pt x="270" y="102"/>
                  </a:lnTo>
                  <a:lnTo>
                    <a:pt x="270" y="34"/>
                  </a:lnTo>
                  <a:lnTo>
                    <a:pt x="236"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3" name="Google Shape;293;p3"/>
            <p:cNvSpPr/>
            <p:nvPr/>
          </p:nvSpPr>
          <p:spPr>
            <a:xfrm>
              <a:off x="4331341" y="830106"/>
              <a:ext cx="16802" cy="33505"/>
            </a:xfrm>
            <a:custGeom>
              <a:avLst/>
              <a:gdLst/>
              <a:ahLst/>
              <a:cxnLst/>
              <a:rect l="l" t="t" r="r" b="b"/>
              <a:pathLst>
                <a:path w="338" h="674" extrusionOk="0">
                  <a:moveTo>
                    <a:pt x="236" y="0"/>
                  </a:moveTo>
                  <a:lnTo>
                    <a:pt x="203" y="34"/>
                  </a:lnTo>
                  <a:lnTo>
                    <a:pt x="102" y="303"/>
                  </a:lnTo>
                  <a:lnTo>
                    <a:pt x="1" y="573"/>
                  </a:lnTo>
                  <a:lnTo>
                    <a:pt x="1" y="606"/>
                  </a:lnTo>
                  <a:lnTo>
                    <a:pt x="34" y="674"/>
                  </a:lnTo>
                  <a:lnTo>
                    <a:pt x="102" y="674"/>
                  </a:lnTo>
                  <a:lnTo>
                    <a:pt x="169" y="640"/>
                  </a:lnTo>
                  <a:lnTo>
                    <a:pt x="236" y="539"/>
                  </a:lnTo>
                  <a:lnTo>
                    <a:pt x="304" y="404"/>
                  </a:lnTo>
                  <a:lnTo>
                    <a:pt x="337" y="236"/>
                  </a:lnTo>
                  <a:lnTo>
                    <a:pt x="337" y="101"/>
                  </a:lnTo>
                  <a:lnTo>
                    <a:pt x="337" y="34"/>
                  </a:lnTo>
                  <a:lnTo>
                    <a:pt x="304"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4" name="Google Shape;294;p3"/>
            <p:cNvSpPr/>
            <p:nvPr/>
          </p:nvSpPr>
          <p:spPr>
            <a:xfrm>
              <a:off x="4363155" y="741374"/>
              <a:ext cx="15112" cy="26843"/>
            </a:xfrm>
            <a:custGeom>
              <a:avLst/>
              <a:gdLst/>
              <a:ahLst/>
              <a:cxnLst/>
              <a:rect l="l" t="t" r="r" b="b"/>
              <a:pathLst>
                <a:path w="304" h="540" extrusionOk="0">
                  <a:moveTo>
                    <a:pt x="202" y="1"/>
                  </a:moveTo>
                  <a:lnTo>
                    <a:pt x="135" y="35"/>
                  </a:lnTo>
                  <a:lnTo>
                    <a:pt x="34" y="237"/>
                  </a:lnTo>
                  <a:lnTo>
                    <a:pt x="0" y="439"/>
                  </a:lnTo>
                  <a:lnTo>
                    <a:pt x="34" y="506"/>
                  </a:lnTo>
                  <a:lnTo>
                    <a:pt x="135" y="540"/>
                  </a:lnTo>
                  <a:lnTo>
                    <a:pt x="202" y="506"/>
                  </a:lnTo>
                  <a:lnTo>
                    <a:pt x="236" y="439"/>
                  </a:lnTo>
                  <a:lnTo>
                    <a:pt x="270" y="270"/>
                  </a:lnTo>
                  <a:lnTo>
                    <a:pt x="303" y="102"/>
                  </a:lnTo>
                  <a:lnTo>
                    <a:pt x="303" y="35"/>
                  </a:lnTo>
                  <a:lnTo>
                    <a:pt x="270"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5" name="Google Shape;295;p3"/>
            <p:cNvSpPr/>
            <p:nvPr/>
          </p:nvSpPr>
          <p:spPr>
            <a:xfrm>
              <a:off x="4376527" y="699568"/>
              <a:ext cx="16802" cy="26794"/>
            </a:xfrm>
            <a:custGeom>
              <a:avLst/>
              <a:gdLst/>
              <a:ahLst/>
              <a:cxnLst/>
              <a:rect l="l" t="t" r="r" b="b"/>
              <a:pathLst>
                <a:path w="338" h="539" extrusionOk="0">
                  <a:moveTo>
                    <a:pt x="236" y="0"/>
                  </a:moveTo>
                  <a:lnTo>
                    <a:pt x="203" y="34"/>
                  </a:lnTo>
                  <a:lnTo>
                    <a:pt x="68" y="202"/>
                  </a:lnTo>
                  <a:lnTo>
                    <a:pt x="34" y="303"/>
                  </a:lnTo>
                  <a:lnTo>
                    <a:pt x="1" y="438"/>
                  </a:lnTo>
                  <a:lnTo>
                    <a:pt x="34" y="505"/>
                  </a:lnTo>
                  <a:lnTo>
                    <a:pt x="135" y="539"/>
                  </a:lnTo>
                  <a:lnTo>
                    <a:pt x="203" y="505"/>
                  </a:lnTo>
                  <a:lnTo>
                    <a:pt x="236" y="438"/>
                  </a:lnTo>
                  <a:lnTo>
                    <a:pt x="270" y="270"/>
                  </a:lnTo>
                  <a:lnTo>
                    <a:pt x="337" y="101"/>
                  </a:lnTo>
                  <a:lnTo>
                    <a:pt x="337" y="34"/>
                  </a:lnTo>
                  <a:lnTo>
                    <a:pt x="304"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6" name="Google Shape;296;p3"/>
            <p:cNvSpPr/>
            <p:nvPr/>
          </p:nvSpPr>
          <p:spPr>
            <a:xfrm>
              <a:off x="4394920" y="662733"/>
              <a:ext cx="15112" cy="23463"/>
            </a:xfrm>
            <a:custGeom>
              <a:avLst/>
              <a:gdLst/>
              <a:ahLst/>
              <a:cxnLst/>
              <a:rect l="l" t="t" r="r" b="b"/>
              <a:pathLst>
                <a:path w="304" h="472" extrusionOk="0">
                  <a:moveTo>
                    <a:pt x="169" y="1"/>
                  </a:moveTo>
                  <a:lnTo>
                    <a:pt x="102" y="34"/>
                  </a:lnTo>
                  <a:lnTo>
                    <a:pt x="35" y="203"/>
                  </a:lnTo>
                  <a:lnTo>
                    <a:pt x="1" y="304"/>
                  </a:lnTo>
                  <a:lnTo>
                    <a:pt x="35" y="405"/>
                  </a:lnTo>
                  <a:lnTo>
                    <a:pt x="68" y="438"/>
                  </a:lnTo>
                  <a:lnTo>
                    <a:pt x="102" y="472"/>
                  </a:lnTo>
                  <a:lnTo>
                    <a:pt x="169" y="438"/>
                  </a:lnTo>
                  <a:lnTo>
                    <a:pt x="203" y="405"/>
                  </a:lnTo>
                  <a:lnTo>
                    <a:pt x="237" y="270"/>
                  </a:lnTo>
                  <a:lnTo>
                    <a:pt x="304" y="102"/>
                  </a:lnTo>
                  <a:lnTo>
                    <a:pt x="304" y="34"/>
                  </a:lnTo>
                  <a:lnTo>
                    <a:pt x="237"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7" name="Google Shape;297;p3"/>
            <p:cNvSpPr/>
            <p:nvPr/>
          </p:nvSpPr>
          <p:spPr>
            <a:xfrm>
              <a:off x="3626751" y="592443"/>
              <a:ext cx="11781" cy="28484"/>
            </a:xfrm>
            <a:custGeom>
              <a:avLst/>
              <a:gdLst/>
              <a:ahLst/>
              <a:cxnLst/>
              <a:rect l="l" t="t" r="r" b="b"/>
              <a:pathLst>
                <a:path w="237" h="573" extrusionOk="0">
                  <a:moveTo>
                    <a:pt x="135" y="0"/>
                  </a:moveTo>
                  <a:lnTo>
                    <a:pt x="101" y="34"/>
                  </a:lnTo>
                  <a:lnTo>
                    <a:pt x="0" y="236"/>
                  </a:lnTo>
                  <a:lnTo>
                    <a:pt x="0" y="371"/>
                  </a:lnTo>
                  <a:lnTo>
                    <a:pt x="0" y="506"/>
                  </a:lnTo>
                  <a:lnTo>
                    <a:pt x="34" y="539"/>
                  </a:lnTo>
                  <a:lnTo>
                    <a:pt x="68" y="573"/>
                  </a:lnTo>
                  <a:lnTo>
                    <a:pt x="101" y="539"/>
                  </a:lnTo>
                  <a:lnTo>
                    <a:pt x="169" y="506"/>
                  </a:lnTo>
                  <a:lnTo>
                    <a:pt x="169" y="438"/>
                  </a:lnTo>
                  <a:lnTo>
                    <a:pt x="202" y="337"/>
                  </a:lnTo>
                  <a:lnTo>
                    <a:pt x="236" y="101"/>
                  </a:lnTo>
                  <a:lnTo>
                    <a:pt x="236" y="34"/>
                  </a:lnTo>
                  <a:lnTo>
                    <a:pt x="202"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8" name="Google Shape;298;p3"/>
            <p:cNvSpPr/>
            <p:nvPr/>
          </p:nvSpPr>
          <p:spPr>
            <a:xfrm>
              <a:off x="3645144" y="537215"/>
              <a:ext cx="16802" cy="33505"/>
            </a:xfrm>
            <a:custGeom>
              <a:avLst/>
              <a:gdLst/>
              <a:ahLst/>
              <a:cxnLst/>
              <a:rect l="l" t="t" r="r" b="b"/>
              <a:pathLst>
                <a:path w="338" h="674" extrusionOk="0">
                  <a:moveTo>
                    <a:pt x="236" y="0"/>
                  </a:moveTo>
                  <a:lnTo>
                    <a:pt x="203" y="34"/>
                  </a:lnTo>
                  <a:lnTo>
                    <a:pt x="102" y="169"/>
                  </a:lnTo>
                  <a:lnTo>
                    <a:pt x="68" y="303"/>
                  </a:lnTo>
                  <a:lnTo>
                    <a:pt x="34" y="472"/>
                  </a:lnTo>
                  <a:lnTo>
                    <a:pt x="1" y="539"/>
                  </a:lnTo>
                  <a:lnTo>
                    <a:pt x="34" y="606"/>
                  </a:lnTo>
                  <a:lnTo>
                    <a:pt x="68" y="674"/>
                  </a:lnTo>
                  <a:lnTo>
                    <a:pt x="169" y="674"/>
                  </a:lnTo>
                  <a:lnTo>
                    <a:pt x="203" y="606"/>
                  </a:lnTo>
                  <a:lnTo>
                    <a:pt x="203" y="505"/>
                  </a:lnTo>
                  <a:lnTo>
                    <a:pt x="236" y="404"/>
                  </a:lnTo>
                  <a:lnTo>
                    <a:pt x="304" y="135"/>
                  </a:lnTo>
                  <a:lnTo>
                    <a:pt x="337" y="68"/>
                  </a:lnTo>
                  <a:lnTo>
                    <a:pt x="304" y="34"/>
                  </a:lnTo>
                  <a:lnTo>
                    <a:pt x="236"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299" name="Google Shape;299;p3"/>
            <p:cNvSpPr/>
            <p:nvPr/>
          </p:nvSpPr>
          <p:spPr>
            <a:xfrm>
              <a:off x="3554771" y="56867"/>
              <a:ext cx="1032676" cy="866992"/>
            </a:xfrm>
            <a:custGeom>
              <a:avLst/>
              <a:gdLst/>
              <a:ahLst/>
              <a:cxnLst/>
              <a:rect l="l" t="t" r="r" b="b"/>
              <a:pathLst>
                <a:path w="20774" h="17441" extrusionOk="0">
                  <a:moveTo>
                    <a:pt x="5522" y="674"/>
                  </a:moveTo>
                  <a:lnTo>
                    <a:pt x="7239" y="1044"/>
                  </a:lnTo>
                  <a:lnTo>
                    <a:pt x="8956" y="1482"/>
                  </a:lnTo>
                  <a:lnTo>
                    <a:pt x="9832" y="1684"/>
                  </a:lnTo>
                  <a:lnTo>
                    <a:pt x="10673" y="1920"/>
                  </a:lnTo>
                  <a:lnTo>
                    <a:pt x="11515" y="2189"/>
                  </a:lnTo>
                  <a:lnTo>
                    <a:pt x="12357" y="2492"/>
                  </a:lnTo>
                  <a:lnTo>
                    <a:pt x="14310" y="3233"/>
                  </a:lnTo>
                  <a:lnTo>
                    <a:pt x="15286" y="3570"/>
                  </a:lnTo>
                  <a:lnTo>
                    <a:pt x="16296" y="3873"/>
                  </a:lnTo>
                  <a:lnTo>
                    <a:pt x="17474" y="4176"/>
                  </a:lnTo>
                  <a:lnTo>
                    <a:pt x="18653" y="4512"/>
                  </a:lnTo>
                  <a:lnTo>
                    <a:pt x="18518" y="4984"/>
                  </a:lnTo>
                  <a:lnTo>
                    <a:pt x="18451" y="5455"/>
                  </a:lnTo>
                  <a:lnTo>
                    <a:pt x="18350" y="6398"/>
                  </a:lnTo>
                  <a:lnTo>
                    <a:pt x="18316" y="6633"/>
                  </a:lnTo>
                  <a:lnTo>
                    <a:pt x="18249" y="6869"/>
                  </a:lnTo>
                  <a:lnTo>
                    <a:pt x="18047" y="7307"/>
                  </a:lnTo>
                  <a:lnTo>
                    <a:pt x="17845" y="7744"/>
                  </a:lnTo>
                  <a:lnTo>
                    <a:pt x="17777" y="7980"/>
                  </a:lnTo>
                  <a:lnTo>
                    <a:pt x="17744" y="8216"/>
                  </a:lnTo>
                  <a:lnTo>
                    <a:pt x="16161" y="7610"/>
                  </a:lnTo>
                  <a:lnTo>
                    <a:pt x="15353" y="7307"/>
                  </a:lnTo>
                  <a:lnTo>
                    <a:pt x="14545" y="7037"/>
                  </a:lnTo>
                  <a:lnTo>
                    <a:pt x="13603" y="6768"/>
                  </a:lnTo>
                  <a:lnTo>
                    <a:pt x="12660" y="6499"/>
                  </a:lnTo>
                  <a:lnTo>
                    <a:pt x="10774" y="5960"/>
                  </a:lnTo>
                  <a:lnTo>
                    <a:pt x="9091" y="5489"/>
                  </a:lnTo>
                  <a:lnTo>
                    <a:pt x="8249" y="5287"/>
                  </a:lnTo>
                  <a:lnTo>
                    <a:pt x="7374" y="5118"/>
                  </a:lnTo>
                  <a:lnTo>
                    <a:pt x="6600" y="4950"/>
                  </a:lnTo>
                  <a:lnTo>
                    <a:pt x="5859" y="4782"/>
                  </a:lnTo>
                  <a:lnTo>
                    <a:pt x="5118" y="4546"/>
                  </a:lnTo>
                  <a:lnTo>
                    <a:pt x="4377" y="4243"/>
                  </a:lnTo>
                  <a:lnTo>
                    <a:pt x="4680" y="3300"/>
                  </a:lnTo>
                  <a:lnTo>
                    <a:pt x="4815" y="2829"/>
                  </a:lnTo>
                  <a:lnTo>
                    <a:pt x="5017" y="2357"/>
                  </a:lnTo>
                  <a:lnTo>
                    <a:pt x="5320" y="1549"/>
                  </a:lnTo>
                  <a:lnTo>
                    <a:pt x="5455" y="1112"/>
                  </a:lnTo>
                  <a:lnTo>
                    <a:pt x="5522" y="674"/>
                  </a:lnTo>
                  <a:close/>
                  <a:moveTo>
                    <a:pt x="3940" y="270"/>
                  </a:moveTo>
                  <a:lnTo>
                    <a:pt x="4916" y="506"/>
                  </a:lnTo>
                  <a:lnTo>
                    <a:pt x="4916" y="539"/>
                  </a:lnTo>
                  <a:lnTo>
                    <a:pt x="4883" y="539"/>
                  </a:lnTo>
                  <a:lnTo>
                    <a:pt x="4883" y="607"/>
                  </a:lnTo>
                  <a:lnTo>
                    <a:pt x="4815" y="775"/>
                  </a:lnTo>
                  <a:lnTo>
                    <a:pt x="4782" y="876"/>
                  </a:lnTo>
                  <a:lnTo>
                    <a:pt x="4748" y="977"/>
                  </a:lnTo>
                  <a:lnTo>
                    <a:pt x="4782" y="1011"/>
                  </a:lnTo>
                  <a:lnTo>
                    <a:pt x="4815" y="1044"/>
                  </a:lnTo>
                  <a:lnTo>
                    <a:pt x="4916" y="1044"/>
                  </a:lnTo>
                  <a:lnTo>
                    <a:pt x="4950" y="943"/>
                  </a:lnTo>
                  <a:lnTo>
                    <a:pt x="4984" y="842"/>
                  </a:lnTo>
                  <a:lnTo>
                    <a:pt x="5051" y="640"/>
                  </a:lnTo>
                  <a:lnTo>
                    <a:pt x="5051" y="573"/>
                  </a:lnTo>
                  <a:lnTo>
                    <a:pt x="5051" y="539"/>
                  </a:lnTo>
                  <a:lnTo>
                    <a:pt x="5320" y="607"/>
                  </a:lnTo>
                  <a:lnTo>
                    <a:pt x="5186" y="1112"/>
                  </a:lnTo>
                  <a:lnTo>
                    <a:pt x="5051" y="1583"/>
                  </a:lnTo>
                  <a:lnTo>
                    <a:pt x="4680" y="2526"/>
                  </a:lnTo>
                  <a:lnTo>
                    <a:pt x="4512" y="2964"/>
                  </a:lnTo>
                  <a:lnTo>
                    <a:pt x="4344" y="3435"/>
                  </a:lnTo>
                  <a:lnTo>
                    <a:pt x="4209" y="3906"/>
                  </a:lnTo>
                  <a:lnTo>
                    <a:pt x="4209" y="4142"/>
                  </a:lnTo>
                  <a:lnTo>
                    <a:pt x="4175" y="4378"/>
                  </a:lnTo>
                  <a:lnTo>
                    <a:pt x="4209" y="4411"/>
                  </a:lnTo>
                  <a:lnTo>
                    <a:pt x="4243" y="4445"/>
                  </a:lnTo>
                  <a:lnTo>
                    <a:pt x="4310" y="4445"/>
                  </a:lnTo>
                  <a:lnTo>
                    <a:pt x="4579" y="4613"/>
                  </a:lnTo>
                  <a:lnTo>
                    <a:pt x="4849" y="4748"/>
                  </a:lnTo>
                  <a:lnTo>
                    <a:pt x="5152" y="4883"/>
                  </a:lnTo>
                  <a:lnTo>
                    <a:pt x="5455" y="4950"/>
                  </a:lnTo>
                  <a:lnTo>
                    <a:pt x="6128" y="5118"/>
                  </a:lnTo>
                  <a:lnTo>
                    <a:pt x="6734" y="5219"/>
                  </a:lnTo>
                  <a:lnTo>
                    <a:pt x="8485" y="5623"/>
                  </a:lnTo>
                  <a:lnTo>
                    <a:pt x="10202" y="6061"/>
                  </a:lnTo>
                  <a:lnTo>
                    <a:pt x="14242" y="7206"/>
                  </a:lnTo>
                  <a:lnTo>
                    <a:pt x="15151" y="7475"/>
                  </a:lnTo>
                  <a:lnTo>
                    <a:pt x="16060" y="7812"/>
                  </a:lnTo>
                  <a:lnTo>
                    <a:pt x="17845" y="8485"/>
                  </a:lnTo>
                  <a:lnTo>
                    <a:pt x="17912" y="8485"/>
                  </a:lnTo>
                  <a:lnTo>
                    <a:pt x="17946" y="8451"/>
                  </a:lnTo>
                  <a:lnTo>
                    <a:pt x="17979" y="8418"/>
                  </a:lnTo>
                  <a:lnTo>
                    <a:pt x="17979" y="8350"/>
                  </a:lnTo>
                  <a:lnTo>
                    <a:pt x="17979" y="8317"/>
                  </a:lnTo>
                  <a:lnTo>
                    <a:pt x="18013" y="8081"/>
                  </a:lnTo>
                  <a:lnTo>
                    <a:pt x="18080" y="7845"/>
                  </a:lnTo>
                  <a:lnTo>
                    <a:pt x="18282" y="7408"/>
                  </a:lnTo>
                  <a:lnTo>
                    <a:pt x="18451" y="6936"/>
                  </a:lnTo>
                  <a:lnTo>
                    <a:pt x="18552" y="6701"/>
                  </a:lnTo>
                  <a:lnTo>
                    <a:pt x="18619" y="6465"/>
                  </a:lnTo>
                  <a:lnTo>
                    <a:pt x="18653" y="5994"/>
                  </a:lnTo>
                  <a:lnTo>
                    <a:pt x="18720" y="5522"/>
                  </a:lnTo>
                  <a:lnTo>
                    <a:pt x="18787" y="5051"/>
                  </a:lnTo>
                  <a:lnTo>
                    <a:pt x="18888" y="4580"/>
                  </a:lnTo>
                  <a:lnTo>
                    <a:pt x="19057" y="4613"/>
                  </a:lnTo>
                  <a:lnTo>
                    <a:pt x="19023" y="4681"/>
                  </a:lnTo>
                  <a:lnTo>
                    <a:pt x="18989" y="4815"/>
                  </a:lnTo>
                  <a:lnTo>
                    <a:pt x="18956" y="4984"/>
                  </a:lnTo>
                  <a:lnTo>
                    <a:pt x="18922" y="5085"/>
                  </a:lnTo>
                  <a:lnTo>
                    <a:pt x="18855" y="5219"/>
                  </a:lnTo>
                  <a:lnTo>
                    <a:pt x="18855" y="5253"/>
                  </a:lnTo>
                  <a:lnTo>
                    <a:pt x="18888" y="5287"/>
                  </a:lnTo>
                  <a:lnTo>
                    <a:pt x="18922" y="5320"/>
                  </a:lnTo>
                  <a:lnTo>
                    <a:pt x="18989" y="5320"/>
                  </a:lnTo>
                  <a:lnTo>
                    <a:pt x="19090" y="5186"/>
                  </a:lnTo>
                  <a:lnTo>
                    <a:pt x="19158" y="5017"/>
                  </a:lnTo>
                  <a:lnTo>
                    <a:pt x="19225" y="4849"/>
                  </a:lnTo>
                  <a:lnTo>
                    <a:pt x="19225" y="4681"/>
                  </a:lnTo>
                  <a:lnTo>
                    <a:pt x="19865" y="4916"/>
                  </a:lnTo>
                  <a:lnTo>
                    <a:pt x="20471" y="5152"/>
                  </a:lnTo>
                  <a:lnTo>
                    <a:pt x="20370" y="5320"/>
                  </a:lnTo>
                  <a:lnTo>
                    <a:pt x="20269" y="5489"/>
                  </a:lnTo>
                  <a:lnTo>
                    <a:pt x="20168" y="5926"/>
                  </a:lnTo>
                  <a:lnTo>
                    <a:pt x="20100" y="6364"/>
                  </a:lnTo>
                  <a:lnTo>
                    <a:pt x="20033" y="6734"/>
                  </a:lnTo>
                  <a:lnTo>
                    <a:pt x="19865" y="7576"/>
                  </a:lnTo>
                  <a:lnTo>
                    <a:pt x="19629" y="8451"/>
                  </a:lnTo>
                  <a:lnTo>
                    <a:pt x="19360" y="9293"/>
                  </a:lnTo>
                  <a:lnTo>
                    <a:pt x="19057" y="10135"/>
                  </a:lnTo>
                  <a:lnTo>
                    <a:pt x="18518" y="10067"/>
                  </a:lnTo>
                  <a:lnTo>
                    <a:pt x="17979" y="9966"/>
                  </a:lnTo>
                  <a:lnTo>
                    <a:pt x="16936" y="9697"/>
                  </a:lnTo>
                  <a:lnTo>
                    <a:pt x="15858" y="9394"/>
                  </a:lnTo>
                  <a:lnTo>
                    <a:pt x="14815" y="9057"/>
                  </a:lnTo>
                  <a:lnTo>
                    <a:pt x="13771" y="8721"/>
                  </a:lnTo>
                  <a:lnTo>
                    <a:pt x="12727" y="8350"/>
                  </a:lnTo>
                  <a:lnTo>
                    <a:pt x="10640" y="7576"/>
                  </a:lnTo>
                  <a:lnTo>
                    <a:pt x="10135" y="7408"/>
                  </a:lnTo>
                  <a:lnTo>
                    <a:pt x="9596" y="7239"/>
                  </a:lnTo>
                  <a:lnTo>
                    <a:pt x="8552" y="6970"/>
                  </a:lnTo>
                  <a:lnTo>
                    <a:pt x="7475" y="6734"/>
                  </a:lnTo>
                  <a:lnTo>
                    <a:pt x="6398" y="6465"/>
                  </a:lnTo>
                  <a:lnTo>
                    <a:pt x="5354" y="6196"/>
                  </a:lnTo>
                  <a:lnTo>
                    <a:pt x="4310" y="5859"/>
                  </a:lnTo>
                  <a:lnTo>
                    <a:pt x="3266" y="5556"/>
                  </a:lnTo>
                  <a:lnTo>
                    <a:pt x="2223" y="5253"/>
                  </a:lnTo>
                  <a:lnTo>
                    <a:pt x="2492" y="4512"/>
                  </a:lnTo>
                  <a:lnTo>
                    <a:pt x="2728" y="3805"/>
                  </a:lnTo>
                  <a:lnTo>
                    <a:pt x="2963" y="3065"/>
                  </a:lnTo>
                  <a:lnTo>
                    <a:pt x="3233" y="2324"/>
                  </a:lnTo>
                  <a:lnTo>
                    <a:pt x="3435" y="1852"/>
                  </a:lnTo>
                  <a:lnTo>
                    <a:pt x="3670" y="1314"/>
                  </a:lnTo>
                  <a:lnTo>
                    <a:pt x="3771" y="1044"/>
                  </a:lnTo>
                  <a:lnTo>
                    <a:pt x="3872" y="775"/>
                  </a:lnTo>
                  <a:lnTo>
                    <a:pt x="3906" y="539"/>
                  </a:lnTo>
                  <a:lnTo>
                    <a:pt x="3940" y="270"/>
                  </a:lnTo>
                  <a:close/>
                  <a:moveTo>
                    <a:pt x="2391" y="5522"/>
                  </a:moveTo>
                  <a:lnTo>
                    <a:pt x="3603" y="5893"/>
                  </a:lnTo>
                  <a:lnTo>
                    <a:pt x="3502" y="5960"/>
                  </a:lnTo>
                  <a:lnTo>
                    <a:pt x="3435" y="6061"/>
                  </a:lnTo>
                  <a:lnTo>
                    <a:pt x="3300" y="6263"/>
                  </a:lnTo>
                  <a:lnTo>
                    <a:pt x="3199" y="6499"/>
                  </a:lnTo>
                  <a:lnTo>
                    <a:pt x="3132" y="6701"/>
                  </a:lnTo>
                  <a:lnTo>
                    <a:pt x="3031" y="7138"/>
                  </a:lnTo>
                  <a:lnTo>
                    <a:pt x="2930" y="7542"/>
                  </a:lnTo>
                  <a:lnTo>
                    <a:pt x="2728" y="8384"/>
                  </a:lnTo>
                  <a:lnTo>
                    <a:pt x="2458" y="9461"/>
                  </a:lnTo>
                  <a:lnTo>
                    <a:pt x="2155" y="10505"/>
                  </a:lnTo>
                  <a:lnTo>
                    <a:pt x="1785" y="11549"/>
                  </a:lnTo>
                  <a:lnTo>
                    <a:pt x="1583" y="12054"/>
                  </a:lnTo>
                  <a:lnTo>
                    <a:pt x="1347" y="12525"/>
                  </a:lnTo>
                  <a:lnTo>
                    <a:pt x="1347" y="12559"/>
                  </a:lnTo>
                  <a:lnTo>
                    <a:pt x="775" y="12424"/>
                  </a:lnTo>
                  <a:lnTo>
                    <a:pt x="506" y="12357"/>
                  </a:lnTo>
                  <a:lnTo>
                    <a:pt x="270" y="12256"/>
                  </a:lnTo>
                  <a:lnTo>
                    <a:pt x="472" y="11953"/>
                  </a:lnTo>
                  <a:lnTo>
                    <a:pt x="640" y="11583"/>
                  </a:lnTo>
                  <a:lnTo>
                    <a:pt x="775" y="11246"/>
                  </a:lnTo>
                  <a:lnTo>
                    <a:pt x="910" y="10842"/>
                  </a:lnTo>
                  <a:lnTo>
                    <a:pt x="1112" y="10067"/>
                  </a:lnTo>
                  <a:lnTo>
                    <a:pt x="1280" y="9360"/>
                  </a:lnTo>
                  <a:lnTo>
                    <a:pt x="1516" y="8418"/>
                  </a:lnTo>
                  <a:lnTo>
                    <a:pt x="1785" y="7509"/>
                  </a:lnTo>
                  <a:lnTo>
                    <a:pt x="2155" y="6532"/>
                  </a:lnTo>
                  <a:lnTo>
                    <a:pt x="2290" y="6027"/>
                  </a:lnTo>
                  <a:lnTo>
                    <a:pt x="2391" y="5522"/>
                  </a:lnTo>
                  <a:close/>
                  <a:moveTo>
                    <a:pt x="3704" y="5926"/>
                  </a:moveTo>
                  <a:lnTo>
                    <a:pt x="5017" y="6330"/>
                  </a:lnTo>
                  <a:lnTo>
                    <a:pt x="6330" y="6701"/>
                  </a:lnTo>
                  <a:lnTo>
                    <a:pt x="7408" y="6970"/>
                  </a:lnTo>
                  <a:lnTo>
                    <a:pt x="8451" y="7239"/>
                  </a:lnTo>
                  <a:lnTo>
                    <a:pt x="9529" y="7509"/>
                  </a:lnTo>
                  <a:lnTo>
                    <a:pt x="10067" y="7643"/>
                  </a:lnTo>
                  <a:lnTo>
                    <a:pt x="10572" y="7812"/>
                  </a:lnTo>
                  <a:lnTo>
                    <a:pt x="12222" y="8418"/>
                  </a:lnTo>
                  <a:lnTo>
                    <a:pt x="13872" y="9024"/>
                  </a:lnTo>
                  <a:lnTo>
                    <a:pt x="14714" y="9327"/>
                  </a:lnTo>
                  <a:lnTo>
                    <a:pt x="15555" y="9596"/>
                  </a:lnTo>
                  <a:lnTo>
                    <a:pt x="16397" y="9865"/>
                  </a:lnTo>
                  <a:lnTo>
                    <a:pt x="17239" y="10067"/>
                  </a:lnTo>
                  <a:lnTo>
                    <a:pt x="17205" y="10101"/>
                  </a:lnTo>
                  <a:lnTo>
                    <a:pt x="17205" y="10168"/>
                  </a:lnTo>
                  <a:lnTo>
                    <a:pt x="16565" y="11818"/>
                  </a:lnTo>
                  <a:lnTo>
                    <a:pt x="15959" y="13468"/>
                  </a:lnTo>
                  <a:lnTo>
                    <a:pt x="15724" y="14209"/>
                  </a:lnTo>
                  <a:lnTo>
                    <a:pt x="15522" y="14983"/>
                  </a:lnTo>
                  <a:lnTo>
                    <a:pt x="15320" y="15757"/>
                  </a:lnTo>
                  <a:lnTo>
                    <a:pt x="15084" y="16532"/>
                  </a:lnTo>
                  <a:lnTo>
                    <a:pt x="13771" y="16262"/>
                  </a:lnTo>
                  <a:lnTo>
                    <a:pt x="12222" y="15858"/>
                  </a:lnTo>
                  <a:lnTo>
                    <a:pt x="10673" y="15421"/>
                  </a:lnTo>
                  <a:lnTo>
                    <a:pt x="9125" y="14882"/>
                  </a:lnTo>
                  <a:lnTo>
                    <a:pt x="7610" y="14343"/>
                  </a:lnTo>
                  <a:lnTo>
                    <a:pt x="6532" y="13939"/>
                  </a:lnTo>
                  <a:lnTo>
                    <a:pt x="5489" y="13569"/>
                  </a:lnTo>
                  <a:lnTo>
                    <a:pt x="4411" y="13232"/>
                  </a:lnTo>
                  <a:lnTo>
                    <a:pt x="3839" y="13098"/>
                  </a:lnTo>
                  <a:lnTo>
                    <a:pt x="3300" y="12963"/>
                  </a:lnTo>
                  <a:lnTo>
                    <a:pt x="1549" y="12593"/>
                  </a:lnTo>
                  <a:lnTo>
                    <a:pt x="1785" y="12155"/>
                  </a:lnTo>
                  <a:lnTo>
                    <a:pt x="1953" y="11717"/>
                  </a:lnTo>
                  <a:lnTo>
                    <a:pt x="2256" y="10774"/>
                  </a:lnTo>
                  <a:lnTo>
                    <a:pt x="2795" y="8889"/>
                  </a:lnTo>
                  <a:lnTo>
                    <a:pt x="2963" y="8148"/>
                  </a:lnTo>
                  <a:lnTo>
                    <a:pt x="3132" y="7408"/>
                  </a:lnTo>
                  <a:lnTo>
                    <a:pt x="3233" y="7004"/>
                  </a:lnTo>
                  <a:lnTo>
                    <a:pt x="3367" y="6633"/>
                  </a:lnTo>
                  <a:lnTo>
                    <a:pt x="3502" y="6297"/>
                  </a:lnTo>
                  <a:lnTo>
                    <a:pt x="3704" y="5994"/>
                  </a:lnTo>
                  <a:lnTo>
                    <a:pt x="3704" y="5926"/>
                  </a:lnTo>
                  <a:close/>
                  <a:moveTo>
                    <a:pt x="17441" y="10101"/>
                  </a:moveTo>
                  <a:lnTo>
                    <a:pt x="18114" y="10236"/>
                  </a:lnTo>
                  <a:lnTo>
                    <a:pt x="18787" y="10337"/>
                  </a:lnTo>
                  <a:lnTo>
                    <a:pt x="18518" y="11246"/>
                  </a:lnTo>
                  <a:lnTo>
                    <a:pt x="18249" y="12155"/>
                  </a:lnTo>
                  <a:lnTo>
                    <a:pt x="18080" y="12593"/>
                  </a:lnTo>
                  <a:lnTo>
                    <a:pt x="17912" y="13030"/>
                  </a:lnTo>
                  <a:lnTo>
                    <a:pt x="17744" y="13468"/>
                  </a:lnTo>
                  <a:lnTo>
                    <a:pt x="17575" y="13906"/>
                  </a:lnTo>
                  <a:lnTo>
                    <a:pt x="17340" y="14680"/>
                  </a:lnTo>
                  <a:lnTo>
                    <a:pt x="17171" y="15488"/>
                  </a:lnTo>
                  <a:lnTo>
                    <a:pt x="16936" y="16262"/>
                  </a:lnTo>
                  <a:lnTo>
                    <a:pt x="16801" y="16666"/>
                  </a:lnTo>
                  <a:lnTo>
                    <a:pt x="16599" y="17037"/>
                  </a:lnTo>
                  <a:lnTo>
                    <a:pt x="16397" y="16902"/>
                  </a:lnTo>
                  <a:lnTo>
                    <a:pt x="16161" y="16801"/>
                  </a:lnTo>
                  <a:lnTo>
                    <a:pt x="15656" y="16666"/>
                  </a:lnTo>
                  <a:lnTo>
                    <a:pt x="15353" y="16599"/>
                  </a:lnTo>
                  <a:lnTo>
                    <a:pt x="15589" y="15825"/>
                  </a:lnTo>
                  <a:lnTo>
                    <a:pt x="15791" y="15050"/>
                  </a:lnTo>
                  <a:lnTo>
                    <a:pt x="15993" y="14276"/>
                  </a:lnTo>
                  <a:lnTo>
                    <a:pt x="16195" y="13535"/>
                  </a:lnTo>
                  <a:lnTo>
                    <a:pt x="16498" y="12694"/>
                  </a:lnTo>
                  <a:lnTo>
                    <a:pt x="16835" y="11852"/>
                  </a:lnTo>
                  <a:lnTo>
                    <a:pt x="17138" y="11010"/>
                  </a:lnTo>
                  <a:lnTo>
                    <a:pt x="17441" y="10168"/>
                  </a:lnTo>
                  <a:lnTo>
                    <a:pt x="17441" y="10135"/>
                  </a:lnTo>
                  <a:lnTo>
                    <a:pt x="17441" y="10101"/>
                  </a:lnTo>
                  <a:close/>
                  <a:moveTo>
                    <a:pt x="3805" y="1"/>
                  </a:moveTo>
                  <a:lnTo>
                    <a:pt x="3738" y="34"/>
                  </a:lnTo>
                  <a:lnTo>
                    <a:pt x="3670" y="68"/>
                  </a:lnTo>
                  <a:lnTo>
                    <a:pt x="3670" y="135"/>
                  </a:lnTo>
                  <a:lnTo>
                    <a:pt x="3704" y="203"/>
                  </a:lnTo>
                  <a:lnTo>
                    <a:pt x="3670" y="472"/>
                  </a:lnTo>
                  <a:lnTo>
                    <a:pt x="3603" y="775"/>
                  </a:lnTo>
                  <a:lnTo>
                    <a:pt x="3401" y="1314"/>
                  </a:lnTo>
                  <a:lnTo>
                    <a:pt x="3165" y="1886"/>
                  </a:lnTo>
                  <a:lnTo>
                    <a:pt x="2930" y="2425"/>
                  </a:lnTo>
                  <a:lnTo>
                    <a:pt x="2694" y="3098"/>
                  </a:lnTo>
                  <a:lnTo>
                    <a:pt x="2458" y="3805"/>
                  </a:lnTo>
                  <a:lnTo>
                    <a:pt x="1987" y="5186"/>
                  </a:lnTo>
                  <a:lnTo>
                    <a:pt x="1987" y="5253"/>
                  </a:lnTo>
                  <a:lnTo>
                    <a:pt x="2021" y="5287"/>
                  </a:lnTo>
                  <a:lnTo>
                    <a:pt x="2021" y="5388"/>
                  </a:lnTo>
                  <a:lnTo>
                    <a:pt x="2088" y="5421"/>
                  </a:lnTo>
                  <a:lnTo>
                    <a:pt x="2256" y="5489"/>
                  </a:lnTo>
                  <a:lnTo>
                    <a:pt x="1920" y="6297"/>
                  </a:lnTo>
                  <a:lnTo>
                    <a:pt x="1650" y="7105"/>
                  </a:lnTo>
                  <a:lnTo>
                    <a:pt x="1179" y="8788"/>
                  </a:lnTo>
                  <a:lnTo>
                    <a:pt x="674" y="10471"/>
                  </a:lnTo>
                  <a:lnTo>
                    <a:pt x="405" y="11280"/>
                  </a:lnTo>
                  <a:lnTo>
                    <a:pt x="102" y="12088"/>
                  </a:lnTo>
                  <a:lnTo>
                    <a:pt x="34" y="12121"/>
                  </a:lnTo>
                  <a:lnTo>
                    <a:pt x="1" y="12155"/>
                  </a:lnTo>
                  <a:lnTo>
                    <a:pt x="1" y="12222"/>
                  </a:lnTo>
                  <a:lnTo>
                    <a:pt x="34" y="12290"/>
                  </a:lnTo>
                  <a:lnTo>
                    <a:pt x="68" y="12357"/>
                  </a:lnTo>
                  <a:lnTo>
                    <a:pt x="203" y="12424"/>
                  </a:lnTo>
                  <a:lnTo>
                    <a:pt x="506" y="12559"/>
                  </a:lnTo>
                  <a:lnTo>
                    <a:pt x="910" y="12694"/>
                  </a:lnTo>
                  <a:lnTo>
                    <a:pt x="1314" y="12795"/>
                  </a:lnTo>
                  <a:lnTo>
                    <a:pt x="2122" y="12963"/>
                  </a:lnTo>
                  <a:lnTo>
                    <a:pt x="4007" y="13401"/>
                  </a:lnTo>
                  <a:lnTo>
                    <a:pt x="4950" y="13670"/>
                  </a:lnTo>
                  <a:lnTo>
                    <a:pt x="5893" y="13973"/>
                  </a:lnTo>
                  <a:lnTo>
                    <a:pt x="8990" y="15084"/>
                  </a:lnTo>
                  <a:lnTo>
                    <a:pt x="10539" y="15623"/>
                  </a:lnTo>
                  <a:lnTo>
                    <a:pt x="12121" y="16094"/>
                  </a:lnTo>
                  <a:lnTo>
                    <a:pt x="13300" y="16397"/>
                  </a:lnTo>
                  <a:lnTo>
                    <a:pt x="14478" y="16666"/>
                  </a:lnTo>
                  <a:lnTo>
                    <a:pt x="15084" y="16767"/>
                  </a:lnTo>
                  <a:lnTo>
                    <a:pt x="15151" y="16801"/>
                  </a:lnTo>
                  <a:lnTo>
                    <a:pt x="15219" y="16801"/>
                  </a:lnTo>
                  <a:lnTo>
                    <a:pt x="15623" y="16868"/>
                  </a:lnTo>
                  <a:lnTo>
                    <a:pt x="15959" y="16969"/>
                  </a:lnTo>
                  <a:lnTo>
                    <a:pt x="16262" y="17104"/>
                  </a:lnTo>
                  <a:lnTo>
                    <a:pt x="16397" y="17171"/>
                  </a:lnTo>
                  <a:lnTo>
                    <a:pt x="16498" y="17272"/>
                  </a:lnTo>
                  <a:lnTo>
                    <a:pt x="16498" y="17373"/>
                  </a:lnTo>
                  <a:lnTo>
                    <a:pt x="16565" y="17407"/>
                  </a:lnTo>
                  <a:lnTo>
                    <a:pt x="16633" y="17441"/>
                  </a:lnTo>
                  <a:lnTo>
                    <a:pt x="16700" y="17407"/>
                  </a:lnTo>
                  <a:lnTo>
                    <a:pt x="16734" y="17373"/>
                  </a:lnTo>
                  <a:lnTo>
                    <a:pt x="16936" y="17003"/>
                  </a:lnTo>
                  <a:lnTo>
                    <a:pt x="17104" y="16599"/>
                  </a:lnTo>
                  <a:lnTo>
                    <a:pt x="17239" y="16195"/>
                  </a:lnTo>
                  <a:lnTo>
                    <a:pt x="17340" y="15791"/>
                  </a:lnTo>
                  <a:lnTo>
                    <a:pt x="17542" y="14983"/>
                  </a:lnTo>
                  <a:lnTo>
                    <a:pt x="17777" y="14175"/>
                  </a:lnTo>
                  <a:lnTo>
                    <a:pt x="17912" y="13670"/>
                  </a:lnTo>
                  <a:lnTo>
                    <a:pt x="18080" y="13199"/>
                  </a:lnTo>
                  <a:lnTo>
                    <a:pt x="18451" y="12290"/>
                  </a:lnTo>
                  <a:lnTo>
                    <a:pt x="18619" y="11818"/>
                  </a:lnTo>
                  <a:lnTo>
                    <a:pt x="18754" y="11347"/>
                  </a:lnTo>
                  <a:lnTo>
                    <a:pt x="18888" y="10875"/>
                  </a:lnTo>
                  <a:lnTo>
                    <a:pt x="18956" y="10370"/>
                  </a:lnTo>
                  <a:lnTo>
                    <a:pt x="18989" y="10370"/>
                  </a:lnTo>
                  <a:lnTo>
                    <a:pt x="19023" y="10438"/>
                  </a:lnTo>
                  <a:lnTo>
                    <a:pt x="19124" y="10471"/>
                  </a:lnTo>
                  <a:lnTo>
                    <a:pt x="19191" y="10438"/>
                  </a:lnTo>
                  <a:lnTo>
                    <a:pt x="19259" y="10370"/>
                  </a:lnTo>
                  <a:lnTo>
                    <a:pt x="19730" y="8788"/>
                  </a:lnTo>
                  <a:lnTo>
                    <a:pt x="20168" y="7206"/>
                  </a:lnTo>
                  <a:lnTo>
                    <a:pt x="20302" y="6701"/>
                  </a:lnTo>
                  <a:lnTo>
                    <a:pt x="20370" y="6196"/>
                  </a:lnTo>
                  <a:lnTo>
                    <a:pt x="20504" y="5691"/>
                  </a:lnTo>
                  <a:lnTo>
                    <a:pt x="20572" y="5455"/>
                  </a:lnTo>
                  <a:lnTo>
                    <a:pt x="20706" y="5219"/>
                  </a:lnTo>
                  <a:lnTo>
                    <a:pt x="20740" y="5186"/>
                  </a:lnTo>
                  <a:lnTo>
                    <a:pt x="20774" y="5118"/>
                  </a:lnTo>
                  <a:lnTo>
                    <a:pt x="20774" y="5085"/>
                  </a:lnTo>
                  <a:lnTo>
                    <a:pt x="20774" y="5017"/>
                  </a:lnTo>
                  <a:lnTo>
                    <a:pt x="20706" y="4984"/>
                  </a:lnTo>
                  <a:lnTo>
                    <a:pt x="19797" y="4613"/>
                  </a:lnTo>
                  <a:lnTo>
                    <a:pt x="18888" y="4310"/>
                  </a:lnTo>
                  <a:lnTo>
                    <a:pt x="17979" y="4041"/>
                  </a:lnTo>
                  <a:lnTo>
                    <a:pt x="17037" y="3805"/>
                  </a:lnTo>
                  <a:lnTo>
                    <a:pt x="15959" y="3536"/>
                  </a:lnTo>
                  <a:lnTo>
                    <a:pt x="14916" y="3199"/>
                  </a:lnTo>
                  <a:lnTo>
                    <a:pt x="13872" y="2829"/>
                  </a:lnTo>
                  <a:lnTo>
                    <a:pt x="12862" y="2458"/>
                  </a:lnTo>
                  <a:lnTo>
                    <a:pt x="11784" y="2054"/>
                  </a:lnTo>
                  <a:lnTo>
                    <a:pt x="10741" y="1684"/>
                  </a:lnTo>
                  <a:lnTo>
                    <a:pt x="9630" y="1381"/>
                  </a:lnTo>
                  <a:lnTo>
                    <a:pt x="8552" y="1112"/>
                  </a:lnTo>
                  <a:lnTo>
                    <a:pt x="7340" y="842"/>
                  </a:lnTo>
                  <a:lnTo>
                    <a:pt x="6162" y="539"/>
                  </a:lnTo>
                  <a:lnTo>
                    <a:pt x="4984" y="270"/>
                  </a:lnTo>
                  <a:lnTo>
                    <a:pt x="3805"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0" name="Google Shape;300;p3"/>
            <p:cNvSpPr/>
            <p:nvPr/>
          </p:nvSpPr>
          <p:spPr>
            <a:xfrm>
              <a:off x="3661896" y="492029"/>
              <a:ext cx="15112" cy="26843"/>
            </a:xfrm>
            <a:custGeom>
              <a:avLst/>
              <a:gdLst/>
              <a:ahLst/>
              <a:cxnLst/>
              <a:rect l="l" t="t" r="r" b="b"/>
              <a:pathLst>
                <a:path w="304" h="540" extrusionOk="0">
                  <a:moveTo>
                    <a:pt x="202" y="0"/>
                  </a:moveTo>
                  <a:lnTo>
                    <a:pt x="169" y="34"/>
                  </a:lnTo>
                  <a:lnTo>
                    <a:pt x="34" y="270"/>
                  </a:lnTo>
                  <a:lnTo>
                    <a:pt x="0" y="404"/>
                  </a:lnTo>
                  <a:lnTo>
                    <a:pt x="34" y="505"/>
                  </a:lnTo>
                  <a:lnTo>
                    <a:pt x="34" y="539"/>
                  </a:lnTo>
                  <a:lnTo>
                    <a:pt x="135" y="539"/>
                  </a:lnTo>
                  <a:lnTo>
                    <a:pt x="169" y="505"/>
                  </a:lnTo>
                  <a:lnTo>
                    <a:pt x="202" y="404"/>
                  </a:lnTo>
                  <a:lnTo>
                    <a:pt x="236" y="303"/>
                  </a:lnTo>
                  <a:lnTo>
                    <a:pt x="303" y="101"/>
                  </a:lnTo>
                  <a:lnTo>
                    <a:pt x="303" y="34"/>
                  </a:lnTo>
                  <a:lnTo>
                    <a:pt x="270"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1" name="Google Shape;301;p3"/>
            <p:cNvSpPr/>
            <p:nvPr/>
          </p:nvSpPr>
          <p:spPr>
            <a:xfrm>
              <a:off x="3606668" y="635939"/>
              <a:ext cx="16802" cy="26843"/>
            </a:xfrm>
            <a:custGeom>
              <a:avLst/>
              <a:gdLst/>
              <a:ahLst/>
              <a:cxnLst/>
              <a:rect l="l" t="t" r="r" b="b"/>
              <a:pathLst>
                <a:path w="338" h="540" extrusionOk="0">
                  <a:moveTo>
                    <a:pt x="270" y="1"/>
                  </a:moveTo>
                  <a:lnTo>
                    <a:pt x="202" y="35"/>
                  </a:lnTo>
                  <a:lnTo>
                    <a:pt x="135" y="102"/>
                  </a:lnTo>
                  <a:lnTo>
                    <a:pt x="68" y="203"/>
                  </a:lnTo>
                  <a:lnTo>
                    <a:pt x="0" y="338"/>
                  </a:lnTo>
                  <a:lnTo>
                    <a:pt x="0" y="472"/>
                  </a:lnTo>
                  <a:lnTo>
                    <a:pt x="34" y="506"/>
                  </a:lnTo>
                  <a:lnTo>
                    <a:pt x="68" y="540"/>
                  </a:lnTo>
                  <a:lnTo>
                    <a:pt x="101" y="540"/>
                  </a:lnTo>
                  <a:lnTo>
                    <a:pt x="135" y="506"/>
                  </a:lnTo>
                  <a:lnTo>
                    <a:pt x="202" y="405"/>
                  </a:lnTo>
                  <a:lnTo>
                    <a:pt x="236" y="304"/>
                  </a:lnTo>
                  <a:lnTo>
                    <a:pt x="337" y="136"/>
                  </a:lnTo>
                  <a:lnTo>
                    <a:pt x="337" y="68"/>
                  </a:lnTo>
                  <a:lnTo>
                    <a:pt x="303" y="35"/>
                  </a:lnTo>
                  <a:lnTo>
                    <a:pt x="270"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2" name="Google Shape;302;p3"/>
            <p:cNvSpPr/>
            <p:nvPr/>
          </p:nvSpPr>
          <p:spPr>
            <a:xfrm>
              <a:off x="3799145" y="306262"/>
              <a:ext cx="36835" cy="15112"/>
            </a:xfrm>
            <a:custGeom>
              <a:avLst/>
              <a:gdLst/>
              <a:ahLst/>
              <a:cxnLst/>
              <a:rect l="l" t="t" r="r" b="b"/>
              <a:pathLst>
                <a:path w="741" h="304" extrusionOk="0">
                  <a:moveTo>
                    <a:pt x="34" y="0"/>
                  </a:moveTo>
                  <a:lnTo>
                    <a:pt x="0" y="34"/>
                  </a:lnTo>
                  <a:lnTo>
                    <a:pt x="0" y="101"/>
                  </a:lnTo>
                  <a:lnTo>
                    <a:pt x="34" y="135"/>
                  </a:lnTo>
                  <a:lnTo>
                    <a:pt x="169" y="236"/>
                  </a:lnTo>
                  <a:lnTo>
                    <a:pt x="337" y="270"/>
                  </a:lnTo>
                  <a:lnTo>
                    <a:pt x="505" y="303"/>
                  </a:lnTo>
                  <a:lnTo>
                    <a:pt x="674" y="270"/>
                  </a:lnTo>
                  <a:lnTo>
                    <a:pt x="741" y="202"/>
                  </a:lnTo>
                  <a:lnTo>
                    <a:pt x="741" y="169"/>
                  </a:lnTo>
                  <a:lnTo>
                    <a:pt x="707" y="101"/>
                  </a:lnTo>
                  <a:lnTo>
                    <a:pt x="640" y="68"/>
                  </a:lnTo>
                  <a:lnTo>
                    <a:pt x="236" y="68"/>
                  </a:lnTo>
                  <a:lnTo>
                    <a:pt x="101" y="34"/>
                  </a:lnTo>
                  <a:lnTo>
                    <a:pt x="34"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3" name="Google Shape;303;p3"/>
            <p:cNvSpPr/>
            <p:nvPr/>
          </p:nvSpPr>
          <p:spPr>
            <a:xfrm>
              <a:off x="3857704" y="322965"/>
              <a:ext cx="41906" cy="15112"/>
            </a:xfrm>
            <a:custGeom>
              <a:avLst/>
              <a:gdLst/>
              <a:ahLst/>
              <a:cxnLst/>
              <a:rect l="l" t="t" r="r" b="b"/>
              <a:pathLst>
                <a:path w="843" h="304" extrusionOk="0">
                  <a:moveTo>
                    <a:pt x="34" y="1"/>
                  </a:moveTo>
                  <a:lnTo>
                    <a:pt x="1" y="35"/>
                  </a:lnTo>
                  <a:lnTo>
                    <a:pt x="1" y="102"/>
                  </a:lnTo>
                  <a:lnTo>
                    <a:pt x="34" y="136"/>
                  </a:lnTo>
                  <a:lnTo>
                    <a:pt x="405" y="237"/>
                  </a:lnTo>
                  <a:lnTo>
                    <a:pt x="573" y="304"/>
                  </a:lnTo>
                  <a:lnTo>
                    <a:pt x="842" y="304"/>
                  </a:lnTo>
                  <a:lnTo>
                    <a:pt x="842" y="237"/>
                  </a:lnTo>
                  <a:lnTo>
                    <a:pt x="842" y="203"/>
                  </a:lnTo>
                  <a:lnTo>
                    <a:pt x="809" y="169"/>
                  </a:lnTo>
                  <a:lnTo>
                    <a:pt x="438" y="68"/>
                  </a:lnTo>
                  <a:lnTo>
                    <a:pt x="68"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4" name="Google Shape;304;p3"/>
            <p:cNvSpPr/>
            <p:nvPr/>
          </p:nvSpPr>
          <p:spPr>
            <a:xfrm>
              <a:off x="3683669" y="399966"/>
              <a:ext cx="18442" cy="28534"/>
            </a:xfrm>
            <a:custGeom>
              <a:avLst/>
              <a:gdLst/>
              <a:ahLst/>
              <a:cxnLst/>
              <a:rect l="l" t="t" r="r" b="b"/>
              <a:pathLst>
                <a:path w="371" h="574" extrusionOk="0">
                  <a:moveTo>
                    <a:pt x="269" y="1"/>
                  </a:moveTo>
                  <a:lnTo>
                    <a:pt x="236" y="34"/>
                  </a:lnTo>
                  <a:lnTo>
                    <a:pt x="135" y="102"/>
                  </a:lnTo>
                  <a:lnTo>
                    <a:pt x="101" y="236"/>
                  </a:lnTo>
                  <a:lnTo>
                    <a:pt x="34" y="337"/>
                  </a:lnTo>
                  <a:lnTo>
                    <a:pt x="0" y="472"/>
                  </a:lnTo>
                  <a:lnTo>
                    <a:pt x="34" y="539"/>
                  </a:lnTo>
                  <a:lnTo>
                    <a:pt x="67" y="573"/>
                  </a:lnTo>
                  <a:lnTo>
                    <a:pt x="135" y="573"/>
                  </a:lnTo>
                  <a:lnTo>
                    <a:pt x="168" y="539"/>
                  </a:lnTo>
                  <a:lnTo>
                    <a:pt x="236" y="438"/>
                  </a:lnTo>
                  <a:lnTo>
                    <a:pt x="269" y="337"/>
                  </a:lnTo>
                  <a:lnTo>
                    <a:pt x="303" y="236"/>
                  </a:lnTo>
                  <a:lnTo>
                    <a:pt x="337" y="135"/>
                  </a:lnTo>
                  <a:lnTo>
                    <a:pt x="370" y="68"/>
                  </a:lnTo>
                  <a:lnTo>
                    <a:pt x="337" y="34"/>
                  </a:lnTo>
                  <a:lnTo>
                    <a:pt x="269"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5" name="Google Shape;305;p3"/>
            <p:cNvSpPr/>
            <p:nvPr/>
          </p:nvSpPr>
          <p:spPr>
            <a:xfrm>
              <a:off x="3676958" y="446842"/>
              <a:ext cx="11781" cy="30174"/>
            </a:xfrm>
            <a:custGeom>
              <a:avLst/>
              <a:gdLst/>
              <a:ahLst/>
              <a:cxnLst/>
              <a:rect l="l" t="t" r="r" b="b"/>
              <a:pathLst>
                <a:path w="237" h="607" extrusionOk="0">
                  <a:moveTo>
                    <a:pt x="101" y="0"/>
                  </a:moveTo>
                  <a:lnTo>
                    <a:pt x="68" y="68"/>
                  </a:lnTo>
                  <a:lnTo>
                    <a:pt x="34" y="169"/>
                  </a:lnTo>
                  <a:lnTo>
                    <a:pt x="0" y="303"/>
                  </a:lnTo>
                  <a:lnTo>
                    <a:pt x="0" y="404"/>
                  </a:lnTo>
                  <a:lnTo>
                    <a:pt x="34" y="539"/>
                  </a:lnTo>
                  <a:lnTo>
                    <a:pt x="68" y="606"/>
                  </a:lnTo>
                  <a:lnTo>
                    <a:pt x="135" y="606"/>
                  </a:lnTo>
                  <a:lnTo>
                    <a:pt x="169" y="539"/>
                  </a:lnTo>
                  <a:lnTo>
                    <a:pt x="202" y="438"/>
                  </a:lnTo>
                  <a:lnTo>
                    <a:pt x="202" y="303"/>
                  </a:lnTo>
                  <a:lnTo>
                    <a:pt x="236" y="101"/>
                  </a:lnTo>
                  <a:lnTo>
                    <a:pt x="236" y="34"/>
                  </a:lnTo>
                  <a:lnTo>
                    <a:pt x="169"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6" name="Google Shape;306;p3"/>
            <p:cNvSpPr/>
            <p:nvPr/>
          </p:nvSpPr>
          <p:spPr>
            <a:xfrm>
              <a:off x="3697041" y="354779"/>
              <a:ext cx="16802" cy="31864"/>
            </a:xfrm>
            <a:custGeom>
              <a:avLst/>
              <a:gdLst/>
              <a:ahLst/>
              <a:cxnLst/>
              <a:rect l="l" t="t" r="r" b="b"/>
              <a:pathLst>
                <a:path w="338" h="641" extrusionOk="0">
                  <a:moveTo>
                    <a:pt x="202" y="1"/>
                  </a:moveTo>
                  <a:lnTo>
                    <a:pt x="169" y="34"/>
                  </a:lnTo>
                  <a:lnTo>
                    <a:pt x="34" y="304"/>
                  </a:lnTo>
                  <a:lnTo>
                    <a:pt x="0" y="438"/>
                  </a:lnTo>
                  <a:lnTo>
                    <a:pt x="0" y="506"/>
                  </a:lnTo>
                  <a:lnTo>
                    <a:pt x="34" y="573"/>
                  </a:lnTo>
                  <a:lnTo>
                    <a:pt x="68" y="607"/>
                  </a:lnTo>
                  <a:lnTo>
                    <a:pt x="101" y="640"/>
                  </a:lnTo>
                  <a:lnTo>
                    <a:pt x="135" y="607"/>
                  </a:lnTo>
                  <a:lnTo>
                    <a:pt x="169" y="573"/>
                  </a:lnTo>
                  <a:lnTo>
                    <a:pt x="236" y="472"/>
                  </a:lnTo>
                  <a:lnTo>
                    <a:pt x="236" y="371"/>
                  </a:lnTo>
                  <a:lnTo>
                    <a:pt x="337" y="102"/>
                  </a:lnTo>
                  <a:lnTo>
                    <a:pt x="337" y="34"/>
                  </a:lnTo>
                  <a:lnTo>
                    <a:pt x="270"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7" name="Google Shape;307;p3"/>
            <p:cNvSpPr/>
            <p:nvPr/>
          </p:nvSpPr>
          <p:spPr>
            <a:xfrm>
              <a:off x="3752269" y="294531"/>
              <a:ext cx="33505" cy="13422"/>
            </a:xfrm>
            <a:custGeom>
              <a:avLst/>
              <a:gdLst/>
              <a:ahLst/>
              <a:cxnLst/>
              <a:rect l="l" t="t" r="r" b="b"/>
              <a:pathLst>
                <a:path w="674" h="270" extrusionOk="0">
                  <a:moveTo>
                    <a:pt x="101" y="1"/>
                  </a:moveTo>
                  <a:lnTo>
                    <a:pt x="34" y="34"/>
                  </a:lnTo>
                  <a:lnTo>
                    <a:pt x="0" y="68"/>
                  </a:lnTo>
                  <a:lnTo>
                    <a:pt x="0" y="135"/>
                  </a:lnTo>
                  <a:lnTo>
                    <a:pt x="34" y="169"/>
                  </a:lnTo>
                  <a:lnTo>
                    <a:pt x="303" y="203"/>
                  </a:lnTo>
                  <a:lnTo>
                    <a:pt x="438" y="236"/>
                  </a:lnTo>
                  <a:lnTo>
                    <a:pt x="606" y="270"/>
                  </a:lnTo>
                  <a:lnTo>
                    <a:pt x="640" y="236"/>
                  </a:lnTo>
                  <a:lnTo>
                    <a:pt x="674" y="203"/>
                  </a:lnTo>
                  <a:lnTo>
                    <a:pt x="674" y="135"/>
                  </a:lnTo>
                  <a:lnTo>
                    <a:pt x="640" y="102"/>
                  </a:lnTo>
                  <a:lnTo>
                    <a:pt x="505" y="68"/>
                  </a:lnTo>
                  <a:lnTo>
                    <a:pt x="371" y="34"/>
                  </a:lnTo>
                  <a:lnTo>
                    <a:pt x="101"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8" name="Google Shape;308;p3"/>
            <p:cNvSpPr/>
            <p:nvPr/>
          </p:nvSpPr>
          <p:spPr>
            <a:xfrm>
              <a:off x="4423403" y="572360"/>
              <a:ext cx="11781" cy="28484"/>
            </a:xfrm>
            <a:custGeom>
              <a:avLst/>
              <a:gdLst/>
              <a:ahLst/>
              <a:cxnLst/>
              <a:rect l="l" t="t" r="r" b="b"/>
              <a:pathLst>
                <a:path w="237" h="573" extrusionOk="0">
                  <a:moveTo>
                    <a:pt x="68" y="0"/>
                  </a:moveTo>
                  <a:lnTo>
                    <a:pt x="34" y="68"/>
                  </a:lnTo>
                  <a:lnTo>
                    <a:pt x="0" y="169"/>
                  </a:lnTo>
                  <a:lnTo>
                    <a:pt x="0" y="270"/>
                  </a:lnTo>
                  <a:lnTo>
                    <a:pt x="0" y="404"/>
                  </a:lnTo>
                  <a:lnTo>
                    <a:pt x="34" y="505"/>
                  </a:lnTo>
                  <a:lnTo>
                    <a:pt x="68" y="573"/>
                  </a:lnTo>
                  <a:lnTo>
                    <a:pt x="169" y="573"/>
                  </a:lnTo>
                  <a:lnTo>
                    <a:pt x="202" y="505"/>
                  </a:lnTo>
                  <a:lnTo>
                    <a:pt x="236" y="404"/>
                  </a:lnTo>
                  <a:lnTo>
                    <a:pt x="236" y="270"/>
                  </a:lnTo>
                  <a:lnTo>
                    <a:pt x="236" y="169"/>
                  </a:lnTo>
                  <a:lnTo>
                    <a:pt x="202" y="68"/>
                  </a:lnTo>
                  <a:lnTo>
                    <a:pt x="169"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09" name="Google Shape;309;p3"/>
            <p:cNvSpPr/>
            <p:nvPr/>
          </p:nvSpPr>
          <p:spPr>
            <a:xfrm>
              <a:off x="4455218" y="451863"/>
              <a:ext cx="13422" cy="30174"/>
            </a:xfrm>
            <a:custGeom>
              <a:avLst/>
              <a:gdLst/>
              <a:ahLst/>
              <a:cxnLst/>
              <a:rect l="l" t="t" r="r" b="b"/>
              <a:pathLst>
                <a:path w="270" h="607" extrusionOk="0">
                  <a:moveTo>
                    <a:pt x="168" y="0"/>
                  </a:moveTo>
                  <a:lnTo>
                    <a:pt x="135" y="34"/>
                  </a:lnTo>
                  <a:lnTo>
                    <a:pt x="67" y="135"/>
                  </a:lnTo>
                  <a:lnTo>
                    <a:pt x="34" y="303"/>
                  </a:lnTo>
                  <a:lnTo>
                    <a:pt x="0" y="438"/>
                  </a:lnTo>
                  <a:lnTo>
                    <a:pt x="34" y="573"/>
                  </a:lnTo>
                  <a:lnTo>
                    <a:pt x="101" y="606"/>
                  </a:lnTo>
                  <a:lnTo>
                    <a:pt x="135" y="573"/>
                  </a:lnTo>
                  <a:lnTo>
                    <a:pt x="168" y="539"/>
                  </a:lnTo>
                  <a:lnTo>
                    <a:pt x="202" y="505"/>
                  </a:lnTo>
                  <a:lnTo>
                    <a:pt x="202" y="404"/>
                  </a:lnTo>
                  <a:lnTo>
                    <a:pt x="202" y="303"/>
                  </a:lnTo>
                  <a:lnTo>
                    <a:pt x="269" y="101"/>
                  </a:lnTo>
                  <a:lnTo>
                    <a:pt x="269" y="34"/>
                  </a:lnTo>
                  <a:lnTo>
                    <a:pt x="236"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0" name="Google Shape;310;p3"/>
            <p:cNvSpPr/>
            <p:nvPr/>
          </p:nvSpPr>
          <p:spPr>
            <a:xfrm>
              <a:off x="4470280" y="411697"/>
              <a:ext cx="16752" cy="23463"/>
            </a:xfrm>
            <a:custGeom>
              <a:avLst/>
              <a:gdLst/>
              <a:ahLst/>
              <a:cxnLst/>
              <a:rect l="l" t="t" r="r" b="b"/>
              <a:pathLst>
                <a:path w="337" h="472" extrusionOk="0">
                  <a:moveTo>
                    <a:pt x="236" y="0"/>
                  </a:moveTo>
                  <a:lnTo>
                    <a:pt x="168" y="34"/>
                  </a:lnTo>
                  <a:lnTo>
                    <a:pt x="135" y="68"/>
                  </a:lnTo>
                  <a:lnTo>
                    <a:pt x="34" y="169"/>
                  </a:lnTo>
                  <a:lnTo>
                    <a:pt x="0" y="303"/>
                  </a:lnTo>
                  <a:lnTo>
                    <a:pt x="0" y="371"/>
                  </a:lnTo>
                  <a:lnTo>
                    <a:pt x="0" y="438"/>
                  </a:lnTo>
                  <a:lnTo>
                    <a:pt x="34" y="438"/>
                  </a:lnTo>
                  <a:lnTo>
                    <a:pt x="67" y="472"/>
                  </a:lnTo>
                  <a:lnTo>
                    <a:pt x="135" y="438"/>
                  </a:lnTo>
                  <a:lnTo>
                    <a:pt x="202" y="270"/>
                  </a:lnTo>
                  <a:lnTo>
                    <a:pt x="303" y="135"/>
                  </a:lnTo>
                  <a:lnTo>
                    <a:pt x="337" y="68"/>
                  </a:lnTo>
                  <a:lnTo>
                    <a:pt x="303" y="34"/>
                  </a:lnTo>
                  <a:lnTo>
                    <a:pt x="303"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1" name="Google Shape;311;p3"/>
            <p:cNvSpPr/>
            <p:nvPr/>
          </p:nvSpPr>
          <p:spPr>
            <a:xfrm>
              <a:off x="4425094" y="488698"/>
              <a:ext cx="33505" cy="10091"/>
            </a:xfrm>
            <a:custGeom>
              <a:avLst/>
              <a:gdLst/>
              <a:ahLst/>
              <a:cxnLst/>
              <a:rect l="l" t="t" r="r" b="b"/>
              <a:pathLst>
                <a:path w="674" h="203" extrusionOk="0">
                  <a:moveTo>
                    <a:pt x="101" y="0"/>
                  </a:moveTo>
                  <a:lnTo>
                    <a:pt x="34" y="34"/>
                  </a:lnTo>
                  <a:lnTo>
                    <a:pt x="0" y="101"/>
                  </a:lnTo>
                  <a:lnTo>
                    <a:pt x="34" y="135"/>
                  </a:lnTo>
                  <a:lnTo>
                    <a:pt x="101" y="168"/>
                  </a:lnTo>
                  <a:lnTo>
                    <a:pt x="572" y="202"/>
                  </a:lnTo>
                  <a:lnTo>
                    <a:pt x="640" y="202"/>
                  </a:lnTo>
                  <a:lnTo>
                    <a:pt x="673" y="135"/>
                  </a:lnTo>
                  <a:lnTo>
                    <a:pt x="640" y="101"/>
                  </a:lnTo>
                  <a:lnTo>
                    <a:pt x="606" y="67"/>
                  </a:lnTo>
                  <a:lnTo>
                    <a:pt x="471" y="34"/>
                  </a:lnTo>
                  <a:lnTo>
                    <a:pt x="337"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2" name="Google Shape;312;p3"/>
            <p:cNvSpPr/>
            <p:nvPr/>
          </p:nvSpPr>
          <p:spPr>
            <a:xfrm>
              <a:off x="4344713" y="458574"/>
              <a:ext cx="23513" cy="13422"/>
            </a:xfrm>
            <a:custGeom>
              <a:avLst/>
              <a:gdLst/>
              <a:ahLst/>
              <a:cxnLst/>
              <a:rect l="l" t="t" r="r" b="b"/>
              <a:pathLst>
                <a:path w="473" h="270" extrusionOk="0">
                  <a:moveTo>
                    <a:pt x="68" y="0"/>
                  </a:moveTo>
                  <a:lnTo>
                    <a:pt x="35" y="34"/>
                  </a:lnTo>
                  <a:lnTo>
                    <a:pt x="1" y="101"/>
                  </a:lnTo>
                  <a:lnTo>
                    <a:pt x="35" y="135"/>
                  </a:lnTo>
                  <a:lnTo>
                    <a:pt x="237" y="236"/>
                  </a:lnTo>
                  <a:lnTo>
                    <a:pt x="304" y="269"/>
                  </a:lnTo>
                  <a:lnTo>
                    <a:pt x="472" y="269"/>
                  </a:lnTo>
                  <a:lnTo>
                    <a:pt x="472" y="236"/>
                  </a:lnTo>
                  <a:lnTo>
                    <a:pt x="472" y="168"/>
                  </a:lnTo>
                  <a:lnTo>
                    <a:pt x="439" y="135"/>
                  </a:lnTo>
                  <a:lnTo>
                    <a:pt x="270" y="67"/>
                  </a:lnTo>
                  <a:lnTo>
                    <a:pt x="136"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3" name="Google Shape;313;p3"/>
            <p:cNvSpPr/>
            <p:nvPr/>
          </p:nvSpPr>
          <p:spPr>
            <a:xfrm>
              <a:off x="4381548" y="471946"/>
              <a:ext cx="30174" cy="10091"/>
            </a:xfrm>
            <a:custGeom>
              <a:avLst/>
              <a:gdLst/>
              <a:ahLst/>
              <a:cxnLst/>
              <a:rect l="l" t="t" r="r" b="b"/>
              <a:pathLst>
                <a:path w="607" h="203" extrusionOk="0">
                  <a:moveTo>
                    <a:pt x="34" y="0"/>
                  </a:moveTo>
                  <a:lnTo>
                    <a:pt x="1" y="34"/>
                  </a:lnTo>
                  <a:lnTo>
                    <a:pt x="1" y="101"/>
                  </a:lnTo>
                  <a:lnTo>
                    <a:pt x="34" y="135"/>
                  </a:lnTo>
                  <a:lnTo>
                    <a:pt x="135" y="169"/>
                  </a:lnTo>
                  <a:lnTo>
                    <a:pt x="236" y="202"/>
                  </a:lnTo>
                  <a:lnTo>
                    <a:pt x="539" y="202"/>
                  </a:lnTo>
                  <a:lnTo>
                    <a:pt x="573" y="169"/>
                  </a:lnTo>
                  <a:lnTo>
                    <a:pt x="607" y="101"/>
                  </a:lnTo>
                  <a:lnTo>
                    <a:pt x="573" y="68"/>
                  </a:lnTo>
                  <a:lnTo>
                    <a:pt x="539" y="34"/>
                  </a:lnTo>
                  <a:lnTo>
                    <a:pt x="438"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4" name="Google Shape;314;p3"/>
            <p:cNvSpPr/>
            <p:nvPr/>
          </p:nvSpPr>
          <p:spPr>
            <a:xfrm>
              <a:off x="4486983" y="333006"/>
              <a:ext cx="13471" cy="25153"/>
            </a:xfrm>
            <a:custGeom>
              <a:avLst/>
              <a:gdLst/>
              <a:ahLst/>
              <a:cxnLst/>
              <a:rect l="l" t="t" r="r" b="b"/>
              <a:pathLst>
                <a:path w="271" h="506" extrusionOk="0">
                  <a:moveTo>
                    <a:pt x="203" y="1"/>
                  </a:moveTo>
                  <a:lnTo>
                    <a:pt x="135" y="35"/>
                  </a:lnTo>
                  <a:lnTo>
                    <a:pt x="68" y="136"/>
                  </a:lnTo>
                  <a:lnTo>
                    <a:pt x="1" y="237"/>
                  </a:lnTo>
                  <a:lnTo>
                    <a:pt x="1" y="371"/>
                  </a:lnTo>
                  <a:lnTo>
                    <a:pt x="1" y="439"/>
                  </a:lnTo>
                  <a:lnTo>
                    <a:pt x="34" y="472"/>
                  </a:lnTo>
                  <a:lnTo>
                    <a:pt x="68" y="506"/>
                  </a:lnTo>
                  <a:lnTo>
                    <a:pt x="169" y="506"/>
                  </a:lnTo>
                  <a:lnTo>
                    <a:pt x="203" y="439"/>
                  </a:lnTo>
                  <a:lnTo>
                    <a:pt x="169" y="270"/>
                  </a:lnTo>
                  <a:lnTo>
                    <a:pt x="236" y="136"/>
                  </a:lnTo>
                  <a:lnTo>
                    <a:pt x="270" y="68"/>
                  </a:lnTo>
                  <a:lnTo>
                    <a:pt x="236" y="35"/>
                  </a:lnTo>
                  <a:lnTo>
                    <a:pt x="203"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5" name="Google Shape;315;p3"/>
            <p:cNvSpPr/>
            <p:nvPr/>
          </p:nvSpPr>
          <p:spPr>
            <a:xfrm>
              <a:off x="4408341" y="615856"/>
              <a:ext cx="15112" cy="28534"/>
            </a:xfrm>
            <a:custGeom>
              <a:avLst/>
              <a:gdLst/>
              <a:ahLst/>
              <a:cxnLst/>
              <a:rect l="l" t="t" r="r" b="b"/>
              <a:pathLst>
                <a:path w="304" h="574" extrusionOk="0">
                  <a:moveTo>
                    <a:pt x="202" y="1"/>
                  </a:moveTo>
                  <a:lnTo>
                    <a:pt x="135" y="35"/>
                  </a:lnTo>
                  <a:lnTo>
                    <a:pt x="68" y="102"/>
                  </a:lnTo>
                  <a:lnTo>
                    <a:pt x="34" y="203"/>
                  </a:lnTo>
                  <a:lnTo>
                    <a:pt x="0" y="439"/>
                  </a:lnTo>
                  <a:lnTo>
                    <a:pt x="0" y="506"/>
                  </a:lnTo>
                  <a:lnTo>
                    <a:pt x="34" y="540"/>
                  </a:lnTo>
                  <a:lnTo>
                    <a:pt x="101" y="573"/>
                  </a:lnTo>
                  <a:lnTo>
                    <a:pt x="202" y="540"/>
                  </a:lnTo>
                  <a:lnTo>
                    <a:pt x="236" y="506"/>
                  </a:lnTo>
                  <a:lnTo>
                    <a:pt x="236" y="439"/>
                  </a:lnTo>
                  <a:lnTo>
                    <a:pt x="236" y="304"/>
                  </a:lnTo>
                  <a:lnTo>
                    <a:pt x="236" y="203"/>
                  </a:lnTo>
                  <a:lnTo>
                    <a:pt x="270" y="136"/>
                  </a:lnTo>
                  <a:lnTo>
                    <a:pt x="303" y="68"/>
                  </a:lnTo>
                  <a:lnTo>
                    <a:pt x="270" y="35"/>
                  </a:lnTo>
                  <a:lnTo>
                    <a:pt x="202"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6" name="Google Shape;316;p3"/>
            <p:cNvSpPr/>
            <p:nvPr/>
          </p:nvSpPr>
          <p:spPr>
            <a:xfrm>
              <a:off x="4294505" y="445152"/>
              <a:ext cx="31864" cy="10091"/>
            </a:xfrm>
            <a:custGeom>
              <a:avLst/>
              <a:gdLst/>
              <a:ahLst/>
              <a:cxnLst/>
              <a:rect l="l" t="t" r="r" b="b"/>
              <a:pathLst>
                <a:path w="641" h="203" extrusionOk="0">
                  <a:moveTo>
                    <a:pt x="1" y="1"/>
                  </a:moveTo>
                  <a:lnTo>
                    <a:pt x="1" y="68"/>
                  </a:lnTo>
                  <a:lnTo>
                    <a:pt x="1" y="135"/>
                  </a:lnTo>
                  <a:lnTo>
                    <a:pt x="68" y="135"/>
                  </a:lnTo>
                  <a:lnTo>
                    <a:pt x="304" y="169"/>
                  </a:lnTo>
                  <a:lnTo>
                    <a:pt x="540" y="203"/>
                  </a:lnTo>
                  <a:lnTo>
                    <a:pt x="607" y="203"/>
                  </a:lnTo>
                  <a:lnTo>
                    <a:pt x="641" y="135"/>
                  </a:lnTo>
                  <a:lnTo>
                    <a:pt x="641" y="68"/>
                  </a:lnTo>
                  <a:lnTo>
                    <a:pt x="573" y="34"/>
                  </a:lnTo>
                  <a:lnTo>
                    <a:pt x="338"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7" name="Google Shape;317;p3"/>
            <p:cNvSpPr/>
            <p:nvPr/>
          </p:nvSpPr>
          <p:spPr>
            <a:xfrm>
              <a:off x="4478631" y="366511"/>
              <a:ext cx="16802" cy="30174"/>
            </a:xfrm>
            <a:custGeom>
              <a:avLst/>
              <a:gdLst/>
              <a:ahLst/>
              <a:cxnLst/>
              <a:rect l="l" t="t" r="r" b="b"/>
              <a:pathLst>
                <a:path w="338" h="607" extrusionOk="0">
                  <a:moveTo>
                    <a:pt x="236" y="0"/>
                  </a:moveTo>
                  <a:lnTo>
                    <a:pt x="202" y="34"/>
                  </a:lnTo>
                  <a:lnTo>
                    <a:pt x="135" y="169"/>
                  </a:lnTo>
                  <a:lnTo>
                    <a:pt x="101" y="270"/>
                  </a:lnTo>
                  <a:lnTo>
                    <a:pt x="34" y="404"/>
                  </a:lnTo>
                  <a:lnTo>
                    <a:pt x="0" y="539"/>
                  </a:lnTo>
                  <a:lnTo>
                    <a:pt x="34" y="573"/>
                  </a:lnTo>
                  <a:lnTo>
                    <a:pt x="68" y="606"/>
                  </a:lnTo>
                  <a:lnTo>
                    <a:pt x="101" y="606"/>
                  </a:lnTo>
                  <a:lnTo>
                    <a:pt x="135" y="573"/>
                  </a:lnTo>
                  <a:lnTo>
                    <a:pt x="202" y="472"/>
                  </a:lnTo>
                  <a:lnTo>
                    <a:pt x="270" y="337"/>
                  </a:lnTo>
                  <a:lnTo>
                    <a:pt x="337" y="101"/>
                  </a:lnTo>
                  <a:lnTo>
                    <a:pt x="337" y="34"/>
                  </a:lnTo>
                  <a:lnTo>
                    <a:pt x="303"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8" name="Google Shape;318;p3"/>
            <p:cNvSpPr/>
            <p:nvPr/>
          </p:nvSpPr>
          <p:spPr>
            <a:xfrm>
              <a:off x="3958118" y="348068"/>
              <a:ext cx="28484" cy="10091"/>
            </a:xfrm>
            <a:custGeom>
              <a:avLst/>
              <a:gdLst/>
              <a:ahLst/>
              <a:cxnLst/>
              <a:rect l="l" t="t" r="r" b="b"/>
              <a:pathLst>
                <a:path w="573" h="203" extrusionOk="0">
                  <a:moveTo>
                    <a:pt x="68" y="1"/>
                  </a:moveTo>
                  <a:lnTo>
                    <a:pt x="1" y="35"/>
                  </a:lnTo>
                  <a:lnTo>
                    <a:pt x="1" y="102"/>
                  </a:lnTo>
                  <a:lnTo>
                    <a:pt x="1" y="136"/>
                  </a:lnTo>
                  <a:lnTo>
                    <a:pt x="68" y="169"/>
                  </a:lnTo>
                  <a:lnTo>
                    <a:pt x="270" y="169"/>
                  </a:lnTo>
                  <a:lnTo>
                    <a:pt x="506" y="203"/>
                  </a:lnTo>
                  <a:lnTo>
                    <a:pt x="539" y="203"/>
                  </a:lnTo>
                  <a:lnTo>
                    <a:pt x="573" y="169"/>
                  </a:lnTo>
                  <a:lnTo>
                    <a:pt x="573" y="102"/>
                  </a:lnTo>
                  <a:lnTo>
                    <a:pt x="539" y="68"/>
                  </a:lnTo>
                  <a:lnTo>
                    <a:pt x="438" y="35"/>
                  </a:lnTo>
                  <a:lnTo>
                    <a:pt x="304"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19" name="Google Shape;319;p3"/>
            <p:cNvSpPr/>
            <p:nvPr/>
          </p:nvSpPr>
          <p:spPr>
            <a:xfrm>
              <a:off x="3747248" y="240993"/>
              <a:ext cx="8401" cy="28484"/>
            </a:xfrm>
            <a:custGeom>
              <a:avLst/>
              <a:gdLst/>
              <a:ahLst/>
              <a:cxnLst/>
              <a:rect l="l" t="t" r="r" b="b"/>
              <a:pathLst>
                <a:path w="169" h="573" extrusionOk="0">
                  <a:moveTo>
                    <a:pt x="68" y="0"/>
                  </a:moveTo>
                  <a:lnTo>
                    <a:pt x="34" y="34"/>
                  </a:lnTo>
                  <a:lnTo>
                    <a:pt x="0" y="101"/>
                  </a:lnTo>
                  <a:lnTo>
                    <a:pt x="0" y="505"/>
                  </a:lnTo>
                  <a:lnTo>
                    <a:pt x="0" y="573"/>
                  </a:lnTo>
                  <a:lnTo>
                    <a:pt x="135" y="573"/>
                  </a:lnTo>
                  <a:lnTo>
                    <a:pt x="169" y="505"/>
                  </a:lnTo>
                  <a:lnTo>
                    <a:pt x="169" y="101"/>
                  </a:lnTo>
                  <a:lnTo>
                    <a:pt x="135" y="34"/>
                  </a:lnTo>
                  <a:lnTo>
                    <a:pt x="68"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0" name="Google Shape;320;p3"/>
            <p:cNvSpPr/>
            <p:nvPr/>
          </p:nvSpPr>
          <p:spPr>
            <a:xfrm>
              <a:off x="3912931" y="333006"/>
              <a:ext cx="31864" cy="18492"/>
            </a:xfrm>
            <a:custGeom>
              <a:avLst/>
              <a:gdLst/>
              <a:ahLst/>
              <a:cxnLst/>
              <a:rect l="l" t="t" r="r" b="b"/>
              <a:pathLst>
                <a:path w="641" h="372" extrusionOk="0">
                  <a:moveTo>
                    <a:pt x="68" y="1"/>
                  </a:moveTo>
                  <a:lnTo>
                    <a:pt x="34" y="35"/>
                  </a:lnTo>
                  <a:lnTo>
                    <a:pt x="1" y="68"/>
                  </a:lnTo>
                  <a:lnTo>
                    <a:pt x="1" y="102"/>
                  </a:lnTo>
                  <a:lnTo>
                    <a:pt x="102" y="237"/>
                  </a:lnTo>
                  <a:lnTo>
                    <a:pt x="236" y="304"/>
                  </a:lnTo>
                  <a:lnTo>
                    <a:pt x="405" y="338"/>
                  </a:lnTo>
                  <a:lnTo>
                    <a:pt x="506" y="371"/>
                  </a:lnTo>
                  <a:lnTo>
                    <a:pt x="573" y="338"/>
                  </a:lnTo>
                  <a:lnTo>
                    <a:pt x="607" y="304"/>
                  </a:lnTo>
                  <a:lnTo>
                    <a:pt x="640" y="270"/>
                  </a:lnTo>
                  <a:lnTo>
                    <a:pt x="640" y="237"/>
                  </a:lnTo>
                  <a:lnTo>
                    <a:pt x="607" y="169"/>
                  </a:lnTo>
                  <a:lnTo>
                    <a:pt x="472" y="169"/>
                  </a:lnTo>
                  <a:lnTo>
                    <a:pt x="371" y="136"/>
                  </a:lnTo>
                  <a:lnTo>
                    <a:pt x="236" y="102"/>
                  </a:lnTo>
                  <a:lnTo>
                    <a:pt x="135" y="35"/>
                  </a:lnTo>
                  <a:lnTo>
                    <a:pt x="68"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1" name="Google Shape;321;p3"/>
            <p:cNvSpPr/>
            <p:nvPr/>
          </p:nvSpPr>
          <p:spPr>
            <a:xfrm>
              <a:off x="3753959" y="184075"/>
              <a:ext cx="16752" cy="45236"/>
            </a:xfrm>
            <a:custGeom>
              <a:avLst/>
              <a:gdLst/>
              <a:ahLst/>
              <a:cxnLst/>
              <a:rect l="l" t="t" r="r" b="b"/>
              <a:pathLst>
                <a:path w="337" h="910" extrusionOk="0">
                  <a:moveTo>
                    <a:pt x="236" y="0"/>
                  </a:moveTo>
                  <a:lnTo>
                    <a:pt x="202" y="34"/>
                  </a:lnTo>
                  <a:lnTo>
                    <a:pt x="101" y="202"/>
                  </a:lnTo>
                  <a:lnTo>
                    <a:pt x="34" y="438"/>
                  </a:lnTo>
                  <a:lnTo>
                    <a:pt x="0" y="674"/>
                  </a:lnTo>
                  <a:lnTo>
                    <a:pt x="34" y="775"/>
                  </a:lnTo>
                  <a:lnTo>
                    <a:pt x="67" y="876"/>
                  </a:lnTo>
                  <a:lnTo>
                    <a:pt x="101" y="910"/>
                  </a:lnTo>
                  <a:lnTo>
                    <a:pt x="135" y="910"/>
                  </a:lnTo>
                  <a:lnTo>
                    <a:pt x="168" y="876"/>
                  </a:lnTo>
                  <a:lnTo>
                    <a:pt x="202" y="842"/>
                  </a:lnTo>
                  <a:lnTo>
                    <a:pt x="202" y="640"/>
                  </a:lnTo>
                  <a:lnTo>
                    <a:pt x="236" y="438"/>
                  </a:lnTo>
                  <a:lnTo>
                    <a:pt x="337" y="101"/>
                  </a:lnTo>
                  <a:lnTo>
                    <a:pt x="337" y="34"/>
                  </a:lnTo>
                  <a:lnTo>
                    <a:pt x="303"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2" name="Google Shape;322;p3"/>
            <p:cNvSpPr/>
            <p:nvPr/>
          </p:nvSpPr>
          <p:spPr>
            <a:xfrm>
              <a:off x="3999974" y="359800"/>
              <a:ext cx="30174" cy="8401"/>
            </a:xfrm>
            <a:custGeom>
              <a:avLst/>
              <a:gdLst/>
              <a:ahLst/>
              <a:cxnLst/>
              <a:rect l="l" t="t" r="r" b="b"/>
              <a:pathLst>
                <a:path w="607" h="169" extrusionOk="0">
                  <a:moveTo>
                    <a:pt x="68" y="1"/>
                  </a:moveTo>
                  <a:lnTo>
                    <a:pt x="0" y="34"/>
                  </a:lnTo>
                  <a:lnTo>
                    <a:pt x="0" y="68"/>
                  </a:lnTo>
                  <a:lnTo>
                    <a:pt x="0" y="135"/>
                  </a:lnTo>
                  <a:lnTo>
                    <a:pt x="68" y="169"/>
                  </a:lnTo>
                  <a:lnTo>
                    <a:pt x="505" y="169"/>
                  </a:lnTo>
                  <a:lnTo>
                    <a:pt x="573" y="135"/>
                  </a:lnTo>
                  <a:lnTo>
                    <a:pt x="606" y="68"/>
                  </a:lnTo>
                  <a:lnTo>
                    <a:pt x="573" y="34"/>
                  </a:lnTo>
                  <a:lnTo>
                    <a:pt x="505"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3" name="Google Shape;323;p3"/>
            <p:cNvSpPr/>
            <p:nvPr/>
          </p:nvSpPr>
          <p:spPr>
            <a:xfrm>
              <a:off x="3770661" y="125517"/>
              <a:ext cx="20133" cy="35195"/>
            </a:xfrm>
            <a:custGeom>
              <a:avLst/>
              <a:gdLst/>
              <a:ahLst/>
              <a:cxnLst/>
              <a:rect l="l" t="t" r="r" b="b"/>
              <a:pathLst>
                <a:path w="405" h="708" extrusionOk="0">
                  <a:moveTo>
                    <a:pt x="304" y="0"/>
                  </a:moveTo>
                  <a:lnTo>
                    <a:pt x="236" y="67"/>
                  </a:lnTo>
                  <a:lnTo>
                    <a:pt x="135" y="303"/>
                  </a:lnTo>
                  <a:lnTo>
                    <a:pt x="1" y="572"/>
                  </a:lnTo>
                  <a:lnTo>
                    <a:pt x="1" y="640"/>
                  </a:lnTo>
                  <a:lnTo>
                    <a:pt x="34" y="707"/>
                  </a:lnTo>
                  <a:lnTo>
                    <a:pt x="135" y="707"/>
                  </a:lnTo>
                  <a:lnTo>
                    <a:pt x="203" y="673"/>
                  </a:lnTo>
                  <a:lnTo>
                    <a:pt x="337" y="404"/>
                  </a:lnTo>
                  <a:lnTo>
                    <a:pt x="405" y="101"/>
                  </a:lnTo>
                  <a:lnTo>
                    <a:pt x="405" y="34"/>
                  </a:lnTo>
                  <a:lnTo>
                    <a:pt x="371"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4" name="Google Shape;324;p3"/>
            <p:cNvSpPr/>
            <p:nvPr/>
          </p:nvSpPr>
          <p:spPr>
            <a:xfrm>
              <a:off x="4043470" y="371532"/>
              <a:ext cx="41906" cy="16752"/>
            </a:xfrm>
            <a:custGeom>
              <a:avLst/>
              <a:gdLst/>
              <a:ahLst/>
              <a:cxnLst/>
              <a:rect l="l" t="t" r="r" b="b"/>
              <a:pathLst>
                <a:path w="843" h="337" extrusionOk="0">
                  <a:moveTo>
                    <a:pt x="68" y="0"/>
                  </a:moveTo>
                  <a:lnTo>
                    <a:pt x="1" y="34"/>
                  </a:lnTo>
                  <a:lnTo>
                    <a:pt x="1" y="101"/>
                  </a:lnTo>
                  <a:lnTo>
                    <a:pt x="34" y="135"/>
                  </a:lnTo>
                  <a:lnTo>
                    <a:pt x="203" y="236"/>
                  </a:lnTo>
                  <a:lnTo>
                    <a:pt x="405" y="303"/>
                  </a:lnTo>
                  <a:lnTo>
                    <a:pt x="573" y="337"/>
                  </a:lnTo>
                  <a:lnTo>
                    <a:pt x="775" y="337"/>
                  </a:lnTo>
                  <a:lnTo>
                    <a:pt x="809" y="303"/>
                  </a:lnTo>
                  <a:lnTo>
                    <a:pt x="842" y="236"/>
                  </a:lnTo>
                  <a:lnTo>
                    <a:pt x="842" y="202"/>
                  </a:lnTo>
                  <a:lnTo>
                    <a:pt x="775" y="169"/>
                  </a:lnTo>
                  <a:lnTo>
                    <a:pt x="438" y="101"/>
                  </a:lnTo>
                  <a:lnTo>
                    <a:pt x="102"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5" name="Google Shape;325;p3"/>
            <p:cNvSpPr/>
            <p:nvPr/>
          </p:nvSpPr>
          <p:spPr>
            <a:xfrm>
              <a:off x="4190761" y="413387"/>
              <a:ext cx="30174" cy="13422"/>
            </a:xfrm>
            <a:custGeom>
              <a:avLst/>
              <a:gdLst/>
              <a:ahLst/>
              <a:cxnLst/>
              <a:rect l="l" t="t" r="r" b="b"/>
              <a:pathLst>
                <a:path w="607" h="270" extrusionOk="0">
                  <a:moveTo>
                    <a:pt x="68" y="0"/>
                  </a:moveTo>
                  <a:lnTo>
                    <a:pt x="0" y="67"/>
                  </a:lnTo>
                  <a:lnTo>
                    <a:pt x="0" y="101"/>
                  </a:lnTo>
                  <a:lnTo>
                    <a:pt x="34" y="135"/>
                  </a:lnTo>
                  <a:lnTo>
                    <a:pt x="304" y="236"/>
                  </a:lnTo>
                  <a:lnTo>
                    <a:pt x="438" y="269"/>
                  </a:lnTo>
                  <a:lnTo>
                    <a:pt x="573" y="236"/>
                  </a:lnTo>
                  <a:lnTo>
                    <a:pt x="607" y="202"/>
                  </a:lnTo>
                  <a:lnTo>
                    <a:pt x="607" y="168"/>
                  </a:lnTo>
                  <a:lnTo>
                    <a:pt x="607" y="135"/>
                  </a:lnTo>
                  <a:lnTo>
                    <a:pt x="573" y="101"/>
                  </a:lnTo>
                  <a:lnTo>
                    <a:pt x="101"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6" name="Google Shape;326;p3"/>
            <p:cNvSpPr/>
            <p:nvPr/>
          </p:nvSpPr>
          <p:spPr>
            <a:xfrm>
              <a:off x="4230926" y="426759"/>
              <a:ext cx="43546" cy="13422"/>
            </a:xfrm>
            <a:custGeom>
              <a:avLst/>
              <a:gdLst/>
              <a:ahLst/>
              <a:cxnLst/>
              <a:rect l="l" t="t" r="r" b="b"/>
              <a:pathLst>
                <a:path w="876" h="270" extrusionOk="0">
                  <a:moveTo>
                    <a:pt x="34" y="0"/>
                  </a:moveTo>
                  <a:lnTo>
                    <a:pt x="1" y="68"/>
                  </a:lnTo>
                  <a:lnTo>
                    <a:pt x="34" y="135"/>
                  </a:lnTo>
                  <a:lnTo>
                    <a:pt x="68" y="169"/>
                  </a:lnTo>
                  <a:lnTo>
                    <a:pt x="236" y="202"/>
                  </a:lnTo>
                  <a:lnTo>
                    <a:pt x="438" y="236"/>
                  </a:lnTo>
                  <a:lnTo>
                    <a:pt x="640" y="270"/>
                  </a:lnTo>
                  <a:lnTo>
                    <a:pt x="842" y="236"/>
                  </a:lnTo>
                  <a:lnTo>
                    <a:pt x="876" y="202"/>
                  </a:lnTo>
                  <a:lnTo>
                    <a:pt x="876" y="169"/>
                  </a:lnTo>
                  <a:lnTo>
                    <a:pt x="876" y="135"/>
                  </a:lnTo>
                  <a:lnTo>
                    <a:pt x="842" y="101"/>
                  </a:lnTo>
                  <a:lnTo>
                    <a:pt x="438" y="34"/>
                  </a:lnTo>
                  <a:lnTo>
                    <a:pt x="102" y="0"/>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7" name="Google Shape;327;p3"/>
            <p:cNvSpPr/>
            <p:nvPr/>
          </p:nvSpPr>
          <p:spPr>
            <a:xfrm>
              <a:off x="4143884" y="398276"/>
              <a:ext cx="35195" cy="13471"/>
            </a:xfrm>
            <a:custGeom>
              <a:avLst/>
              <a:gdLst/>
              <a:ahLst/>
              <a:cxnLst/>
              <a:rect l="l" t="t" r="r" b="b"/>
              <a:pathLst>
                <a:path w="708" h="271" extrusionOk="0">
                  <a:moveTo>
                    <a:pt x="34" y="1"/>
                  </a:moveTo>
                  <a:lnTo>
                    <a:pt x="1" y="35"/>
                  </a:lnTo>
                  <a:lnTo>
                    <a:pt x="1" y="102"/>
                  </a:lnTo>
                  <a:lnTo>
                    <a:pt x="68" y="136"/>
                  </a:lnTo>
                  <a:lnTo>
                    <a:pt x="371" y="237"/>
                  </a:lnTo>
                  <a:lnTo>
                    <a:pt x="506" y="270"/>
                  </a:lnTo>
                  <a:lnTo>
                    <a:pt x="640" y="237"/>
                  </a:lnTo>
                  <a:lnTo>
                    <a:pt x="708" y="203"/>
                  </a:lnTo>
                  <a:lnTo>
                    <a:pt x="708" y="169"/>
                  </a:lnTo>
                  <a:lnTo>
                    <a:pt x="708" y="102"/>
                  </a:lnTo>
                  <a:lnTo>
                    <a:pt x="640" y="68"/>
                  </a:lnTo>
                  <a:lnTo>
                    <a:pt x="405" y="35"/>
                  </a:lnTo>
                  <a:lnTo>
                    <a:pt x="102"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328" name="Google Shape;328;p3"/>
            <p:cNvSpPr/>
            <p:nvPr/>
          </p:nvSpPr>
          <p:spPr>
            <a:xfrm>
              <a:off x="4097057" y="383213"/>
              <a:ext cx="36835" cy="13471"/>
            </a:xfrm>
            <a:custGeom>
              <a:avLst/>
              <a:gdLst/>
              <a:ahLst/>
              <a:cxnLst/>
              <a:rect l="l" t="t" r="r" b="b"/>
              <a:pathLst>
                <a:path w="741" h="271" extrusionOk="0">
                  <a:moveTo>
                    <a:pt x="101" y="1"/>
                  </a:moveTo>
                  <a:lnTo>
                    <a:pt x="34" y="35"/>
                  </a:lnTo>
                  <a:lnTo>
                    <a:pt x="0" y="102"/>
                  </a:lnTo>
                  <a:lnTo>
                    <a:pt x="34" y="169"/>
                  </a:lnTo>
                  <a:lnTo>
                    <a:pt x="101" y="203"/>
                  </a:lnTo>
                  <a:lnTo>
                    <a:pt x="370" y="237"/>
                  </a:lnTo>
                  <a:lnTo>
                    <a:pt x="539" y="270"/>
                  </a:lnTo>
                  <a:lnTo>
                    <a:pt x="741" y="270"/>
                  </a:lnTo>
                  <a:lnTo>
                    <a:pt x="741" y="203"/>
                  </a:lnTo>
                  <a:lnTo>
                    <a:pt x="741" y="169"/>
                  </a:lnTo>
                  <a:lnTo>
                    <a:pt x="707" y="136"/>
                  </a:lnTo>
                  <a:lnTo>
                    <a:pt x="572" y="68"/>
                  </a:lnTo>
                  <a:lnTo>
                    <a:pt x="438" y="35"/>
                  </a:lnTo>
                  <a:lnTo>
                    <a:pt x="269" y="35"/>
                  </a:lnTo>
                  <a:lnTo>
                    <a:pt x="101" y="1"/>
                  </a:lnTo>
                  <a:close/>
                </a:path>
              </a:pathLst>
            </a:custGeom>
            <a:solidFill>
              <a:srgbClr val="FFFFFF"/>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477" name="Google Shape;477;p3"/>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5200"/>
              <a:buNone/>
              <a:defRPr sz="5200" b="0">
                <a:solidFill>
                  <a:schemeClr val="lt1"/>
                </a:solidFill>
              </a:defRPr>
            </a:lvl1pPr>
            <a:lvl2pPr lvl="1" algn="ctr" rtl="0">
              <a:spcBef>
                <a:spcPts val="0"/>
              </a:spcBef>
              <a:spcAft>
                <a:spcPts val="0"/>
              </a:spcAft>
              <a:buClr>
                <a:schemeClr val="lt1"/>
              </a:buClr>
              <a:buSzPts val="5200"/>
              <a:buNone/>
              <a:defRPr sz="5200" b="0">
                <a:solidFill>
                  <a:schemeClr val="lt1"/>
                </a:solidFill>
              </a:defRPr>
            </a:lvl2pPr>
            <a:lvl3pPr lvl="2" algn="ctr" rtl="0">
              <a:spcBef>
                <a:spcPts val="0"/>
              </a:spcBef>
              <a:spcAft>
                <a:spcPts val="0"/>
              </a:spcAft>
              <a:buClr>
                <a:schemeClr val="lt1"/>
              </a:buClr>
              <a:buSzPts val="5200"/>
              <a:buNone/>
              <a:defRPr sz="5200" b="0">
                <a:solidFill>
                  <a:schemeClr val="lt1"/>
                </a:solidFill>
              </a:defRPr>
            </a:lvl3pPr>
            <a:lvl4pPr lvl="3" algn="ctr" rtl="0">
              <a:spcBef>
                <a:spcPts val="0"/>
              </a:spcBef>
              <a:spcAft>
                <a:spcPts val="0"/>
              </a:spcAft>
              <a:buClr>
                <a:schemeClr val="lt1"/>
              </a:buClr>
              <a:buSzPts val="5200"/>
              <a:buNone/>
              <a:defRPr sz="5200" b="0">
                <a:solidFill>
                  <a:schemeClr val="lt1"/>
                </a:solidFill>
              </a:defRPr>
            </a:lvl4pPr>
            <a:lvl5pPr lvl="4" algn="ctr" rtl="0">
              <a:spcBef>
                <a:spcPts val="0"/>
              </a:spcBef>
              <a:spcAft>
                <a:spcPts val="0"/>
              </a:spcAft>
              <a:buClr>
                <a:schemeClr val="lt1"/>
              </a:buClr>
              <a:buSzPts val="5200"/>
              <a:buNone/>
              <a:defRPr sz="5200" b="0">
                <a:solidFill>
                  <a:schemeClr val="lt1"/>
                </a:solidFill>
              </a:defRPr>
            </a:lvl5pPr>
            <a:lvl6pPr lvl="5" algn="ctr" rtl="0">
              <a:spcBef>
                <a:spcPts val="0"/>
              </a:spcBef>
              <a:spcAft>
                <a:spcPts val="0"/>
              </a:spcAft>
              <a:buClr>
                <a:schemeClr val="lt1"/>
              </a:buClr>
              <a:buSzPts val="5200"/>
              <a:buNone/>
              <a:defRPr sz="5200" b="0">
                <a:solidFill>
                  <a:schemeClr val="lt1"/>
                </a:solidFill>
              </a:defRPr>
            </a:lvl6pPr>
            <a:lvl7pPr lvl="6" algn="ctr" rtl="0">
              <a:spcBef>
                <a:spcPts val="0"/>
              </a:spcBef>
              <a:spcAft>
                <a:spcPts val="0"/>
              </a:spcAft>
              <a:buClr>
                <a:schemeClr val="lt1"/>
              </a:buClr>
              <a:buSzPts val="5200"/>
              <a:buNone/>
              <a:defRPr sz="5200" b="0">
                <a:solidFill>
                  <a:schemeClr val="lt1"/>
                </a:solidFill>
              </a:defRPr>
            </a:lvl7pPr>
            <a:lvl8pPr lvl="7" algn="ctr" rtl="0">
              <a:spcBef>
                <a:spcPts val="0"/>
              </a:spcBef>
              <a:spcAft>
                <a:spcPts val="0"/>
              </a:spcAft>
              <a:buClr>
                <a:schemeClr val="lt1"/>
              </a:buClr>
              <a:buSzPts val="5200"/>
              <a:buNone/>
              <a:defRPr sz="5200" b="0">
                <a:solidFill>
                  <a:schemeClr val="lt1"/>
                </a:solidFill>
              </a:defRPr>
            </a:lvl8pPr>
            <a:lvl9pPr lvl="8" algn="ctr" rtl="0">
              <a:spcBef>
                <a:spcPts val="0"/>
              </a:spcBef>
              <a:spcAft>
                <a:spcPts val="0"/>
              </a:spcAft>
              <a:buClr>
                <a:schemeClr val="lt1"/>
              </a:buClr>
              <a:buSzPts val="5200"/>
              <a:buNone/>
              <a:defRPr sz="5200" b="0">
                <a:solidFill>
                  <a:schemeClr val="lt1"/>
                </a:solidFill>
              </a:defRPr>
            </a:lvl9pPr>
          </a:lstStyle>
          <a:p>
            <a:endParaRPr/>
          </a:p>
        </p:txBody>
      </p:sp>
      <p:sp>
        <p:nvSpPr>
          <p:cNvPr id="478" name="Google Shape;478;p3"/>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1600"/>
              <a:buNone/>
              <a:defRPr sz="1600"/>
            </a:lvl1pPr>
            <a:lvl2pPr lvl="1" algn="ctr" rtl="0">
              <a:spcBef>
                <a:spcPts val="0"/>
              </a:spcBef>
              <a:spcAft>
                <a:spcPts val="0"/>
              </a:spcAft>
              <a:buClr>
                <a:schemeClr val="dk1"/>
              </a:buClr>
              <a:buSzPts val="1600"/>
              <a:buNone/>
              <a:defRPr sz="1600"/>
            </a:lvl2pPr>
            <a:lvl3pPr lvl="2" algn="ctr" rtl="0">
              <a:spcBef>
                <a:spcPts val="0"/>
              </a:spcBef>
              <a:spcAft>
                <a:spcPts val="0"/>
              </a:spcAft>
              <a:buClr>
                <a:schemeClr val="dk1"/>
              </a:buClr>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a:p>
        </p:txBody>
      </p:sp>
      <p:sp>
        <p:nvSpPr>
          <p:cNvPr id="479" name="Google Shape;479;p3"/>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smtClean="0"/>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1 column" userDrawn="1">
  <p:cSld name="TITLE_AND_BODY">
    <p:spTree>
      <p:nvGrpSpPr>
        <p:cNvPr id="1" name="Shape 684"/>
        <p:cNvGrpSpPr/>
        <p:nvPr/>
      </p:nvGrpSpPr>
      <p:grpSpPr>
        <a:xfrm>
          <a:off x="0" y="0"/>
          <a:ext cx="0" cy="0"/>
          <a:chOff x="0" y="0"/>
          <a:chExt cx="0" cy="0"/>
        </a:xfrm>
      </p:grpSpPr>
      <p:grpSp>
        <p:nvGrpSpPr>
          <p:cNvPr id="719" name="Google Shape;719;p5"/>
          <p:cNvGrpSpPr/>
          <p:nvPr/>
        </p:nvGrpSpPr>
        <p:grpSpPr>
          <a:xfrm>
            <a:off x="7464679" y="3618202"/>
            <a:ext cx="1679118" cy="1534882"/>
            <a:chOff x="5191704" y="3618202"/>
            <a:chExt cx="1679118" cy="1534882"/>
          </a:xfrm>
        </p:grpSpPr>
        <p:sp>
          <p:nvSpPr>
            <p:cNvPr id="720" name="Google Shape;720;p5"/>
            <p:cNvSpPr/>
            <p:nvPr/>
          </p:nvSpPr>
          <p:spPr>
            <a:xfrm>
              <a:off x="6010287" y="4958477"/>
              <a:ext cx="610625" cy="194607"/>
            </a:xfrm>
            <a:custGeom>
              <a:avLst/>
              <a:gdLst/>
              <a:ahLst/>
              <a:cxnLst/>
              <a:rect l="l" t="t" r="r" b="b"/>
              <a:pathLst>
                <a:path w="12256" h="3906" extrusionOk="0">
                  <a:moveTo>
                    <a:pt x="2492" y="775"/>
                  </a:moveTo>
                  <a:lnTo>
                    <a:pt x="2727" y="809"/>
                  </a:lnTo>
                  <a:lnTo>
                    <a:pt x="2963" y="943"/>
                  </a:lnTo>
                  <a:lnTo>
                    <a:pt x="3131" y="1078"/>
                  </a:lnTo>
                  <a:lnTo>
                    <a:pt x="3266" y="1280"/>
                  </a:lnTo>
                  <a:lnTo>
                    <a:pt x="3333" y="1549"/>
                  </a:lnTo>
                  <a:lnTo>
                    <a:pt x="2727" y="2189"/>
                  </a:lnTo>
                  <a:lnTo>
                    <a:pt x="2222" y="2795"/>
                  </a:lnTo>
                  <a:lnTo>
                    <a:pt x="1953" y="3132"/>
                  </a:lnTo>
                  <a:lnTo>
                    <a:pt x="1684" y="3401"/>
                  </a:lnTo>
                  <a:lnTo>
                    <a:pt x="1515" y="3536"/>
                  </a:lnTo>
                  <a:lnTo>
                    <a:pt x="1347" y="3603"/>
                  </a:lnTo>
                  <a:lnTo>
                    <a:pt x="1145" y="3670"/>
                  </a:lnTo>
                  <a:lnTo>
                    <a:pt x="943" y="3670"/>
                  </a:lnTo>
                  <a:lnTo>
                    <a:pt x="808" y="3637"/>
                  </a:lnTo>
                  <a:lnTo>
                    <a:pt x="707" y="3569"/>
                  </a:lnTo>
                  <a:lnTo>
                    <a:pt x="606" y="3502"/>
                  </a:lnTo>
                  <a:lnTo>
                    <a:pt x="539" y="3435"/>
                  </a:lnTo>
                  <a:lnTo>
                    <a:pt x="404" y="3233"/>
                  </a:lnTo>
                  <a:lnTo>
                    <a:pt x="371" y="2997"/>
                  </a:lnTo>
                  <a:lnTo>
                    <a:pt x="371" y="2728"/>
                  </a:lnTo>
                  <a:lnTo>
                    <a:pt x="404" y="2492"/>
                  </a:lnTo>
                  <a:lnTo>
                    <a:pt x="472" y="2256"/>
                  </a:lnTo>
                  <a:lnTo>
                    <a:pt x="539" y="2054"/>
                  </a:lnTo>
                  <a:lnTo>
                    <a:pt x="640" y="1886"/>
                  </a:lnTo>
                  <a:lnTo>
                    <a:pt x="775" y="1751"/>
                  </a:lnTo>
                  <a:lnTo>
                    <a:pt x="1044" y="1482"/>
                  </a:lnTo>
                  <a:lnTo>
                    <a:pt x="1347" y="1213"/>
                  </a:lnTo>
                  <a:lnTo>
                    <a:pt x="1684" y="1011"/>
                  </a:lnTo>
                  <a:lnTo>
                    <a:pt x="1953" y="842"/>
                  </a:lnTo>
                  <a:lnTo>
                    <a:pt x="2256" y="775"/>
                  </a:lnTo>
                  <a:close/>
                  <a:moveTo>
                    <a:pt x="6229" y="1"/>
                  </a:moveTo>
                  <a:lnTo>
                    <a:pt x="5892" y="34"/>
                  </a:lnTo>
                  <a:lnTo>
                    <a:pt x="5556" y="102"/>
                  </a:lnTo>
                  <a:lnTo>
                    <a:pt x="5219" y="203"/>
                  </a:lnTo>
                  <a:lnTo>
                    <a:pt x="4882" y="371"/>
                  </a:lnTo>
                  <a:lnTo>
                    <a:pt x="4579" y="539"/>
                  </a:lnTo>
                  <a:lnTo>
                    <a:pt x="4242" y="775"/>
                  </a:lnTo>
                  <a:lnTo>
                    <a:pt x="3939" y="1011"/>
                  </a:lnTo>
                  <a:lnTo>
                    <a:pt x="3670" y="1246"/>
                  </a:lnTo>
                  <a:lnTo>
                    <a:pt x="3569" y="1078"/>
                  </a:lnTo>
                  <a:lnTo>
                    <a:pt x="3502" y="943"/>
                  </a:lnTo>
                  <a:lnTo>
                    <a:pt x="3401" y="809"/>
                  </a:lnTo>
                  <a:lnTo>
                    <a:pt x="3266" y="674"/>
                  </a:lnTo>
                  <a:lnTo>
                    <a:pt x="3131" y="573"/>
                  </a:lnTo>
                  <a:lnTo>
                    <a:pt x="2997" y="506"/>
                  </a:lnTo>
                  <a:lnTo>
                    <a:pt x="2828" y="438"/>
                  </a:lnTo>
                  <a:lnTo>
                    <a:pt x="2626" y="371"/>
                  </a:lnTo>
                  <a:lnTo>
                    <a:pt x="2391" y="371"/>
                  </a:lnTo>
                  <a:lnTo>
                    <a:pt x="2121" y="405"/>
                  </a:lnTo>
                  <a:lnTo>
                    <a:pt x="1886" y="506"/>
                  </a:lnTo>
                  <a:lnTo>
                    <a:pt x="1616" y="607"/>
                  </a:lnTo>
                  <a:lnTo>
                    <a:pt x="1414" y="741"/>
                  </a:lnTo>
                  <a:lnTo>
                    <a:pt x="1179" y="910"/>
                  </a:lnTo>
                  <a:lnTo>
                    <a:pt x="775" y="1246"/>
                  </a:lnTo>
                  <a:lnTo>
                    <a:pt x="505" y="1516"/>
                  </a:lnTo>
                  <a:lnTo>
                    <a:pt x="270" y="1852"/>
                  </a:lnTo>
                  <a:lnTo>
                    <a:pt x="101" y="2223"/>
                  </a:lnTo>
                  <a:lnTo>
                    <a:pt x="34" y="2627"/>
                  </a:lnTo>
                  <a:lnTo>
                    <a:pt x="0" y="2795"/>
                  </a:lnTo>
                  <a:lnTo>
                    <a:pt x="0" y="2997"/>
                  </a:lnTo>
                  <a:lnTo>
                    <a:pt x="34" y="3165"/>
                  </a:lnTo>
                  <a:lnTo>
                    <a:pt x="101" y="3334"/>
                  </a:lnTo>
                  <a:lnTo>
                    <a:pt x="202" y="3502"/>
                  </a:lnTo>
                  <a:lnTo>
                    <a:pt x="303" y="3670"/>
                  </a:lnTo>
                  <a:lnTo>
                    <a:pt x="438" y="3805"/>
                  </a:lnTo>
                  <a:lnTo>
                    <a:pt x="640" y="3906"/>
                  </a:lnTo>
                  <a:lnTo>
                    <a:pt x="1583" y="3906"/>
                  </a:lnTo>
                  <a:lnTo>
                    <a:pt x="1751" y="3771"/>
                  </a:lnTo>
                  <a:lnTo>
                    <a:pt x="1919" y="3637"/>
                  </a:lnTo>
                  <a:lnTo>
                    <a:pt x="2222" y="3334"/>
                  </a:lnTo>
                  <a:lnTo>
                    <a:pt x="2795" y="2728"/>
                  </a:lnTo>
                  <a:lnTo>
                    <a:pt x="3367" y="2088"/>
                  </a:lnTo>
                  <a:lnTo>
                    <a:pt x="3333" y="2189"/>
                  </a:lnTo>
                  <a:lnTo>
                    <a:pt x="3300" y="2425"/>
                  </a:lnTo>
                  <a:lnTo>
                    <a:pt x="3199" y="2627"/>
                  </a:lnTo>
                  <a:lnTo>
                    <a:pt x="2997" y="3064"/>
                  </a:lnTo>
                  <a:lnTo>
                    <a:pt x="2727" y="3502"/>
                  </a:lnTo>
                  <a:lnTo>
                    <a:pt x="2424" y="3906"/>
                  </a:lnTo>
                  <a:lnTo>
                    <a:pt x="2828" y="3906"/>
                  </a:lnTo>
                  <a:lnTo>
                    <a:pt x="2997" y="3670"/>
                  </a:lnTo>
                  <a:lnTo>
                    <a:pt x="3266" y="3233"/>
                  </a:lnTo>
                  <a:lnTo>
                    <a:pt x="3535" y="2761"/>
                  </a:lnTo>
                  <a:lnTo>
                    <a:pt x="3636" y="2492"/>
                  </a:lnTo>
                  <a:lnTo>
                    <a:pt x="3704" y="2223"/>
                  </a:lnTo>
                  <a:lnTo>
                    <a:pt x="3737" y="1987"/>
                  </a:lnTo>
                  <a:lnTo>
                    <a:pt x="3737" y="1718"/>
                  </a:lnTo>
                  <a:lnTo>
                    <a:pt x="4343" y="1213"/>
                  </a:lnTo>
                  <a:lnTo>
                    <a:pt x="4647" y="1011"/>
                  </a:lnTo>
                  <a:lnTo>
                    <a:pt x="4950" y="775"/>
                  </a:lnTo>
                  <a:lnTo>
                    <a:pt x="5286" y="607"/>
                  </a:lnTo>
                  <a:lnTo>
                    <a:pt x="5623" y="438"/>
                  </a:lnTo>
                  <a:lnTo>
                    <a:pt x="5859" y="371"/>
                  </a:lnTo>
                  <a:lnTo>
                    <a:pt x="6094" y="337"/>
                  </a:lnTo>
                  <a:lnTo>
                    <a:pt x="6330" y="371"/>
                  </a:lnTo>
                  <a:lnTo>
                    <a:pt x="6566" y="405"/>
                  </a:lnTo>
                  <a:lnTo>
                    <a:pt x="7003" y="573"/>
                  </a:lnTo>
                  <a:lnTo>
                    <a:pt x="7441" y="775"/>
                  </a:lnTo>
                  <a:lnTo>
                    <a:pt x="8114" y="1145"/>
                  </a:lnTo>
                  <a:lnTo>
                    <a:pt x="8754" y="1549"/>
                  </a:lnTo>
                  <a:lnTo>
                    <a:pt x="9394" y="1987"/>
                  </a:lnTo>
                  <a:lnTo>
                    <a:pt x="10000" y="2492"/>
                  </a:lnTo>
                  <a:lnTo>
                    <a:pt x="10370" y="2829"/>
                  </a:lnTo>
                  <a:lnTo>
                    <a:pt x="10740" y="3199"/>
                  </a:lnTo>
                  <a:lnTo>
                    <a:pt x="11111" y="3569"/>
                  </a:lnTo>
                  <a:lnTo>
                    <a:pt x="11515" y="3906"/>
                  </a:lnTo>
                  <a:lnTo>
                    <a:pt x="12255" y="3906"/>
                  </a:lnTo>
                  <a:lnTo>
                    <a:pt x="12020" y="3771"/>
                  </a:lnTo>
                  <a:lnTo>
                    <a:pt x="11784" y="3603"/>
                  </a:lnTo>
                  <a:lnTo>
                    <a:pt x="11313" y="3233"/>
                  </a:lnTo>
                  <a:lnTo>
                    <a:pt x="10572" y="2526"/>
                  </a:lnTo>
                  <a:lnTo>
                    <a:pt x="10101" y="2122"/>
                  </a:lnTo>
                  <a:lnTo>
                    <a:pt x="9629" y="1718"/>
                  </a:lnTo>
                  <a:lnTo>
                    <a:pt x="9091" y="1347"/>
                  </a:lnTo>
                  <a:lnTo>
                    <a:pt x="8586" y="1011"/>
                  </a:lnTo>
                  <a:lnTo>
                    <a:pt x="8047" y="674"/>
                  </a:lnTo>
                  <a:lnTo>
                    <a:pt x="7475" y="371"/>
                  </a:lnTo>
                  <a:lnTo>
                    <a:pt x="7172" y="203"/>
                  </a:lnTo>
                  <a:lnTo>
                    <a:pt x="6869" y="102"/>
                  </a:lnTo>
                  <a:lnTo>
                    <a:pt x="6532" y="34"/>
                  </a:lnTo>
                  <a:lnTo>
                    <a:pt x="622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1" name="Google Shape;721;p5"/>
            <p:cNvSpPr/>
            <p:nvPr/>
          </p:nvSpPr>
          <p:spPr>
            <a:xfrm>
              <a:off x="5332602" y="4691777"/>
              <a:ext cx="114094" cy="107417"/>
            </a:xfrm>
            <a:custGeom>
              <a:avLst/>
              <a:gdLst/>
              <a:ahLst/>
              <a:cxnLst/>
              <a:rect l="l" t="t" r="r" b="b"/>
              <a:pathLst>
                <a:path w="2290" h="2156" extrusionOk="0">
                  <a:moveTo>
                    <a:pt x="0" y="0"/>
                  </a:moveTo>
                  <a:lnTo>
                    <a:pt x="0" y="34"/>
                  </a:lnTo>
                  <a:lnTo>
                    <a:pt x="68" y="202"/>
                  </a:lnTo>
                  <a:lnTo>
                    <a:pt x="202" y="337"/>
                  </a:lnTo>
                  <a:lnTo>
                    <a:pt x="438" y="606"/>
                  </a:lnTo>
                  <a:lnTo>
                    <a:pt x="1010" y="1078"/>
                  </a:lnTo>
                  <a:lnTo>
                    <a:pt x="1549" y="1583"/>
                  </a:lnTo>
                  <a:lnTo>
                    <a:pt x="2088" y="2121"/>
                  </a:lnTo>
                  <a:lnTo>
                    <a:pt x="2155" y="2155"/>
                  </a:lnTo>
                  <a:lnTo>
                    <a:pt x="2223" y="2121"/>
                  </a:lnTo>
                  <a:lnTo>
                    <a:pt x="2290" y="2054"/>
                  </a:lnTo>
                  <a:lnTo>
                    <a:pt x="2290" y="2020"/>
                  </a:lnTo>
                  <a:lnTo>
                    <a:pt x="2256" y="1987"/>
                  </a:lnTo>
                  <a:lnTo>
                    <a:pt x="2021" y="1684"/>
                  </a:lnTo>
                  <a:lnTo>
                    <a:pt x="1751" y="1414"/>
                  </a:lnTo>
                  <a:lnTo>
                    <a:pt x="1179" y="909"/>
                  </a:lnTo>
                  <a:lnTo>
                    <a:pt x="640" y="404"/>
                  </a:lnTo>
                  <a:lnTo>
                    <a:pt x="337" y="169"/>
                  </a:lnTo>
                  <a:lnTo>
                    <a:pt x="202" y="68"/>
                  </a:lnTo>
                  <a:lnTo>
                    <a:pt x="3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2" name="Google Shape;722;p5"/>
            <p:cNvSpPr/>
            <p:nvPr/>
          </p:nvSpPr>
          <p:spPr>
            <a:xfrm>
              <a:off x="5191704" y="4493833"/>
              <a:ext cx="781715" cy="659251"/>
            </a:xfrm>
            <a:custGeom>
              <a:avLst/>
              <a:gdLst/>
              <a:ahLst/>
              <a:cxnLst/>
              <a:rect l="l" t="t" r="r" b="b"/>
              <a:pathLst>
                <a:path w="15690" h="13232" extrusionOk="0">
                  <a:moveTo>
                    <a:pt x="2929" y="640"/>
                  </a:moveTo>
                  <a:lnTo>
                    <a:pt x="3131" y="943"/>
                  </a:lnTo>
                  <a:lnTo>
                    <a:pt x="3165" y="977"/>
                  </a:lnTo>
                  <a:lnTo>
                    <a:pt x="3098" y="977"/>
                  </a:lnTo>
                  <a:lnTo>
                    <a:pt x="3030" y="909"/>
                  </a:lnTo>
                  <a:lnTo>
                    <a:pt x="2997" y="808"/>
                  </a:lnTo>
                  <a:lnTo>
                    <a:pt x="2929" y="640"/>
                  </a:lnTo>
                  <a:close/>
                  <a:moveTo>
                    <a:pt x="2458" y="270"/>
                  </a:moveTo>
                  <a:lnTo>
                    <a:pt x="2626" y="337"/>
                  </a:lnTo>
                  <a:lnTo>
                    <a:pt x="2593" y="371"/>
                  </a:lnTo>
                  <a:lnTo>
                    <a:pt x="2626" y="573"/>
                  </a:lnTo>
                  <a:lnTo>
                    <a:pt x="2694" y="808"/>
                  </a:lnTo>
                  <a:lnTo>
                    <a:pt x="2761" y="1044"/>
                  </a:lnTo>
                  <a:lnTo>
                    <a:pt x="2828" y="1112"/>
                  </a:lnTo>
                  <a:lnTo>
                    <a:pt x="2896" y="1179"/>
                  </a:lnTo>
                  <a:lnTo>
                    <a:pt x="3064" y="1280"/>
                  </a:lnTo>
                  <a:lnTo>
                    <a:pt x="3266" y="1381"/>
                  </a:lnTo>
                  <a:lnTo>
                    <a:pt x="3502" y="1448"/>
                  </a:lnTo>
                  <a:lnTo>
                    <a:pt x="3603" y="1448"/>
                  </a:lnTo>
                  <a:lnTo>
                    <a:pt x="3670" y="1415"/>
                  </a:lnTo>
                  <a:lnTo>
                    <a:pt x="3704" y="1448"/>
                  </a:lnTo>
                  <a:lnTo>
                    <a:pt x="3737" y="1650"/>
                  </a:lnTo>
                  <a:lnTo>
                    <a:pt x="3737" y="1920"/>
                  </a:lnTo>
                  <a:lnTo>
                    <a:pt x="3704" y="1886"/>
                  </a:lnTo>
                  <a:lnTo>
                    <a:pt x="3434" y="1852"/>
                  </a:lnTo>
                  <a:lnTo>
                    <a:pt x="3300" y="1852"/>
                  </a:lnTo>
                  <a:lnTo>
                    <a:pt x="3165" y="1785"/>
                  </a:lnTo>
                  <a:lnTo>
                    <a:pt x="3064" y="1751"/>
                  </a:lnTo>
                  <a:lnTo>
                    <a:pt x="2963" y="1718"/>
                  </a:lnTo>
                  <a:lnTo>
                    <a:pt x="2862" y="1684"/>
                  </a:lnTo>
                  <a:lnTo>
                    <a:pt x="2761" y="1617"/>
                  </a:lnTo>
                  <a:lnTo>
                    <a:pt x="2593" y="1482"/>
                  </a:lnTo>
                  <a:lnTo>
                    <a:pt x="2391" y="1280"/>
                  </a:lnTo>
                  <a:lnTo>
                    <a:pt x="2189" y="1044"/>
                  </a:lnTo>
                  <a:lnTo>
                    <a:pt x="2121" y="909"/>
                  </a:lnTo>
                  <a:lnTo>
                    <a:pt x="2054" y="741"/>
                  </a:lnTo>
                  <a:lnTo>
                    <a:pt x="1987" y="438"/>
                  </a:lnTo>
                  <a:lnTo>
                    <a:pt x="2054" y="438"/>
                  </a:lnTo>
                  <a:lnTo>
                    <a:pt x="2088" y="404"/>
                  </a:lnTo>
                  <a:lnTo>
                    <a:pt x="2121" y="337"/>
                  </a:lnTo>
                  <a:lnTo>
                    <a:pt x="2189" y="303"/>
                  </a:lnTo>
                  <a:lnTo>
                    <a:pt x="2290" y="270"/>
                  </a:lnTo>
                  <a:close/>
                  <a:moveTo>
                    <a:pt x="1886" y="371"/>
                  </a:moveTo>
                  <a:lnTo>
                    <a:pt x="1919" y="404"/>
                  </a:lnTo>
                  <a:lnTo>
                    <a:pt x="1886" y="573"/>
                  </a:lnTo>
                  <a:lnTo>
                    <a:pt x="1886" y="741"/>
                  </a:lnTo>
                  <a:lnTo>
                    <a:pt x="1919" y="909"/>
                  </a:lnTo>
                  <a:lnTo>
                    <a:pt x="1987" y="1078"/>
                  </a:lnTo>
                  <a:lnTo>
                    <a:pt x="2222" y="1381"/>
                  </a:lnTo>
                  <a:lnTo>
                    <a:pt x="2458" y="1650"/>
                  </a:lnTo>
                  <a:lnTo>
                    <a:pt x="2593" y="1751"/>
                  </a:lnTo>
                  <a:lnTo>
                    <a:pt x="2694" y="1852"/>
                  </a:lnTo>
                  <a:lnTo>
                    <a:pt x="2795" y="1886"/>
                  </a:lnTo>
                  <a:lnTo>
                    <a:pt x="2929" y="1920"/>
                  </a:lnTo>
                  <a:lnTo>
                    <a:pt x="3030" y="1953"/>
                  </a:lnTo>
                  <a:lnTo>
                    <a:pt x="3131" y="1987"/>
                  </a:lnTo>
                  <a:lnTo>
                    <a:pt x="3266" y="2054"/>
                  </a:lnTo>
                  <a:lnTo>
                    <a:pt x="3434" y="2088"/>
                  </a:lnTo>
                  <a:lnTo>
                    <a:pt x="3569" y="2054"/>
                  </a:lnTo>
                  <a:lnTo>
                    <a:pt x="3737" y="1987"/>
                  </a:lnTo>
                  <a:lnTo>
                    <a:pt x="3704" y="2189"/>
                  </a:lnTo>
                  <a:lnTo>
                    <a:pt x="3670" y="2391"/>
                  </a:lnTo>
                  <a:lnTo>
                    <a:pt x="3603" y="2593"/>
                  </a:lnTo>
                  <a:lnTo>
                    <a:pt x="3502" y="2795"/>
                  </a:lnTo>
                  <a:lnTo>
                    <a:pt x="3401" y="2963"/>
                  </a:lnTo>
                  <a:lnTo>
                    <a:pt x="3300" y="3132"/>
                  </a:lnTo>
                  <a:lnTo>
                    <a:pt x="3131" y="3266"/>
                  </a:lnTo>
                  <a:lnTo>
                    <a:pt x="2997" y="3367"/>
                  </a:lnTo>
                  <a:lnTo>
                    <a:pt x="2963" y="3401"/>
                  </a:lnTo>
                  <a:lnTo>
                    <a:pt x="2997" y="3435"/>
                  </a:lnTo>
                  <a:lnTo>
                    <a:pt x="3165" y="3435"/>
                  </a:lnTo>
                  <a:lnTo>
                    <a:pt x="3300" y="3401"/>
                  </a:lnTo>
                  <a:lnTo>
                    <a:pt x="3535" y="3805"/>
                  </a:lnTo>
                  <a:lnTo>
                    <a:pt x="3805" y="4175"/>
                  </a:lnTo>
                  <a:lnTo>
                    <a:pt x="4377" y="4916"/>
                  </a:lnTo>
                  <a:lnTo>
                    <a:pt x="4680" y="5253"/>
                  </a:lnTo>
                  <a:lnTo>
                    <a:pt x="5051" y="5522"/>
                  </a:lnTo>
                  <a:lnTo>
                    <a:pt x="5286" y="5724"/>
                  </a:lnTo>
                  <a:lnTo>
                    <a:pt x="5488" y="5926"/>
                  </a:lnTo>
                  <a:lnTo>
                    <a:pt x="5892" y="6397"/>
                  </a:lnTo>
                  <a:lnTo>
                    <a:pt x="5791" y="6532"/>
                  </a:lnTo>
                  <a:lnTo>
                    <a:pt x="5724" y="6667"/>
                  </a:lnTo>
                  <a:lnTo>
                    <a:pt x="5623" y="6835"/>
                  </a:lnTo>
                  <a:lnTo>
                    <a:pt x="5556" y="7003"/>
                  </a:lnTo>
                  <a:lnTo>
                    <a:pt x="5421" y="6902"/>
                  </a:lnTo>
                  <a:lnTo>
                    <a:pt x="5253" y="6835"/>
                  </a:lnTo>
                  <a:lnTo>
                    <a:pt x="5051" y="6734"/>
                  </a:lnTo>
                  <a:lnTo>
                    <a:pt x="4882" y="6633"/>
                  </a:lnTo>
                  <a:lnTo>
                    <a:pt x="4579" y="6397"/>
                  </a:lnTo>
                  <a:lnTo>
                    <a:pt x="4310" y="6162"/>
                  </a:lnTo>
                  <a:lnTo>
                    <a:pt x="4040" y="5859"/>
                  </a:lnTo>
                  <a:lnTo>
                    <a:pt x="3064" y="4748"/>
                  </a:lnTo>
                  <a:lnTo>
                    <a:pt x="2727" y="4276"/>
                  </a:lnTo>
                  <a:lnTo>
                    <a:pt x="2525" y="4074"/>
                  </a:lnTo>
                  <a:lnTo>
                    <a:pt x="2290" y="3872"/>
                  </a:lnTo>
                  <a:lnTo>
                    <a:pt x="2525" y="3805"/>
                  </a:lnTo>
                  <a:lnTo>
                    <a:pt x="2559" y="3771"/>
                  </a:lnTo>
                  <a:lnTo>
                    <a:pt x="2593" y="3738"/>
                  </a:lnTo>
                  <a:lnTo>
                    <a:pt x="2559" y="3637"/>
                  </a:lnTo>
                  <a:lnTo>
                    <a:pt x="2492" y="3603"/>
                  </a:lnTo>
                  <a:lnTo>
                    <a:pt x="2458" y="3569"/>
                  </a:lnTo>
                  <a:lnTo>
                    <a:pt x="2391" y="3603"/>
                  </a:lnTo>
                  <a:lnTo>
                    <a:pt x="2222" y="3670"/>
                  </a:lnTo>
                  <a:lnTo>
                    <a:pt x="2054" y="3704"/>
                  </a:lnTo>
                  <a:lnTo>
                    <a:pt x="1886" y="3704"/>
                  </a:lnTo>
                  <a:lnTo>
                    <a:pt x="1717" y="3670"/>
                  </a:lnTo>
                  <a:lnTo>
                    <a:pt x="1347" y="3569"/>
                  </a:lnTo>
                  <a:lnTo>
                    <a:pt x="1044" y="3435"/>
                  </a:lnTo>
                  <a:lnTo>
                    <a:pt x="808" y="3300"/>
                  </a:lnTo>
                  <a:lnTo>
                    <a:pt x="606" y="3165"/>
                  </a:lnTo>
                  <a:lnTo>
                    <a:pt x="438" y="2997"/>
                  </a:lnTo>
                  <a:lnTo>
                    <a:pt x="337" y="2795"/>
                  </a:lnTo>
                  <a:lnTo>
                    <a:pt x="270" y="2593"/>
                  </a:lnTo>
                  <a:lnTo>
                    <a:pt x="270" y="2357"/>
                  </a:lnTo>
                  <a:lnTo>
                    <a:pt x="270" y="2122"/>
                  </a:lnTo>
                  <a:lnTo>
                    <a:pt x="303" y="1886"/>
                  </a:lnTo>
                  <a:lnTo>
                    <a:pt x="404" y="1617"/>
                  </a:lnTo>
                  <a:lnTo>
                    <a:pt x="573" y="1381"/>
                  </a:lnTo>
                  <a:lnTo>
                    <a:pt x="741" y="1179"/>
                  </a:lnTo>
                  <a:lnTo>
                    <a:pt x="943" y="977"/>
                  </a:lnTo>
                  <a:lnTo>
                    <a:pt x="1179" y="808"/>
                  </a:lnTo>
                  <a:lnTo>
                    <a:pt x="1414" y="640"/>
                  </a:lnTo>
                  <a:lnTo>
                    <a:pt x="1886" y="371"/>
                  </a:lnTo>
                  <a:close/>
                  <a:moveTo>
                    <a:pt x="2290" y="0"/>
                  </a:moveTo>
                  <a:lnTo>
                    <a:pt x="2189" y="34"/>
                  </a:lnTo>
                  <a:lnTo>
                    <a:pt x="2054" y="68"/>
                  </a:lnTo>
                  <a:lnTo>
                    <a:pt x="1987" y="169"/>
                  </a:lnTo>
                  <a:lnTo>
                    <a:pt x="1616" y="303"/>
                  </a:lnTo>
                  <a:lnTo>
                    <a:pt x="1246" y="505"/>
                  </a:lnTo>
                  <a:lnTo>
                    <a:pt x="909" y="741"/>
                  </a:lnTo>
                  <a:lnTo>
                    <a:pt x="573" y="1011"/>
                  </a:lnTo>
                  <a:lnTo>
                    <a:pt x="303" y="1347"/>
                  </a:lnTo>
                  <a:lnTo>
                    <a:pt x="202" y="1516"/>
                  </a:lnTo>
                  <a:lnTo>
                    <a:pt x="135" y="1684"/>
                  </a:lnTo>
                  <a:lnTo>
                    <a:pt x="68" y="1886"/>
                  </a:lnTo>
                  <a:lnTo>
                    <a:pt x="0" y="2088"/>
                  </a:lnTo>
                  <a:lnTo>
                    <a:pt x="0" y="2256"/>
                  </a:lnTo>
                  <a:lnTo>
                    <a:pt x="0" y="2458"/>
                  </a:lnTo>
                  <a:lnTo>
                    <a:pt x="68" y="2660"/>
                  </a:lnTo>
                  <a:lnTo>
                    <a:pt x="101" y="2829"/>
                  </a:lnTo>
                  <a:lnTo>
                    <a:pt x="202" y="2963"/>
                  </a:lnTo>
                  <a:lnTo>
                    <a:pt x="303" y="3132"/>
                  </a:lnTo>
                  <a:lnTo>
                    <a:pt x="539" y="3401"/>
                  </a:lnTo>
                  <a:lnTo>
                    <a:pt x="842" y="3603"/>
                  </a:lnTo>
                  <a:lnTo>
                    <a:pt x="1145" y="3805"/>
                  </a:lnTo>
                  <a:lnTo>
                    <a:pt x="1515" y="3906"/>
                  </a:lnTo>
                  <a:lnTo>
                    <a:pt x="1886" y="3940"/>
                  </a:lnTo>
                  <a:lnTo>
                    <a:pt x="2054" y="3940"/>
                  </a:lnTo>
                  <a:lnTo>
                    <a:pt x="2222" y="3906"/>
                  </a:lnTo>
                  <a:lnTo>
                    <a:pt x="2357" y="4175"/>
                  </a:lnTo>
                  <a:lnTo>
                    <a:pt x="2492" y="4445"/>
                  </a:lnTo>
                  <a:lnTo>
                    <a:pt x="2660" y="4680"/>
                  </a:lnTo>
                  <a:lnTo>
                    <a:pt x="2862" y="4950"/>
                  </a:lnTo>
                  <a:lnTo>
                    <a:pt x="3300" y="5421"/>
                  </a:lnTo>
                  <a:lnTo>
                    <a:pt x="3737" y="5825"/>
                  </a:lnTo>
                  <a:lnTo>
                    <a:pt x="4175" y="6330"/>
                  </a:lnTo>
                  <a:lnTo>
                    <a:pt x="4680" y="6801"/>
                  </a:lnTo>
                  <a:lnTo>
                    <a:pt x="4882" y="6936"/>
                  </a:lnTo>
                  <a:lnTo>
                    <a:pt x="5084" y="7037"/>
                  </a:lnTo>
                  <a:lnTo>
                    <a:pt x="5320" y="7138"/>
                  </a:lnTo>
                  <a:lnTo>
                    <a:pt x="5522" y="7273"/>
                  </a:lnTo>
                  <a:lnTo>
                    <a:pt x="5589" y="7306"/>
                  </a:lnTo>
                  <a:lnTo>
                    <a:pt x="5657" y="7273"/>
                  </a:lnTo>
                  <a:lnTo>
                    <a:pt x="5690" y="7239"/>
                  </a:lnTo>
                  <a:lnTo>
                    <a:pt x="5724" y="7172"/>
                  </a:lnTo>
                  <a:lnTo>
                    <a:pt x="5791" y="7003"/>
                  </a:lnTo>
                  <a:lnTo>
                    <a:pt x="5892" y="6869"/>
                  </a:lnTo>
                  <a:lnTo>
                    <a:pt x="7003" y="7710"/>
                  </a:lnTo>
                  <a:lnTo>
                    <a:pt x="8148" y="8485"/>
                  </a:lnTo>
                  <a:lnTo>
                    <a:pt x="8720" y="8855"/>
                  </a:lnTo>
                  <a:lnTo>
                    <a:pt x="9326" y="9226"/>
                  </a:lnTo>
                  <a:lnTo>
                    <a:pt x="9932" y="9562"/>
                  </a:lnTo>
                  <a:lnTo>
                    <a:pt x="10572" y="9865"/>
                  </a:lnTo>
                  <a:lnTo>
                    <a:pt x="11279" y="10135"/>
                  </a:lnTo>
                  <a:lnTo>
                    <a:pt x="11986" y="10370"/>
                  </a:lnTo>
                  <a:lnTo>
                    <a:pt x="12727" y="10606"/>
                  </a:lnTo>
                  <a:lnTo>
                    <a:pt x="13400" y="10875"/>
                  </a:lnTo>
                  <a:lnTo>
                    <a:pt x="13737" y="11044"/>
                  </a:lnTo>
                  <a:lnTo>
                    <a:pt x="14040" y="11212"/>
                  </a:lnTo>
                  <a:lnTo>
                    <a:pt x="14309" y="11448"/>
                  </a:lnTo>
                  <a:lnTo>
                    <a:pt x="14579" y="11683"/>
                  </a:lnTo>
                  <a:lnTo>
                    <a:pt x="14814" y="11953"/>
                  </a:lnTo>
                  <a:lnTo>
                    <a:pt x="14983" y="12256"/>
                  </a:lnTo>
                  <a:lnTo>
                    <a:pt x="15151" y="12592"/>
                  </a:lnTo>
                  <a:lnTo>
                    <a:pt x="15286" y="12996"/>
                  </a:lnTo>
                  <a:lnTo>
                    <a:pt x="15353" y="13232"/>
                  </a:lnTo>
                  <a:lnTo>
                    <a:pt x="15690" y="13232"/>
                  </a:lnTo>
                  <a:lnTo>
                    <a:pt x="15622" y="12895"/>
                  </a:lnTo>
                  <a:lnTo>
                    <a:pt x="15521" y="12592"/>
                  </a:lnTo>
                  <a:lnTo>
                    <a:pt x="15420" y="12323"/>
                  </a:lnTo>
                  <a:lnTo>
                    <a:pt x="15286" y="12054"/>
                  </a:lnTo>
                  <a:lnTo>
                    <a:pt x="15151" y="11818"/>
                  </a:lnTo>
                  <a:lnTo>
                    <a:pt x="14983" y="11616"/>
                  </a:lnTo>
                  <a:lnTo>
                    <a:pt x="14814" y="11414"/>
                  </a:lnTo>
                  <a:lnTo>
                    <a:pt x="14612" y="11212"/>
                  </a:lnTo>
                  <a:lnTo>
                    <a:pt x="14377" y="11044"/>
                  </a:lnTo>
                  <a:lnTo>
                    <a:pt x="13939" y="10741"/>
                  </a:lnTo>
                  <a:lnTo>
                    <a:pt x="13400" y="10505"/>
                  </a:lnTo>
                  <a:lnTo>
                    <a:pt x="12862" y="10303"/>
                  </a:lnTo>
                  <a:lnTo>
                    <a:pt x="12289" y="10101"/>
                  </a:lnTo>
                  <a:lnTo>
                    <a:pt x="11548" y="9865"/>
                  </a:lnTo>
                  <a:lnTo>
                    <a:pt x="10841" y="9562"/>
                  </a:lnTo>
                  <a:lnTo>
                    <a:pt x="10168" y="9259"/>
                  </a:lnTo>
                  <a:lnTo>
                    <a:pt x="9495" y="8922"/>
                  </a:lnTo>
                  <a:lnTo>
                    <a:pt x="8855" y="8552"/>
                  </a:lnTo>
                  <a:lnTo>
                    <a:pt x="8182" y="8148"/>
                  </a:lnTo>
                  <a:lnTo>
                    <a:pt x="6936" y="7306"/>
                  </a:lnTo>
                  <a:lnTo>
                    <a:pt x="6027" y="6667"/>
                  </a:lnTo>
                  <a:lnTo>
                    <a:pt x="6094" y="6532"/>
                  </a:lnTo>
                  <a:lnTo>
                    <a:pt x="6162" y="6364"/>
                  </a:lnTo>
                  <a:lnTo>
                    <a:pt x="6162" y="6330"/>
                  </a:lnTo>
                  <a:lnTo>
                    <a:pt x="6128" y="6296"/>
                  </a:lnTo>
                  <a:lnTo>
                    <a:pt x="6027" y="6296"/>
                  </a:lnTo>
                  <a:lnTo>
                    <a:pt x="5926" y="6061"/>
                  </a:lnTo>
                  <a:lnTo>
                    <a:pt x="5825" y="5892"/>
                  </a:lnTo>
                  <a:lnTo>
                    <a:pt x="5657" y="5724"/>
                  </a:lnTo>
                  <a:lnTo>
                    <a:pt x="5488" y="5556"/>
                  </a:lnTo>
                  <a:lnTo>
                    <a:pt x="5152" y="5286"/>
                  </a:lnTo>
                  <a:lnTo>
                    <a:pt x="4781" y="5017"/>
                  </a:lnTo>
                  <a:lnTo>
                    <a:pt x="4108" y="4108"/>
                  </a:lnTo>
                  <a:lnTo>
                    <a:pt x="3670" y="3569"/>
                  </a:lnTo>
                  <a:lnTo>
                    <a:pt x="3502" y="3401"/>
                  </a:lnTo>
                  <a:lnTo>
                    <a:pt x="3434" y="3367"/>
                  </a:lnTo>
                  <a:lnTo>
                    <a:pt x="3401" y="3367"/>
                  </a:lnTo>
                  <a:lnTo>
                    <a:pt x="3502" y="3266"/>
                  </a:lnTo>
                  <a:lnTo>
                    <a:pt x="3603" y="3165"/>
                  </a:lnTo>
                  <a:lnTo>
                    <a:pt x="3737" y="2930"/>
                  </a:lnTo>
                  <a:lnTo>
                    <a:pt x="3838" y="2593"/>
                  </a:lnTo>
                  <a:lnTo>
                    <a:pt x="3906" y="2256"/>
                  </a:lnTo>
                  <a:lnTo>
                    <a:pt x="3906" y="1920"/>
                  </a:lnTo>
                  <a:lnTo>
                    <a:pt x="3906" y="1583"/>
                  </a:lnTo>
                  <a:lnTo>
                    <a:pt x="3838" y="1280"/>
                  </a:lnTo>
                  <a:lnTo>
                    <a:pt x="3805" y="1044"/>
                  </a:lnTo>
                  <a:lnTo>
                    <a:pt x="3670" y="842"/>
                  </a:lnTo>
                  <a:lnTo>
                    <a:pt x="3502" y="640"/>
                  </a:lnTo>
                  <a:lnTo>
                    <a:pt x="3232" y="438"/>
                  </a:lnTo>
                  <a:lnTo>
                    <a:pt x="2963" y="236"/>
                  </a:lnTo>
                  <a:lnTo>
                    <a:pt x="2694" y="101"/>
                  </a:lnTo>
                  <a:lnTo>
                    <a:pt x="24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3" name="Google Shape;723;p5"/>
            <p:cNvSpPr/>
            <p:nvPr/>
          </p:nvSpPr>
          <p:spPr>
            <a:xfrm>
              <a:off x="6674521" y="5069183"/>
              <a:ext cx="196301" cy="83901"/>
            </a:xfrm>
            <a:custGeom>
              <a:avLst/>
              <a:gdLst/>
              <a:ahLst/>
              <a:cxnLst/>
              <a:rect l="l" t="t" r="r" b="b"/>
              <a:pathLst>
                <a:path w="3940" h="1684" extrusionOk="0">
                  <a:moveTo>
                    <a:pt x="1886" y="1"/>
                  </a:moveTo>
                  <a:lnTo>
                    <a:pt x="1583" y="34"/>
                  </a:lnTo>
                  <a:lnTo>
                    <a:pt x="1348" y="102"/>
                  </a:lnTo>
                  <a:lnTo>
                    <a:pt x="1146" y="203"/>
                  </a:lnTo>
                  <a:lnTo>
                    <a:pt x="977" y="337"/>
                  </a:lnTo>
                  <a:lnTo>
                    <a:pt x="843" y="506"/>
                  </a:lnTo>
                  <a:lnTo>
                    <a:pt x="573" y="910"/>
                  </a:lnTo>
                  <a:lnTo>
                    <a:pt x="338" y="1280"/>
                  </a:lnTo>
                  <a:lnTo>
                    <a:pt x="169" y="1516"/>
                  </a:lnTo>
                  <a:lnTo>
                    <a:pt x="1" y="1684"/>
                  </a:lnTo>
                  <a:lnTo>
                    <a:pt x="506" y="1684"/>
                  </a:lnTo>
                  <a:lnTo>
                    <a:pt x="674" y="1516"/>
                  </a:lnTo>
                  <a:lnTo>
                    <a:pt x="775" y="1347"/>
                  </a:lnTo>
                  <a:lnTo>
                    <a:pt x="1078" y="910"/>
                  </a:lnTo>
                  <a:lnTo>
                    <a:pt x="1247" y="708"/>
                  </a:lnTo>
                  <a:lnTo>
                    <a:pt x="1415" y="573"/>
                  </a:lnTo>
                  <a:lnTo>
                    <a:pt x="1617" y="472"/>
                  </a:lnTo>
                  <a:lnTo>
                    <a:pt x="1853" y="405"/>
                  </a:lnTo>
                  <a:lnTo>
                    <a:pt x="2088" y="405"/>
                  </a:lnTo>
                  <a:lnTo>
                    <a:pt x="2391" y="438"/>
                  </a:lnTo>
                  <a:lnTo>
                    <a:pt x="2795" y="539"/>
                  </a:lnTo>
                  <a:lnTo>
                    <a:pt x="3166" y="674"/>
                  </a:lnTo>
                  <a:lnTo>
                    <a:pt x="3570" y="809"/>
                  </a:lnTo>
                  <a:lnTo>
                    <a:pt x="3940" y="943"/>
                  </a:lnTo>
                  <a:lnTo>
                    <a:pt x="3940" y="539"/>
                  </a:lnTo>
                  <a:lnTo>
                    <a:pt x="3368" y="337"/>
                  </a:lnTo>
                  <a:lnTo>
                    <a:pt x="2762" y="135"/>
                  </a:lnTo>
                  <a:lnTo>
                    <a:pt x="2492" y="68"/>
                  </a:lnTo>
                  <a:lnTo>
                    <a:pt x="218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4" name="Google Shape;724;p5"/>
            <p:cNvSpPr/>
            <p:nvPr/>
          </p:nvSpPr>
          <p:spPr>
            <a:xfrm>
              <a:off x="5243718" y="4597812"/>
              <a:ext cx="45338" cy="43694"/>
            </a:xfrm>
            <a:custGeom>
              <a:avLst/>
              <a:gdLst/>
              <a:ahLst/>
              <a:cxnLst/>
              <a:rect l="l" t="t" r="r" b="b"/>
              <a:pathLst>
                <a:path w="910" h="877" extrusionOk="0">
                  <a:moveTo>
                    <a:pt x="673" y="1"/>
                  </a:moveTo>
                  <a:lnTo>
                    <a:pt x="606" y="35"/>
                  </a:lnTo>
                  <a:lnTo>
                    <a:pt x="303" y="338"/>
                  </a:lnTo>
                  <a:lnTo>
                    <a:pt x="168" y="506"/>
                  </a:lnTo>
                  <a:lnTo>
                    <a:pt x="34" y="641"/>
                  </a:lnTo>
                  <a:lnTo>
                    <a:pt x="0" y="708"/>
                  </a:lnTo>
                  <a:lnTo>
                    <a:pt x="0" y="742"/>
                  </a:lnTo>
                  <a:lnTo>
                    <a:pt x="67" y="843"/>
                  </a:lnTo>
                  <a:lnTo>
                    <a:pt x="135" y="876"/>
                  </a:lnTo>
                  <a:lnTo>
                    <a:pt x="236" y="876"/>
                  </a:lnTo>
                  <a:lnTo>
                    <a:pt x="404" y="742"/>
                  </a:lnTo>
                  <a:lnTo>
                    <a:pt x="539" y="607"/>
                  </a:lnTo>
                  <a:lnTo>
                    <a:pt x="842" y="304"/>
                  </a:lnTo>
                  <a:lnTo>
                    <a:pt x="909" y="237"/>
                  </a:lnTo>
                  <a:lnTo>
                    <a:pt x="909" y="169"/>
                  </a:lnTo>
                  <a:lnTo>
                    <a:pt x="875" y="102"/>
                  </a:lnTo>
                  <a:lnTo>
                    <a:pt x="842" y="68"/>
                  </a:lnTo>
                  <a:lnTo>
                    <a:pt x="7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5" name="Google Shape;725;p5"/>
            <p:cNvSpPr/>
            <p:nvPr/>
          </p:nvSpPr>
          <p:spPr>
            <a:xfrm>
              <a:off x="5460098" y="4067751"/>
              <a:ext cx="1410724" cy="868954"/>
            </a:xfrm>
            <a:custGeom>
              <a:avLst/>
              <a:gdLst/>
              <a:ahLst/>
              <a:cxnLst/>
              <a:rect l="l" t="t" r="r" b="b"/>
              <a:pathLst>
                <a:path w="28315" h="17441" extrusionOk="0">
                  <a:moveTo>
                    <a:pt x="2929" y="1011"/>
                  </a:moveTo>
                  <a:lnTo>
                    <a:pt x="2997" y="1112"/>
                  </a:lnTo>
                  <a:lnTo>
                    <a:pt x="3064" y="1145"/>
                  </a:lnTo>
                  <a:lnTo>
                    <a:pt x="3098" y="1179"/>
                  </a:lnTo>
                  <a:lnTo>
                    <a:pt x="3199" y="1145"/>
                  </a:lnTo>
                  <a:lnTo>
                    <a:pt x="3199" y="1213"/>
                  </a:lnTo>
                  <a:lnTo>
                    <a:pt x="3232" y="1280"/>
                  </a:lnTo>
                  <a:lnTo>
                    <a:pt x="3232" y="1280"/>
                  </a:lnTo>
                  <a:lnTo>
                    <a:pt x="3098" y="1213"/>
                  </a:lnTo>
                  <a:lnTo>
                    <a:pt x="2997" y="1145"/>
                  </a:lnTo>
                  <a:lnTo>
                    <a:pt x="2929" y="1011"/>
                  </a:lnTo>
                  <a:close/>
                  <a:moveTo>
                    <a:pt x="2088" y="236"/>
                  </a:moveTo>
                  <a:lnTo>
                    <a:pt x="2492" y="304"/>
                  </a:lnTo>
                  <a:lnTo>
                    <a:pt x="2492" y="371"/>
                  </a:lnTo>
                  <a:lnTo>
                    <a:pt x="2458" y="472"/>
                  </a:lnTo>
                  <a:lnTo>
                    <a:pt x="2458" y="573"/>
                  </a:lnTo>
                  <a:lnTo>
                    <a:pt x="2492" y="842"/>
                  </a:lnTo>
                  <a:lnTo>
                    <a:pt x="2593" y="1044"/>
                  </a:lnTo>
                  <a:lnTo>
                    <a:pt x="2727" y="1246"/>
                  </a:lnTo>
                  <a:lnTo>
                    <a:pt x="2896" y="1415"/>
                  </a:lnTo>
                  <a:lnTo>
                    <a:pt x="2997" y="1482"/>
                  </a:lnTo>
                  <a:lnTo>
                    <a:pt x="3098" y="1550"/>
                  </a:lnTo>
                  <a:lnTo>
                    <a:pt x="3199" y="1550"/>
                  </a:lnTo>
                  <a:lnTo>
                    <a:pt x="3333" y="1583"/>
                  </a:lnTo>
                  <a:lnTo>
                    <a:pt x="3434" y="1550"/>
                  </a:lnTo>
                  <a:lnTo>
                    <a:pt x="3468" y="1516"/>
                  </a:lnTo>
                  <a:lnTo>
                    <a:pt x="3502" y="1482"/>
                  </a:lnTo>
                  <a:lnTo>
                    <a:pt x="3468" y="1886"/>
                  </a:lnTo>
                  <a:lnTo>
                    <a:pt x="3367" y="2257"/>
                  </a:lnTo>
                  <a:lnTo>
                    <a:pt x="3030" y="2156"/>
                  </a:lnTo>
                  <a:lnTo>
                    <a:pt x="2727" y="2055"/>
                  </a:lnTo>
                  <a:lnTo>
                    <a:pt x="2458" y="1853"/>
                  </a:lnTo>
                  <a:lnTo>
                    <a:pt x="2189" y="1617"/>
                  </a:lnTo>
                  <a:lnTo>
                    <a:pt x="2088" y="1482"/>
                  </a:lnTo>
                  <a:lnTo>
                    <a:pt x="1987" y="1314"/>
                  </a:lnTo>
                  <a:lnTo>
                    <a:pt x="1852" y="977"/>
                  </a:lnTo>
                  <a:lnTo>
                    <a:pt x="1751" y="640"/>
                  </a:lnTo>
                  <a:lnTo>
                    <a:pt x="1684" y="270"/>
                  </a:lnTo>
                  <a:lnTo>
                    <a:pt x="2088" y="236"/>
                  </a:lnTo>
                  <a:close/>
                  <a:moveTo>
                    <a:pt x="1583" y="304"/>
                  </a:moveTo>
                  <a:lnTo>
                    <a:pt x="1583" y="674"/>
                  </a:lnTo>
                  <a:lnTo>
                    <a:pt x="1650" y="1078"/>
                  </a:lnTo>
                  <a:lnTo>
                    <a:pt x="1818" y="1449"/>
                  </a:lnTo>
                  <a:lnTo>
                    <a:pt x="2020" y="1785"/>
                  </a:lnTo>
                  <a:lnTo>
                    <a:pt x="2290" y="2055"/>
                  </a:lnTo>
                  <a:lnTo>
                    <a:pt x="2626" y="2324"/>
                  </a:lnTo>
                  <a:lnTo>
                    <a:pt x="2761" y="2391"/>
                  </a:lnTo>
                  <a:lnTo>
                    <a:pt x="2929" y="2425"/>
                  </a:lnTo>
                  <a:lnTo>
                    <a:pt x="3232" y="2459"/>
                  </a:lnTo>
                  <a:lnTo>
                    <a:pt x="3064" y="2728"/>
                  </a:lnTo>
                  <a:lnTo>
                    <a:pt x="2896" y="2896"/>
                  </a:lnTo>
                  <a:lnTo>
                    <a:pt x="2727" y="2997"/>
                  </a:lnTo>
                  <a:lnTo>
                    <a:pt x="2525" y="3065"/>
                  </a:lnTo>
                  <a:lnTo>
                    <a:pt x="2290" y="3132"/>
                  </a:lnTo>
                  <a:lnTo>
                    <a:pt x="1987" y="3166"/>
                  </a:lnTo>
                  <a:lnTo>
                    <a:pt x="1785" y="3166"/>
                  </a:lnTo>
                  <a:lnTo>
                    <a:pt x="1684" y="3132"/>
                  </a:lnTo>
                  <a:lnTo>
                    <a:pt x="1650" y="3098"/>
                  </a:lnTo>
                  <a:lnTo>
                    <a:pt x="1616" y="3098"/>
                  </a:lnTo>
                  <a:lnTo>
                    <a:pt x="1616" y="3132"/>
                  </a:lnTo>
                  <a:lnTo>
                    <a:pt x="1616" y="3199"/>
                  </a:lnTo>
                  <a:lnTo>
                    <a:pt x="1650" y="3267"/>
                  </a:lnTo>
                  <a:lnTo>
                    <a:pt x="1751" y="3334"/>
                  </a:lnTo>
                  <a:lnTo>
                    <a:pt x="2189" y="3334"/>
                  </a:lnTo>
                  <a:lnTo>
                    <a:pt x="2525" y="3267"/>
                  </a:lnTo>
                  <a:lnTo>
                    <a:pt x="2525" y="3300"/>
                  </a:lnTo>
                  <a:lnTo>
                    <a:pt x="2694" y="3502"/>
                  </a:lnTo>
                  <a:lnTo>
                    <a:pt x="2896" y="3738"/>
                  </a:lnTo>
                  <a:lnTo>
                    <a:pt x="3367" y="4108"/>
                  </a:lnTo>
                  <a:lnTo>
                    <a:pt x="3771" y="4479"/>
                  </a:lnTo>
                  <a:lnTo>
                    <a:pt x="3973" y="4681"/>
                  </a:lnTo>
                  <a:lnTo>
                    <a:pt x="4141" y="4950"/>
                  </a:lnTo>
                  <a:lnTo>
                    <a:pt x="4276" y="5152"/>
                  </a:lnTo>
                  <a:lnTo>
                    <a:pt x="4444" y="5354"/>
                  </a:lnTo>
                  <a:lnTo>
                    <a:pt x="4781" y="5758"/>
                  </a:lnTo>
                  <a:lnTo>
                    <a:pt x="5185" y="6128"/>
                  </a:lnTo>
                  <a:lnTo>
                    <a:pt x="5589" y="6499"/>
                  </a:lnTo>
                  <a:lnTo>
                    <a:pt x="5421" y="6701"/>
                  </a:lnTo>
                  <a:lnTo>
                    <a:pt x="5252" y="6936"/>
                  </a:lnTo>
                  <a:lnTo>
                    <a:pt x="5118" y="7138"/>
                  </a:lnTo>
                  <a:lnTo>
                    <a:pt x="3300" y="5388"/>
                  </a:lnTo>
                  <a:lnTo>
                    <a:pt x="2424" y="4546"/>
                  </a:lnTo>
                  <a:lnTo>
                    <a:pt x="1953" y="4142"/>
                  </a:lnTo>
                  <a:lnTo>
                    <a:pt x="1482" y="3805"/>
                  </a:lnTo>
                  <a:lnTo>
                    <a:pt x="909" y="3469"/>
                  </a:lnTo>
                  <a:lnTo>
                    <a:pt x="674" y="3267"/>
                  </a:lnTo>
                  <a:lnTo>
                    <a:pt x="573" y="3132"/>
                  </a:lnTo>
                  <a:lnTo>
                    <a:pt x="472" y="2997"/>
                  </a:lnTo>
                  <a:lnTo>
                    <a:pt x="371" y="2829"/>
                  </a:lnTo>
                  <a:lnTo>
                    <a:pt x="337" y="2661"/>
                  </a:lnTo>
                  <a:lnTo>
                    <a:pt x="270" y="2290"/>
                  </a:lnTo>
                  <a:lnTo>
                    <a:pt x="270" y="1954"/>
                  </a:lnTo>
                  <a:lnTo>
                    <a:pt x="303" y="1583"/>
                  </a:lnTo>
                  <a:lnTo>
                    <a:pt x="371" y="1314"/>
                  </a:lnTo>
                  <a:lnTo>
                    <a:pt x="472" y="1078"/>
                  </a:lnTo>
                  <a:lnTo>
                    <a:pt x="606" y="876"/>
                  </a:lnTo>
                  <a:lnTo>
                    <a:pt x="775" y="708"/>
                  </a:lnTo>
                  <a:lnTo>
                    <a:pt x="943" y="573"/>
                  </a:lnTo>
                  <a:lnTo>
                    <a:pt x="1145" y="438"/>
                  </a:lnTo>
                  <a:lnTo>
                    <a:pt x="1347" y="337"/>
                  </a:lnTo>
                  <a:lnTo>
                    <a:pt x="1583" y="304"/>
                  </a:lnTo>
                  <a:close/>
                  <a:moveTo>
                    <a:pt x="21548" y="6701"/>
                  </a:moveTo>
                  <a:lnTo>
                    <a:pt x="21682" y="6903"/>
                  </a:lnTo>
                  <a:lnTo>
                    <a:pt x="21548" y="7037"/>
                  </a:lnTo>
                  <a:lnTo>
                    <a:pt x="21447" y="7206"/>
                  </a:lnTo>
                  <a:lnTo>
                    <a:pt x="21346" y="7071"/>
                  </a:lnTo>
                  <a:lnTo>
                    <a:pt x="21278" y="7004"/>
                  </a:lnTo>
                  <a:lnTo>
                    <a:pt x="21413" y="6869"/>
                  </a:lnTo>
                  <a:lnTo>
                    <a:pt x="21480" y="6802"/>
                  </a:lnTo>
                  <a:lnTo>
                    <a:pt x="21514" y="6734"/>
                  </a:lnTo>
                  <a:lnTo>
                    <a:pt x="21548" y="6701"/>
                  </a:lnTo>
                  <a:close/>
                  <a:moveTo>
                    <a:pt x="22086" y="7004"/>
                  </a:moveTo>
                  <a:lnTo>
                    <a:pt x="22288" y="7037"/>
                  </a:lnTo>
                  <a:lnTo>
                    <a:pt x="22490" y="7105"/>
                  </a:lnTo>
                  <a:lnTo>
                    <a:pt x="22692" y="7206"/>
                  </a:lnTo>
                  <a:lnTo>
                    <a:pt x="22894" y="7307"/>
                  </a:lnTo>
                  <a:lnTo>
                    <a:pt x="23063" y="7475"/>
                  </a:lnTo>
                  <a:lnTo>
                    <a:pt x="23770" y="8115"/>
                  </a:lnTo>
                  <a:lnTo>
                    <a:pt x="24477" y="8754"/>
                  </a:lnTo>
                  <a:lnTo>
                    <a:pt x="25117" y="9428"/>
                  </a:lnTo>
                  <a:lnTo>
                    <a:pt x="25723" y="10101"/>
                  </a:lnTo>
                  <a:lnTo>
                    <a:pt x="26295" y="10842"/>
                  </a:lnTo>
                  <a:lnTo>
                    <a:pt x="26800" y="11549"/>
                  </a:lnTo>
                  <a:lnTo>
                    <a:pt x="26733" y="11583"/>
                  </a:lnTo>
                  <a:lnTo>
                    <a:pt x="26699" y="11616"/>
                  </a:lnTo>
                  <a:lnTo>
                    <a:pt x="26665" y="11684"/>
                  </a:lnTo>
                  <a:lnTo>
                    <a:pt x="26665" y="11751"/>
                  </a:lnTo>
                  <a:lnTo>
                    <a:pt x="26699" y="11785"/>
                  </a:lnTo>
                  <a:lnTo>
                    <a:pt x="26733" y="11852"/>
                  </a:lnTo>
                  <a:lnTo>
                    <a:pt x="26800" y="11987"/>
                  </a:lnTo>
                  <a:lnTo>
                    <a:pt x="26564" y="12290"/>
                  </a:lnTo>
                  <a:lnTo>
                    <a:pt x="26531" y="12357"/>
                  </a:lnTo>
                  <a:lnTo>
                    <a:pt x="26463" y="12391"/>
                  </a:lnTo>
                  <a:lnTo>
                    <a:pt x="26329" y="12391"/>
                  </a:lnTo>
                  <a:lnTo>
                    <a:pt x="26160" y="12357"/>
                  </a:lnTo>
                  <a:lnTo>
                    <a:pt x="25992" y="12256"/>
                  </a:lnTo>
                  <a:lnTo>
                    <a:pt x="25655" y="12020"/>
                  </a:lnTo>
                  <a:lnTo>
                    <a:pt x="25453" y="11852"/>
                  </a:lnTo>
                  <a:lnTo>
                    <a:pt x="25083" y="11549"/>
                  </a:lnTo>
                  <a:lnTo>
                    <a:pt x="24746" y="11246"/>
                  </a:lnTo>
                  <a:lnTo>
                    <a:pt x="24107" y="10573"/>
                  </a:lnTo>
                  <a:lnTo>
                    <a:pt x="23433" y="9832"/>
                  </a:lnTo>
                  <a:lnTo>
                    <a:pt x="22793" y="9057"/>
                  </a:lnTo>
                  <a:lnTo>
                    <a:pt x="22120" y="8317"/>
                  </a:lnTo>
                  <a:lnTo>
                    <a:pt x="21783" y="7946"/>
                  </a:lnTo>
                  <a:lnTo>
                    <a:pt x="21413" y="7610"/>
                  </a:lnTo>
                  <a:lnTo>
                    <a:pt x="21548" y="7408"/>
                  </a:lnTo>
                  <a:lnTo>
                    <a:pt x="21716" y="7206"/>
                  </a:lnTo>
                  <a:lnTo>
                    <a:pt x="21884" y="7071"/>
                  </a:lnTo>
                  <a:lnTo>
                    <a:pt x="22086" y="7004"/>
                  </a:lnTo>
                  <a:close/>
                  <a:moveTo>
                    <a:pt x="26935" y="12088"/>
                  </a:moveTo>
                  <a:lnTo>
                    <a:pt x="27271" y="12222"/>
                  </a:lnTo>
                  <a:lnTo>
                    <a:pt x="27406" y="12323"/>
                  </a:lnTo>
                  <a:lnTo>
                    <a:pt x="27507" y="12424"/>
                  </a:lnTo>
                  <a:lnTo>
                    <a:pt x="27339" y="12694"/>
                  </a:lnTo>
                  <a:lnTo>
                    <a:pt x="27137" y="12896"/>
                  </a:lnTo>
                  <a:lnTo>
                    <a:pt x="26800" y="12424"/>
                  </a:lnTo>
                  <a:lnTo>
                    <a:pt x="26867" y="12256"/>
                  </a:lnTo>
                  <a:lnTo>
                    <a:pt x="26935" y="12088"/>
                  </a:lnTo>
                  <a:close/>
                  <a:moveTo>
                    <a:pt x="1650" y="1"/>
                  </a:moveTo>
                  <a:lnTo>
                    <a:pt x="1414" y="68"/>
                  </a:lnTo>
                  <a:lnTo>
                    <a:pt x="1179" y="135"/>
                  </a:lnTo>
                  <a:lnTo>
                    <a:pt x="977" y="236"/>
                  </a:lnTo>
                  <a:lnTo>
                    <a:pt x="775" y="371"/>
                  </a:lnTo>
                  <a:lnTo>
                    <a:pt x="539" y="607"/>
                  </a:lnTo>
                  <a:lnTo>
                    <a:pt x="371" y="842"/>
                  </a:lnTo>
                  <a:lnTo>
                    <a:pt x="236" y="1078"/>
                  </a:lnTo>
                  <a:lnTo>
                    <a:pt x="101" y="1347"/>
                  </a:lnTo>
                  <a:lnTo>
                    <a:pt x="34" y="1651"/>
                  </a:lnTo>
                  <a:lnTo>
                    <a:pt x="0" y="1920"/>
                  </a:lnTo>
                  <a:lnTo>
                    <a:pt x="0" y="2223"/>
                  </a:lnTo>
                  <a:lnTo>
                    <a:pt x="34" y="2526"/>
                  </a:lnTo>
                  <a:lnTo>
                    <a:pt x="101" y="2728"/>
                  </a:lnTo>
                  <a:lnTo>
                    <a:pt x="135" y="2930"/>
                  </a:lnTo>
                  <a:lnTo>
                    <a:pt x="236" y="3098"/>
                  </a:lnTo>
                  <a:lnTo>
                    <a:pt x="337" y="3233"/>
                  </a:lnTo>
                  <a:lnTo>
                    <a:pt x="573" y="3502"/>
                  </a:lnTo>
                  <a:lnTo>
                    <a:pt x="842" y="3738"/>
                  </a:lnTo>
                  <a:lnTo>
                    <a:pt x="1482" y="4142"/>
                  </a:lnTo>
                  <a:lnTo>
                    <a:pt x="1785" y="4378"/>
                  </a:lnTo>
                  <a:lnTo>
                    <a:pt x="2088" y="4613"/>
                  </a:lnTo>
                  <a:lnTo>
                    <a:pt x="3535" y="5994"/>
                  </a:lnTo>
                  <a:lnTo>
                    <a:pt x="4949" y="7374"/>
                  </a:lnTo>
                  <a:lnTo>
                    <a:pt x="5017" y="7408"/>
                  </a:lnTo>
                  <a:lnTo>
                    <a:pt x="5084" y="7408"/>
                  </a:lnTo>
                  <a:lnTo>
                    <a:pt x="5151" y="7340"/>
                  </a:lnTo>
                  <a:lnTo>
                    <a:pt x="5185" y="7307"/>
                  </a:lnTo>
                  <a:lnTo>
                    <a:pt x="5320" y="7172"/>
                  </a:lnTo>
                  <a:lnTo>
                    <a:pt x="5421" y="7037"/>
                  </a:lnTo>
                  <a:lnTo>
                    <a:pt x="5488" y="7037"/>
                  </a:lnTo>
                  <a:lnTo>
                    <a:pt x="5757" y="7374"/>
                  </a:lnTo>
                  <a:lnTo>
                    <a:pt x="5993" y="7643"/>
                  </a:lnTo>
                  <a:lnTo>
                    <a:pt x="6363" y="8014"/>
                  </a:lnTo>
                  <a:lnTo>
                    <a:pt x="6801" y="8384"/>
                  </a:lnTo>
                  <a:lnTo>
                    <a:pt x="7205" y="8687"/>
                  </a:lnTo>
                  <a:lnTo>
                    <a:pt x="7643" y="8956"/>
                  </a:lnTo>
                  <a:lnTo>
                    <a:pt x="8114" y="9192"/>
                  </a:lnTo>
                  <a:lnTo>
                    <a:pt x="8619" y="9360"/>
                  </a:lnTo>
                  <a:lnTo>
                    <a:pt x="8922" y="9428"/>
                  </a:lnTo>
                  <a:lnTo>
                    <a:pt x="9259" y="9461"/>
                  </a:lnTo>
                  <a:lnTo>
                    <a:pt x="9899" y="9529"/>
                  </a:lnTo>
                  <a:lnTo>
                    <a:pt x="10202" y="9563"/>
                  </a:lnTo>
                  <a:lnTo>
                    <a:pt x="10505" y="9664"/>
                  </a:lnTo>
                  <a:lnTo>
                    <a:pt x="10774" y="9832"/>
                  </a:lnTo>
                  <a:lnTo>
                    <a:pt x="11043" y="10034"/>
                  </a:lnTo>
                  <a:lnTo>
                    <a:pt x="11245" y="10303"/>
                  </a:lnTo>
                  <a:lnTo>
                    <a:pt x="11414" y="10606"/>
                  </a:lnTo>
                  <a:lnTo>
                    <a:pt x="11515" y="10977"/>
                  </a:lnTo>
                  <a:lnTo>
                    <a:pt x="11616" y="11347"/>
                  </a:lnTo>
                  <a:lnTo>
                    <a:pt x="11717" y="12088"/>
                  </a:lnTo>
                  <a:lnTo>
                    <a:pt x="11784" y="12761"/>
                  </a:lnTo>
                  <a:lnTo>
                    <a:pt x="11885" y="13805"/>
                  </a:lnTo>
                  <a:lnTo>
                    <a:pt x="11919" y="14310"/>
                  </a:lnTo>
                  <a:lnTo>
                    <a:pt x="11986" y="14781"/>
                  </a:lnTo>
                  <a:lnTo>
                    <a:pt x="12121" y="15252"/>
                  </a:lnTo>
                  <a:lnTo>
                    <a:pt x="12188" y="15488"/>
                  </a:lnTo>
                  <a:lnTo>
                    <a:pt x="12289" y="15690"/>
                  </a:lnTo>
                  <a:lnTo>
                    <a:pt x="12424" y="15892"/>
                  </a:lnTo>
                  <a:lnTo>
                    <a:pt x="12592" y="16094"/>
                  </a:lnTo>
                  <a:lnTo>
                    <a:pt x="12760" y="16296"/>
                  </a:lnTo>
                  <a:lnTo>
                    <a:pt x="12962" y="16464"/>
                  </a:lnTo>
                  <a:lnTo>
                    <a:pt x="13164" y="16599"/>
                  </a:lnTo>
                  <a:lnTo>
                    <a:pt x="13400" y="16734"/>
                  </a:lnTo>
                  <a:lnTo>
                    <a:pt x="13838" y="16936"/>
                  </a:lnTo>
                  <a:lnTo>
                    <a:pt x="14309" y="17070"/>
                  </a:lnTo>
                  <a:lnTo>
                    <a:pt x="14780" y="17205"/>
                  </a:lnTo>
                  <a:lnTo>
                    <a:pt x="15252" y="17306"/>
                  </a:lnTo>
                  <a:lnTo>
                    <a:pt x="15757" y="17373"/>
                  </a:lnTo>
                  <a:lnTo>
                    <a:pt x="16296" y="17441"/>
                  </a:lnTo>
                  <a:lnTo>
                    <a:pt x="16531" y="17407"/>
                  </a:lnTo>
                  <a:lnTo>
                    <a:pt x="16767" y="17407"/>
                  </a:lnTo>
                  <a:lnTo>
                    <a:pt x="17205" y="17340"/>
                  </a:lnTo>
                  <a:lnTo>
                    <a:pt x="17609" y="17239"/>
                  </a:lnTo>
                  <a:lnTo>
                    <a:pt x="18013" y="17070"/>
                  </a:lnTo>
                  <a:lnTo>
                    <a:pt x="18383" y="16902"/>
                  </a:lnTo>
                  <a:lnTo>
                    <a:pt x="18753" y="16700"/>
                  </a:lnTo>
                  <a:lnTo>
                    <a:pt x="19090" y="16464"/>
                  </a:lnTo>
                  <a:lnTo>
                    <a:pt x="19393" y="16161"/>
                  </a:lnTo>
                  <a:lnTo>
                    <a:pt x="19629" y="15791"/>
                  </a:lnTo>
                  <a:lnTo>
                    <a:pt x="19763" y="15555"/>
                  </a:lnTo>
                  <a:lnTo>
                    <a:pt x="19831" y="15320"/>
                  </a:lnTo>
                  <a:lnTo>
                    <a:pt x="19898" y="15084"/>
                  </a:lnTo>
                  <a:lnTo>
                    <a:pt x="19898" y="14815"/>
                  </a:lnTo>
                  <a:lnTo>
                    <a:pt x="19898" y="14579"/>
                  </a:lnTo>
                  <a:lnTo>
                    <a:pt x="19831" y="14343"/>
                  </a:lnTo>
                  <a:lnTo>
                    <a:pt x="19763" y="14108"/>
                  </a:lnTo>
                  <a:lnTo>
                    <a:pt x="19696" y="13872"/>
                  </a:lnTo>
                  <a:lnTo>
                    <a:pt x="19460" y="13367"/>
                  </a:lnTo>
                  <a:lnTo>
                    <a:pt x="19225" y="12929"/>
                  </a:lnTo>
                  <a:lnTo>
                    <a:pt x="18922" y="12492"/>
                  </a:lnTo>
                  <a:lnTo>
                    <a:pt x="18652" y="12121"/>
                  </a:lnTo>
                  <a:lnTo>
                    <a:pt x="18248" y="11549"/>
                  </a:lnTo>
                  <a:lnTo>
                    <a:pt x="17878" y="10909"/>
                  </a:lnTo>
                  <a:lnTo>
                    <a:pt x="17575" y="10202"/>
                  </a:lnTo>
                  <a:lnTo>
                    <a:pt x="17339" y="9529"/>
                  </a:lnTo>
                  <a:lnTo>
                    <a:pt x="17238" y="9158"/>
                  </a:lnTo>
                  <a:lnTo>
                    <a:pt x="17171" y="8788"/>
                  </a:lnTo>
                  <a:lnTo>
                    <a:pt x="17104" y="8418"/>
                  </a:lnTo>
                  <a:lnTo>
                    <a:pt x="17070" y="8047"/>
                  </a:lnTo>
                  <a:lnTo>
                    <a:pt x="17070" y="7711"/>
                  </a:lnTo>
                  <a:lnTo>
                    <a:pt x="17104" y="7340"/>
                  </a:lnTo>
                  <a:lnTo>
                    <a:pt x="17137" y="6970"/>
                  </a:lnTo>
                  <a:lnTo>
                    <a:pt x="17238" y="6633"/>
                  </a:lnTo>
                  <a:lnTo>
                    <a:pt x="17339" y="6297"/>
                  </a:lnTo>
                  <a:lnTo>
                    <a:pt x="17541" y="5960"/>
                  </a:lnTo>
                  <a:lnTo>
                    <a:pt x="17777" y="5691"/>
                  </a:lnTo>
                  <a:lnTo>
                    <a:pt x="18046" y="5455"/>
                  </a:lnTo>
                  <a:lnTo>
                    <a:pt x="18349" y="5253"/>
                  </a:lnTo>
                  <a:lnTo>
                    <a:pt x="18686" y="5152"/>
                  </a:lnTo>
                  <a:lnTo>
                    <a:pt x="19023" y="5085"/>
                  </a:lnTo>
                  <a:lnTo>
                    <a:pt x="19393" y="5085"/>
                  </a:lnTo>
                  <a:lnTo>
                    <a:pt x="19696" y="5186"/>
                  </a:lnTo>
                  <a:lnTo>
                    <a:pt x="19965" y="5320"/>
                  </a:lnTo>
                  <a:lnTo>
                    <a:pt x="20235" y="5489"/>
                  </a:lnTo>
                  <a:lnTo>
                    <a:pt x="20470" y="5724"/>
                  </a:lnTo>
                  <a:lnTo>
                    <a:pt x="20672" y="5960"/>
                  </a:lnTo>
                  <a:lnTo>
                    <a:pt x="20874" y="6196"/>
                  </a:lnTo>
                  <a:lnTo>
                    <a:pt x="21211" y="6734"/>
                  </a:lnTo>
                  <a:lnTo>
                    <a:pt x="21076" y="6936"/>
                  </a:lnTo>
                  <a:lnTo>
                    <a:pt x="21043" y="6936"/>
                  </a:lnTo>
                  <a:lnTo>
                    <a:pt x="21043" y="7037"/>
                  </a:lnTo>
                  <a:lnTo>
                    <a:pt x="21076" y="7071"/>
                  </a:lnTo>
                  <a:lnTo>
                    <a:pt x="21144" y="7071"/>
                  </a:lnTo>
                  <a:lnTo>
                    <a:pt x="21177" y="7138"/>
                  </a:lnTo>
                  <a:lnTo>
                    <a:pt x="21245" y="7273"/>
                  </a:lnTo>
                  <a:lnTo>
                    <a:pt x="21278" y="7340"/>
                  </a:lnTo>
                  <a:lnTo>
                    <a:pt x="21346" y="7374"/>
                  </a:lnTo>
                  <a:lnTo>
                    <a:pt x="21312" y="7542"/>
                  </a:lnTo>
                  <a:lnTo>
                    <a:pt x="21245" y="7576"/>
                  </a:lnTo>
                  <a:lnTo>
                    <a:pt x="21211" y="7643"/>
                  </a:lnTo>
                  <a:lnTo>
                    <a:pt x="21245" y="7677"/>
                  </a:lnTo>
                  <a:lnTo>
                    <a:pt x="21649" y="8216"/>
                  </a:lnTo>
                  <a:lnTo>
                    <a:pt x="22086" y="8721"/>
                  </a:lnTo>
                  <a:lnTo>
                    <a:pt x="22962" y="9697"/>
                  </a:lnTo>
                  <a:lnTo>
                    <a:pt x="23837" y="10674"/>
                  </a:lnTo>
                  <a:lnTo>
                    <a:pt x="24275" y="11145"/>
                  </a:lnTo>
                  <a:lnTo>
                    <a:pt x="24746" y="11583"/>
                  </a:lnTo>
                  <a:lnTo>
                    <a:pt x="25049" y="11886"/>
                  </a:lnTo>
                  <a:lnTo>
                    <a:pt x="25453" y="12256"/>
                  </a:lnTo>
                  <a:lnTo>
                    <a:pt x="25689" y="12424"/>
                  </a:lnTo>
                  <a:lnTo>
                    <a:pt x="25925" y="12593"/>
                  </a:lnTo>
                  <a:lnTo>
                    <a:pt x="26127" y="12660"/>
                  </a:lnTo>
                  <a:lnTo>
                    <a:pt x="26295" y="12694"/>
                  </a:lnTo>
                  <a:lnTo>
                    <a:pt x="26497" y="12660"/>
                  </a:lnTo>
                  <a:lnTo>
                    <a:pt x="26665" y="12593"/>
                  </a:lnTo>
                  <a:lnTo>
                    <a:pt x="26699" y="12559"/>
                  </a:lnTo>
                  <a:lnTo>
                    <a:pt x="27036" y="13064"/>
                  </a:lnTo>
                  <a:lnTo>
                    <a:pt x="27103" y="13098"/>
                  </a:lnTo>
                  <a:lnTo>
                    <a:pt x="27170" y="13098"/>
                  </a:lnTo>
                  <a:lnTo>
                    <a:pt x="27440" y="12862"/>
                  </a:lnTo>
                  <a:lnTo>
                    <a:pt x="27608" y="13030"/>
                  </a:lnTo>
                  <a:lnTo>
                    <a:pt x="27810" y="13165"/>
                  </a:lnTo>
                  <a:lnTo>
                    <a:pt x="28046" y="13232"/>
                  </a:lnTo>
                  <a:lnTo>
                    <a:pt x="28315" y="13266"/>
                  </a:lnTo>
                  <a:lnTo>
                    <a:pt x="28315" y="12862"/>
                  </a:lnTo>
                  <a:lnTo>
                    <a:pt x="27978" y="12795"/>
                  </a:lnTo>
                  <a:lnTo>
                    <a:pt x="27608" y="12660"/>
                  </a:lnTo>
                  <a:lnTo>
                    <a:pt x="27709" y="12525"/>
                  </a:lnTo>
                  <a:lnTo>
                    <a:pt x="27743" y="12458"/>
                  </a:lnTo>
                  <a:lnTo>
                    <a:pt x="27709" y="12357"/>
                  </a:lnTo>
                  <a:lnTo>
                    <a:pt x="27574" y="12189"/>
                  </a:lnTo>
                  <a:lnTo>
                    <a:pt x="27372" y="12020"/>
                  </a:lnTo>
                  <a:lnTo>
                    <a:pt x="27170" y="11919"/>
                  </a:lnTo>
                  <a:lnTo>
                    <a:pt x="27204" y="11852"/>
                  </a:lnTo>
                  <a:lnTo>
                    <a:pt x="27204" y="11751"/>
                  </a:lnTo>
                  <a:lnTo>
                    <a:pt x="27137" y="11650"/>
                  </a:lnTo>
                  <a:lnTo>
                    <a:pt x="27137" y="11616"/>
                  </a:lnTo>
                  <a:lnTo>
                    <a:pt x="27137" y="11583"/>
                  </a:lnTo>
                  <a:lnTo>
                    <a:pt x="27137" y="11549"/>
                  </a:lnTo>
                  <a:lnTo>
                    <a:pt x="27069" y="11549"/>
                  </a:lnTo>
                  <a:lnTo>
                    <a:pt x="26733" y="10977"/>
                  </a:lnTo>
                  <a:lnTo>
                    <a:pt x="26362" y="10438"/>
                  </a:lnTo>
                  <a:lnTo>
                    <a:pt x="25958" y="9933"/>
                  </a:lnTo>
                  <a:lnTo>
                    <a:pt x="25521" y="9428"/>
                  </a:lnTo>
                  <a:lnTo>
                    <a:pt x="25049" y="8956"/>
                  </a:lnTo>
                  <a:lnTo>
                    <a:pt x="24578" y="8519"/>
                  </a:lnTo>
                  <a:lnTo>
                    <a:pt x="23601" y="7610"/>
                  </a:lnTo>
                  <a:lnTo>
                    <a:pt x="23298" y="7307"/>
                  </a:lnTo>
                  <a:lnTo>
                    <a:pt x="22928" y="6970"/>
                  </a:lnTo>
                  <a:lnTo>
                    <a:pt x="22726" y="6835"/>
                  </a:lnTo>
                  <a:lnTo>
                    <a:pt x="22524" y="6734"/>
                  </a:lnTo>
                  <a:lnTo>
                    <a:pt x="22288" y="6667"/>
                  </a:lnTo>
                  <a:lnTo>
                    <a:pt x="22086" y="6701"/>
                  </a:lnTo>
                  <a:lnTo>
                    <a:pt x="21884" y="6768"/>
                  </a:lnTo>
                  <a:lnTo>
                    <a:pt x="21783" y="6600"/>
                  </a:lnTo>
                  <a:lnTo>
                    <a:pt x="21682" y="6431"/>
                  </a:lnTo>
                  <a:lnTo>
                    <a:pt x="21649" y="6398"/>
                  </a:lnTo>
                  <a:lnTo>
                    <a:pt x="21581" y="6364"/>
                  </a:lnTo>
                  <a:lnTo>
                    <a:pt x="21514" y="6364"/>
                  </a:lnTo>
                  <a:lnTo>
                    <a:pt x="21480" y="6398"/>
                  </a:lnTo>
                  <a:lnTo>
                    <a:pt x="21413" y="6499"/>
                  </a:lnTo>
                  <a:lnTo>
                    <a:pt x="21177" y="6162"/>
                  </a:lnTo>
                  <a:lnTo>
                    <a:pt x="20942" y="5825"/>
                  </a:lnTo>
                  <a:lnTo>
                    <a:pt x="20639" y="5522"/>
                  </a:lnTo>
                  <a:lnTo>
                    <a:pt x="20336" y="5219"/>
                  </a:lnTo>
                  <a:lnTo>
                    <a:pt x="19999" y="4984"/>
                  </a:lnTo>
                  <a:lnTo>
                    <a:pt x="19831" y="4916"/>
                  </a:lnTo>
                  <a:lnTo>
                    <a:pt x="19662" y="4849"/>
                  </a:lnTo>
                  <a:lnTo>
                    <a:pt x="19460" y="4782"/>
                  </a:lnTo>
                  <a:lnTo>
                    <a:pt x="19258" y="4748"/>
                  </a:lnTo>
                  <a:lnTo>
                    <a:pt x="19056" y="4748"/>
                  </a:lnTo>
                  <a:lnTo>
                    <a:pt x="18854" y="4782"/>
                  </a:lnTo>
                  <a:lnTo>
                    <a:pt x="18585" y="4849"/>
                  </a:lnTo>
                  <a:lnTo>
                    <a:pt x="18383" y="4916"/>
                  </a:lnTo>
                  <a:lnTo>
                    <a:pt x="18147" y="5017"/>
                  </a:lnTo>
                  <a:lnTo>
                    <a:pt x="17945" y="5152"/>
                  </a:lnTo>
                  <a:lnTo>
                    <a:pt x="17777" y="5287"/>
                  </a:lnTo>
                  <a:lnTo>
                    <a:pt x="17609" y="5421"/>
                  </a:lnTo>
                  <a:lnTo>
                    <a:pt x="17474" y="5590"/>
                  </a:lnTo>
                  <a:lnTo>
                    <a:pt x="17339" y="5792"/>
                  </a:lnTo>
                  <a:lnTo>
                    <a:pt x="17104" y="6162"/>
                  </a:lnTo>
                  <a:lnTo>
                    <a:pt x="16935" y="6600"/>
                  </a:lnTo>
                  <a:lnTo>
                    <a:pt x="16834" y="7071"/>
                  </a:lnTo>
                  <a:lnTo>
                    <a:pt x="16767" y="7542"/>
                  </a:lnTo>
                  <a:lnTo>
                    <a:pt x="16767" y="8148"/>
                  </a:lnTo>
                  <a:lnTo>
                    <a:pt x="16834" y="8754"/>
                  </a:lnTo>
                  <a:lnTo>
                    <a:pt x="16969" y="9360"/>
                  </a:lnTo>
                  <a:lnTo>
                    <a:pt x="17137" y="9933"/>
                  </a:lnTo>
                  <a:lnTo>
                    <a:pt x="17339" y="10505"/>
                  </a:lnTo>
                  <a:lnTo>
                    <a:pt x="17609" y="11078"/>
                  </a:lnTo>
                  <a:lnTo>
                    <a:pt x="17912" y="11616"/>
                  </a:lnTo>
                  <a:lnTo>
                    <a:pt x="18248" y="12088"/>
                  </a:lnTo>
                  <a:lnTo>
                    <a:pt x="18652" y="12626"/>
                  </a:lnTo>
                  <a:lnTo>
                    <a:pt x="18989" y="13165"/>
                  </a:lnTo>
                  <a:lnTo>
                    <a:pt x="19157" y="13434"/>
                  </a:lnTo>
                  <a:lnTo>
                    <a:pt x="19292" y="13737"/>
                  </a:lnTo>
                  <a:lnTo>
                    <a:pt x="19427" y="14040"/>
                  </a:lnTo>
                  <a:lnTo>
                    <a:pt x="19528" y="14377"/>
                  </a:lnTo>
                  <a:lnTo>
                    <a:pt x="19561" y="14579"/>
                  </a:lnTo>
                  <a:lnTo>
                    <a:pt x="19595" y="14781"/>
                  </a:lnTo>
                  <a:lnTo>
                    <a:pt x="19561" y="14983"/>
                  </a:lnTo>
                  <a:lnTo>
                    <a:pt x="19528" y="15185"/>
                  </a:lnTo>
                  <a:lnTo>
                    <a:pt x="19494" y="15353"/>
                  </a:lnTo>
                  <a:lnTo>
                    <a:pt x="19427" y="15522"/>
                  </a:lnTo>
                  <a:lnTo>
                    <a:pt x="19225" y="15858"/>
                  </a:lnTo>
                  <a:lnTo>
                    <a:pt x="18955" y="16161"/>
                  </a:lnTo>
                  <a:lnTo>
                    <a:pt x="18652" y="16397"/>
                  </a:lnTo>
                  <a:lnTo>
                    <a:pt x="18316" y="16599"/>
                  </a:lnTo>
                  <a:lnTo>
                    <a:pt x="17945" y="16767"/>
                  </a:lnTo>
                  <a:lnTo>
                    <a:pt x="17676" y="16902"/>
                  </a:lnTo>
                  <a:lnTo>
                    <a:pt x="17373" y="16969"/>
                  </a:lnTo>
                  <a:lnTo>
                    <a:pt x="17070" y="17037"/>
                  </a:lnTo>
                  <a:lnTo>
                    <a:pt x="16733" y="17070"/>
                  </a:lnTo>
                  <a:lnTo>
                    <a:pt x="16094" y="17104"/>
                  </a:lnTo>
                  <a:lnTo>
                    <a:pt x="15420" y="17070"/>
                  </a:lnTo>
                  <a:lnTo>
                    <a:pt x="14747" y="16936"/>
                  </a:lnTo>
                  <a:lnTo>
                    <a:pt x="14444" y="16868"/>
                  </a:lnTo>
                  <a:lnTo>
                    <a:pt x="14141" y="16734"/>
                  </a:lnTo>
                  <a:lnTo>
                    <a:pt x="13838" y="16633"/>
                  </a:lnTo>
                  <a:lnTo>
                    <a:pt x="13535" y="16464"/>
                  </a:lnTo>
                  <a:lnTo>
                    <a:pt x="13299" y="16330"/>
                  </a:lnTo>
                  <a:lnTo>
                    <a:pt x="13030" y="16128"/>
                  </a:lnTo>
                  <a:lnTo>
                    <a:pt x="12760" y="15892"/>
                  </a:lnTo>
                  <a:lnTo>
                    <a:pt x="12558" y="15589"/>
                  </a:lnTo>
                  <a:lnTo>
                    <a:pt x="12390" y="15286"/>
                  </a:lnTo>
                  <a:lnTo>
                    <a:pt x="12323" y="14949"/>
                  </a:lnTo>
                  <a:lnTo>
                    <a:pt x="12255" y="14613"/>
                  </a:lnTo>
                  <a:lnTo>
                    <a:pt x="12188" y="14276"/>
                  </a:lnTo>
                  <a:lnTo>
                    <a:pt x="12154" y="13535"/>
                  </a:lnTo>
                  <a:lnTo>
                    <a:pt x="12087" y="12862"/>
                  </a:lnTo>
                  <a:lnTo>
                    <a:pt x="12020" y="12222"/>
                  </a:lnTo>
                  <a:lnTo>
                    <a:pt x="11919" y="11549"/>
                  </a:lnTo>
                  <a:lnTo>
                    <a:pt x="11784" y="10909"/>
                  </a:lnTo>
                  <a:lnTo>
                    <a:pt x="11649" y="10539"/>
                  </a:lnTo>
                  <a:lnTo>
                    <a:pt x="11481" y="10135"/>
                  </a:lnTo>
                  <a:lnTo>
                    <a:pt x="11380" y="9967"/>
                  </a:lnTo>
                  <a:lnTo>
                    <a:pt x="11245" y="9798"/>
                  </a:lnTo>
                  <a:lnTo>
                    <a:pt x="11111" y="9664"/>
                  </a:lnTo>
                  <a:lnTo>
                    <a:pt x="10942" y="9563"/>
                  </a:lnTo>
                  <a:lnTo>
                    <a:pt x="10673" y="9428"/>
                  </a:lnTo>
                  <a:lnTo>
                    <a:pt x="10404" y="9327"/>
                  </a:lnTo>
                  <a:lnTo>
                    <a:pt x="10134" y="9259"/>
                  </a:lnTo>
                  <a:lnTo>
                    <a:pt x="9831" y="9192"/>
                  </a:lnTo>
                  <a:lnTo>
                    <a:pt x="9259" y="9158"/>
                  </a:lnTo>
                  <a:lnTo>
                    <a:pt x="8687" y="9057"/>
                  </a:lnTo>
                  <a:lnTo>
                    <a:pt x="8350" y="8990"/>
                  </a:lnTo>
                  <a:lnTo>
                    <a:pt x="8013" y="8855"/>
                  </a:lnTo>
                  <a:lnTo>
                    <a:pt x="7710" y="8687"/>
                  </a:lnTo>
                  <a:lnTo>
                    <a:pt x="7407" y="8485"/>
                  </a:lnTo>
                  <a:lnTo>
                    <a:pt x="6835" y="8047"/>
                  </a:lnTo>
                  <a:lnTo>
                    <a:pt x="6296" y="7576"/>
                  </a:lnTo>
                  <a:lnTo>
                    <a:pt x="6128" y="7408"/>
                  </a:lnTo>
                  <a:lnTo>
                    <a:pt x="5993" y="7206"/>
                  </a:lnTo>
                  <a:lnTo>
                    <a:pt x="5825" y="7004"/>
                  </a:lnTo>
                  <a:lnTo>
                    <a:pt x="5656" y="6869"/>
                  </a:lnTo>
                  <a:lnTo>
                    <a:pt x="5589" y="6835"/>
                  </a:lnTo>
                  <a:lnTo>
                    <a:pt x="5724" y="6667"/>
                  </a:lnTo>
                  <a:lnTo>
                    <a:pt x="5757" y="6600"/>
                  </a:lnTo>
                  <a:lnTo>
                    <a:pt x="5825" y="6600"/>
                  </a:lnTo>
                  <a:lnTo>
                    <a:pt x="5892" y="6566"/>
                  </a:lnTo>
                  <a:lnTo>
                    <a:pt x="5892" y="6499"/>
                  </a:lnTo>
                  <a:lnTo>
                    <a:pt x="5858" y="6431"/>
                  </a:lnTo>
                  <a:lnTo>
                    <a:pt x="4983" y="5590"/>
                  </a:lnTo>
                  <a:lnTo>
                    <a:pt x="4579" y="5152"/>
                  </a:lnTo>
                  <a:lnTo>
                    <a:pt x="4411" y="4916"/>
                  </a:lnTo>
                  <a:lnTo>
                    <a:pt x="4242" y="4681"/>
                  </a:lnTo>
                  <a:lnTo>
                    <a:pt x="4108" y="4445"/>
                  </a:lnTo>
                  <a:lnTo>
                    <a:pt x="3939" y="4243"/>
                  </a:lnTo>
                  <a:lnTo>
                    <a:pt x="3737" y="4041"/>
                  </a:lnTo>
                  <a:lnTo>
                    <a:pt x="3502" y="3873"/>
                  </a:lnTo>
                  <a:lnTo>
                    <a:pt x="3064" y="3536"/>
                  </a:lnTo>
                  <a:lnTo>
                    <a:pt x="2626" y="3233"/>
                  </a:lnTo>
                  <a:lnTo>
                    <a:pt x="2896" y="3132"/>
                  </a:lnTo>
                  <a:lnTo>
                    <a:pt x="3030" y="3065"/>
                  </a:lnTo>
                  <a:lnTo>
                    <a:pt x="3165" y="2964"/>
                  </a:lnTo>
                  <a:lnTo>
                    <a:pt x="3367" y="2728"/>
                  </a:lnTo>
                  <a:lnTo>
                    <a:pt x="3502" y="2459"/>
                  </a:lnTo>
                  <a:lnTo>
                    <a:pt x="3636" y="2156"/>
                  </a:lnTo>
                  <a:lnTo>
                    <a:pt x="3704" y="1819"/>
                  </a:lnTo>
                  <a:lnTo>
                    <a:pt x="3737" y="1516"/>
                  </a:lnTo>
                  <a:lnTo>
                    <a:pt x="3737" y="1179"/>
                  </a:lnTo>
                  <a:lnTo>
                    <a:pt x="3704" y="876"/>
                  </a:lnTo>
                  <a:lnTo>
                    <a:pt x="3670" y="775"/>
                  </a:lnTo>
                  <a:lnTo>
                    <a:pt x="3535" y="775"/>
                  </a:lnTo>
                  <a:lnTo>
                    <a:pt x="3502" y="809"/>
                  </a:lnTo>
                  <a:lnTo>
                    <a:pt x="3502" y="876"/>
                  </a:lnTo>
                  <a:lnTo>
                    <a:pt x="3502" y="1145"/>
                  </a:lnTo>
                  <a:lnTo>
                    <a:pt x="3401" y="876"/>
                  </a:lnTo>
                  <a:lnTo>
                    <a:pt x="3232" y="674"/>
                  </a:lnTo>
                  <a:lnTo>
                    <a:pt x="3030" y="539"/>
                  </a:lnTo>
                  <a:lnTo>
                    <a:pt x="2963" y="472"/>
                  </a:lnTo>
                  <a:lnTo>
                    <a:pt x="2896" y="337"/>
                  </a:lnTo>
                  <a:lnTo>
                    <a:pt x="2862" y="236"/>
                  </a:lnTo>
                  <a:lnTo>
                    <a:pt x="2761" y="203"/>
                  </a:lnTo>
                  <a:lnTo>
                    <a:pt x="2694" y="169"/>
                  </a:lnTo>
                  <a:lnTo>
                    <a:pt x="2593" y="169"/>
                  </a:lnTo>
                  <a:lnTo>
                    <a:pt x="2559" y="203"/>
                  </a:lnTo>
                  <a:lnTo>
                    <a:pt x="2357" y="102"/>
                  </a:lnTo>
                  <a:lnTo>
                    <a:pt x="2121" y="34"/>
                  </a:lnTo>
                  <a:lnTo>
                    <a:pt x="188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6" name="Google Shape;726;p5"/>
            <p:cNvSpPr/>
            <p:nvPr/>
          </p:nvSpPr>
          <p:spPr>
            <a:xfrm>
              <a:off x="5518788" y="4151652"/>
              <a:ext cx="28548" cy="30242"/>
            </a:xfrm>
            <a:custGeom>
              <a:avLst/>
              <a:gdLst/>
              <a:ahLst/>
              <a:cxnLst/>
              <a:rect l="l" t="t" r="r" b="b"/>
              <a:pathLst>
                <a:path w="573" h="607" extrusionOk="0">
                  <a:moveTo>
                    <a:pt x="405" y="0"/>
                  </a:moveTo>
                  <a:lnTo>
                    <a:pt x="337" y="34"/>
                  </a:lnTo>
                  <a:lnTo>
                    <a:pt x="270" y="68"/>
                  </a:lnTo>
                  <a:lnTo>
                    <a:pt x="102" y="303"/>
                  </a:lnTo>
                  <a:lnTo>
                    <a:pt x="34" y="438"/>
                  </a:lnTo>
                  <a:lnTo>
                    <a:pt x="1" y="573"/>
                  </a:lnTo>
                  <a:lnTo>
                    <a:pt x="34" y="606"/>
                  </a:lnTo>
                  <a:lnTo>
                    <a:pt x="169" y="573"/>
                  </a:lnTo>
                  <a:lnTo>
                    <a:pt x="304" y="505"/>
                  </a:lnTo>
                  <a:lnTo>
                    <a:pt x="506" y="303"/>
                  </a:lnTo>
                  <a:lnTo>
                    <a:pt x="539" y="236"/>
                  </a:lnTo>
                  <a:lnTo>
                    <a:pt x="573" y="169"/>
                  </a:lnTo>
                  <a:lnTo>
                    <a:pt x="539" y="135"/>
                  </a:lnTo>
                  <a:lnTo>
                    <a:pt x="506" y="68"/>
                  </a:lnTo>
                  <a:lnTo>
                    <a:pt x="438" y="34"/>
                  </a:lnTo>
                  <a:lnTo>
                    <a:pt x="40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7" name="Google Shape;727;p5"/>
            <p:cNvSpPr/>
            <p:nvPr/>
          </p:nvSpPr>
          <p:spPr>
            <a:xfrm>
              <a:off x="6605766" y="4480430"/>
              <a:ext cx="134222" cy="130884"/>
            </a:xfrm>
            <a:custGeom>
              <a:avLst/>
              <a:gdLst/>
              <a:ahLst/>
              <a:cxnLst/>
              <a:rect l="l" t="t" r="r" b="b"/>
              <a:pathLst>
                <a:path w="2694" h="2627" extrusionOk="0">
                  <a:moveTo>
                    <a:pt x="505" y="337"/>
                  </a:moveTo>
                  <a:lnTo>
                    <a:pt x="775" y="539"/>
                  </a:lnTo>
                  <a:lnTo>
                    <a:pt x="1044" y="741"/>
                  </a:lnTo>
                  <a:lnTo>
                    <a:pt x="977" y="842"/>
                  </a:lnTo>
                  <a:lnTo>
                    <a:pt x="910" y="943"/>
                  </a:lnTo>
                  <a:lnTo>
                    <a:pt x="842" y="1077"/>
                  </a:lnTo>
                  <a:lnTo>
                    <a:pt x="606" y="842"/>
                  </a:lnTo>
                  <a:lnTo>
                    <a:pt x="674" y="741"/>
                  </a:lnTo>
                  <a:lnTo>
                    <a:pt x="707" y="539"/>
                  </a:lnTo>
                  <a:lnTo>
                    <a:pt x="707" y="505"/>
                  </a:lnTo>
                  <a:lnTo>
                    <a:pt x="573" y="640"/>
                  </a:lnTo>
                  <a:lnTo>
                    <a:pt x="505" y="774"/>
                  </a:lnTo>
                  <a:lnTo>
                    <a:pt x="135" y="471"/>
                  </a:lnTo>
                  <a:lnTo>
                    <a:pt x="337" y="370"/>
                  </a:lnTo>
                  <a:lnTo>
                    <a:pt x="438" y="337"/>
                  </a:lnTo>
                  <a:close/>
                  <a:moveTo>
                    <a:pt x="1179" y="875"/>
                  </a:moveTo>
                  <a:lnTo>
                    <a:pt x="1415" y="1077"/>
                  </a:lnTo>
                  <a:lnTo>
                    <a:pt x="1482" y="1178"/>
                  </a:lnTo>
                  <a:lnTo>
                    <a:pt x="1381" y="1313"/>
                  </a:lnTo>
                  <a:lnTo>
                    <a:pt x="1280" y="1515"/>
                  </a:lnTo>
                  <a:lnTo>
                    <a:pt x="1145" y="1381"/>
                  </a:lnTo>
                  <a:lnTo>
                    <a:pt x="977" y="1212"/>
                  </a:lnTo>
                  <a:lnTo>
                    <a:pt x="1044" y="1111"/>
                  </a:lnTo>
                  <a:lnTo>
                    <a:pt x="1112" y="976"/>
                  </a:lnTo>
                  <a:lnTo>
                    <a:pt x="1179" y="875"/>
                  </a:lnTo>
                  <a:close/>
                  <a:moveTo>
                    <a:pt x="1583" y="1246"/>
                  </a:moveTo>
                  <a:lnTo>
                    <a:pt x="1852" y="1583"/>
                  </a:lnTo>
                  <a:lnTo>
                    <a:pt x="1751" y="1717"/>
                  </a:lnTo>
                  <a:lnTo>
                    <a:pt x="1684" y="1886"/>
                  </a:lnTo>
                  <a:lnTo>
                    <a:pt x="1448" y="1650"/>
                  </a:lnTo>
                  <a:lnTo>
                    <a:pt x="1516" y="1414"/>
                  </a:lnTo>
                  <a:lnTo>
                    <a:pt x="1583" y="1246"/>
                  </a:lnTo>
                  <a:close/>
                  <a:moveTo>
                    <a:pt x="1920" y="1684"/>
                  </a:moveTo>
                  <a:lnTo>
                    <a:pt x="2122" y="1919"/>
                  </a:lnTo>
                  <a:lnTo>
                    <a:pt x="2021" y="2020"/>
                  </a:lnTo>
                  <a:lnTo>
                    <a:pt x="2021" y="2088"/>
                  </a:lnTo>
                  <a:lnTo>
                    <a:pt x="2021" y="2155"/>
                  </a:lnTo>
                  <a:lnTo>
                    <a:pt x="1819" y="1987"/>
                  </a:lnTo>
                  <a:lnTo>
                    <a:pt x="1852" y="1919"/>
                  </a:lnTo>
                  <a:lnTo>
                    <a:pt x="1886" y="1818"/>
                  </a:lnTo>
                  <a:lnTo>
                    <a:pt x="1920" y="1684"/>
                  </a:lnTo>
                  <a:close/>
                  <a:moveTo>
                    <a:pt x="2122" y="1953"/>
                  </a:moveTo>
                  <a:lnTo>
                    <a:pt x="2324" y="2155"/>
                  </a:lnTo>
                  <a:lnTo>
                    <a:pt x="2223" y="2357"/>
                  </a:lnTo>
                  <a:lnTo>
                    <a:pt x="2054" y="2189"/>
                  </a:lnTo>
                  <a:lnTo>
                    <a:pt x="2054" y="2054"/>
                  </a:lnTo>
                  <a:lnTo>
                    <a:pt x="2088" y="1987"/>
                  </a:lnTo>
                  <a:lnTo>
                    <a:pt x="2122" y="1953"/>
                  </a:lnTo>
                  <a:close/>
                  <a:moveTo>
                    <a:pt x="404" y="0"/>
                  </a:moveTo>
                  <a:lnTo>
                    <a:pt x="303" y="34"/>
                  </a:lnTo>
                  <a:lnTo>
                    <a:pt x="135" y="202"/>
                  </a:lnTo>
                  <a:lnTo>
                    <a:pt x="68" y="337"/>
                  </a:lnTo>
                  <a:lnTo>
                    <a:pt x="34" y="438"/>
                  </a:lnTo>
                  <a:lnTo>
                    <a:pt x="0" y="471"/>
                  </a:lnTo>
                  <a:lnTo>
                    <a:pt x="34" y="505"/>
                  </a:lnTo>
                  <a:lnTo>
                    <a:pt x="236" y="808"/>
                  </a:lnTo>
                  <a:lnTo>
                    <a:pt x="472" y="1077"/>
                  </a:lnTo>
                  <a:lnTo>
                    <a:pt x="1011" y="1616"/>
                  </a:lnTo>
                  <a:lnTo>
                    <a:pt x="1617" y="2121"/>
                  </a:lnTo>
                  <a:lnTo>
                    <a:pt x="2189" y="2593"/>
                  </a:lnTo>
                  <a:lnTo>
                    <a:pt x="2223" y="2626"/>
                  </a:lnTo>
                  <a:lnTo>
                    <a:pt x="2290" y="2626"/>
                  </a:lnTo>
                  <a:lnTo>
                    <a:pt x="2324" y="2593"/>
                  </a:lnTo>
                  <a:lnTo>
                    <a:pt x="2357" y="2559"/>
                  </a:lnTo>
                  <a:lnTo>
                    <a:pt x="2458" y="2290"/>
                  </a:lnTo>
                  <a:lnTo>
                    <a:pt x="2593" y="2391"/>
                  </a:lnTo>
                  <a:lnTo>
                    <a:pt x="2627" y="2424"/>
                  </a:lnTo>
                  <a:lnTo>
                    <a:pt x="2694" y="2391"/>
                  </a:lnTo>
                  <a:lnTo>
                    <a:pt x="2694" y="2357"/>
                  </a:lnTo>
                  <a:lnTo>
                    <a:pt x="2694" y="2290"/>
                  </a:lnTo>
                  <a:lnTo>
                    <a:pt x="2559" y="1987"/>
                  </a:lnTo>
                  <a:lnTo>
                    <a:pt x="2324" y="1717"/>
                  </a:lnTo>
                  <a:lnTo>
                    <a:pt x="1852" y="1145"/>
                  </a:lnTo>
                  <a:lnTo>
                    <a:pt x="1583" y="875"/>
                  </a:lnTo>
                  <a:lnTo>
                    <a:pt x="1280" y="606"/>
                  </a:lnTo>
                  <a:lnTo>
                    <a:pt x="1280" y="539"/>
                  </a:lnTo>
                  <a:lnTo>
                    <a:pt x="1246" y="539"/>
                  </a:lnTo>
                  <a:lnTo>
                    <a:pt x="1213" y="572"/>
                  </a:lnTo>
                  <a:lnTo>
                    <a:pt x="842" y="269"/>
                  </a:lnTo>
                  <a:lnTo>
                    <a:pt x="472" y="34"/>
                  </a:lnTo>
                  <a:lnTo>
                    <a:pt x="40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8" name="Google Shape;728;p5"/>
            <p:cNvSpPr/>
            <p:nvPr/>
          </p:nvSpPr>
          <p:spPr>
            <a:xfrm>
              <a:off x="5567415" y="4250599"/>
              <a:ext cx="99047" cy="98997"/>
            </a:xfrm>
            <a:custGeom>
              <a:avLst/>
              <a:gdLst/>
              <a:ahLst/>
              <a:cxnLst/>
              <a:rect l="l" t="t" r="r" b="b"/>
              <a:pathLst>
                <a:path w="1988" h="1987" extrusionOk="0">
                  <a:moveTo>
                    <a:pt x="35" y="1"/>
                  </a:moveTo>
                  <a:lnTo>
                    <a:pt x="1" y="34"/>
                  </a:lnTo>
                  <a:lnTo>
                    <a:pt x="68" y="203"/>
                  </a:lnTo>
                  <a:lnTo>
                    <a:pt x="169" y="371"/>
                  </a:lnTo>
                  <a:lnTo>
                    <a:pt x="439" y="640"/>
                  </a:lnTo>
                  <a:lnTo>
                    <a:pt x="1112" y="1314"/>
                  </a:lnTo>
                  <a:lnTo>
                    <a:pt x="1348" y="1583"/>
                  </a:lnTo>
                  <a:lnTo>
                    <a:pt x="1583" y="1852"/>
                  </a:lnTo>
                  <a:lnTo>
                    <a:pt x="1651" y="1920"/>
                  </a:lnTo>
                  <a:lnTo>
                    <a:pt x="1752" y="1953"/>
                  </a:lnTo>
                  <a:lnTo>
                    <a:pt x="1819" y="1987"/>
                  </a:lnTo>
                  <a:lnTo>
                    <a:pt x="1920" y="1953"/>
                  </a:lnTo>
                  <a:lnTo>
                    <a:pt x="1987" y="1886"/>
                  </a:lnTo>
                  <a:lnTo>
                    <a:pt x="1954" y="1819"/>
                  </a:lnTo>
                  <a:lnTo>
                    <a:pt x="1954" y="1785"/>
                  </a:lnTo>
                  <a:lnTo>
                    <a:pt x="1718" y="1583"/>
                  </a:lnTo>
                  <a:lnTo>
                    <a:pt x="1516" y="1381"/>
                  </a:lnTo>
                  <a:lnTo>
                    <a:pt x="1112" y="943"/>
                  </a:lnTo>
                  <a:lnTo>
                    <a:pt x="540" y="371"/>
                  </a:lnTo>
                  <a:lnTo>
                    <a:pt x="304" y="135"/>
                  </a:lnTo>
                  <a:lnTo>
                    <a:pt x="169" y="68"/>
                  </a:lnTo>
                  <a:lnTo>
                    <a:pt x="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29" name="Google Shape;729;p5"/>
            <p:cNvSpPr/>
            <p:nvPr/>
          </p:nvSpPr>
          <p:spPr>
            <a:xfrm>
              <a:off x="6531979" y="3618202"/>
              <a:ext cx="338843" cy="838762"/>
            </a:xfrm>
            <a:custGeom>
              <a:avLst/>
              <a:gdLst/>
              <a:ahLst/>
              <a:cxnLst/>
              <a:rect l="l" t="t" r="r" b="b"/>
              <a:pathLst>
                <a:path w="6801" h="16835" extrusionOk="0">
                  <a:moveTo>
                    <a:pt x="6195" y="472"/>
                  </a:moveTo>
                  <a:lnTo>
                    <a:pt x="5892" y="943"/>
                  </a:lnTo>
                  <a:lnTo>
                    <a:pt x="5825" y="910"/>
                  </a:lnTo>
                  <a:lnTo>
                    <a:pt x="5791" y="842"/>
                  </a:lnTo>
                  <a:lnTo>
                    <a:pt x="5757" y="809"/>
                  </a:lnTo>
                  <a:lnTo>
                    <a:pt x="6195" y="472"/>
                  </a:lnTo>
                  <a:close/>
                  <a:moveTo>
                    <a:pt x="5589" y="977"/>
                  </a:moveTo>
                  <a:lnTo>
                    <a:pt x="5656" y="1078"/>
                  </a:lnTo>
                  <a:lnTo>
                    <a:pt x="5724" y="1145"/>
                  </a:lnTo>
                  <a:lnTo>
                    <a:pt x="5589" y="1381"/>
                  </a:lnTo>
                  <a:lnTo>
                    <a:pt x="5387" y="1246"/>
                  </a:lnTo>
                  <a:lnTo>
                    <a:pt x="5488" y="1112"/>
                  </a:lnTo>
                  <a:lnTo>
                    <a:pt x="5589" y="977"/>
                  </a:lnTo>
                  <a:close/>
                  <a:moveTo>
                    <a:pt x="5252" y="1381"/>
                  </a:moveTo>
                  <a:lnTo>
                    <a:pt x="5353" y="1482"/>
                  </a:lnTo>
                  <a:lnTo>
                    <a:pt x="5454" y="1549"/>
                  </a:lnTo>
                  <a:lnTo>
                    <a:pt x="5320" y="1819"/>
                  </a:lnTo>
                  <a:lnTo>
                    <a:pt x="5286" y="1785"/>
                  </a:lnTo>
                  <a:lnTo>
                    <a:pt x="5084" y="1684"/>
                  </a:lnTo>
                  <a:lnTo>
                    <a:pt x="5050" y="1684"/>
                  </a:lnTo>
                  <a:lnTo>
                    <a:pt x="5252" y="1381"/>
                  </a:lnTo>
                  <a:close/>
                  <a:moveTo>
                    <a:pt x="4949" y="1886"/>
                  </a:moveTo>
                  <a:lnTo>
                    <a:pt x="5084" y="1920"/>
                  </a:lnTo>
                  <a:lnTo>
                    <a:pt x="5219" y="1987"/>
                  </a:lnTo>
                  <a:lnTo>
                    <a:pt x="5084" y="2223"/>
                  </a:lnTo>
                  <a:lnTo>
                    <a:pt x="4815" y="1987"/>
                  </a:lnTo>
                  <a:lnTo>
                    <a:pt x="4882" y="1886"/>
                  </a:lnTo>
                  <a:close/>
                  <a:moveTo>
                    <a:pt x="4411" y="1920"/>
                  </a:moveTo>
                  <a:lnTo>
                    <a:pt x="4680" y="2189"/>
                  </a:lnTo>
                  <a:lnTo>
                    <a:pt x="4815" y="2324"/>
                  </a:lnTo>
                  <a:lnTo>
                    <a:pt x="4983" y="2459"/>
                  </a:lnTo>
                  <a:lnTo>
                    <a:pt x="4949" y="2459"/>
                  </a:lnTo>
                  <a:lnTo>
                    <a:pt x="4949" y="2526"/>
                  </a:lnTo>
                  <a:lnTo>
                    <a:pt x="4983" y="2593"/>
                  </a:lnTo>
                  <a:lnTo>
                    <a:pt x="5050" y="2593"/>
                  </a:lnTo>
                  <a:lnTo>
                    <a:pt x="5084" y="2560"/>
                  </a:lnTo>
                  <a:lnTo>
                    <a:pt x="5118" y="2526"/>
                  </a:lnTo>
                  <a:lnTo>
                    <a:pt x="4040" y="3704"/>
                  </a:lnTo>
                  <a:lnTo>
                    <a:pt x="3973" y="3839"/>
                  </a:lnTo>
                  <a:lnTo>
                    <a:pt x="3872" y="4041"/>
                  </a:lnTo>
                  <a:lnTo>
                    <a:pt x="3737" y="4176"/>
                  </a:lnTo>
                  <a:lnTo>
                    <a:pt x="3670" y="4209"/>
                  </a:lnTo>
                  <a:lnTo>
                    <a:pt x="3603" y="4209"/>
                  </a:lnTo>
                  <a:lnTo>
                    <a:pt x="3266" y="3940"/>
                  </a:lnTo>
                  <a:lnTo>
                    <a:pt x="2862" y="3570"/>
                  </a:lnTo>
                  <a:lnTo>
                    <a:pt x="3098" y="3401"/>
                  </a:lnTo>
                  <a:lnTo>
                    <a:pt x="3300" y="3199"/>
                  </a:lnTo>
                  <a:lnTo>
                    <a:pt x="3704" y="2762"/>
                  </a:lnTo>
                  <a:lnTo>
                    <a:pt x="4074" y="2357"/>
                  </a:lnTo>
                  <a:lnTo>
                    <a:pt x="4242" y="2155"/>
                  </a:lnTo>
                  <a:lnTo>
                    <a:pt x="4411" y="1920"/>
                  </a:lnTo>
                  <a:close/>
                  <a:moveTo>
                    <a:pt x="2963" y="4041"/>
                  </a:moveTo>
                  <a:lnTo>
                    <a:pt x="3030" y="4108"/>
                  </a:lnTo>
                  <a:lnTo>
                    <a:pt x="2997" y="4142"/>
                  </a:lnTo>
                  <a:lnTo>
                    <a:pt x="2862" y="4277"/>
                  </a:lnTo>
                  <a:lnTo>
                    <a:pt x="2694" y="4479"/>
                  </a:lnTo>
                  <a:lnTo>
                    <a:pt x="2593" y="4647"/>
                  </a:lnTo>
                  <a:lnTo>
                    <a:pt x="2559" y="4782"/>
                  </a:lnTo>
                  <a:lnTo>
                    <a:pt x="2525" y="4883"/>
                  </a:lnTo>
                  <a:lnTo>
                    <a:pt x="2391" y="4748"/>
                  </a:lnTo>
                  <a:lnTo>
                    <a:pt x="2256" y="4647"/>
                  </a:lnTo>
                  <a:lnTo>
                    <a:pt x="2424" y="4512"/>
                  </a:lnTo>
                  <a:lnTo>
                    <a:pt x="2559" y="4344"/>
                  </a:lnTo>
                  <a:lnTo>
                    <a:pt x="2761" y="4176"/>
                  </a:lnTo>
                  <a:lnTo>
                    <a:pt x="2963" y="4041"/>
                  </a:lnTo>
                  <a:close/>
                  <a:moveTo>
                    <a:pt x="6565" y="1"/>
                  </a:moveTo>
                  <a:lnTo>
                    <a:pt x="6498" y="34"/>
                  </a:lnTo>
                  <a:lnTo>
                    <a:pt x="5959" y="371"/>
                  </a:lnTo>
                  <a:lnTo>
                    <a:pt x="5690" y="573"/>
                  </a:lnTo>
                  <a:lnTo>
                    <a:pt x="5454" y="809"/>
                  </a:lnTo>
                  <a:lnTo>
                    <a:pt x="5219" y="1078"/>
                  </a:lnTo>
                  <a:lnTo>
                    <a:pt x="5017" y="1347"/>
                  </a:lnTo>
                  <a:lnTo>
                    <a:pt x="4848" y="1650"/>
                  </a:lnTo>
                  <a:lnTo>
                    <a:pt x="4747" y="1953"/>
                  </a:lnTo>
                  <a:lnTo>
                    <a:pt x="4613" y="1785"/>
                  </a:lnTo>
                  <a:lnTo>
                    <a:pt x="4444" y="1650"/>
                  </a:lnTo>
                  <a:lnTo>
                    <a:pt x="4377" y="1617"/>
                  </a:lnTo>
                  <a:lnTo>
                    <a:pt x="4343" y="1650"/>
                  </a:lnTo>
                  <a:lnTo>
                    <a:pt x="4276" y="1684"/>
                  </a:lnTo>
                  <a:lnTo>
                    <a:pt x="4108" y="1953"/>
                  </a:lnTo>
                  <a:lnTo>
                    <a:pt x="3939" y="2189"/>
                  </a:lnTo>
                  <a:lnTo>
                    <a:pt x="3535" y="2627"/>
                  </a:lnTo>
                  <a:lnTo>
                    <a:pt x="3131" y="3031"/>
                  </a:lnTo>
                  <a:lnTo>
                    <a:pt x="2929" y="3267"/>
                  </a:lnTo>
                  <a:lnTo>
                    <a:pt x="2795" y="3536"/>
                  </a:lnTo>
                  <a:lnTo>
                    <a:pt x="2761" y="3536"/>
                  </a:lnTo>
                  <a:lnTo>
                    <a:pt x="2761" y="3570"/>
                  </a:lnTo>
                  <a:lnTo>
                    <a:pt x="2795" y="3704"/>
                  </a:lnTo>
                  <a:lnTo>
                    <a:pt x="2862" y="3839"/>
                  </a:lnTo>
                  <a:lnTo>
                    <a:pt x="2626" y="3974"/>
                  </a:lnTo>
                  <a:lnTo>
                    <a:pt x="2458" y="4142"/>
                  </a:lnTo>
                  <a:lnTo>
                    <a:pt x="2222" y="4378"/>
                  </a:lnTo>
                  <a:lnTo>
                    <a:pt x="2155" y="4479"/>
                  </a:lnTo>
                  <a:lnTo>
                    <a:pt x="2087" y="4613"/>
                  </a:lnTo>
                  <a:lnTo>
                    <a:pt x="2087" y="4681"/>
                  </a:lnTo>
                  <a:lnTo>
                    <a:pt x="2121" y="4714"/>
                  </a:lnTo>
                  <a:lnTo>
                    <a:pt x="2188" y="4849"/>
                  </a:lnTo>
                  <a:lnTo>
                    <a:pt x="2256" y="4984"/>
                  </a:lnTo>
                  <a:lnTo>
                    <a:pt x="2188" y="5017"/>
                  </a:lnTo>
                  <a:lnTo>
                    <a:pt x="1953" y="5186"/>
                  </a:lnTo>
                  <a:lnTo>
                    <a:pt x="1717" y="5388"/>
                  </a:lnTo>
                  <a:lnTo>
                    <a:pt x="1515" y="5590"/>
                  </a:lnTo>
                  <a:lnTo>
                    <a:pt x="1313" y="5792"/>
                  </a:lnTo>
                  <a:lnTo>
                    <a:pt x="976" y="6263"/>
                  </a:lnTo>
                  <a:lnTo>
                    <a:pt x="707" y="6768"/>
                  </a:lnTo>
                  <a:lnTo>
                    <a:pt x="505" y="7307"/>
                  </a:lnTo>
                  <a:lnTo>
                    <a:pt x="337" y="7879"/>
                  </a:lnTo>
                  <a:lnTo>
                    <a:pt x="202" y="8451"/>
                  </a:lnTo>
                  <a:lnTo>
                    <a:pt x="101" y="9024"/>
                  </a:lnTo>
                  <a:lnTo>
                    <a:pt x="34" y="9663"/>
                  </a:lnTo>
                  <a:lnTo>
                    <a:pt x="0" y="10303"/>
                  </a:lnTo>
                  <a:lnTo>
                    <a:pt x="0" y="10943"/>
                  </a:lnTo>
                  <a:lnTo>
                    <a:pt x="34" y="11583"/>
                  </a:lnTo>
                  <a:lnTo>
                    <a:pt x="135" y="12189"/>
                  </a:lnTo>
                  <a:lnTo>
                    <a:pt x="202" y="12492"/>
                  </a:lnTo>
                  <a:lnTo>
                    <a:pt x="303" y="12795"/>
                  </a:lnTo>
                  <a:lnTo>
                    <a:pt x="404" y="13064"/>
                  </a:lnTo>
                  <a:lnTo>
                    <a:pt x="572" y="13367"/>
                  </a:lnTo>
                  <a:lnTo>
                    <a:pt x="741" y="13636"/>
                  </a:lnTo>
                  <a:lnTo>
                    <a:pt x="909" y="13906"/>
                  </a:lnTo>
                  <a:lnTo>
                    <a:pt x="1347" y="14377"/>
                  </a:lnTo>
                  <a:lnTo>
                    <a:pt x="1784" y="14848"/>
                  </a:lnTo>
                  <a:lnTo>
                    <a:pt x="2289" y="15286"/>
                  </a:lnTo>
                  <a:lnTo>
                    <a:pt x="2761" y="15690"/>
                  </a:lnTo>
                  <a:lnTo>
                    <a:pt x="3266" y="16027"/>
                  </a:lnTo>
                  <a:lnTo>
                    <a:pt x="3535" y="16161"/>
                  </a:lnTo>
                  <a:lnTo>
                    <a:pt x="3805" y="16296"/>
                  </a:lnTo>
                  <a:lnTo>
                    <a:pt x="4108" y="16363"/>
                  </a:lnTo>
                  <a:lnTo>
                    <a:pt x="4377" y="16431"/>
                  </a:lnTo>
                  <a:lnTo>
                    <a:pt x="4680" y="16397"/>
                  </a:lnTo>
                  <a:lnTo>
                    <a:pt x="4983" y="16330"/>
                  </a:lnTo>
                  <a:lnTo>
                    <a:pt x="5151" y="16262"/>
                  </a:lnTo>
                  <a:lnTo>
                    <a:pt x="5320" y="16195"/>
                  </a:lnTo>
                  <a:lnTo>
                    <a:pt x="5623" y="15926"/>
                  </a:lnTo>
                  <a:lnTo>
                    <a:pt x="5858" y="16161"/>
                  </a:lnTo>
                  <a:lnTo>
                    <a:pt x="6094" y="16397"/>
                  </a:lnTo>
                  <a:lnTo>
                    <a:pt x="6229" y="16532"/>
                  </a:lnTo>
                  <a:lnTo>
                    <a:pt x="6431" y="16633"/>
                  </a:lnTo>
                  <a:lnTo>
                    <a:pt x="6801" y="16835"/>
                  </a:lnTo>
                  <a:lnTo>
                    <a:pt x="6801" y="16532"/>
                  </a:lnTo>
                  <a:lnTo>
                    <a:pt x="6532" y="16330"/>
                  </a:lnTo>
                  <a:lnTo>
                    <a:pt x="6296" y="16128"/>
                  </a:lnTo>
                  <a:lnTo>
                    <a:pt x="6060" y="15926"/>
                  </a:lnTo>
                  <a:lnTo>
                    <a:pt x="5858" y="15690"/>
                  </a:lnTo>
                  <a:lnTo>
                    <a:pt x="6262" y="15151"/>
                  </a:lnTo>
                  <a:lnTo>
                    <a:pt x="6599" y="14714"/>
                  </a:lnTo>
                  <a:lnTo>
                    <a:pt x="6801" y="14411"/>
                  </a:lnTo>
                  <a:lnTo>
                    <a:pt x="6801" y="13906"/>
                  </a:lnTo>
                  <a:lnTo>
                    <a:pt x="6229" y="14680"/>
                  </a:lnTo>
                  <a:lnTo>
                    <a:pt x="5623" y="15387"/>
                  </a:lnTo>
                  <a:lnTo>
                    <a:pt x="5252" y="14815"/>
                  </a:lnTo>
                  <a:lnTo>
                    <a:pt x="4882" y="14175"/>
                  </a:lnTo>
                  <a:lnTo>
                    <a:pt x="4613" y="13636"/>
                  </a:lnTo>
                  <a:lnTo>
                    <a:pt x="4343" y="13064"/>
                  </a:lnTo>
                  <a:lnTo>
                    <a:pt x="4141" y="12525"/>
                  </a:lnTo>
                  <a:lnTo>
                    <a:pt x="3973" y="11987"/>
                  </a:lnTo>
                  <a:lnTo>
                    <a:pt x="3838" y="11414"/>
                  </a:lnTo>
                  <a:lnTo>
                    <a:pt x="3771" y="10842"/>
                  </a:lnTo>
                  <a:lnTo>
                    <a:pt x="3771" y="10236"/>
                  </a:lnTo>
                  <a:lnTo>
                    <a:pt x="3838" y="9630"/>
                  </a:lnTo>
                  <a:lnTo>
                    <a:pt x="3939" y="9057"/>
                  </a:lnTo>
                  <a:lnTo>
                    <a:pt x="4007" y="8754"/>
                  </a:lnTo>
                  <a:lnTo>
                    <a:pt x="4108" y="8519"/>
                  </a:lnTo>
                  <a:lnTo>
                    <a:pt x="4242" y="8249"/>
                  </a:lnTo>
                  <a:lnTo>
                    <a:pt x="4411" y="8047"/>
                  </a:lnTo>
                  <a:lnTo>
                    <a:pt x="4613" y="7845"/>
                  </a:lnTo>
                  <a:lnTo>
                    <a:pt x="4882" y="7677"/>
                  </a:lnTo>
                  <a:lnTo>
                    <a:pt x="5084" y="7576"/>
                  </a:lnTo>
                  <a:lnTo>
                    <a:pt x="5320" y="7509"/>
                  </a:lnTo>
                  <a:lnTo>
                    <a:pt x="5555" y="7441"/>
                  </a:lnTo>
                  <a:lnTo>
                    <a:pt x="5791" y="7408"/>
                  </a:lnTo>
                  <a:lnTo>
                    <a:pt x="6262" y="7374"/>
                  </a:lnTo>
                  <a:lnTo>
                    <a:pt x="6734" y="7374"/>
                  </a:lnTo>
                  <a:lnTo>
                    <a:pt x="6801" y="7408"/>
                  </a:lnTo>
                  <a:lnTo>
                    <a:pt x="6801" y="7004"/>
                  </a:lnTo>
                  <a:lnTo>
                    <a:pt x="6128" y="7004"/>
                  </a:lnTo>
                  <a:lnTo>
                    <a:pt x="5791" y="7037"/>
                  </a:lnTo>
                  <a:lnTo>
                    <a:pt x="5454" y="7105"/>
                  </a:lnTo>
                  <a:lnTo>
                    <a:pt x="5151" y="7206"/>
                  </a:lnTo>
                  <a:lnTo>
                    <a:pt x="4848" y="7340"/>
                  </a:lnTo>
                  <a:lnTo>
                    <a:pt x="4579" y="7475"/>
                  </a:lnTo>
                  <a:lnTo>
                    <a:pt x="4377" y="7610"/>
                  </a:lnTo>
                  <a:lnTo>
                    <a:pt x="4175" y="7812"/>
                  </a:lnTo>
                  <a:lnTo>
                    <a:pt x="4007" y="8014"/>
                  </a:lnTo>
                  <a:lnTo>
                    <a:pt x="3872" y="8249"/>
                  </a:lnTo>
                  <a:lnTo>
                    <a:pt x="3771" y="8485"/>
                  </a:lnTo>
                  <a:lnTo>
                    <a:pt x="3704" y="8721"/>
                  </a:lnTo>
                  <a:lnTo>
                    <a:pt x="3636" y="8990"/>
                  </a:lnTo>
                  <a:lnTo>
                    <a:pt x="3502" y="9529"/>
                  </a:lnTo>
                  <a:lnTo>
                    <a:pt x="3434" y="10202"/>
                  </a:lnTo>
                  <a:lnTo>
                    <a:pt x="3434" y="10876"/>
                  </a:lnTo>
                  <a:lnTo>
                    <a:pt x="3434" y="11212"/>
                  </a:lnTo>
                  <a:lnTo>
                    <a:pt x="3502" y="11549"/>
                  </a:lnTo>
                  <a:lnTo>
                    <a:pt x="3569" y="11886"/>
                  </a:lnTo>
                  <a:lnTo>
                    <a:pt x="3636" y="12222"/>
                  </a:lnTo>
                  <a:lnTo>
                    <a:pt x="3872" y="12795"/>
                  </a:lnTo>
                  <a:lnTo>
                    <a:pt x="4108" y="13401"/>
                  </a:lnTo>
                  <a:lnTo>
                    <a:pt x="4714" y="14512"/>
                  </a:lnTo>
                  <a:lnTo>
                    <a:pt x="5017" y="15084"/>
                  </a:lnTo>
                  <a:lnTo>
                    <a:pt x="5387" y="15623"/>
                  </a:lnTo>
                  <a:lnTo>
                    <a:pt x="5320" y="15690"/>
                  </a:lnTo>
                  <a:lnTo>
                    <a:pt x="5084" y="15926"/>
                  </a:lnTo>
                  <a:lnTo>
                    <a:pt x="4815" y="16027"/>
                  </a:lnTo>
                  <a:lnTo>
                    <a:pt x="4545" y="16094"/>
                  </a:lnTo>
                  <a:lnTo>
                    <a:pt x="4276" y="16094"/>
                  </a:lnTo>
                  <a:lnTo>
                    <a:pt x="3973" y="16027"/>
                  </a:lnTo>
                  <a:lnTo>
                    <a:pt x="3670" y="15892"/>
                  </a:lnTo>
                  <a:lnTo>
                    <a:pt x="3367" y="15724"/>
                  </a:lnTo>
                  <a:lnTo>
                    <a:pt x="3098" y="15522"/>
                  </a:lnTo>
                  <a:lnTo>
                    <a:pt x="2795" y="15286"/>
                  </a:lnTo>
                  <a:lnTo>
                    <a:pt x="2525" y="15050"/>
                  </a:lnTo>
                  <a:lnTo>
                    <a:pt x="1986" y="14545"/>
                  </a:lnTo>
                  <a:lnTo>
                    <a:pt x="1549" y="14040"/>
                  </a:lnTo>
                  <a:lnTo>
                    <a:pt x="1178" y="13636"/>
                  </a:lnTo>
                  <a:lnTo>
                    <a:pt x="1010" y="13401"/>
                  </a:lnTo>
                  <a:lnTo>
                    <a:pt x="842" y="13165"/>
                  </a:lnTo>
                  <a:lnTo>
                    <a:pt x="741" y="12929"/>
                  </a:lnTo>
                  <a:lnTo>
                    <a:pt x="606" y="12660"/>
                  </a:lnTo>
                  <a:lnTo>
                    <a:pt x="539" y="12391"/>
                  </a:lnTo>
                  <a:lnTo>
                    <a:pt x="471" y="12121"/>
                  </a:lnTo>
                  <a:lnTo>
                    <a:pt x="370" y="11549"/>
                  </a:lnTo>
                  <a:lnTo>
                    <a:pt x="337" y="10977"/>
                  </a:lnTo>
                  <a:lnTo>
                    <a:pt x="370" y="10404"/>
                  </a:lnTo>
                  <a:lnTo>
                    <a:pt x="471" y="9259"/>
                  </a:lnTo>
                  <a:lnTo>
                    <a:pt x="539" y="8687"/>
                  </a:lnTo>
                  <a:lnTo>
                    <a:pt x="640" y="8148"/>
                  </a:lnTo>
                  <a:lnTo>
                    <a:pt x="808" y="7610"/>
                  </a:lnTo>
                  <a:lnTo>
                    <a:pt x="976" y="7071"/>
                  </a:lnTo>
                  <a:lnTo>
                    <a:pt x="1246" y="6566"/>
                  </a:lnTo>
                  <a:lnTo>
                    <a:pt x="1549" y="6095"/>
                  </a:lnTo>
                  <a:lnTo>
                    <a:pt x="1717" y="5893"/>
                  </a:lnTo>
                  <a:lnTo>
                    <a:pt x="1919" y="5691"/>
                  </a:lnTo>
                  <a:lnTo>
                    <a:pt x="2155" y="5489"/>
                  </a:lnTo>
                  <a:lnTo>
                    <a:pt x="2391" y="5320"/>
                  </a:lnTo>
                  <a:lnTo>
                    <a:pt x="2458" y="5253"/>
                  </a:lnTo>
                  <a:lnTo>
                    <a:pt x="2458" y="5186"/>
                  </a:lnTo>
                  <a:lnTo>
                    <a:pt x="2593" y="5287"/>
                  </a:lnTo>
                  <a:lnTo>
                    <a:pt x="2626" y="5320"/>
                  </a:lnTo>
                  <a:lnTo>
                    <a:pt x="2660" y="5320"/>
                  </a:lnTo>
                  <a:lnTo>
                    <a:pt x="2727" y="5287"/>
                  </a:lnTo>
                  <a:lnTo>
                    <a:pt x="3199" y="4883"/>
                  </a:lnTo>
                  <a:lnTo>
                    <a:pt x="3333" y="4748"/>
                  </a:lnTo>
                  <a:lnTo>
                    <a:pt x="3401" y="4681"/>
                  </a:lnTo>
                  <a:lnTo>
                    <a:pt x="3434" y="4580"/>
                  </a:lnTo>
                  <a:lnTo>
                    <a:pt x="3401" y="4512"/>
                  </a:lnTo>
                  <a:lnTo>
                    <a:pt x="3266" y="4512"/>
                  </a:lnTo>
                  <a:lnTo>
                    <a:pt x="3165" y="4580"/>
                  </a:lnTo>
                  <a:lnTo>
                    <a:pt x="3030" y="4714"/>
                  </a:lnTo>
                  <a:lnTo>
                    <a:pt x="2660" y="5051"/>
                  </a:lnTo>
                  <a:lnTo>
                    <a:pt x="2559" y="4916"/>
                  </a:lnTo>
                  <a:lnTo>
                    <a:pt x="2727" y="4782"/>
                  </a:lnTo>
                  <a:lnTo>
                    <a:pt x="2828" y="4613"/>
                  </a:lnTo>
                  <a:lnTo>
                    <a:pt x="2997" y="4445"/>
                  </a:lnTo>
                  <a:lnTo>
                    <a:pt x="3131" y="4277"/>
                  </a:lnTo>
                  <a:lnTo>
                    <a:pt x="3165" y="4243"/>
                  </a:lnTo>
                  <a:lnTo>
                    <a:pt x="3333" y="4411"/>
                  </a:lnTo>
                  <a:lnTo>
                    <a:pt x="3502" y="4512"/>
                  </a:lnTo>
                  <a:lnTo>
                    <a:pt x="3670" y="4546"/>
                  </a:lnTo>
                  <a:lnTo>
                    <a:pt x="3838" y="4546"/>
                  </a:lnTo>
                  <a:lnTo>
                    <a:pt x="3939" y="4479"/>
                  </a:lnTo>
                  <a:lnTo>
                    <a:pt x="3973" y="4445"/>
                  </a:lnTo>
                  <a:lnTo>
                    <a:pt x="4007" y="4411"/>
                  </a:lnTo>
                  <a:lnTo>
                    <a:pt x="4108" y="4176"/>
                  </a:lnTo>
                  <a:lnTo>
                    <a:pt x="4242" y="3974"/>
                  </a:lnTo>
                  <a:lnTo>
                    <a:pt x="4411" y="3772"/>
                  </a:lnTo>
                  <a:lnTo>
                    <a:pt x="4613" y="3603"/>
                  </a:lnTo>
                  <a:lnTo>
                    <a:pt x="4882" y="3334"/>
                  </a:lnTo>
                  <a:lnTo>
                    <a:pt x="5118" y="3031"/>
                  </a:lnTo>
                  <a:lnTo>
                    <a:pt x="5353" y="2762"/>
                  </a:lnTo>
                  <a:lnTo>
                    <a:pt x="5555" y="2425"/>
                  </a:lnTo>
                  <a:lnTo>
                    <a:pt x="5589" y="2324"/>
                  </a:lnTo>
                  <a:lnTo>
                    <a:pt x="5522" y="2256"/>
                  </a:lnTo>
                  <a:lnTo>
                    <a:pt x="5454" y="2256"/>
                  </a:lnTo>
                  <a:lnTo>
                    <a:pt x="5387" y="2290"/>
                  </a:lnTo>
                  <a:lnTo>
                    <a:pt x="5286" y="2391"/>
                  </a:lnTo>
                  <a:lnTo>
                    <a:pt x="5252" y="2357"/>
                  </a:lnTo>
                  <a:lnTo>
                    <a:pt x="5623" y="1852"/>
                  </a:lnTo>
                  <a:lnTo>
                    <a:pt x="5993" y="1280"/>
                  </a:lnTo>
                  <a:lnTo>
                    <a:pt x="6666" y="169"/>
                  </a:lnTo>
                  <a:lnTo>
                    <a:pt x="6666" y="102"/>
                  </a:lnTo>
                  <a:lnTo>
                    <a:pt x="6633" y="34"/>
                  </a:lnTo>
                  <a:lnTo>
                    <a:pt x="656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685" name="Google Shape;685;p5"/>
          <p:cNvGrpSpPr/>
          <p:nvPr/>
        </p:nvGrpSpPr>
        <p:grpSpPr>
          <a:xfrm>
            <a:off x="1841376" y="4540815"/>
            <a:ext cx="1110494" cy="612269"/>
            <a:chOff x="1003176" y="4540815"/>
            <a:chExt cx="1110494" cy="612269"/>
          </a:xfrm>
        </p:grpSpPr>
        <p:sp>
          <p:nvSpPr>
            <p:cNvPr id="686" name="Google Shape;686;p5"/>
            <p:cNvSpPr/>
            <p:nvPr/>
          </p:nvSpPr>
          <p:spPr>
            <a:xfrm>
              <a:off x="1003176" y="4540815"/>
              <a:ext cx="1110494" cy="612269"/>
            </a:xfrm>
            <a:custGeom>
              <a:avLst/>
              <a:gdLst/>
              <a:ahLst/>
              <a:cxnLst/>
              <a:rect l="l" t="t" r="r" b="b"/>
              <a:pathLst>
                <a:path w="22289" h="12289" extrusionOk="0">
                  <a:moveTo>
                    <a:pt x="472" y="5757"/>
                  </a:moveTo>
                  <a:lnTo>
                    <a:pt x="674" y="6262"/>
                  </a:lnTo>
                  <a:lnTo>
                    <a:pt x="943" y="6734"/>
                  </a:lnTo>
                  <a:lnTo>
                    <a:pt x="606" y="6734"/>
                  </a:lnTo>
                  <a:lnTo>
                    <a:pt x="438" y="6666"/>
                  </a:lnTo>
                  <a:lnTo>
                    <a:pt x="270" y="6565"/>
                  </a:lnTo>
                  <a:lnTo>
                    <a:pt x="169" y="6464"/>
                  </a:lnTo>
                  <a:lnTo>
                    <a:pt x="135" y="6363"/>
                  </a:lnTo>
                  <a:lnTo>
                    <a:pt x="135" y="6262"/>
                  </a:lnTo>
                  <a:lnTo>
                    <a:pt x="169" y="6128"/>
                  </a:lnTo>
                  <a:lnTo>
                    <a:pt x="303" y="5926"/>
                  </a:lnTo>
                  <a:lnTo>
                    <a:pt x="472" y="5757"/>
                  </a:lnTo>
                  <a:close/>
                  <a:moveTo>
                    <a:pt x="11414" y="6094"/>
                  </a:moveTo>
                  <a:lnTo>
                    <a:pt x="11548" y="6161"/>
                  </a:lnTo>
                  <a:lnTo>
                    <a:pt x="11717" y="6565"/>
                  </a:lnTo>
                  <a:lnTo>
                    <a:pt x="11784" y="6969"/>
                  </a:lnTo>
                  <a:lnTo>
                    <a:pt x="11548" y="6835"/>
                  </a:lnTo>
                  <a:lnTo>
                    <a:pt x="11245" y="6734"/>
                  </a:lnTo>
                  <a:lnTo>
                    <a:pt x="10976" y="6633"/>
                  </a:lnTo>
                  <a:lnTo>
                    <a:pt x="10673" y="6565"/>
                  </a:lnTo>
                  <a:lnTo>
                    <a:pt x="10875" y="6363"/>
                  </a:lnTo>
                  <a:lnTo>
                    <a:pt x="11077" y="6195"/>
                  </a:lnTo>
                  <a:lnTo>
                    <a:pt x="11178" y="6128"/>
                  </a:lnTo>
                  <a:lnTo>
                    <a:pt x="11279" y="6094"/>
                  </a:lnTo>
                  <a:close/>
                  <a:moveTo>
                    <a:pt x="1852" y="0"/>
                  </a:moveTo>
                  <a:lnTo>
                    <a:pt x="1785" y="34"/>
                  </a:lnTo>
                  <a:lnTo>
                    <a:pt x="1751" y="101"/>
                  </a:lnTo>
                  <a:lnTo>
                    <a:pt x="1549" y="741"/>
                  </a:lnTo>
                  <a:lnTo>
                    <a:pt x="1280" y="1347"/>
                  </a:lnTo>
                  <a:lnTo>
                    <a:pt x="775" y="2559"/>
                  </a:lnTo>
                  <a:lnTo>
                    <a:pt x="573" y="3199"/>
                  </a:lnTo>
                  <a:lnTo>
                    <a:pt x="404" y="3805"/>
                  </a:lnTo>
                  <a:lnTo>
                    <a:pt x="337" y="4141"/>
                  </a:lnTo>
                  <a:lnTo>
                    <a:pt x="303" y="4478"/>
                  </a:lnTo>
                  <a:lnTo>
                    <a:pt x="303" y="4781"/>
                  </a:lnTo>
                  <a:lnTo>
                    <a:pt x="303" y="5151"/>
                  </a:lnTo>
                  <a:lnTo>
                    <a:pt x="371" y="5421"/>
                  </a:lnTo>
                  <a:lnTo>
                    <a:pt x="438" y="5690"/>
                  </a:lnTo>
                  <a:lnTo>
                    <a:pt x="202" y="5825"/>
                  </a:lnTo>
                  <a:lnTo>
                    <a:pt x="135" y="5926"/>
                  </a:lnTo>
                  <a:lnTo>
                    <a:pt x="68" y="6027"/>
                  </a:lnTo>
                  <a:lnTo>
                    <a:pt x="0" y="6128"/>
                  </a:lnTo>
                  <a:lnTo>
                    <a:pt x="0" y="6262"/>
                  </a:lnTo>
                  <a:lnTo>
                    <a:pt x="0" y="6363"/>
                  </a:lnTo>
                  <a:lnTo>
                    <a:pt x="34" y="6498"/>
                  </a:lnTo>
                  <a:lnTo>
                    <a:pt x="101" y="6633"/>
                  </a:lnTo>
                  <a:lnTo>
                    <a:pt x="202" y="6734"/>
                  </a:lnTo>
                  <a:lnTo>
                    <a:pt x="337" y="6801"/>
                  </a:lnTo>
                  <a:lnTo>
                    <a:pt x="472" y="6868"/>
                  </a:lnTo>
                  <a:lnTo>
                    <a:pt x="775" y="6902"/>
                  </a:lnTo>
                  <a:lnTo>
                    <a:pt x="1078" y="6902"/>
                  </a:lnTo>
                  <a:lnTo>
                    <a:pt x="1414" y="7340"/>
                  </a:lnTo>
                  <a:lnTo>
                    <a:pt x="1818" y="7744"/>
                  </a:lnTo>
                  <a:lnTo>
                    <a:pt x="2256" y="8047"/>
                  </a:lnTo>
                  <a:lnTo>
                    <a:pt x="2458" y="8182"/>
                  </a:lnTo>
                  <a:lnTo>
                    <a:pt x="2694" y="8283"/>
                  </a:lnTo>
                  <a:lnTo>
                    <a:pt x="3300" y="8485"/>
                  </a:lnTo>
                  <a:lnTo>
                    <a:pt x="3939" y="8653"/>
                  </a:lnTo>
                  <a:lnTo>
                    <a:pt x="5252" y="8956"/>
                  </a:lnTo>
                  <a:lnTo>
                    <a:pt x="5825" y="9057"/>
                  </a:lnTo>
                  <a:lnTo>
                    <a:pt x="6397" y="9091"/>
                  </a:lnTo>
                  <a:lnTo>
                    <a:pt x="6700" y="9091"/>
                  </a:lnTo>
                  <a:lnTo>
                    <a:pt x="6969" y="9057"/>
                  </a:lnTo>
                  <a:lnTo>
                    <a:pt x="7273" y="9023"/>
                  </a:lnTo>
                  <a:lnTo>
                    <a:pt x="7542" y="8922"/>
                  </a:lnTo>
                  <a:lnTo>
                    <a:pt x="7845" y="8821"/>
                  </a:lnTo>
                  <a:lnTo>
                    <a:pt x="8081" y="8720"/>
                  </a:lnTo>
                  <a:lnTo>
                    <a:pt x="8586" y="8417"/>
                  </a:lnTo>
                  <a:lnTo>
                    <a:pt x="9091" y="8081"/>
                  </a:lnTo>
                  <a:lnTo>
                    <a:pt x="9528" y="7710"/>
                  </a:lnTo>
                  <a:lnTo>
                    <a:pt x="10067" y="7205"/>
                  </a:lnTo>
                  <a:lnTo>
                    <a:pt x="10572" y="6700"/>
                  </a:lnTo>
                  <a:lnTo>
                    <a:pt x="11178" y="6902"/>
                  </a:lnTo>
                  <a:lnTo>
                    <a:pt x="11515" y="7070"/>
                  </a:lnTo>
                  <a:lnTo>
                    <a:pt x="11818" y="7205"/>
                  </a:lnTo>
                  <a:lnTo>
                    <a:pt x="11851" y="7609"/>
                  </a:lnTo>
                  <a:lnTo>
                    <a:pt x="11851" y="8013"/>
                  </a:lnTo>
                  <a:lnTo>
                    <a:pt x="11818" y="8855"/>
                  </a:lnTo>
                  <a:lnTo>
                    <a:pt x="11851" y="9326"/>
                  </a:lnTo>
                  <a:lnTo>
                    <a:pt x="11986" y="9798"/>
                  </a:lnTo>
                  <a:lnTo>
                    <a:pt x="12121" y="10269"/>
                  </a:lnTo>
                  <a:lnTo>
                    <a:pt x="12323" y="10707"/>
                  </a:lnTo>
                  <a:lnTo>
                    <a:pt x="12592" y="11144"/>
                  </a:lnTo>
                  <a:lnTo>
                    <a:pt x="12895" y="11515"/>
                  </a:lnTo>
                  <a:lnTo>
                    <a:pt x="13232" y="11885"/>
                  </a:lnTo>
                  <a:lnTo>
                    <a:pt x="13636" y="12188"/>
                  </a:lnTo>
                  <a:lnTo>
                    <a:pt x="13737" y="12289"/>
                  </a:lnTo>
                  <a:lnTo>
                    <a:pt x="14073" y="12289"/>
                  </a:lnTo>
                  <a:lnTo>
                    <a:pt x="13501" y="11818"/>
                  </a:lnTo>
                  <a:lnTo>
                    <a:pt x="13265" y="11548"/>
                  </a:lnTo>
                  <a:lnTo>
                    <a:pt x="12996" y="11279"/>
                  </a:lnTo>
                  <a:lnTo>
                    <a:pt x="12794" y="11010"/>
                  </a:lnTo>
                  <a:lnTo>
                    <a:pt x="12592" y="10707"/>
                  </a:lnTo>
                  <a:lnTo>
                    <a:pt x="12424" y="10404"/>
                  </a:lnTo>
                  <a:lnTo>
                    <a:pt x="12255" y="10067"/>
                  </a:lnTo>
                  <a:lnTo>
                    <a:pt x="12188" y="9798"/>
                  </a:lnTo>
                  <a:lnTo>
                    <a:pt x="12121" y="9562"/>
                  </a:lnTo>
                  <a:lnTo>
                    <a:pt x="12087" y="9023"/>
                  </a:lnTo>
                  <a:lnTo>
                    <a:pt x="12087" y="8451"/>
                  </a:lnTo>
                  <a:lnTo>
                    <a:pt x="12087" y="7912"/>
                  </a:lnTo>
                  <a:lnTo>
                    <a:pt x="12087" y="7340"/>
                  </a:lnTo>
                  <a:lnTo>
                    <a:pt x="12053" y="7070"/>
                  </a:lnTo>
                  <a:lnTo>
                    <a:pt x="11986" y="6835"/>
                  </a:lnTo>
                  <a:lnTo>
                    <a:pt x="11919" y="6565"/>
                  </a:lnTo>
                  <a:lnTo>
                    <a:pt x="11818" y="6363"/>
                  </a:lnTo>
                  <a:lnTo>
                    <a:pt x="11683" y="6128"/>
                  </a:lnTo>
                  <a:lnTo>
                    <a:pt x="11481" y="5926"/>
                  </a:lnTo>
                  <a:lnTo>
                    <a:pt x="11346" y="5825"/>
                  </a:lnTo>
                  <a:lnTo>
                    <a:pt x="11279" y="5791"/>
                  </a:lnTo>
                  <a:lnTo>
                    <a:pt x="11245" y="5825"/>
                  </a:lnTo>
                  <a:lnTo>
                    <a:pt x="10437" y="6565"/>
                  </a:lnTo>
                  <a:lnTo>
                    <a:pt x="9663" y="7306"/>
                  </a:lnTo>
                  <a:lnTo>
                    <a:pt x="9225" y="7676"/>
                  </a:lnTo>
                  <a:lnTo>
                    <a:pt x="8788" y="7979"/>
                  </a:lnTo>
                  <a:lnTo>
                    <a:pt x="8350" y="8283"/>
                  </a:lnTo>
                  <a:lnTo>
                    <a:pt x="7879" y="8552"/>
                  </a:lnTo>
                  <a:lnTo>
                    <a:pt x="7576" y="8687"/>
                  </a:lnTo>
                  <a:lnTo>
                    <a:pt x="7306" y="8754"/>
                  </a:lnTo>
                  <a:lnTo>
                    <a:pt x="7003" y="8821"/>
                  </a:lnTo>
                  <a:lnTo>
                    <a:pt x="6734" y="8855"/>
                  </a:lnTo>
                  <a:lnTo>
                    <a:pt x="6128" y="8855"/>
                  </a:lnTo>
                  <a:lnTo>
                    <a:pt x="5522" y="8788"/>
                  </a:lnTo>
                  <a:lnTo>
                    <a:pt x="4916" y="8687"/>
                  </a:lnTo>
                  <a:lnTo>
                    <a:pt x="4310" y="8518"/>
                  </a:lnTo>
                  <a:lnTo>
                    <a:pt x="3165" y="8215"/>
                  </a:lnTo>
                  <a:lnTo>
                    <a:pt x="2896" y="8114"/>
                  </a:lnTo>
                  <a:lnTo>
                    <a:pt x="2593" y="7979"/>
                  </a:lnTo>
                  <a:lnTo>
                    <a:pt x="2357" y="7845"/>
                  </a:lnTo>
                  <a:lnTo>
                    <a:pt x="2088" y="7643"/>
                  </a:lnTo>
                  <a:lnTo>
                    <a:pt x="1852" y="7441"/>
                  </a:lnTo>
                  <a:lnTo>
                    <a:pt x="1650" y="7239"/>
                  </a:lnTo>
                  <a:lnTo>
                    <a:pt x="1448" y="6969"/>
                  </a:lnTo>
                  <a:lnTo>
                    <a:pt x="1246" y="6734"/>
                  </a:lnTo>
                  <a:lnTo>
                    <a:pt x="1078" y="6464"/>
                  </a:lnTo>
                  <a:lnTo>
                    <a:pt x="943" y="6161"/>
                  </a:lnTo>
                  <a:lnTo>
                    <a:pt x="808" y="5892"/>
                  </a:lnTo>
                  <a:lnTo>
                    <a:pt x="707" y="5589"/>
                  </a:lnTo>
                  <a:lnTo>
                    <a:pt x="606" y="5286"/>
                  </a:lnTo>
                  <a:lnTo>
                    <a:pt x="573" y="5017"/>
                  </a:lnTo>
                  <a:lnTo>
                    <a:pt x="539" y="4714"/>
                  </a:lnTo>
                  <a:lnTo>
                    <a:pt x="539" y="4411"/>
                  </a:lnTo>
                  <a:lnTo>
                    <a:pt x="606" y="3872"/>
                  </a:lnTo>
                  <a:lnTo>
                    <a:pt x="707" y="3333"/>
                  </a:lnTo>
                  <a:lnTo>
                    <a:pt x="909" y="2828"/>
                  </a:lnTo>
                  <a:lnTo>
                    <a:pt x="1111" y="2290"/>
                  </a:lnTo>
                  <a:lnTo>
                    <a:pt x="1549" y="1280"/>
                  </a:lnTo>
                  <a:lnTo>
                    <a:pt x="1751" y="775"/>
                  </a:lnTo>
                  <a:lnTo>
                    <a:pt x="1953" y="236"/>
                  </a:lnTo>
                  <a:lnTo>
                    <a:pt x="3266" y="472"/>
                  </a:lnTo>
                  <a:lnTo>
                    <a:pt x="4545" y="741"/>
                  </a:lnTo>
                  <a:lnTo>
                    <a:pt x="5858" y="1044"/>
                  </a:lnTo>
                  <a:lnTo>
                    <a:pt x="7138" y="1381"/>
                  </a:lnTo>
                  <a:lnTo>
                    <a:pt x="8417" y="1751"/>
                  </a:lnTo>
                  <a:lnTo>
                    <a:pt x="9663" y="2189"/>
                  </a:lnTo>
                  <a:lnTo>
                    <a:pt x="10909" y="2626"/>
                  </a:lnTo>
                  <a:lnTo>
                    <a:pt x="12154" y="3098"/>
                  </a:lnTo>
                  <a:lnTo>
                    <a:pt x="13434" y="3636"/>
                  </a:lnTo>
                  <a:lnTo>
                    <a:pt x="14713" y="4209"/>
                  </a:lnTo>
                  <a:lnTo>
                    <a:pt x="17238" y="5387"/>
                  </a:lnTo>
                  <a:lnTo>
                    <a:pt x="19763" y="6633"/>
                  </a:lnTo>
                  <a:lnTo>
                    <a:pt x="20336" y="6902"/>
                  </a:lnTo>
                  <a:lnTo>
                    <a:pt x="20706" y="7070"/>
                  </a:lnTo>
                  <a:lnTo>
                    <a:pt x="21076" y="7272"/>
                  </a:lnTo>
                  <a:lnTo>
                    <a:pt x="21413" y="7508"/>
                  </a:lnTo>
                  <a:lnTo>
                    <a:pt x="21716" y="7744"/>
                  </a:lnTo>
                  <a:lnTo>
                    <a:pt x="21851" y="7878"/>
                  </a:lnTo>
                  <a:lnTo>
                    <a:pt x="21952" y="8013"/>
                  </a:lnTo>
                  <a:lnTo>
                    <a:pt x="22019" y="8148"/>
                  </a:lnTo>
                  <a:lnTo>
                    <a:pt x="22053" y="8316"/>
                  </a:lnTo>
                  <a:lnTo>
                    <a:pt x="21548" y="9461"/>
                  </a:lnTo>
                  <a:lnTo>
                    <a:pt x="21009" y="10606"/>
                  </a:lnTo>
                  <a:lnTo>
                    <a:pt x="20605" y="11447"/>
                  </a:lnTo>
                  <a:lnTo>
                    <a:pt x="20167" y="12289"/>
                  </a:lnTo>
                  <a:lnTo>
                    <a:pt x="20470" y="12289"/>
                  </a:lnTo>
                  <a:lnTo>
                    <a:pt x="20773" y="11582"/>
                  </a:lnTo>
                  <a:lnTo>
                    <a:pt x="21076" y="10942"/>
                  </a:lnTo>
                  <a:lnTo>
                    <a:pt x="21649" y="9764"/>
                  </a:lnTo>
                  <a:lnTo>
                    <a:pt x="21884" y="9158"/>
                  </a:lnTo>
                  <a:lnTo>
                    <a:pt x="22019" y="8855"/>
                  </a:lnTo>
                  <a:lnTo>
                    <a:pt x="22086" y="8518"/>
                  </a:lnTo>
                  <a:lnTo>
                    <a:pt x="22154" y="8552"/>
                  </a:lnTo>
                  <a:lnTo>
                    <a:pt x="22221" y="8552"/>
                  </a:lnTo>
                  <a:lnTo>
                    <a:pt x="22255" y="8518"/>
                  </a:lnTo>
                  <a:lnTo>
                    <a:pt x="22288" y="8451"/>
                  </a:lnTo>
                  <a:lnTo>
                    <a:pt x="22255" y="8215"/>
                  </a:lnTo>
                  <a:lnTo>
                    <a:pt x="22187" y="8047"/>
                  </a:lnTo>
                  <a:lnTo>
                    <a:pt x="22086" y="7845"/>
                  </a:lnTo>
                  <a:lnTo>
                    <a:pt x="21952" y="7710"/>
                  </a:lnTo>
                  <a:lnTo>
                    <a:pt x="21581" y="7407"/>
                  </a:lnTo>
                  <a:lnTo>
                    <a:pt x="21245" y="7171"/>
                  </a:lnTo>
                  <a:lnTo>
                    <a:pt x="20639" y="6801"/>
                  </a:lnTo>
                  <a:lnTo>
                    <a:pt x="19999" y="6498"/>
                  </a:lnTo>
                  <a:lnTo>
                    <a:pt x="18720" y="5858"/>
                  </a:lnTo>
                  <a:lnTo>
                    <a:pt x="17339" y="5185"/>
                  </a:lnTo>
                  <a:lnTo>
                    <a:pt x="15959" y="4545"/>
                  </a:lnTo>
                  <a:lnTo>
                    <a:pt x="14578" y="3906"/>
                  </a:lnTo>
                  <a:lnTo>
                    <a:pt x="13164" y="3300"/>
                  </a:lnTo>
                  <a:lnTo>
                    <a:pt x="11851" y="2761"/>
                  </a:lnTo>
                  <a:lnTo>
                    <a:pt x="10538" y="2256"/>
                  </a:lnTo>
                  <a:lnTo>
                    <a:pt x="9192" y="1785"/>
                  </a:lnTo>
                  <a:lnTo>
                    <a:pt x="7845" y="1381"/>
                  </a:lnTo>
                  <a:lnTo>
                    <a:pt x="6397" y="943"/>
                  </a:lnTo>
                  <a:lnTo>
                    <a:pt x="4949" y="573"/>
                  </a:lnTo>
                  <a:lnTo>
                    <a:pt x="4209" y="438"/>
                  </a:lnTo>
                  <a:lnTo>
                    <a:pt x="3468" y="270"/>
                  </a:lnTo>
                  <a:lnTo>
                    <a:pt x="2727" y="169"/>
                  </a:lnTo>
                  <a:lnTo>
                    <a:pt x="1987" y="101"/>
                  </a:lnTo>
                  <a:lnTo>
                    <a:pt x="1919" y="34"/>
                  </a:lnTo>
                  <a:lnTo>
                    <a:pt x="185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87" name="Google Shape;687;p5"/>
            <p:cNvSpPr/>
            <p:nvPr/>
          </p:nvSpPr>
          <p:spPr>
            <a:xfrm>
              <a:off x="1058529" y="4589442"/>
              <a:ext cx="471371" cy="375811"/>
            </a:xfrm>
            <a:custGeom>
              <a:avLst/>
              <a:gdLst/>
              <a:ahLst/>
              <a:cxnLst/>
              <a:rect l="l" t="t" r="r" b="b"/>
              <a:pathLst>
                <a:path w="9461" h="7543" extrusionOk="0">
                  <a:moveTo>
                    <a:pt x="3805" y="472"/>
                  </a:moveTo>
                  <a:lnTo>
                    <a:pt x="4377" y="573"/>
                  </a:lnTo>
                  <a:lnTo>
                    <a:pt x="4916" y="708"/>
                  </a:lnTo>
                  <a:lnTo>
                    <a:pt x="5488" y="876"/>
                  </a:lnTo>
                  <a:lnTo>
                    <a:pt x="6027" y="1044"/>
                  </a:lnTo>
                  <a:lnTo>
                    <a:pt x="6566" y="1246"/>
                  </a:lnTo>
                  <a:lnTo>
                    <a:pt x="7104" y="1482"/>
                  </a:lnTo>
                  <a:lnTo>
                    <a:pt x="7643" y="1718"/>
                  </a:lnTo>
                  <a:lnTo>
                    <a:pt x="8182" y="1953"/>
                  </a:lnTo>
                  <a:lnTo>
                    <a:pt x="8586" y="2223"/>
                  </a:lnTo>
                  <a:lnTo>
                    <a:pt x="8754" y="2357"/>
                  </a:lnTo>
                  <a:lnTo>
                    <a:pt x="8922" y="2526"/>
                  </a:lnTo>
                  <a:lnTo>
                    <a:pt x="9023" y="2694"/>
                  </a:lnTo>
                  <a:lnTo>
                    <a:pt x="9124" y="2896"/>
                  </a:lnTo>
                  <a:lnTo>
                    <a:pt x="9192" y="3132"/>
                  </a:lnTo>
                  <a:lnTo>
                    <a:pt x="9225" y="3367"/>
                  </a:lnTo>
                  <a:lnTo>
                    <a:pt x="9192" y="3670"/>
                  </a:lnTo>
                  <a:lnTo>
                    <a:pt x="6498" y="2088"/>
                  </a:lnTo>
                  <a:lnTo>
                    <a:pt x="3805" y="472"/>
                  </a:lnTo>
                  <a:close/>
                  <a:moveTo>
                    <a:pt x="2256" y="203"/>
                  </a:moveTo>
                  <a:lnTo>
                    <a:pt x="2290" y="236"/>
                  </a:lnTo>
                  <a:lnTo>
                    <a:pt x="2323" y="270"/>
                  </a:lnTo>
                  <a:lnTo>
                    <a:pt x="2896" y="337"/>
                  </a:lnTo>
                  <a:lnTo>
                    <a:pt x="3502" y="405"/>
                  </a:lnTo>
                  <a:lnTo>
                    <a:pt x="3771" y="708"/>
                  </a:lnTo>
                  <a:lnTo>
                    <a:pt x="4074" y="943"/>
                  </a:lnTo>
                  <a:lnTo>
                    <a:pt x="4377" y="1179"/>
                  </a:lnTo>
                  <a:lnTo>
                    <a:pt x="4747" y="1415"/>
                  </a:lnTo>
                  <a:lnTo>
                    <a:pt x="5454" y="1819"/>
                  </a:lnTo>
                  <a:lnTo>
                    <a:pt x="6128" y="2189"/>
                  </a:lnTo>
                  <a:lnTo>
                    <a:pt x="9124" y="3940"/>
                  </a:lnTo>
                  <a:lnTo>
                    <a:pt x="9124" y="3940"/>
                  </a:lnTo>
                  <a:lnTo>
                    <a:pt x="7879" y="3603"/>
                  </a:lnTo>
                  <a:lnTo>
                    <a:pt x="7205" y="3435"/>
                  </a:lnTo>
                  <a:lnTo>
                    <a:pt x="6498" y="3300"/>
                  </a:lnTo>
                  <a:lnTo>
                    <a:pt x="5825" y="3199"/>
                  </a:lnTo>
                  <a:lnTo>
                    <a:pt x="5084" y="3132"/>
                  </a:lnTo>
                  <a:lnTo>
                    <a:pt x="4377" y="3098"/>
                  </a:lnTo>
                  <a:lnTo>
                    <a:pt x="3670" y="3098"/>
                  </a:lnTo>
                  <a:lnTo>
                    <a:pt x="3670" y="3064"/>
                  </a:lnTo>
                  <a:lnTo>
                    <a:pt x="3636" y="3031"/>
                  </a:lnTo>
                  <a:lnTo>
                    <a:pt x="2896" y="2627"/>
                  </a:lnTo>
                  <a:lnTo>
                    <a:pt x="2121" y="2256"/>
                  </a:lnTo>
                  <a:lnTo>
                    <a:pt x="1414" y="1852"/>
                  </a:lnTo>
                  <a:lnTo>
                    <a:pt x="1010" y="1650"/>
                  </a:lnTo>
                  <a:lnTo>
                    <a:pt x="640" y="1516"/>
                  </a:lnTo>
                  <a:lnTo>
                    <a:pt x="775" y="1280"/>
                  </a:lnTo>
                  <a:lnTo>
                    <a:pt x="943" y="1078"/>
                  </a:lnTo>
                  <a:lnTo>
                    <a:pt x="1111" y="876"/>
                  </a:lnTo>
                  <a:lnTo>
                    <a:pt x="1313" y="708"/>
                  </a:lnTo>
                  <a:lnTo>
                    <a:pt x="1515" y="539"/>
                  </a:lnTo>
                  <a:lnTo>
                    <a:pt x="1751" y="405"/>
                  </a:lnTo>
                  <a:lnTo>
                    <a:pt x="1987" y="304"/>
                  </a:lnTo>
                  <a:lnTo>
                    <a:pt x="2256" y="203"/>
                  </a:lnTo>
                  <a:close/>
                  <a:moveTo>
                    <a:pt x="573" y="1583"/>
                  </a:moveTo>
                  <a:lnTo>
                    <a:pt x="943" y="1819"/>
                  </a:lnTo>
                  <a:lnTo>
                    <a:pt x="1280" y="2021"/>
                  </a:lnTo>
                  <a:lnTo>
                    <a:pt x="2054" y="2425"/>
                  </a:lnTo>
                  <a:lnTo>
                    <a:pt x="2727" y="2795"/>
                  </a:lnTo>
                  <a:lnTo>
                    <a:pt x="3401" y="3132"/>
                  </a:lnTo>
                  <a:lnTo>
                    <a:pt x="2963" y="3165"/>
                  </a:lnTo>
                  <a:lnTo>
                    <a:pt x="2525" y="3266"/>
                  </a:lnTo>
                  <a:lnTo>
                    <a:pt x="2088" y="3367"/>
                  </a:lnTo>
                  <a:lnTo>
                    <a:pt x="1684" y="3502"/>
                  </a:lnTo>
                  <a:lnTo>
                    <a:pt x="1280" y="3637"/>
                  </a:lnTo>
                  <a:lnTo>
                    <a:pt x="876" y="3839"/>
                  </a:lnTo>
                  <a:lnTo>
                    <a:pt x="505" y="4074"/>
                  </a:lnTo>
                  <a:lnTo>
                    <a:pt x="169" y="4344"/>
                  </a:lnTo>
                  <a:lnTo>
                    <a:pt x="135" y="3805"/>
                  </a:lnTo>
                  <a:lnTo>
                    <a:pt x="169" y="3233"/>
                  </a:lnTo>
                  <a:lnTo>
                    <a:pt x="236" y="2728"/>
                  </a:lnTo>
                  <a:lnTo>
                    <a:pt x="337" y="2256"/>
                  </a:lnTo>
                  <a:lnTo>
                    <a:pt x="438" y="1920"/>
                  </a:lnTo>
                  <a:lnTo>
                    <a:pt x="573" y="1583"/>
                  </a:lnTo>
                  <a:close/>
                  <a:moveTo>
                    <a:pt x="4882" y="3334"/>
                  </a:moveTo>
                  <a:lnTo>
                    <a:pt x="5488" y="3401"/>
                  </a:lnTo>
                  <a:lnTo>
                    <a:pt x="6094" y="3468"/>
                  </a:lnTo>
                  <a:lnTo>
                    <a:pt x="6667" y="3569"/>
                  </a:lnTo>
                  <a:lnTo>
                    <a:pt x="7879" y="3839"/>
                  </a:lnTo>
                  <a:lnTo>
                    <a:pt x="9057" y="4108"/>
                  </a:lnTo>
                  <a:lnTo>
                    <a:pt x="8855" y="4512"/>
                  </a:lnTo>
                  <a:lnTo>
                    <a:pt x="8586" y="4916"/>
                  </a:lnTo>
                  <a:lnTo>
                    <a:pt x="8518" y="5017"/>
                  </a:lnTo>
                  <a:lnTo>
                    <a:pt x="8485" y="4983"/>
                  </a:lnTo>
                  <a:lnTo>
                    <a:pt x="8451" y="4983"/>
                  </a:lnTo>
                  <a:lnTo>
                    <a:pt x="7172" y="4647"/>
                  </a:lnTo>
                  <a:lnTo>
                    <a:pt x="5892" y="4344"/>
                  </a:lnTo>
                  <a:lnTo>
                    <a:pt x="5252" y="4209"/>
                  </a:lnTo>
                  <a:lnTo>
                    <a:pt x="4613" y="4074"/>
                  </a:lnTo>
                  <a:lnTo>
                    <a:pt x="4310" y="4007"/>
                  </a:lnTo>
                  <a:lnTo>
                    <a:pt x="3973" y="3973"/>
                  </a:lnTo>
                  <a:lnTo>
                    <a:pt x="3670" y="3940"/>
                  </a:lnTo>
                  <a:lnTo>
                    <a:pt x="3367" y="3973"/>
                  </a:lnTo>
                  <a:lnTo>
                    <a:pt x="3165" y="4007"/>
                  </a:lnTo>
                  <a:lnTo>
                    <a:pt x="2997" y="4074"/>
                  </a:lnTo>
                  <a:lnTo>
                    <a:pt x="2694" y="4209"/>
                  </a:lnTo>
                  <a:lnTo>
                    <a:pt x="2391" y="4411"/>
                  </a:lnTo>
                  <a:lnTo>
                    <a:pt x="2088" y="4613"/>
                  </a:lnTo>
                  <a:lnTo>
                    <a:pt x="1381" y="5118"/>
                  </a:lnTo>
                  <a:lnTo>
                    <a:pt x="640" y="5556"/>
                  </a:lnTo>
                  <a:lnTo>
                    <a:pt x="539" y="5455"/>
                  </a:lnTo>
                  <a:lnTo>
                    <a:pt x="404" y="5219"/>
                  </a:lnTo>
                  <a:lnTo>
                    <a:pt x="303" y="4983"/>
                  </a:lnTo>
                  <a:lnTo>
                    <a:pt x="236" y="4748"/>
                  </a:lnTo>
                  <a:lnTo>
                    <a:pt x="169" y="4478"/>
                  </a:lnTo>
                  <a:lnTo>
                    <a:pt x="674" y="4209"/>
                  </a:lnTo>
                  <a:lnTo>
                    <a:pt x="1145" y="3973"/>
                  </a:lnTo>
                  <a:lnTo>
                    <a:pt x="1650" y="3805"/>
                  </a:lnTo>
                  <a:lnTo>
                    <a:pt x="2155" y="3637"/>
                  </a:lnTo>
                  <a:lnTo>
                    <a:pt x="2660" y="3502"/>
                  </a:lnTo>
                  <a:lnTo>
                    <a:pt x="3165" y="3401"/>
                  </a:lnTo>
                  <a:lnTo>
                    <a:pt x="3704" y="3367"/>
                  </a:lnTo>
                  <a:lnTo>
                    <a:pt x="4276" y="3334"/>
                  </a:lnTo>
                  <a:close/>
                  <a:moveTo>
                    <a:pt x="3838" y="4108"/>
                  </a:moveTo>
                  <a:lnTo>
                    <a:pt x="4175" y="4142"/>
                  </a:lnTo>
                  <a:lnTo>
                    <a:pt x="4512" y="4209"/>
                  </a:lnTo>
                  <a:lnTo>
                    <a:pt x="5219" y="4377"/>
                  </a:lnTo>
                  <a:lnTo>
                    <a:pt x="5825" y="4546"/>
                  </a:lnTo>
                  <a:lnTo>
                    <a:pt x="7104" y="4849"/>
                  </a:lnTo>
                  <a:lnTo>
                    <a:pt x="8417" y="5152"/>
                  </a:lnTo>
                  <a:lnTo>
                    <a:pt x="8013" y="5690"/>
                  </a:lnTo>
                  <a:lnTo>
                    <a:pt x="7542" y="6195"/>
                  </a:lnTo>
                  <a:lnTo>
                    <a:pt x="7003" y="6633"/>
                  </a:lnTo>
                  <a:lnTo>
                    <a:pt x="6465" y="7003"/>
                  </a:lnTo>
                  <a:lnTo>
                    <a:pt x="6263" y="7105"/>
                  </a:lnTo>
                  <a:lnTo>
                    <a:pt x="6094" y="7206"/>
                  </a:lnTo>
                  <a:lnTo>
                    <a:pt x="5690" y="7307"/>
                  </a:lnTo>
                  <a:lnTo>
                    <a:pt x="5252" y="7340"/>
                  </a:lnTo>
                  <a:lnTo>
                    <a:pt x="4848" y="7307"/>
                  </a:lnTo>
                  <a:lnTo>
                    <a:pt x="4411" y="7273"/>
                  </a:lnTo>
                  <a:lnTo>
                    <a:pt x="4007" y="7172"/>
                  </a:lnTo>
                  <a:lnTo>
                    <a:pt x="3199" y="6936"/>
                  </a:lnTo>
                  <a:lnTo>
                    <a:pt x="2525" y="6734"/>
                  </a:lnTo>
                  <a:lnTo>
                    <a:pt x="1886" y="6465"/>
                  </a:lnTo>
                  <a:lnTo>
                    <a:pt x="1549" y="6296"/>
                  </a:lnTo>
                  <a:lnTo>
                    <a:pt x="1246" y="6128"/>
                  </a:lnTo>
                  <a:lnTo>
                    <a:pt x="977" y="5926"/>
                  </a:lnTo>
                  <a:lnTo>
                    <a:pt x="741" y="5657"/>
                  </a:lnTo>
                  <a:lnTo>
                    <a:pt x="1044" y="5589"/>
                  </a:lnTo>
                  <a:lnTo>
                    <a:pt x="1381" y="5421"/>
                  </a:lnTo>
                  <a:lnTo>
                    <a:pt x="1684" y="5219"/>
                  </a:lnTo>
                  <a:lnTo>
                    <a:pt x="1987" y="4983"/>
                  </a:lnTo>
                  <a:lnTo>
                    <a:pt x="2593" y="4512"/>
                  </a:lnTo>
                  <a:lnTo>
                    <a:pt x="2896" y="4344"/>
                  </a:lnTo>
                  <a:lnTo>
                    <a:pt x="3199" y="4209"/>
                  </a:lnTo>
                  <a:lnTo>
                    <a:pt x="3502" y="4142"/>
                  </a:lnTo>
                  <a:lnTo>
                    <a:pt x="3838" y="4108"/>
                  </a:lnTo>
                  <a:close/>
                  <a:moveTo>
                    <a:pt x="2323" y="1"/>
                  </a:moveTo>
                  <a:lnTo>
                    <a:pt x="1953" y="68"/>
                  </a:lnTo>
                  <a:lnTo>
                    <a:pt x="1616" y="169"/>
                  </a:lnTo>
                  <a:lnTo>
                    <a:pt x="1313" y="337"/>
                  </a:lnTo>
                  <a:lnTo>
                    <a:pt x="1044" y="573"/>
                  </a:lnTo>
                  <a:lnTo>
                    <a:pt x="808" y="842"/>
                  </a:lnTo>
                  <a:lnTo>
                    <a:pt x="606" y="1145"/>
                  </a:lnTo>
                  <a:lnTo>
                    <a:pt x="438" y="1482"/>
                  </a:lnTo>
                  <a:lnTo>
                    <a:pt x="303" y="1819"/>
                  </a:lnTo>
                  <a:lnTo>
                    <a:pt x="202" y="2189"/>
                  </a:lnTo>
                  <a:lnTo>
                    <a:pt x="101" y="2593"/>
                  </a:lnTo>
                  <a:lnTo>
                    <a:pt x="34" y="2963"/>
                  </a:lnTo>
                  <a:lnTo>
                    <a:pt x="0" y="3367"/>
                  </a:lnTo>
                  <a:lnTo>
                    <a:pt x="0" y="3738"/>
                  </a:lnTo>
                  <a:lnTo>
                    <a:pt x="0" y="4445"/>
                  </a:lnTo>
                  <a:lnTo>
                    <a:pt x="0" y="4478"/>
                  </a:lnTo>
                  <a:lnTo>
                    <a:pt x="0" y="4512"/>
                  </a:lnTo>
                  <a:lnTo>
                    <a:pt x="0" y="4546"/>
                  </a:lnTo>
                  <a:lnTo>
                    <a:pt x="34" y="4781"/>
                  </a:lnTo>
                  <a:lnTo>
                    <a:pt x="68" y="4950"/>
                  </a:lnTo>
                  <a:lnTo>
                    <a:pt x="135" y="5152"/>
                  </a:lnTo>
                  <a:lnTo>
                    <a:pt x="303" y="5455"/>
                  </a:lnTo>
                  <a:lnTo>
                    <a:pt x="539" y="5758"/>
                  </a:lnTo>
                  <a:lnTo>
                    <a:pt x="808" y="6027"/>
                  </a:lnTo>
                  <a:lnTo>
                    <a:pt x="1111" y="6263"/>
                  </a:lnTo>
                  <a:lnTo>
                    <a:pt x="1414" y="6465"/>
                  </a:lnTo>
                  <a:lnTo>
                    <a:pt x="1751" y="6633"/>
                  </a:lnTo>
                  <a:lnTo>
                    <a:pt x="2088" y="6768"/>
                  </a:lnTo>
                  <a:lnTo>
                    <a:pt x="2929" y="7105"/>
                  </a:lnTo>
                  <a:lnTo>
                    <a:pt x="3401" y="7273"/>
                  </a:lnTo>
                  <a:lnTo>
                    <a:pt x="3872" y="7374"/>
                  </a:lnTo>
                  <a:lnTo>
                    <a:pt x="4343" y="7475"/>
                  </a:lnTo>
                  <a:lnTo>
                    <a:pt x="4815" y="7542"/>
                  </a:lnTo>
                  <a:lnTo>
                    <a:pt x="5286" y="7542"/>
                  </a:lnTo>
                  <a:lnTo>
                    <a:pt x="5724" y="7475"/>
                  </a:lnTo>
                  <a:lnTo>
                    <a:pt x="6162" y="7374"/>
                  </a:lnTo>
                  <a:lnTo>
                    <a:pt x="6532" y="7172"/>
                  </a:lnTo>
                  <a:lnTo>
                    <a:pt x="6936" y="6970"/>
                  </a:lnTo>
                  <a:lnTo>
                    <a:pt x="7273" y="6700"/>
                  </a:lnTo>
                  <a:lnTo>
                    <a:pt x="7609" y="6397"/>
                  </a:lnTo>
                  <a:lnTo>
                    <a:pt x="7912" y="6061"/>
                  </a:lnTo>
                  <a:lnTo>
                    <a:pt x="8485" y="5387"/>
                  </a:lnTo>
                  <a:lnTo>
                    <a:pt x="8720" y="5118"/>
                  </a:lnTo>
                  <a:lnTo>
                    <a:pt x="8922" y="4781"/>
                  </a:lnTo>
                  <a:lnTo>
                    <a:pt x="9124" y="4411"/>
                  </a:lnTo>
                  <a:lnTo>
                    <a:pt x="9293" y="4041"/>
                  </a:lnTo>
                  <a:lnTo>
                    <a:pt x="9394" y="4041"/>
                  </a:lnTo>
                  <a:lnTo>
                    <a:pt x="9461" y="3973"/>
                  </a:lnTo>
                  <a:lnTo>
                    <a:pt x="9461" y="3872"/>
                  </a:lnTo>
                  <a:lnTo>
                    <a:pt x="9461" y="3839"/>
                  </a:lnTo>
                  <a:lnTo>
                    <a:pt x="9427" y="3805"/>
                  </a:lnTo>
                  <a:lnTo>
                    <a:pt x="9394" y="3771"/>
                  </a:lnTo>
                  <a:lnTo>
                    <a:pt x="9427" y="3502"/>
                  </a:lnTo>
                  <a:lnTo>
                    <a:pt x="9427" y="3233"/>
                  </a:lnTo>
                  <a:lnTo>
                    <a:pt x="9394" y="2997"/>
                  </a:lnTo>
                  <a:lnTo>
                    <a:pt x="9293" y="2728"/>
                  </a:lnTo>
                  <a:lnTo>
                    <a:pt x="9192" y="2559"/>
                  </a:lnTo>
                  <a:lnTo>
                    <a:pt x="9091" y="2391"/>
                  </a:lnTo>
                  <a:lnTo>
                    <a:pt x="8788" y="2122"/>
                  </a:lnTo>
                  <a:lnTo>
                    <a:pt x="8451" y="1852"/>
                  </a:lnTo>
                  <a:lnTo>
                    <a:pt x="8081" y="1650"/>
                  </a:lnTo>
                  <a:lnTo>
                    <a:pt x="7677" y="1448"/>
                  </a:lnTo>
                  <a:lnTo>
                    <a:pt x="7273" y="1280"/>
                  </a:lnTo>
                  <a:lnTo>
                    <a:pt x="6498" y="1011"/>
                  </a:lnTo>
                  <a:lnTo>
                    <a:pt x="5589" y="674"/>
                  </a:lnTo>
                  <a:lnTo>
                    <a:pt x="4646" y="438"/>
                  </a:lnTo>
                  <a:lnTo>
                    <a:pt x="3704" y="236"/>
                  </a:lnTo>
                  <a:lnTo>
                    <a:pt x="2761" y="102"/>
                  </a:lnTo>
                  <a:lnTo>
                    <a:pt x="2761" y="34"/>
                  </a:lnTo>
                  <a:lnTo>
                    <a:pt x="272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88" name="Google Shape;688;p5"/>
            <p:cNvSpPr/>
            <p:nvPr/>
          </p:nvSpPr>
          <p:spPr>
            <a:xfrm>
              <a:off x="1625509" y="4780661"/>
              <a:ext cx="427776" cy="372423"/>
            </a:xfrm>
            <a:custGeom>
              <a:avLst/>
              <a:gdLst/>
              <a:ahLst/>
              <a:cxnLst/>
              <a:rect l="l" t="t" r="r" b="b"/>
              <a:pathLst>
                <a:path w="8586" h="7475" extrusionOk="0">
                  <a:moveTo>
                    <a:pt x="1582" y="169"/>
                  </a:moveTo>
                  <a:lnTo>
                    <a:pt x="1986" y="236"/>
                  </a:lnTo>
                  <a:lnTo>
                    <a:pt x="2357" y="337"/>
                  </a:lnTo>
                  <a:lnTo>
                    <a:pt x="2761" y="438"/>
                  </a:lnTo>
                  <a:lnTo>
                    <a:pt x="3535" y="708"/>
                  </a:lnTo>
                  <a:lnTo>
                    <a:pt x="4310" y="1011"/>
                  </a:lnTo>
                  <a:lnTo>
                    <a:pt x="5993" y="1684"/>
                  </a:lnTo>
                  <a:lnTo>
                    <a:pt x="7676" y="2458"/>
                  </a:lnTo>
                  <a:lnTo>
                    <a:pt x="7811" y="2526"/>
                  </a:lnTo>
                  <a:lnTo>
                    <a:pt x="7946" y="2627"/>
                  </a:lnTo>
                  <a:lnTo>
                    <a:pt x="8148" y="2829"/>
                  </a:lnTo>
                  <a:lnTo>
                    <a:pt x="8282" y="3098"/>
                  </a:lnTo>
                  <a:lnTo>
                    <a:pt x="8350" y="3368"/>
                  </a:lnTo>
                  <a:lnTo>
                    <a:pt x="8383" y="3671"/>
                  </a:lnTo>
                  <a:lnTo>
                    <a:pt x="8350" y="4007"/>
                  </a:lnTo>
                  <a:lnTo>
                    <a:pt x="8316" y="4344"/>
                  </a:lnTo>
                  <a:lnTo>
                    <a:pt x="8249" y="4681"/>
                  </a:lnTo>
                  <a:lnTo>
                    <a:pt x="7272" y="4344"/>
                  </a:lnTo>
                  <a:lnTo>
                    <a:pt x="6296" y="4007"/>
                  </a:lnTo>
                  <a:lnTo>
                    <a:pt x="4343" y="3401"/>
                  </a:lnTo>
                  <a:lnTo>
                    <a:pt x="3367" y="3064"/>
                  </a:lnTo>
                  <a:lnTo>
                    <a:pt x="2357" y="2728"/>
                  </a:lnTo>
                  <a:lnTo>
                    <a:pt x="1347" y="2425"/>
                  </a:lnTo>
                  <a:lnTo>
                    <a:pt x="842" y="2290"/>
                  </a:lnTo>
                  <a:lnTo>
                    <a:pt x="337" y="2189"/>
                  </a:lnTo>
                  <a:lnTo>
                    <a:pt x="370" y="1852"/>
                  </a:lnTo>
                  <a:lnTo>
                    <a:pt x="471" y="1549"/>
                  </a:lnTo>
                  <a:lnTo>
                    <a:pt x="572" y="1246"/>
                  </a:lnTo>
                  <a:lnTo>
                    <a:pt x="707" y="943"/>
                  </a:lnTo>
                  <a:lnTo>
                    <a:pt x="1448" y="1213"/>
                  </a:lnTo>
                  <a:lnTo>
                    <a:pt x="2188" y="1482"/>
                  </a:lnTo>
                  <a:lnTo>
                    <a:pt x="2660" y="1650"/>
                  </a:lnTo>
                  <a:lnTo>
                    <a:pt x="3131" y="1751"/>
                  </a:lnTo>
                  <a:lnTo>
                    <a:pt x="4108" y="1920"/>
                  </a:lnTo>
                  <a:lnTo>
                    <a:pt x="5084" y="2122"/>
                  </a:lnTo>
                  <a:lnTo>
                    <a:pt x="5993" y="2324"/>
                  </a:lnTo>
                  <a:lnTo>
                    <a:pt x="7878" y="2795"/>
                  </a:lnTo>
                  <a:lnTo>
                    <a:pt x="7946" y="2795"/>
                  </a:lnTo>
                  <a:lnTo>
                    <a:pt x="7979" y="2728"/>
                  </a:lnTo>
                  <a:lnTo>
                    <a:pt x="7979" y="2694"/>
                  </a:lnTo>
                  <a:lnTo>
                    <a:pt x="7946" y="2627"/>
                  </a:lnTo>
                  <a:lnTo>
                    <a:pt x="7003" y="2357"/>
                  </a:lnTo>
                  <a:lnTo>
                    <a:pt x="6060" y="2122"/>
                  </a:lnTo>
                  <a:lnTo>
                    <a:pt x="5118" y="1920"/>
                  </a:lnTo>
                  <a:lnTo>
                    <a:pt x="4175" y="1751"/>
                  </a:lnTo>
                  <a:lnTo>
                    <a:pt x="3300" y="1583"/>
                  </a:lnTo>
                  <a:lnTo>
                    <a:pt x="2896" y="1516"/>
                  </a:lnTo>
                  <a:lnTo>
                    <a:pt x="2458" y="1381"/>
                  </a:lnTo>
                  <a:lnTo>
                    <a:pt x="2054" y="1246"/>
                  </a:lnTo>
                  <a:lnTo>
                    <a:pt x="1616" y="1078"/>
                  </a:lnTo>
                  <a:lnTo>
                    <a:pt x="1178" y="910"/>
                  </a:lnTo>
                  <a:lnTo>
                    <a:pt x="741" y="809"/>
                  </a:lnTo>
                  <a:lnTo>
                    <a:pt x="943" y="472"/>
                  </a:lnTo>
                  <a:lnTo>
                    <a:pt x="1145" y="169"/>
                  </a:lnTo>
                  <a:close/>
                  <a:moveTo>
                    <a:pt x="1212" y="1"/>
                  </a:moveTo>
                  <a:lnTo>
                    <a:pt x="1178" y="34"/>
                  </a:lnTo>
                  <a:lnTo>
                    <a:pt x="1077" y="34"/>
                  </a:lnTo>
                  <a:lnTo>
                    <a:pt x="1010" y="68"/>
                  </a:lnTo>
                  <a:lnTo>
                    <a:pt x="1044" y="135"/>
                  </a:lnTo>
                  <a:lnTo>
                    <a:pt x="842" y="337"/>
                  </a:lnTo>
                  <a:lnTo>
                    <a:pt x="673" y="539"/>
                  </a:lnTo>
                  <a:lnTo>
                    <a:pt x="539" y="775"/>
                  </a:lnTo>
                  <a:lnTo>
                    <a:pt x="404" y="1044"/>
                  </a:lnTo>
                  <a:lnTo>
                    <a:pt x="303" y="1314"/>
                  </a:lnTo>
                  <a:lnTo>
                    <a:pt x="202" y="1617"/>
                  </a:lnTo>
                  <a:lnTo>
                    <a:pt x="67" y="2189"/>
                  </a:lnTo>
                  <a:lnTo>
                    <a:pt x="0" y="2829"/>
                  </a:lnTo>
                  <a:lnTo>
                    <a:pt x="0" y="3435"/>
                  </a:lnTo>
                  <a:lnTo>
                    <a:pt x="34" y="4007"/>
                  </a:lnTo>
                  <a:lnTo>
                    <a:pt x="101" y="4512"/>
                  </a:lnTo>
                  <a:lnTo>
                    <a:pt x="202" y="4849"/>
                  </a:lnTo>
                  <a:lnTo>
                    <a:pt x="303" y="5186"/>
                  </a:lnTo>
                  <a:lnTo>
                    <a:pt x="438" y="5489"/>
                  </a:lnTo>
                  <a:lnTo>
                    <a:pt x="572" y="5792"/>
                  </a:lnTo>
                  <a:lnTo>
                    <a:pt x="774" y="6061"/>
                  </a:lnTo>
                  <a:lnTo>
                    <a:pt x="976" y="6330"/>
                  </a:lnTo>
                  <a:lnTo>
                    <a:pt x="1212" y="6566"/>
                  </a:lnTo>
                  <a:lnTo>
                    <a:pt x="1481" y="6802"/>
                  </a:lnTo>
                  <a:lnTo>
                    <a:pt x="1919" y="7172"/>
                  </a:lnTo>
                  <a:lnTo>
                    <a:pt x="2390" y="7475"/>
                  </a:lnTo>
                  <a:lnTo>
                    <a:pt x="2896" y="7475"/>
                  </a:lnTo>
                  <a:lnTo>
                    <a:pt x="2559" y="7307"/>
                  </a:lnTo>
                  <a:lnTo>
                    <a:pt x="2256" y="7105"/>
                  </a:lnTo>
                  <a:lnTo>
                    <a:pt x="1919" y="6869"/>
                  </a:lnTo>
                  <a:lnTo>
                    <a:pt x="1616" y="6633"/>
                  </a:lnTo>
                  <a:lnTo>
                    <a:pt x="1347" y="6364"/>
                  </a:lnTo>
                  <a:lnTo>
                    <a:pt x="1111" y="6095"/>
                  </a:lnTo>
                  <a:lnTo>
                    <a:pt x="875" y="5792"/>
                  </a:lnTo>
                  <a:lnTo>
                    <a:pt x="673" y="5455"/>
                  </a:lnTo>
                  <a:lnTo>
                    <a:pt x="539" y="5152"/>
                  </a:lnTo>
                  <a:lnTo>
                    <a:pt x="404" y="4849"/>
                  </a:lnTo>
                  <a:lnTo>
                    <a:pt x="337" y="4546"/>
                  </a:lnTo>
                  <a:lnTo>
                    <a:pt x="303" y="4209"/>
                  </a:lnTo>
                  <a:lnTo>
                    <a:pt x="269" y="3536"/>
                  </a:lnTo>
                  <a:lnTo>
                    <a:pt x="269" y="2862"/>
                  </a:lnTo>
                  <a:lnTo>
                    <a:pt x="640" y="3165"/>
                  </a:lnTo>
                  <a:lnTo>
                    <a:pt x="1010" y="3401"/>
                  </a:lnTo>
                  <a:lnTo>
                    <a:pt x="1818" y="3906"/>
                  </a:lnTo>
                  <a:lnTo>
                    <a:pt x="2626" y="4344"/>
                  </a:lnTo>
                  <a:lnTo>
                    <a:pt x="3401" y="4815"/>
                  </a:lnTo>
                  <a:lnTo>
                    <a:pt x="3838" y="5118"/>
                  </a:lnTo>
                  <a:lnTo>
                    <a:pt x="4242" y="5421"/>
                  </a:lnTo>
                  <a:lnTo>
                    <a:pt x="4411" y="5590"/>
                  </a:lnTo>
                  <a:lnTo>
                    <a:pt x="4545" y="5792"/>
                  </a:lnTo>
                  <a:lnTo>
                    <a:pt x="4680" y="5994"/>
                  </a:lnTo>
                  <a:lnTo>
                    <a:pt x="4781" y="6263"/>
                  </a:lnTo>
                  <a:lnTo>
                    <a:pt x="4882" y="6532"/>
                  </a:lnTo>
                  <a:lnTo>
                    <a:pt x="4916" y="6869"/>
                  </a:lnTo>
                  <a:lnTo>
                    <a:pt x="4949" y="7475"/>
                  </a:lnTo>
                  <a:lnTo>
                    <a:pt x="5219" y="7475"/>
                  </a:lnTo>
                  <a:lnTo>
                    <a:pt x="5219" y="7138"/>
                  </a:lnTo>
                  <a:lnTo>
                    <a:pt x="5185" y="6802"/>
                  </a:lnTo>
                  <a:lnTo>
                    <a:pt x="5118" y="6465"/>
                  </a:lnTo>
                  <a:lnTo>
                    <a:pt x="5017" y="6128"/>
                  </a:lnTo>
                  <a:lnTo>
                    <a:pt x="4882" y="5825"/>
                  </a:lnTo>
                  <a:lnTo>
                    <a:pt x="4714" y="5522"/>
                  </a:lnTo>
                  <a:lnTo>
                    <a:pt x="4512" y="5287"/>
                  </a:lnTo>
                  <a:lnTo>
                    <a:pt x="4242" y="5051"/>
                  </a:lnTo>
                  <a:lnTo>
                    <a:pt x="3300" y="4445"/>
                  </a:lnTo>
                  <a:lnTo>
                    <a:pt x="2323" y="3873"/>
                  </a:lnTo>
                  <a:lnTo>
                    <a:pt x="1347" y="3267"/>
                  </a:lnTo>
                  <a:lnTo>
                    <a:pt x="842" y="2997"/>
                  </a:lnTo>
                  <a:lnTo>
                    <a:pt x="303" y="2761"/>
                  </a:lnTo>
                  <a:lnTo>
                    <a:pt x="269" y="2761"/>
                  </a:lnTo>
                  <a:lnTo>
                    <a:pt x="303" y="2256"/>
                  </a:lnTo>
                  <a:lnTo>
                    <a:pt x="741" y="2492"/>
                  </a:lnTo>
                  <a:lnTo>
                    <a:pt x="1212" y="2660"/>
                  </a:lnTo>
                  <a:lnTo>
                    <a:pt x="2155" y="2963"/>
                  </a:lnTo>
                  <a:lnTo>
                    <a:pt x="3131" y="3267"/>
                  </a:lnTo>
                  <a:lnTo>
                    <a:pt x="4040" y="3536"/>
                  </a:lnTo>
                  <a:lnTo>
                    <a:pt x="4276" y="3603"/>
                  </a:lnTo>
                  <a:lnTo>
                    <a:pt x="4444" y="3772"/>
                  </a:lnTo>
                  <a:lnTo>
                    <a:pt x="4613" y="3974"/>
                  </a:lnTo>
                  <a:lnTo>
                    <a:pt x="4848" y="4277"/>
                  </a:lnTo>
                  <a:lnTo>
                    <a:pt x="5252" y="4782"/>
                  </a:lnTo>
                  <a:lnTo>
                    <a:pt x="5623" y="5320"/>
                  </a:lnTo>
                  <a:lnTo>
                    <a:pt x="5892" y="5825"/>
                  </a:lnTo>
                  <a:lnTo>
                    <a:pt x="6128" y="6364"/>
                  </a:lnTo>
                  <a:lnTo>
                    <a:pt x="6262" y="6903"/>
                  </a:lnTo>
                  <a:lnTo>
                    <a:pt x="6330" y="7475"/>
                  </a:lnTo>
                  <a:lnTo>
                    <a:pt x="6565" y="7475"/>
                  </a:lnTo>
                  <a:lnTo>
                    <a:pt x="6532" y="7138"/>
                  </a:lnTo>
                  <a:lnTo>
                    <a:pt x="6464" y="6835"/>
                  </a:lnTo>
                  <a:lnTo>
                    <a:pt x="6397" y="6499"/>
                  </a:lnTo>
                  <a:lnTo>
                    <a:pt x="6296" y="6196"/>
                  </a:lnTo>
                  <a:lnTo>
                    <a:pt x="6027" y="5590"/>
                  </a:lnTo>
                  <a:lnTo>
                    <a:pt x="5690" y="5017"/>
                  </a:lnTo>
                  <a:lnTo>
                    <a:pt x="5286" y="4411"/>
                  </a:lnTo>
                  <a:lnTo>
                    <a:pt x="5017" y="4075"/>
                  </a:lnTo>
                  <a:lnTo>
                    <a:pt x="4747" y="3772"/>
                  </a:lnTo>
                  <a:lnTo>
                    <a:pt x="4747" y="3772"/>
                  </a:lnTo>
                  <a:lnTo>
                    <a:pt x="6464" y="4344"/>
                  </a:lnTo>
                  <a:lnTo>
                    <a:pt x="7340" y="4613"/>
                  </a:lnTo>
                  <a:lnTo>
                    <a:pt x="8181" y="4883"/>
                  </a:lnTo>
                  <a:lnTo>
                    <a:pt x="8013" y="5489"/>
                  </a:lnTo>
                  <a:lnTo>
                    <a:pt x="7845" y="5994"/>
                  </a:lnTo>
                  <a:lnTo>
                    <a:pt x="7710" y="6364"/>
                  </a:lnTo>
                  <a:lnTo>
                    <a:pt x="7542" y="6768"/>
                  </a:lnTo>
                  <a:lnTo>
                    <a:pt x="7171" y="7475"/>
                  </a:lnTo>
                  <a:lnTo>
                    <a:pt x="7441" y="7475"/>
                  </a:lnTo>
                  <a:lnTo>
                    <a:pt x="7777" y="6633"/>
                  </a:lnTo>
                  <a:lnTo>
                    <a:pt x="8080" y="5825"/>
                  </a:lnTo>
                  <a:lnTo>
                    <a:pt x="8383" y="4883"/>
                  </a:lnTo>
                  <a:lnTo>
                    <a:pt x="8417" y="4849"/>
                  </a:lnTo>
                  <a:lnTo>
                    <a:pt x="8417" y="4748"/>
                  </a:lnTo>
                  <a:lnTo>
                    <a:pt x="8552" y="4209"/>
                  </a:lnTo>
                  <a:lnTo>
                    <a:pt x="8585" y="3906"/>
                  </a:lnTo>
                  <a:lnTo>
                    <a:pt x="8585" y="3637"/>
                  </a:lnTo>
                  <a:lnTo>
                    <a:pt x="8552" y="3368"/>
                  </a:lnTo>
                  <a:lnTo>
                    <a:pt x="8518" y="3132"/>
                  </a:lnTo>
                  <a:lnTo>
                    <a:pt x="8417" y="2862"/>
                  </a:lnTo>
                  <a:lnTo>
                    <a:pt x="8282" y="2660"/>
                  </a:lnTo>
                  <a:lnTo>
                    <a:pt x="8148" y="2492"/>
                  </a:lnTo>
                  <a:lnTo>
                    <a:pt x="8013" y="2391"/>
                  </a:lnTo>
                  <a:lnTo>
                    <a:pt x="7643" y="2189"/>
                  </a:lnTo>
                  <a:lnTo>
                    <a:pt x="6902" y="1886"/>
                  </a:lnTo>
                  <a:lnTo>
                    <a:pt x="5050" y="1078"/>
                  </a:lnTo>
                  <a:lnTo>
                    <a:pt x="4175" y="708"/>
                  </a:lnTo>
                  <a:lnTo>
                    <a:pt x="3704" y="506"/>
                  </a:lnTo>
                  <a:lnTo>
                    <a:pt x="3199" y="304"/>
                  </a:lnTo>
                  <a:lnTo>
                    <a:pt x="2727" y="169"/>
                  </a:lnTo>
                  <a:lnTo>
                    <a:pt x="2222" y="34"/>
                  </a:lnTo>
                  <a:lnTo>
                    <a:pt x="171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689" name="Google Shape;689;p5"/>
          <p:cNvGrpSpPr/>
          <p:nvPr/>
        </p:nvGrpSpPr>
        <p:grpSpPr>
          <a:xfrm>
            <a:off x="342281" y="4183488"/>
            <a:ext cx="369035" cy="728056"/>
            <a:chOff x="342281" y="4183488"/>
            <a:chExt cx="369035" cy="728056"/>
          </a:xfrm>
        </p:grpSpPr>
        <p:sp>
          <p:nvSpPr>
            <p:cNvPr id="690" name="Google Shape;690;p5"/>
            <p:cNvSpPr/>
            <p:nvPr/>
          </p:nvSpPr>
          <p:spPr>
            <a:xfrm>
              <a:off x="385875" y="4691777"/>
              <a:ext cx="77225" cy="211397"/>
            </a:xfrm>
            <a:custGeom>
              <a:avLst/>
              <a:gdLst/>
              <a:ahLst/>
              <a:cxnLst/>
              <a:rect l="l" t="t" r="r" b="b"/>
              <a:pathLst>
                <a:path w="1550" h="4243" extrusionOk="0">
                  <a:moveTo>
                    <a:pt x="1515" y="0"/>
                  </a:moveTo>
                  <a:lnTo>
                    <a:pt x="1515" y="34"/>
                  </a:lnTo>
                  <a:lnTo>
                    <a:pt x="741" y="2088"/>
                  </a:lnTo>
                  <a:lnTo>
                    <a:pt x="337" y="3131"/>
                  </a:lnTo>
                  <a:lnTo>
                    <a:pt x="0" y="4175"/>
                  </a:lnTo>
                  <a:lnTo>
                    <a:pt x="0" y="4209"/>
                  </a:lnTo>
                  <a:lnTo>
                    <a:pt x="34" y="4242"/>
                  </a:lnTo>
                  <a:lnTo>
                    <a:pt x="68" y="4242"/>
                  </a:lnTo>
                  <a:lnTo>
                    <a:pt x="68" y="4209"/>
                  </a:lnTo>
                  <a:lnTo>
                    <a:pt x="505" y="3131"/>
                  </a:lnTo>
                  <a:lnTo>
                    <a:pt x="909" y="2020"/>
                  </a:lnTo>
                  <a:lnTo>
                    <a:pt x="1145" y="1549"/>
                  </a:lnTo>
                  <a:lnTo>
                    <a:pt x="1347" y="1044"/>
                  </a:lnTo>
                  <a:lnTo>
                    <a:pt x="1448" y="775"/>
                  </a:lnTo>
                  <a:lnTo>
                    <a:pt x="1549" y="505"/>
                  </a:lnTo>
                  <a:lnTo>
                    <a:pt x="1549" y="270"/>
                  </a:lnTo>
                  <a:lnTo>
                    <a:pt x="1549" y="34"/>
                  </a:lnTo>
                  <a:lnTo>
                    <a:pt x="151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1" name="Google Shape;691;p5"/>
            <p:cNvSpPr/>
            <p:nvPr/>
          </p:nvSpPr>
          <p:spPr>
            <a:xfrm>
              <a:off x="560304" y="4300920"/>
              <a:ext cx="129240" cy="83951"/>
            </a:xfrm>
            <a:custGeom>
              <a:avLst/>
              <a:gdLst/>
              <a:ahLst/>
              <a:cxnLst/>
              <a:rect l="l" t="t" r="r" b="b"/>
              <a:pathLst>
                <a:path w="2594" h="1685" extrusionOk="0">
                  <a:moveTo>
                    <a:pt x="2560" y="1"/>
                  </a:moveTo>
                  <a:lnTo>
                    <a:pt x="2526" y="34"/>
                  </a:lnTo>
                  <a:lnTo>
                    <a:pt x="2391" y="270"/>
                  </a:lnTo>
                  <a:lnTo>
                    <a:pt x="2223" y="539"/>
                  </a:lnTo>
                  <a:lnTo>
                    <a:pt x="2088" y="809"/>
                  </a:lnTo>
                  <a:lnTo>
                    <a:pt x="1886" y="1078"/>
                  </a:lnTo>
                  <a:lnTo>
                    <a:pt x="1651" y="1246"/>
                  </a:lnTo>
                  <a:lnTo>
                    <a:pt x="1381" y="1381"/>
                  </a:lnTo>
                  <a:lnTo>
                    <a:pt x="1146" y="1448"/>
                  </a:lnTo>
                  <a:lnTo>
                    <a:pt x="876" y="1448"/>
                  </a:lnTo>
                  <a:lnTo>
                    <a:pt x="641" y="1381"/>
                  </a:lnTo>
                  <a:lnTo>
                    <a:pt x="405" y="1246"/>
                  </a:lnTo>
                  <a:lnTo>
                    <a:pt x="304" y="1145"/>
                  </a:lnTo>
                  <a:lnTo>
                    <a:pt x="237" y="1044"/>
                  </a:lnTo>
                  <a:lnTo>
                    <a:pt x="169" y="910"/>
                  </a:lnTo>
                  <a:lnTo>
                    <a:pt x="102" y="741"/>
                  </a:lnTo>
                  <a:lnTo>
                    <a:pt x="68" y="708"/>
                  </a:lnTo>
                  <a:lnTo>
                    <a:pt x="35" y="708"/>
                  </a:lnTo>
                  <a:lnTo>
                    <a:pt x="35" y="741"/>
                  </a:lnTo>
                  <a:lnTo>
                    <a:pt x="1" y="876"/>
                  </a:lnTo>
                  <a:lnTo>
                    <a:pt x="1" y="977"/>
                  </a:lnTo>
                  <a:lnTo>
                    <a:pt x="68" y="1179"/>
                  </a:lnTo>
                  <a:lnTo>
                    <a:pt x="203" y="1347"/>
                  </a:lnTo>
                  <a:lnTo>
                    <a:pt x="371" y="1482"/>
                  </a:lnTo>
                  <a:lnTo>
                    <a:pt x="573" y="1583"/>
                  </a:lnTo>
                  <a:lnTo>
                    <a:pt x="775" y="1650"/>
                  </a:lnTo>
                  <a:lnTo>
                    <a:pt x="1011" y="1684"/>
                  </a:lnTo>
                  <a:lnTo>
                    <a:pt x="1213" y="1684"/>
                  </a:lnTo>
                  <a:lnTo>
                    <a:pt x="1449" y="1617"/>
                  </a:lnTo>
                  <a:lnTo>
                    <a:pt x="1684" y="1482"/>
                  </a:lnTo>
                  <a:lnTo>
                    <a:pt x="1954" y="1280"/>
                  </a:lnTo>
                  <a:lnTo>
                    <a:pt x="2156" y="1078"/>
                  </a:lnTo>
                  <a:lnTo>
                    <a:pt x="2358" y="809"/>
                  </a:lnTo>
                  <a:lnTo>
                    <a:pt x="2492" y="573"/>
                  </a:lnTo>
                  <a:lnTo>
                    <a:pt x="2593" y="304"/>
                  </a:lnTo>
                  <a:lnTo>
                    <a:pt x="2593" y="34"/>
                  </a:lnTo>
                  <a:lnTo>
                    <a:pt x="256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2" name="Google Shape;692;p5"/>
            <p:cNvSpPr/>
            <p:nvPr/>
          </p:nvSpPr>
          <p:spPr>
            <a:xfrm>
              <a:off x="342281" y="4183488"/>
              <a:ext cx="369035" cy="728056"/>
            </a:xfrm>
            <a:custGeom>
              <a:avLst/>
              <a:gdLst/>
              <a:ahLst/>
              <a:cxnLst/>
              <a:rect l="l" t="t" r="r" b="b"/>
              <a:pathLst>
                <a:path w="7407" h="14613" extrusionOk="0">
                  <a:moveTo>
                    <a:pt x="5993" y="1"/>
                  </a:moveTo>
                  <a:lnTo>
                    <a:pt x="5825" y="35"/>
                  </a:lnTo>
                  <a:lnTo>
                    <a:pt x="5656" y="102"/>
                  </a:lnTo>
                  <a:lnTo>
                    <a:pt x="5488" y="169"/>
                  </a:lnTo>
                  <a:lnTo>
                    <a:pt x="5185" y="405"/>
                  </a:lnTo>
                  <a:lnTo>
                    <a:pt x="4916" y="674"/>
                  </a:lnTo>
                  <a:lnTo>
                    <a:pt x="4680" y="1011"/>
                  </a:lnTo>
                  <a:lnTo>
                    <a:pt x="4478" y="1348"/>
                  </a:lnTo>
                  <a:lnTo>
                    <a:pt x="4276" y="1651"/>
                  </a:lnTo>
                  <a:lnTo>
                    <a:pt x="4141" y="2021"/>
                  </a:lnTo>
                  <a:lnTo>
                    <a:pt x="4040" y="2391"/>
                  </a:lnTo>
                  <a:lnTo>
                    <a:pt x="3973" y="2762"/>
                  </a:lnTo>
                  <a:lnTo>
                    <a:pt x="3973" y="3132"/>
                  </a:lnTo>
                  <a:lnTo>
                    <a:pt x="4007" y="3368"/>
                  </a:lnTo>
                  <a:lnTo>
                    <a:pt x="4040" y="3570"/>
                  </a:lnTo>
                  <a:lnTo>
                    <a:pt x="4209" y="3974"/>
                  </a:lnTo>
                  <a:lnTo>
                    <a:pt x="4310" y="4344"/>
                  </a:lnTo>
                  <a:lnTo>
                    <a:pt x="4377" y="4681"/>
                  </a:lnTo>
                  <a:lnTo>
                    <a:pt x="4377" y="5051"/>
                  </a:lnTo>
                  <a:lnTo>
                    <a:pt x="4310" y="5421"/>
                  </a:lnTo>
                  <a:lnTo>
                    <a:pt x="4074" y="5960"/>
                  </a:lnTo>
                  <a:lnTo>
                    <a:pt x="3838" y="6532"/>
                  </a:lnTo>
                  <a:lnTo>
                    <a:pt x="3232" y="7576"/>
                  </a:lnTo>
                  <a:lnTo>
                    <a:pt x="2626" y="8687"/>
                  </a:lnTo>
                  <a:lnTo>
                    <a:pt x="1986" y="9798"/>
                  </a:lnTo>
                  <a:lnTo>
                    <a:pt x="640" y="11953"/>
                  </a:lnTo>
                  <a:lnTo>
                    <a:pt x="404" y="12323"/>
                  </a:lnTo>
                  <a:lnTo>
                    <a:pt x="202" y="12727"/>
                  </a:lnTo>
                  <a:lnTo>
                    <a:pt x="101" y="12929"/>
                  </a:lnTo>
                  <a:lnTo>
                    <a:pt x="34" y="13131"/>
                  </a:lnTo>
                  <a:lnTo>
                    <a:pt x="0" y="13367"/>
                  </a:lnTo>
                  <a:lnTo>
                    <a:pt x="0" y="13569"/>
                  </a:lnTo>
                  <a:lnTo>
                    <a:pt x="34" y="13636"/>
                  </a:lnTo>
                  <a:lnTo>
                    <a:pt x="67" y="13670"/>
                  </a:lnTo>
                  <a:lnTo>
                    <a:pt x="135" y="13636"/>
                  </a:lnTo>
                  <a:lnTo>
                    <a:pt x="168" y="13569"/>
                  </a:lnTo>
                  <a:lnTo>
                    <a:pt x="168" y="13333"/>
                  </a:lnTo>
                  <a:lnTo>
                    <a:pt x="202" y="13098"/>
                  </a:lnTo>
                  <a:lnTo>
                    <a:pt x="303" y="12862"/>
                  </a:lnTo>
                  <a:lnTo>
                    <a:pt x="404" y="12660"/>
                  </a:lnTo>
                  <a:lnTo>
                    <a:pt x="640" y="12222"/>
                  </a:lnTo>
                  <a:lnTo>
                    <a:pt x="909" y="11818"/>
                  </a:lnTo>
                  <a:lnTo>
                    <a:pt x="1986" y="10068"/>
                  </a:lnTo>
                  <a:lnTo>
                    <a:pt x="2996" y="8317"/>
                  </a:lnTo>
                  <a:lnTo>
                    <a:pt x="3501" y="7442"/>
                  </a:lnTo>
                  <a:lnTo>
                    <a:pt x="3939" y="6532"/>
                  </a:lnTo>
                  <a:lnTo>
                    <a:pt x="4310" y="5792"/>
                  </a:lnTo>
                  <a:lnTo>
                    <a:pt x="4444" y="5421"/>
                  </a:lnTo>
                  <a:lnTo>
                    <a:pt x="4545" y="5051"/>
                  </a:lnTo>
                  <a:lnTo>
                    <a:pt x="4545" y="4883"/>
                  </a:lnTo>
                  <a:lnTo>
                    <a:pt x="4545" y="4714"/>
                  </a:lnTo>
                  <a:lnTo>
                    <a:pt x="4512" y="4378"/>
                  </a:lnTo>
                  <a:lnTo>
                    <a:pt x="4377" y="4041"/>
                  </a:lnTo>
                  <a:lnTo>
                    <a:pt x="4276" y="3738"/>
                  </a:lnTo>
                  <a:lnTo>
                    <a:pt x="4175" y="3469"/>
                  </a:lnTo>
                  <a:lnTo>
                    <a:pt x="4141" y="3199"/>
                  </a:lnTo>
                  <a:lnTo>
                    <a:pt x="4141" y="2896"/>
                  </a:lnTo>
                  <a:lnTo>
                    <a:pt x="4175" y="2593"/>
                  </a:lnTo>
                  <a:lnTo>
                    <a:pt x="4242" y="2257"/>
                  </a:lnTo>
                  <a:lnTo>
                    <a:pt x="4343" y="1954"/>
                  </a:lnTo>
                  <a:lnTo>
                    <a:pt x="4444" y="1651"/>
                  </a:lnTo>
                  <a:lnTo>
                    <a:pt x="4613" y="1348"/>
                  </a:lnTo>
                  <a:lnTo>
                    <a:pt x="4781" y="1078"/>
                  </a:lnTo>
                  <a:lnTo>
                    <a:pt x="4983" y="809"/>
                  </a:lnTo>
                  <a:lnTo>
                    <a:pt x="5185" y="607"/>
                  </a:lnTo>
                  <a:lnTo>
                    <a:pt x="5421" y="405"/>
                  </a:lnTo>
                  <a:lnTo>
                    <a:pt x="5690" y="270"/>
                  </a:lnTo>
                  <a:lnTo>
                    <a:pt x="5959" y="169"/>
                  </a:lnTo>
                  <a:lnTo>
                    <a:pt x="6262" y="136"/>
                  </a:lnTo>
                  <a:lnTo>
                    <a:pt x="6565" y="169"/>
                  </a:lnTo>
                  <a:lnTo>
                    <a:pt x="6565" y="203"/>
                  </a:lnTo>
                  <a:lnTo>
                    <a:pt x="6599" y="237"/>
                  </a:lnTo>
                  <a:lnTo>
                    <a:pt x="6767" y="439"/>
                  </a:lnTo>
                  <a:lnTo>
                    <a:pt x="6902" y="674"/>
                  </a:lnTo>
                  <a:lnTo>
                    <a:pt x="7003" y="910"/>
                  </a:lnTo>
                  <a:lnTo>
                    <a:pt x="7104" y="1179"/>
                  </a:lnTo>
                  <a:lnTo>
                    <a:pt x="7138" y="1482"/>
                  </a:lnTo>
                  <a:lnTo>
                    <a:pt x="7171" y="1752"/>
                  </a:lnTo>
                  <a:lnTo>
                    <a:pt x="7171" y="2290"/>
                  </a:lnTo>
                  <a:lnTo>
                    <a:pt x="7138" y="2593"/>
                  </a:lnTo>
                  <a:lnTo>
                    <a:pt x="7070" y="2863"/>
                  </a:lnTo>
                  <a:lnTo>
                    <a:pt x="6969" y="3132"/>
                  </a:lnTo>
                  <a:lnTo>
                    <a:pt x="6835" y="3401"/>
                  </a:lnTo>
                  <a:lnTo>
                    <a:pt x="6633" y="3603"/>
                  </a:lnTo>
                  <a:lnTo>
                    <a:pt x="6431" y="3839"/>
                  </a:lnTo>
                  <a:lnTo>
                    <a:pt x="6229" y="4041"/>
                  </a:lnTo>
                  <a:lnTo>
                    <a:pt x="5959" y="4209"/>
                  </a:lnTo>
                  <a:lnTo>
                    <a:pt x="5387" y="4613"/>
                  </a:lnTo>
                  <a:lnTo>
                    <a:pt x="5084" y="4849"/>
                  </a:lnTo>
                  <a:lnTo>
                    <a:pt x="4848" y="5085"/>
                  </a:lnTo>
                  <a:lnTo>
                    <a:pt x="4613" y="5455"/>
                  </a:lnTo>
                  <a:lnTo>
                    <a:pt x="4411" y="5825"/>
                  </a:lnTo>
                  <a:lnTo>
                    <a:pt x="4108" y="6633"/>
                  </a:lnTo>
                  <a:lnTo>
                    <a:pt x="3771" y="7711"/>
                  </a:lnTo>
                  <a:lnTo>
                    <a:pt x="3434" y="8788"/>
                  </a:lnTo>
                  <a:lnTo>
                    <a:pt x="3165" y="9866"/>
                  </a:lnTo>
                  <a:lnTo>
                    <a:pt x="2895" y="10977"/>
                  </a:lnTo>
                  <a:lnTo>
                    <a:pt x="2727" y="12020"/>
                  </a:lnTo>
                  <a:lnTo>
                    <a:pt x="2626" y="12525"/>
                  </a:lnTo>
                  <a:lnTo>
                    <a:pt x="2525" y="13064"/>
                  </a:lnTo>
                  <a:lnTo>
                    <a:pt x="2390" y="13434"/>
                  </a:lnTo>
                  <a:lnTo>
                    <a:pt x="2222" y="13771"/>
                  </a:lnTo>
                  <a:lnTo>
                    <a:pt x="1986" y="14074"/>
                  </a:lnTo>
                  <a:lnTo>
                    <a:pt x="1852" y="14209"/>
                  </a:lnTo>
                  <a:lnTo>
                    <a:pt x="1683" y="14310"/>
                  </a:lnTo>
                  <a:lnTo>
                    <a:pt x="1448" y="14444"/>
                  </a:lnTo>
                  <a:lnTo>
                    <a:pt x="1212" y="14478"/>
                  </a:lnTo>
                  <a:lnTo>
                    <a:pt x="976" y="14478"/>
                  </a:lnTo>
                  <a:lnTo>
                    <a:pt x="774" y="14411"/>
                  </a:lnTo>
                  <a:lnTo>
                    <a:pt x="572" y="14276"/>
                  </a:lnTo>
                  <a:lnTo>
                    <a:pt x="404" y="14108"/>
                  </a:lnTo>
                  <a:lnTo>
                    <a:pt x="303" y="13906"/>
                  </a:lnTo>
                  <a:lnTo>
                    <a:pt x="236" y="13670"/>
                  </a:lnTo>
                  <a:lnTo>
                    <a:pt x="202" y="13636"/>
                  </a:lnTo>
                  <a:lnTo>
                    <a:pt x="135" y="13636"/>
                  </a:lnTo>
                  <a:lnTo>
                    <a:pt x="135" y="13670"/>
                  </a:lnTo>
                  <a:lnTo>
                    <a:pt x="135" y="13906"/>
                  </a:lnTo>
                  <a:lnTo>
                    <a:pt x="168" y="14074"/>
                  </a:lnTo>
                  <a:lnTo>
                    <a:pt x="236" y="14242"/>
                  </a:lnTo>
                  <a:lnTo>
                    <a:pt x="337" y="14377"/>
                  </a:lnTo>
                  <a:lnTo>
                    <a:pt x="471" y="14478"/>
                  </a:lnTo>
                  <a:lnTo>
                    <a:pt x="606" y="14545"/>
                  </a:lnTo>
                  <a:lnTo>
                    <a:pt x="774" y="14579"/>
                  </a:lnTo>
                  <a:lnTo>
                    <a:pt x="943" y="14613"/>
                  </a:lnTo>
                  <a:lnTo>
                    <a:pt x="1111" y="14613"/>
                  </a:lnTo>
                  <a:lnTo>
                    <a:pt x="1313" y="14579"/>
                  </a:lnTo>
                  <a:lnTo>
                    <a:pt x="1481" y="14545"/>
                  </a:lnTo>
                  <a:lnTo>
                    <a:pt x="1650" y="14478"/>
                  </a:lnTo>
                  <a:lnTo>
                    <a:pt x="1818" y="14411"/>
                  </a:lnTo>
                  <a:lnTo>
                    <a:pt x="1953" y="14310"/>
                  </a:lnTo>
                  <a:lnTo>
                    <a:pt x="2087" y="14175"/>
                  </a:lnTo>
                  <a:lnTo>
                    <a:pt x="2222" y="14040"/>
                  </a:lnTo>
                  <a:lnTo>
                    <a:pt x="2390" y="13771"/>
                  </a:lnTo>
                  <a:lnTo>
                    <a:pt x="2525" y="13468"/>
                  </a:lnTo>
                  <a:lnTo>
                    <a:pt x="2626" y="13131"/>
                  </a:lnTo>
                  <a:lnTo>
                    <a:pt x="2727" y="12828"/>
                  </a:lnTo>
                  <a:lnTo>
                    <a:pt x="2828" y="12155"/>
                  </a:lnTo>
                  <a:lnTo>
                    <a:pt x="2963" y="11482"/>
                  </a:lnTo>
                  <a:lnTo>
                    <a:pt x="3131" y="10707"/>
                  </a:lnTo>
                  <a:lnTo>
                    <a:pt x="3299" y="9899"/>
                  </a:lnTo>
                  <a:lnTo>
                    <a:pt x="3737" y="8351"/>
                  </a:lnTo>
                  <a:lnTo>
                    <a:pt x="3973" y="7644"/>
                  </a:lnTo>
                  <a:lnTo>
                    <a:pt x="4209" y="6903"/>
                  </a:lnTo>
                  <a:lnTo>
                    <a:pt x="4478" y="6196"/>
                  </a:lnTo>
                  <a:lnTo>
                    <a:pt x="4781" y="5522"/>
                  </a:lnTo>
                  <a:lnTo>
                    <a:pt x="4983" y="5253"/>
                  </a:lnTo>
                  <a:lnTo>
                    <a:pt x="5219" y="4984"/>
                  </a:lnTo>
                  <a:lnTo>
                    <a:pt x="5488" y="4782"/>
                  </a:lnTo>
                  <a:lnTo>
                    <a:pt x="5757" y="4580"/>
                  </a:lnTo>
                  <a:lnTo>
                    <a:pt x="6330" y="4176"/>
                  </a:lnTo>
                  <a:lnTo>
                    <a:pt x="6599" y="3974"/>
                  </a:lnTo>
                  <a:lnTo>
                    <a:pt x="6835" y="3738"/>
                  </a:lnTo>
                  <a:lnTo>
                    <a:pt x="6969" y="3536"/>
                  </a:lnTo>
                  <a:lnTo>
                    <a:pt x="7104" y="3334"/>
                  </a:lnTo>
                  <a:lnTo>
                    <a:pt x="7205" y="3132"/>
                  </a:lnTo>
                  <a:lnTo>
                    <a:pt x="7272" y="2896"/>
                  </a:lnTo>
                  <a:lnTo>
                    <a:pt x="7340" y="2661"/>
                  </a:lnTo>
                  <a:lnTo>
                    <a:pt x="7373" y="2425"/>
                  </a:lnTo>
                  <a:lnTo>
                    <a:pt x="7407" y="1886"/>
                  </a:lnTo>
                  <a:lnTo>
                    <a:pt x="7340" y="1381"/>
                  </a:lnTo>
                  <a:lnTo>
                    <a:pt x="7306" y="1146"/>
                  </a:lnTo>
                  <a:lnTo>
                    <a:pt x="7239" y="910"/>
                  </a:lnTo>
                  <a:lnTo>
                    <a:pt x="7138" y="674"/>
                  </a:lnTo>
                  <a:lnTo>
                    <a:pt x="7003" y="472"/>
                  </a:lnTo>
                  <a:lnTo>
                    <a:pt x="6868" y="270"/>
                  </a:lnTo>
                  <a:lnTo>
                    <a:pt x="6734" y="136"/>
                  </a:lnTo>
                  <a:lnTo>
                    <a:pt x="6666" y="102"/>
                  </a:lnTo>
                  <a:lnTo>
                    <a:pt x="6633" y="102"/>
                  </a:lnTo>
                  <a:lnTo>
                    <a:pt x="6599" y="68"/>
                  </a:lnTo>
                  <a:lnTo>
                    <a:pt x="639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693" name="Google Shape;693;p5"/>
          <p:cNvGrpSpPr/>
          <p:nvPr/>
        </p:nvGrpSpPr>
        <p:grpSpPr>
          <a:xfrm>
            <a:off x="50" y="1232900"/>
            <a:ext cx="454630" cy="816989"/>
            <a:chOff x="50" y="1232900"/>
            <a:chExt cx="454630" cy="816989"/>
          </a:xfrm>
        </p:grpSpPr>
        <p:sp>
          <p:nvSpPr>
            <p:cNvPr id="694" name="Google Shape;694;p5"/>
            <p:cNvSpPr/>
            <p:nvPr/>
          </p:nvSpPr>
          <p:spPr>
            <a:xfrm>
              <a:off x="50" y="1283221"/>
              <a:ext cx="390907" cy="600560"/>
            </a:xfrm>
            <a:custGeom>
              <a:avLst/>
              <a:gdLst/>
              <a:ahLst/>
              <a:cxnLst/>
              <a:rect l="l" t="t" r="r" b="b"/>
              <a:pathLst>
                <a:path w="7846" h="12054" extrusionOk="0">
                  <a:moveTo>
                    <a:pt x="1" y="1"/>
                  </a:moveTo>
                  <a:lnTo>
                    <a:pt x="1" y="203"/>
                  </a:lnTo>
                  <a:lnTo>
                    <a:pt x="405" y="304"/>
                  </a:lnTo>
                  <a:lnTo>
                    <a:pt x="842" y="371"/>
                  </a:lnTo>
                  <a:lnTo>
                    <a:pt x="1953" y="438"/>
                  </a:lnTo>
                  <a:lnTo>
                    <a:pt x="3065" y="539"/>
                  </a:lnTo>
                  <a:lnTo>
                    <a:pt x="4209" y="640"/>
                  </a:lnTo>
                  <a:lnTo>
                    <a:pt x="5354" y="809"/>
                  </a:lnTo>
                  <a:lnTo>
                    <a:pt x="6499" y="977"/>
                  </a:lnTo>
                  <a:lnTo>
                    <a:pt x="7643" y="1179"/>
                  </a:lnTo>
                  <a:lnTo>
                    <a:pt x="7542" y="1684"/>
                  </a:lnTo>
                  <a:lnTo>
                    <a:pt x="7441" y="2223"/>
                  </a:lnTo>
                  <a:lnTo>
                    <a:pt x="7340" y="3334"/>
                  </a:lnTo>
                  <a:lnTo>
                    <a:pt x="6903" y="6431"/>
                  </a:lnTo>
                  <a:lnTo>
                    <a:pt x="6532" y="9091"/>
                  </a:lnTo>
                  <a:lnTo>
                    <a:pt x="6128" y="11751"/>
                  </a:lnTo>
                  <a:lnTo>
                    <a:pt x="6095" y="11751"/>
                  </a:lnTo>
                  <a:lnTo>
                    <a:pt x="5691" y="11650"/>
                  </a:lnTo>
                  <a:lnTo>
                    <a:pt x="5320" y="11583"/>
                  </a:lnTo>
                  <a:lnTo>
                    <a:pt x="4546" y="11482"/>
                  </a:lnTo>
                  <a:lnTo>
                    <a:pt x="2964" y="11381"/>
                  </a:lnTo>
                  <a:lnTo>
                    <a:pt x="2593" y="11313"/>
                  </a:lnTo>
                  <a:lnTo>
                    <a:pt x="2223" y="11280"/>
                  </a:lnTo>
                  <a:lnTo>
                    <a:pt x="1482" y="11111"/>
                  </a:lnTo>
                  <a:lnTo>
                    <a:pt x="741" y="10943"/>
                  </a:lnTo>
                  <a:lnTo>
                    <a:pt x="371" y="10876"/>
                  </a:lnTo>
                  <a:lnTo>
                    <a:pt x="1" y="10842"/>
                  </a:lnTo>
                  <a:lnTo>
                    <a:pt x="1" y="11111"/>
                  </a:lnTo>
                  <a:lnTo>
                    <a:pt x="607" y="11212"/>
                  </a:lnTo>
                  <a:lnTo>
                    <a:pt x="1246" y="11347"/>
                  </a:lnTo>
                  <a:lnTo>
                    <a:pt x="1852" y="11482"/>
                  </a:lnTo>
                  <a:lnTo>
                    <a:pt x="2458" y="11583"/>
                  </a:lnTo>
                  <a:lnTo>
                    <a:pt x="3368" y="11650"/>
                  </a:lnTo>
                  <a:lnTo>
                    <a:pt x="4243" y="11717"/>
                  </a:lnTo>
                  <a:lnTo>
                    <a:pt x="5152" y="11818"/>
                  </a:lnTo>
                  <a:lnTo>
                    <a:pt x="5590" y="11886"/>
                  </a:lnTo>
                  <a:lnTo>
                    <a:pt x="6027" y="12020"/>
                  </a:lnTo>
                  <a:lnTo>
                    <a:pt x="6095" y="11987"/>
                  </a:lnTo>
                  <a:lnTo>
                    <a:pt x="6162" y="12054"/>
                  </a:lnTo>
                  <a:lnTo>
                    <a:pt x="6229" y="12054"/>
                  </a:lnTo>
                  <a:lnTo>
                    <a:pt x="6263" y="12020"/>
                  </a:lnTo>
                  <a:lnTo>
                    <a:pt x="6297" y="11987"/>
                  </a:lnTo>
                  <a:lnTo>
                    <a:pt x="6734" y="9226"/>
                  </a:lnTo>
                  <a:lnTo>
                    <a:pt x="7138" y="6499"/>
                  </a:lnTo>
                  <a:lnTo>
                    <a:pt x="7475" y="3839"/>
                  </a:lnTo>
                  <a:lnTo>
                    <a:pt x="7677" y="2492"/>
                  </a:lnTo>
                  <a:lnTo>
                    <a:pt x="7778" y="1819"/>
                  </a:lnTo>
                  <a:lnTo>
                    <a:pt x="7778" y="1146"/>
                  </a:lnTo>
                  <a:lnTo>
                    <a:pt x="7812" y="1112"/>
                  </a:lnTo>
                  <a:lnTo>
                    <a:pt x="7845" y="1078"/>
                  </a:lnTo>
                  <a:lnTo>
                    <a:pt x="7812" y="1011"/>
                  </a:lnTo>
                  <a:lnTo>
                    <a:pt x="7778" y="977"/>
                  </a:lnTo>
                  <a:lnTo>
                    <a:pt x="7778" y="944"/>
                  </a:lnTo>
                  <a:lnTo>
                    <a:pt x="7744" y="910"/>
                  </a:lnTo>
                  <a:lnTo>
                    <a:pt x="7711" y="910"/>
                  </a:lnTo>
                  <a:lnTo>
                    <a:pt x="7711" y="944"/>
                  </a:lnTo>
                  <a:lnTo>
                    <a:pt x="7677" y="977"/>
                  </a:lnTo>
                  <a:lnTo>
                    <a:pt x="6734" y="775"/>
                  </a:lnTo>
                  <a:lnTo>
                    <a:pt x="5792" y="640"/>
                  </a:lnTo>
                  <a:lnTo>
                    <a:pt x="3873" y="405"/>
                  </a:lnTo>
                  <a:lnTo>
                    <a:pt x="2896" y="304"/>
                  </a:lnTo>
                  <a:lnTo>
                    <a:pt x="1920" y="270"/>
                  </a:lnTo>
                  <a:lnTo>
                    <a:pt x="943" y="169"/>
                  </a:lnTo>
                  <a:lnTo>
                    <a:pt x="472" y="102"/>
                  </a:lnTo>
                  <a:lnTo>
                    <a:pt x="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5" name="Google Shape;695;p5"/>
            <p:cNvSpPr/>
            <p:nvPr/>
          </p:nvSpPr>
          <p:spPr>
            <a:xfrm>
              <a:off x="50" y="1232900"/>
              <a:ext cx="439534" cy="68855"/>
            </a:xfrm>
            <a:custGeom>
              <a:avLst/>
              <a:gdLst/>
              <a:ahLst/>
              <a:cxnLst/>
              <a:rect l="l" t="t" r="r" b="b"/>
              <a:pathLst>
                <a:path w="8822" h="1382" extrusionOk="0">
                  <a:moveTo>
                    <a:pt x="1" y="1"/>
                  </a:moveTo>
                  <a:lnTo>
                    <a:pt x="1" y="270"/>
                  </a:lnTo>
                  <a:lnTo>
                    <a:pt x="1078" y="472"/>
                  </a:lnTo>
                  <a:lnTo>
                    <a:pt x="2155" y="607"/>
                  </a:lnTo>
                  <a:lnTo>
                    <a:pt x="3233" y="708"/>
                  </a:lnTo>
                  <a:lnTo>
                    <a:pt x="4344" y="775"/>
                  </a:lnTo>
                  <a:lnTo>
                    <a:pt x="5421" y="876"/>
                  </a:lnTo>
                  <a:lnTo>
                    <a:pt x="6499" y="977"/>
                  </a:lnTo>
                  <a:lnTo>
                    <a:pt x="7576" y="1145"/>
                  </a:lnTo>
                  <a:lnTo>
                    <a:pt x="8115" y="1246"/>
                  </a:lnTo>
                  <a:lnTo>
                    <a:pt x="8653" y="1381"/>
                  </a:lnTo>
                  <a:lnTo>
                    <a:pt x="8754" y="1381"/>
                  </a:lnTo>
                  <a:lnTo>
                    <a:pt x="8822" y="1280"/>
                  </a:lnTo>
                  <a:lnTo>
                    <a:pt x="8788" y="1179"/>
                  </a:lnTo>
                  <a:lnTo>
                    <a:pt x="8754" y="1145"/>
                  </a:lnTo>
                  <a:lnTo>
                    <a:pt x="8721" y="1112"/>
                  </a:lnTo>
                  <a:lnTo>
                    <a:pt x="8182" y="1011"/>
                  </a:lnTo>
                  <a:lnTo>
                    <a:pt x="7643" y="876"/>
                  </a:lnTo>
                  <a:lnTo>
                    <a:pt x="6566" y="741"/>
                  </a:lnTo>
                  <a:lnTo>
                    <a:pt x="5455" y="607"/>
                  </a:lnTo>
                  <a:lnTo>
                    <a:pt x="4378" y="539"/>
                  </a:lnTo>
                  <a:lnTo>
                    <a:pt x="3267" y="438"/>
                  </a:lnTo>
                  <a:lnTo>
                    <a:pt x="2155" y="337"/>
                  </a:lnTo>
                  <a:lnTo>
                    <a:pt x="1078" y="203"/>
                  </a:lnTo>
                  <a:lnTo>
                    <a:pt x="539" y="102"/>
                  </a:lnTo>
                  <a:lnTo>
                    <a:pt x="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6" name="Google Shape;696;p5"/>
            <p:cNvSpPr/>
            <p:nvPr/>
          </p:nvSpPr>
          <p:spPr>
            <a:xfrm>
              <a:off x="50" y="1284915"/>
              <a:ext cx="454630" cy="764975"/>
            </a:xfrm>
            <a:custGeom>
              <a:avLst/>
              <a:gdLst/>
              <a:ahLst/>
              <a:cxnLst/>
              <a:rect l="l" t="t" r="r" b="b"/>
              <a:pathLst>
                <a:path w="9125" h="15354" extrusionOk="0">
                  <a:moveTo>
                    <a:pt x="8956" y="0"/>
                  </a:moveTo>
                  <a:lnTo>
                    <a:pt x="8889" y="34"/>
                  </a:lnTo>
                  <a:lnTo>
                    <a:pt x="8855" y="68"/>
                  </a:lnTo>
                  <a:lnTo>
                    <a:pt x="8855" y="101"/>
                  </a:lnTo>
                  <a:lnTo>
                    <a:pt x="8855" y="1078"/>
                  </a:lnTo>
                  <a:lnTo>
                    <a:pt x="8788" y="2054"/>
                  </a:lnTo>
                  <a:lnTo>
                    <a:pt x="8687" y="2997"/>
                  </a:lnTo>
                  <a:lnTo>
                    <a:pt x="8552" y="3940"/>
                  </a:lnTo>
                  <a:lnTo>
                    <a:pt x="8216" y="5859"/>
                  </a:lnTo>
                  <a:lnTo>
                    <a:pt x="8047" y="6801"/>
                  </a:lnTo>
                  <a:lnTo>
                    <a:pt x="7879" y="7778"/>
                  </a:lnTo>
                  <a:lnTo>
                    <a:pt x="7778" y="8653"/>
                  </a:lnTo>
                  <a:lnTo>
                    <a:pt x="7677" y="9562"/>
                  </a:lnTo>
                  <a:lnTo>
                    <a:pt x="7542" y="11380"/>
                  </a:lnTo>
                  <a:lnTo>
                    <a:pt x="7441" y="12289"/>
                  </a:lnTo>
                  <a:lnTo>
                    <a:pt x="7340" y="13165"/>
                  </a:lnTo>
                  <a:lnTo>
                    <a:pt x="7172" y="14074"/>
                  </a:lnTo>
                  <a:lnTo>
                    <a:pt x="6936" y="14949"/>
                  </a:lnTo>
                  <a:lnTo>
                    <a:pt x="5186" y="14814"/>
                  </a:lnTo>
                  <a:lnTo>
                    <a:pt x="3469" y="14646"/>
                  </a:lnTo>
                  <a:lnTo>
                    <a:pt x="1718" y="14444"/>
                  </a:lnTo>
                  <a:lnTo>
                    <a:pt x="1" y="14242"/>
                  </a:lnTo>
                  <a:lnTo>
                    <a:pt x="1" y="14511"/>
                  </a:lnTo>
                  <a:lnTo>
                    <a:pt x="1718" y="14713"/>
                  </a:lnTo>
                  <a:lnTo>
                    <a:pt x="3435" y="14915"/>
                  </a:lnTo>
                  <a:lnTo>
                    <a:pt x="5152" y="15084"/>
                  </a:lnTo>
                  <a:lnTo>
                    <a:pt x="6869" y="15218"/>
                  </a:lnTo>
                  <a:lnTo>
                    <a:pt x="6869" y="15252"/>
                  </a:lnTo>
                  <a:lnTo>
                    <a:pt x="6903" y="15319"/>
                  </a:lnTo>
                  <a:lnTo>
                    <a:pt x="6970" y="15353"/>
                  </a:lnTo>
                  <a:lnTo>
                    <a:pt x="7071" y="15353"/>
                  </a:lnTo>
                  <a:lnTo>
                    <a:pt x="7105" y="15319"/>
                  </a:lnTo>
                  <a:lnTo>
                    <a:pt x="7138" y="15252"/>
                  </a:lnTo>
                  <a:lnTo>
                    <a:pt x="7374" y="14309"/>
                  </a:lnTo>
                  <a:lnTo>
                    <a:pt x="7576" y="13367"/>
                  </a:lnTo>
                  <a:lnTo>
                    <a:pt x="7711" y="12424"/>
                  </a:lnTo>
                  <a:lnTo>
                    <a:pt x="7812" y="11448"/>
                  </a:lnTo>
                  <a:lnTo>
                    <a:pt x="7980" y="9529"/>
                  </a:lnTo>
                  <a:lnTo>
                    <a:pt x="8047" y="8552"/>
                  </a:lnTo>
                  <a:lnTo>
                    <a:pt x="8182" y="7576"/>
                  </a:lnTo>
                  <a:lnTo>
                    <a:pt x="8317" y="6667"/>
                  </a:lnTo>
                  <a:lnTo>
                    <a:pt x="8485" y="5724"/>
                  </a:lnTo>
                  <a:lnTo>
                    <a:pt x="8822" y="3872"/>
                  </a:lnTo>
                  <a:lnTo>
                    <a:pt x="8956" y="2930"/>
                  </a:lnTo>
                  <a:lnTo>
                    <a:pt x="9057" y="2021"/>
                  </a:lnTo>
                  <a:lnTo>
                    <a:pt x="9125" y="1078"/>
                  </a:lnTo>
                  <a:lnTo>
                    <a:pt x="9091" y="101"/>
                  </a:lnTo>
                  <a:lnTo>
                    <a:pt x="9091" y="68"/>
                  </a:lnTo>
                  <a:lnTo>
                    <a:pt x="9057" y="34"/>
                  </a:lnTo>
                  <a:lnTo>
                    <a:pt x="89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697" name="Google Shape;697;p5"/>
          <p:cNvGrpSpPr/>
          <p:nvPr/>
        </p:nvGrpSpPr>
        <p:grpSpPr>
          <a:xfrm>
            <a:off x="50" y="3073044"/>
            <a:ext cx="729750" cy="1046771"/>
            <a:chOff x="50" y="3073044"/>
            <a:chExt cx="729750" cy="1046771"/>
          </a:xfrm>
        </p:grpSpPr>
        <p:sp>
          <p:nvSpPr>
            <p:cNvPr id="698" name="Google Shape;698;p5"/>
            <p:cNvSpPr/>
            <p:nvPr/>
          </p:nvSpPr>
          <p:spPr>
            <a:xfrm>
              <a:off x="50" y="3073044"/>
              <a:ext cx="729750" cy="1046771"/>
            </a:xfrm>
            <a:custGeom>
              <a:avLst/>
              <a:gdLst/>
              <a:ahLst/>
              <a:cxnLst/>
              <a:rect l="l" t="t" r="r" b="b"/>
              <a:pathLst>
                <a:path w="14647" h="21010" extrusionOk="0">
                  <a:moveTo>
                    <a:pt x="3738" y="1"/>
                  </a:moveTo>
                  <a:lnTo>
                    <a:pt x="3199" y="34"/>
                  </a:lnTo>
                  <a:lnTo>
                    <a:pt x="2661" y="102"/>
                  </a:lnTo>
                  <a:lnTo>
                    <a:pt x="2122" y="203"/>
                  </a:lnTo>
                  <a:lnTo>
                    <a:pt x="1583" y="337"/>
                  </a:lnTo>
                  <a:lnTo>
                    <a:pt x="1044" y="472"/>
                  </a:lnTo>
                  <a:lnTo>
                    <a:pt x="1" y="809"/>
                  </a:lnTo>
                  <a:lnTo>
                    <a:pt x="1" y="1078"/>
                  </a:lnTo>
                  <a:lnTo>
                    <a:pt x="607" y="876"/>
                  </a:lnTo>
                  <a:lnTo>
                    <a:pt x="1213" y="674"/>
                  </a:lnTo>
                  <a:lnTo>
                    <a:pt x="1819" y="539"/>
                  </a:lnTo>
                  <a:lnTo>
                    <a:pt x="2425" y="405"/>
                  </a:lnTo>
                  <a:lnTo>
                    <a:pt x="2829" y="337"/>
                  </a:lnTo>
                  <a:lnTo>
                    <a:pt x="3233" y="304"/>
                  </a:lnTo>
                  <a:lnTo>
                    <a:pt x="3671" y="270"/>
                  </a:lnTo>
                  <a:lnTo>
                    <a:pt x="4075" y="236"/>
                  </a:lnTo>
                  <a:lnTo>
                    <a:pt x="4883" y="304"/>
                  </a:lnTo>
                  <a:lnTo>
                    <a:pt x="5691" y="405"/>
                  </a:lnTo>
                  <a:lnTo>
                    <a:pt x="6499" y="573"/>
                  </a:lnTo>
                  <a:lnTo>
                    <a:pt x="7273" y="809"/>
                  </a:lnTo>
                  <a:lnTo>
                    <a:pt x="8047" y="1112"/>
                  </a:lnTo>
                  <a:lnTo>
                    <a:pt x="8822" y="1448"/>
                  </a:lnTo>
                  <a:lnTo>
                    <a:pt x="9125" y="1583"/>
                  </a:lnTo>
                  <a:lnTo>
                    <a:pt x="9394" y="1751"/>
                  </a:lnTo>
                  <a:lnTo>
                    <a:pt x="9933" y="2122"/>
                  </a:lnTo>
                  <a:lnTo>
                    <a:pt x="10438" y="2559"/>
                  </a:lnTo>
                  <a:lnTo>
                    <a:pt x="10909" y="2997"/>
                  </a:lnTo>
                  <a:lnTo>
                    <a:pt x="11482" y="3502"/>
                  </a:lnTo>
                  <a:lnTo>
                    <a:pt x="11987" y="4041"/>
                  </a:lnTo>
                  <a:lnTo>
                    <a:pt x="12525" y="4613"/>
                  </a:lnTo>
                  <a:lnTo>
                    <a:pt x="12997" y="5185"/>
                  </a:lnTo>
                  <a:lnTo>
                    <a:pt x="13401" y="5792"/>
                  </a:lnTo>
                  <a:lnTo>
                    <a:pt x="13704" y="6431"/>
                  </a:lnTo>
                  <a:lnTo>
                    <a:pt x="13872" y="6734"/>
                  </a:lnTo>
                  <a:lnTo>
                    <a:pt x="13973" y="7071"/>
                  </a:lnTo>
                  <a:lnTo>
                    <a:pt x="14074" y="7408"/>
                  </a:lnTo>
                  <a:lnTo>
                    <a:pt x="14175" y="7778"/>
                  </a:lnTo>
                  <a:lnTo>
                    <a:pt x="14242" y="8182"/>
                  </a:lnTo>
                  <a:lnTo>
                    <a:pt x="14276" y="8620"/>
                  </a:lnTo>
                  <a:lnTo>
                    <a:pt x="14343" y="9461"/>
                  </a:lnTo>
                  <a:lnTo>
                    <a:pt x="14377" y="11212"/>
                  </a:lnTo>
                  <a:lnTo>
                    <a:pt x="14411" y="11953"/>
                  </a:lnTo>
                  <a:lnTo>
                    <a:pt x="14343" y="12727"/>
                  </a:lnTo>
                  <a:lnTo>
                    <a:pt x="14242" y="13468"/>
                  </a:lnTo>
                  <a:lnTo>
                    <a:pt x="14040" y="14209"/>
                  </a:lnTo>
                  <a:lnTo>
                    <a:pt x="13805" y="14916"/>
                  </a:lnTo>
                  <a:lnTo>
                    <a:pt x="13502" y="15589"/>
                  </a:lnTo>
                  <a:lnTo>
                    <a:pt x="13131" y="16229"/>
                  </a:lnTo>
                  <a:lnTo>
                    <a:pt x="12660" y="16868"/>
                  </a:lnTo>
                  <a:lnTo>
                    <a:pt x="12424" y="17138"/>
                  </a:lnTo>
                  <a:lnTo>
                    <a:pt x="12189" y="17373"/>
                  </a:lnTo>
                  <a:lnTo>
                    <a:pt x="11650" y="17878"/>
                  </a:lnTo>
                  <a:lnTo>
                    <a:pt x="11078" y="18316"/>
                  </a:lnTo>
                  <a:lnTo>
                    <a:pt x="10505" y="18754"/>
                  </a:lnTo>
                  <a:lnTo>
                    <a:pt x="10202" y="18989"/>
                  </a:lnTo>
                  <a:lnTo>
                    <a:pt x="9865" y="19191"/>
                  </a:lnTo>
                  <a:lnTo>
                    <a:pt x="9529" y="19360"/>
                  </a:lnTo>
                  <a:lnTo>
                    <a:pt x="9192" y="19528"/>
                  </a:lnTo>
                  <a:lnTo>
                    <a:pt x="8519" y="19797"/>
                  </a:lnTo>
                  <a:lnTo>
                    <a:pt x="7778" y="19999"/>
                  </a:lnTo>
                  <a:lnTo>
                    <a:pt x="6431" y="20370"/>
                  </a:lnTo>
                  <a:lnTo>
                    <a:pt x="5792" y="20538"/>
                  </a:lnTo>
                  <a:lnTo>
                    <a:pt x="5118" y="20673"/>
                  </a:lnTo>
                  <a:lnTo>
                    <a:pt x="4681" y="20740"/>
                  </a:lnTo>
                  <a:lnTo>
                    <a:pt x="4243" y="20774"/>
                  </a:lnTo>
                  <a:lnTo>
                    <a:pt x="3401" y="20774"/>
                  </a:lnTo>
                  <a:lnTo>
                    <a:pt x="2560" y="20706"/>
                  </a:lnTo>
                  <a:lnTo>
                    <a:pt x="1684" y="20605"/>
                  </a:lnTo>
                  <a:lnTo>
                    <a:pt x="842" y="20471"/>
                  </a:lnTo>
                  <a:lnTo>
                    <a:pt x="1" y="20302"/>
                  </a:lnTo>
                  <a:lnTo>
                    <a:pt x="1" y="20572"/>
                  </a:lnTo>
                  <a:lnTo>
                    <a:pt x="169" y="20605"/>
                  </a:lnTo>
                  <a:lnTo>
                    <a:pt x="842" y="20740"/>
                  </a:lnTo>
                  <a:lnTo>
                    <a:pt x="1549" y="20841"/>
                  </a:lnTo>
                  <a:lnTo>
                    <a:pt x="2223" y="20942"/>
                  </a:lnTo>
                  <a:lnTo>
                    <a:pt x="2896" y="21009"/>
                  </a:lnTo>
                  <a:lnTo>
                    <a:pt x="4277" y="21009"/>
                  </a:lnTo>
                  <a:lnTo>
                    <a:pt x="4950" y="20942"/>
                  </a:lnTo>
                  <a:lnTo>
                    <a:pt x="5657" y="20841"/>
                  </a:lnTo>
                  <a:lnTo>
                    <a:pt x="6297" y="20706"/>
                  </a:lnTo>
                  <a:lnTo>
                    <a:pt x="6970" y="20504"/>
                  </a:lnTo>
                  <a:lnTo>
                    <a:pt x="8249" y="20168"/>
                  </a:lnTo>
                  <a:lnTo>
                    <a:pt x="8586" y="20067"/>
                  </a:lnTo>
                  <a:lnTo>
                    <a:pt x="8923" y="19966"/>
                  </a:lnTo>
                  <a:lnTo>
                    <a:pt x="9495" y="19696"/>
                  </a:lnTo>
                  <a:lnTo>
                    <a:pt x="10067" y="19360"/>
                  </a:lnTo>
                  <a:lnTo>
                    <a:pt x="10640" y="18989"/>
                  </a:lnTo>
                  <a:lnTo>
                    <a:pt x="11145" y="18585"/>
                  </a:lnTo>
                  <a:lnTo>
                    <a:pt x="11650" y="18181"/>
                  </a:lnTo>
                  <a:lnTo>
                    <a:pt x="12121" y="17777"/>
                  </a:lnTo>
                  <a:lnTo>
                    <a:pt x="12559" y="17340"/>
                  </a:lnTo>
                  <a:lnTo>
                    <a:pt x="12963" y="16868"/>
                  </a:lnTo>
                  <a:lnTo>
                    <a:pt x="13333" y="16363"/>
                  </a:lnTo>
                  <a:lnTo>
                    <a:pt x="13670" y="15825"/>
                  </a:lnTo>
                  <a:lnTo>
                    <a:pt x="13973" y="15219"/>
                  </a:lnTo>
                  <a:lnTo>
                    <a:pt x="14209" y="14579"/>
                  </a:lnTo>
                  <a:lnTo>
                    <a:pt x="14411" y="13939"/>
                  </a:lnTo>
                  <a:lnTo>
                    <a:pt x="14512" y="13266"/>
                  </a:lnTo>
                  <a:lnTo>
                    <a:pt x="14613" y="12592"/>
                  </a:lnTo>
                  <a:lnTo>
                    <a:pt x="14646" y="11919"/>
                  </a:lnTo>
                  <a:lnTo>
                    <a:pt x="14646" y="11246"/>
                  </a:lnTo>
                  <a:lnTo>
                    <a:pt x="14613" y="10572"/>
                  </a:lnTo>
                  <a:lnTo>
                    <a:pt x="14545" y="9865"/>
                  </a:lnTo>
                  <a:lnTo>
                    <a:pt x="14478" y="8552"/>
                  </a:lnTo>
                  <a:lnTo>
                    <a:pt x="14444" y="7879"/>
                  </a:lnTo>
                  <a:lnTo>
                    <a:pt x="14377" y="7576"/>
                  </a:lnTo>
                  <a:lnTo>
                    <a:pt x="14310" y="7239"/>
                  </a:lnTo>
                  <a:lnTo>
                    <a:pt x="14209" y="6903"/>
                  </a:lnTo>
                  <a:lnTo>
                    <a:pt x="14074" y="6600"/>
                  </a:lnTo>
                  <a:lnTo>
                    <a:pt x="13805" y="5994"/>
                  </a:lnTo>
                  <a:lnTo>
                    <a:pt x="13468" y="5421"/>
                  </a:lnTo>
                  <a:lnTo>
                    <a:pt x="13064" y="4882"/>
                  </a:lnTo>
                  <a:lnTo>
                    <a:pt x="12660" y="4377"/>
                  </a:lnTo>
                  <a:lnTo>
                    <a:pt x="12222" y="3872"/>
                  </a:lnTo>
                  <a:lnTo>
                    <a:pt x="11785" y="3401"/>
                  </a:lnTo>
                  <a:lnTo>
                    <a:pt x="11313" y="2963"/>
                  </a:lnTo>
                  <a:lnTo>
                    <a:pt x="10808" y="2526"/>
                  </a:lnTo>
                  <a:lnTo>
                    <a:pt x="10303" y="2122"/>
                  </a:lnTo>
                  <a:lnTo>
                    <a:pt x="9764" y="1751"/>
                  </a:lnTo>
                  <a:lnTo>
                    <a:pt x="9226" y="1415"/>
                  </a:lnTo>
                  <a:lnTo>
                    <a:pt x="8653" y="1112"/>
                  </a:lnTo>
                  <a:lnTo>
                    <a:pt x="8081" y="842"/>
                  </a:lnTo>
                  <a:lnTo>
                    <a:pt x="7475" y="607"/>
                  </a:lnTo>
                  <a:lnTo>
                    <a:pt x="6869" y="405"/>
                  </a:lnTo>
                  <a:lnTo>
                    <a:pt x="6229" y="236"/>
                  </a:lnTo>
                  <a:lnTo>
                    <a:pt x="5590" y="102"/>
                  </a:lnTo>
                  <a:lnTo>
                    <a:pt x="4950" y="34"/>
                  </a:lnTo>
                  <a:lnTo>
                    <a:pt x="431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699" name="Google Shape;699;p5"/>
            <p:cNvSpPr/>
            <p:nvPr/>
          </p:nvSpPr>
          <p:spPr>
            <a:xfrm>
              <a:off x="50" y="3264263"/>
              <a:ext cx="679429" cy="686106"/>
            </a:xfrm>
            <a:custGeom>
              <a:avLst/>
              <a:gdLst/>
              <a:ahLst/>
              <a:cxnLst/>
              <a:rect l="l" t="t" r="r" b="b"/>
              <a:pathLst>
                <a:path w="13637" h="13771" extrusionOk="0">
                  <a:moveTo>
                    <a:pt x="12626" y="6095"/>
                  </a:moveTo>
                  <a:lnTo>
                    <a:pt x="12896" y="6162"/>
                  </a:lnTo>
                  <a:lnTo>
                    <a:pt x="12997" y="6196"/>
                  </a:lnTo>
                  <a:lnTo>
                    <a:pt x="13098" y="6263"/>
                  </a:lnTo>
                  <a:lnTo>
                    <a:pt x="13199" y="6364"/>
                  </a:lnTo>
                  <a:lnTo>
                    <a:pt x="13300" y="6465"/>
                  </a:lnTo>
                  <a:lnTo>
                    <a:pt x="13367" y="6600"/>
                  </a:lnTo>
                  <a:lnTo>
                    <a:pt x="13401" y="6768"/>
                  </a:lnTo>
                  <a:lnTo>
                    <a:pt x="13434" y="6903"/>
                  </a:lnTo>
                  <a:lnTo>
                    <a:pt x="13434" y="7071"/>
                  </a:lnTo>
                  <a:lnTo>
                    <a:pt x="13367" y="7206"/>
                  </a:lnTo>
                  <a:lnTo>
                    <a:pt x="13333" y="7340"/>
                  </a:lnTo>
                  <a:lnTo>
                    <a:pt x="13232" y="7475"/>
                  </a:lnTo>
                  <a:lnTo>
                    <a:pt x="13131" y="7576"/>
                  </a:lnTo>
                  <a:lnTo>
                    <a:pt x="12862" y="7711"/>
                  </a:lnTo>
                  <a:lnTo>
                    <a:pt x="12559" y="7812"/>
                  </a:lnTo>
                  <a:lnTo>
                    <a:pt x="12222" y="7845"/>
                  </a:lnTo>
                  <a:lnTo>
                    <a:pt x="11852" y="7845"/>
                  </a:lnTo>
                  <a:lnTo>
                    <a:pt x="11145" y="7812"/>
                  </a:lnTo>
                  <a:lnTo>
                    <a:pt x="10505" y="7778"/>
                  </a:lnTo>
                  <a:lnTo>
                    <a:pt x="10505" y="7542"/>
                  </a:lnTo>
                  <a:lnTo>
                    <a:pt x="10505" y="7307"/>
                  </a:lnTo>
                  <a:lnTo>
                    <a:pt x="10539" y="6734"/>
                  </a:lnTo>
                  <a:lnTo>
                    <a:pt x="10539" y="6196"/>
                  </a:lnTo>
                  <a:lnTo>
                    <a:pt x="10977" y="6128"/>
                  </a:lnTo>
                  <a:lnTo>
                    <a:pt x="11448" y="6095"/>
                  </a:lnTo>
                  <a:close/>
                  <a:moveTo>
                    <a:pt x="3469" y="1"/>
                  </a:moveTo>
                  <a:lnTo>
                    <a:pt x="2795" y="68"/>
                  </a:lnTo>
                  <a:lnTo>
                    <a:pt x="2122" y="203"/>
                  </a:lnTo>
                  <a:lnTo>
                    <a:pt x="1482" y="405"/>
                  </a:lnTo>
                  <a:lnTo>
                    <a:pt x="842" y="640"/>
                  </a:lnTo>
                  <a:lnTo>
                    <a:pt x="270" y="943"/>
                  </a:lnTo>
                  <a:lnTo>
                    <a:pt x="1" y="1112"/>
                  </a:lnTo>
                  <a:lnTo>
                    <a:pt x="1" y="1415"/>
                  </a:lnTo>
                  <a:lnTo>
                    <a:pt x="573" y="1044"/>
                  </a:lnTo>
                  <a:lnTo>
                    <a:pt x="1145" y="741"/>
                  </a:lnTo>
                  <a:lnTo>
                    <a:pt x="1751" y="539"/>
                  </a:lnTo>
                  <a:lnTo>
                    <a:pt x="2357" y="371"/>
                  </a:lnTo>
                  <a:lnTo>
                    <a:pt x="2997" y="270"/>
                  </a:lnTo>
                  <a:lnTo>
                    <a:pt x="3671" y="236"/>
                  </a:lnTo>
                  <a:lnTo>
                    <a:pt x="4310" y="236"/>
                  </a:lnTo>
                  <a:lnTo>
                    <a:pt x="4950" y="304"/>
                  </a:lnTo>
                  <a:lnTo>
                    <a:pt x="5590" y="438"/>
                  </a:lnTo>
                  <a:lnTo>
                    <a:pt x="6128" y="607"/>
                  </a:lnTo>
                  <a:lnTo>
                    <a:pt x="6633" y="809"/>
                  </a:lnTo>
                  <a:lnTo>
                    <a:pt x="7138" y="1078"/>
                  </a:lnTo>
                  <a:lnTo>
                    <a:pt x="7610" y="1381"/>
                  </a:lnTo>
                  <a:lnTo>
                    <a:pt x="8047" y="1752"/>
                  </a:lnTo>
                  <a:lnTo>
                    <a:pt x="8451" y="2122"/>
                  </a:lnTo>
                  <a:lnTo>
                    <a:pt x="8822" y="2560"/>
                  </a:lnTo>
                  <a:lnTo>
                    <a:pt x="9192" y="2997"/>
                  </a:lnTo>
                  <a:lnTo>
                    <a:pt x="9495" y="3536"/>
                  </a:lnTo>
                  <a:lnTo>
                    <a:pt x="9764" y="4075"/>
                  </a:lnTo>
                  <a:lnTo>
                    <a:pt x="9966" y="4647"/>
                  </a:lnTo>
                  <a:lnTo>
                    <a:pt x="10135" y="5219"/>
                  </a:lnTo>
                  <a:lnTo>
                    <a:pt x="10202" y="5792"/>
                  </a:lnTo>
                  <a:lnTo>
                    <a:pt x="10269" y="6398"/>
                  </a:lnTo>
                  <a:lnTo>
                    <a:pt x="10269" y="7004"/>
                  </a:lnTo>
                  <a:lnTo>
                    <a:pt x="10236" y="7610"/>
                  </a:lnTo>
                  <a:lnTo>
                    <a:pt x="10236" y="7677"/>
                  </a:lnTo>
                  <a:lnTo>
                    <a:pt x="10303" y="7711"/>
                  </a:lnTo>
                  <a:lnTo>
                    <a:pt x="10303" y="7778"/>
                  </a:lnTo>
                  <a:lnTo>
                    <a:pt x="10269" y="7845"/>
                  </a:lnTo>
                  <a:lnTo>
                    <a:pt x="10269" y="7913"/>
                  </a:lnTo>
                  <a:lnTo>
                    <a:pt x="10202" y="8384"/>
                  </a:lnTo>
                  <a:lnTo>
                    <a:pt x="10067" y="8822"/>
                  </a:lnTo>
                  <a:lnTo>
                    <a:pt x="9798" y="9664"/>
                  </a:lnTo>
                  <a:lnTo>
                    <a:pt x="9697" y="9967"/>
                  </a:lnTo>
                  <a:lnTo>
                    <a:pt x="9529" y="10270"/>
                  </a:lnTo>
                  <a:lnTo>
                    <a:pt x="9394" y="10573"/>
                  </a:lnTo>
                  <a:lnTo>
                    <a:pt x="9192" y="10842"/>
                  </a:lnTo>
                  <a:lnTo>
                    <a:pt x="8754" y="11381"/>
                  </a:lnTo>
                  <a:lnTo>
                    <a:pt x="8283" y="11852"/>
                  </a:lnTo>
                  <a:lnTo>
                    <a:pt x="8014" y="12088"/>
                  </a:lnTo>
                  <a:lnTo>
                    <a:pt x="7711" y="12323"/>
                  </a:lnTo>
                  <a:lnTo>
                    <a:pt x="7441" y="12525"/>
                  </a:lnTo>
                  <a:lnTo>
                    <a:pt x="7138" y="12694"/>
                  </a:lnTo>
                  <a:lnTo>
                    <a:pt x="6532" y="12963"/>
                  </a:lnTo>
                  <a:lnTo>
                    <a:pt x="5960" y="13165"/>
                  </a:lnTo>
                  <a:lnTo>
                    <a:pt x="5388" y="13300"/>
                  </a:lnTo>
                  <a:lnTo>
                    <a:pt x="4849" y="13401"/>
                  </a:lnTo>
                  <a:lnTo>
                    <a:pt x="3906" y="13535"/>
                  </a:lnTo>
                  <a:lnTo>
                    <a:pt x="2863" y="13535"/>
                  </a:lnTo>
                  <a:lnTo>
                    <a:pt x="2357" y="13468"/>
                  </a:lnTo>
                  <a:lnTo>
                    <a:pt x="1852" y="13367"/>
                  </a:lnTo>
                  <a:lnTo>
                    <a:pt x="1381" y="13232"/>
                  </a:lnTo>
                  <a:lnTo>
                    <a:pt x="910" y="13064"/>
                  </a:lnTo>
                  <a:lnTo>
                    <a:pt x="438" y="12828"/>
                  </a:lnTo>
                  <a:lnTo>
                    <a:pt x="1" y="12593"/>
                  </a:lnTo>
                  <a:lnTo>
                    <a:pt x="1" y="12828"/>
                  </a:lnTo>
                  <a:lnTo>
                    <a:pt x="438" y="13064"/>
                  </a:lnTo>
                  <a:lnTo>
                    <a:pt x="910" y="13300"/>
                  </a:lnTo>
                  <a:lnTo>
                    <a:pt x="1381" y="13468"/>
                  </a:lnTo>
                  <a:lnTo>
                    <a:pt x="1852" y="13603"/>
                  </a:lnTo>
                  <a:lnTo>
                    <a:pt x="2357" y="13704"/>
                  </a:lnTo>
                  <a:lnTo>
                    <a:pt x="2863" y="13737"/>
                  </a:lnTo>
                  <a:lnTo>
                    <a:pt x="3368" y="13771"/>
                  </a:lnTo>
                  <a:lnTo>
                    <a:pt x="3906" y="13737"/>
                  </a:lnTo>
                  <a:lnTo>
                    <a:pt x="4411" y="13704"/>
                  </a:lnTo>
                  <a:lnTo>
                    <a:pt x="4984" y="13636"/>
                  </a:lnTo>
                  <a:lnTo>
                    <a:pt x="5556" y="13502"/>
                  </a:lnTo>
                  <a:lnTo>
                    <a:pt x="6128" y="13333"/>
                  </a:lnTo>
                  <a:lnTo>
                    <a:pt x="6734" y="13098"/>
                  </a:lnTo>
                  <a:lnTo>
                    <a:pt x="7374" y="12795"/>
                  </a:lnTo>
                  <a:lnTo>
                    <a:pt x="7677" y="12626"/>
                  </a:lnTo>
                  <a:lnTo>
                    <a:pt x="7980" y="12391"/>
                  </a:lnTo>
                  <a:lnTo>
                    <a:pt x="8283" y="12155"/>
                  </a:lnTo>
                  <a:lnTo>
                    <a:pt x="8586" y="11886"/>
                  </a:lnTo>
                  <a:lnTo>
                    <a:pt x="9024" y="11414"/>
                  </a:lnTo>
                  <a:lnTo>
                    <a:pt x="9428" y="10876"/>
                  </a:lnTo>
                  <a:lnTo>
                    <a:pt x="9764" y="10303"/>
                  </a:lnTo>
                  <a:lnTo>
                    <a:pt x="9899" y="10000"/>
                  </a:lnTo>
                  <a:lnTo>
                    <a:pt x="10000" y="9697"/>
                  </a:lnTo>
                  <a:lnTo>
                    <a:pt x="10101" y="9360"/>
                  </a:lnTo>
                  <a:lnTo>
                    <a:pt x="10202" y="9024"/>
                  </a:lnTo>
                  <a:lnTo>
                    <a:pt x="10370" y="8317"/>
                  </a:lnTo>
                  <a:lnTo>
                    <a:pt x="10471" y="7980"/>
                  </a:lnTo>
                  <a:lnTo>
                    <a:pt x="11313" y="8047"/>
                  </a:lnTo>
                  <a:lnTo>
                    <a:pt x="12256" y="8047"/>
                  </a:lnTo>
                  <a:lnTo>
                    <a:pt x="12694" y="7980"/>
                  </a:lnTo>
                  <a:lnTo>
                    <a:pt x="12896" y="7913"/>
                  </a:lnTo>
                  <a:lnTo>
                    <a:pt x="13098" y="7845"/>
                  </a:lnTo>
                  <a:lnTo>
                    <a:pt x="13266" y="7711"/>
                  </a:lnTo>
                  <a:lnTo>
                    <a:pt x="13401" y="7576"/>
                  </a:lnTo>
                  <a:lnTo>
                    <a:pt x="13502" y="7408"/>
                  </a:lnTo>
                  <a:lnTo>
                    <a:pt x="13603" y="7239"/>
                  </a:lnTo>
                  <a:lnTo>
                    <a:pt x="13636" y="7004"/>
                  </a:lnTo>
                  <a:lnTo>
                    <a:pt x="13636" y="6768"/>
                  </a:lnTo>
                  <a:lnTo>
                    <a:pt x="13603" y="6566"/>
                  </a:lnTo>
                  <a:lnTo>
                    <a:pt x="13502" y="6398"/>
                  </a:lnTo>
                  <a:lnTo>
                    <a:pt x="13367" y="6229"/>
                  </a:lnTo>
                  <a:lnTo>
                    <a:pt x="13199" y="6061"/>
                  </a:lnTo>
                  <a:lnTo>
                    <a:pt x="13030" y="5960"/>
                  </a:lnTo>
                  <a:lnTo>
                    <a:pt x="12795" y="5893"/>
                  </a:lnTo>
                  <a:lnTo>
                    <a:pt x="12525" y="5859"/>
                  </a:lnTo>
                  <a:lnTo>
                    <a:pt x="12222" y="5859"/>
                  </a:lnTo>
                  <a:lnTo>
                    <a:pt x="11616" y="5926"/>
                  </a:lnTo>
                  <a:lnTo>
                    <a:pt x="10808" y="5926"/>
                  </a:lnTo>
                  <a:lnTo>
                    <a:pt x="10539" y="5994"/>
                  </a:lnTo>
                  <a:lnTo>
                    <a:pt x="10471" y="5489"/>
                  </a:lnTo>
                  <a:lnTo>
                    <a:pt x="10370" y="4984"/>
                  </a:lnTo>
                  <a:lnTo>
                    <a:pt x="10202" y="4512"/>
                  </a:lnTo>
                  <a:lnTo>
                    <a:pt x="10034" y="4041"/>
                  </a:lnTo>
                  <a:lnTo>
                    <a:pt x="9798" y="3570"/>
                  </a:lnTo>
                  <a:lnTo>
                    <a:pt x="9529" y="3132"/>
                  </a:lnTo>
                  <a:lnTo>
                    <a:pt x="9259" y="2694"/>
                  </a:lnTo>
                  <a:lnTo>
                    <a:pt x="8923" y="2324"/>
                  </a:lnTo>
                  <a:lnTo>
                    <a:pt x="8586" y="1920"/>
                  </a:lnTo>
                  <a:lnTo>
                    <a:pt x="8182" y="1583"/>
                  </a:lnTo>
                  <a:lnTo>
                    <a:pt x="7778" y="1280"/>
                  </a:lnTo>
                  <a:lnTo>
                    <a:pt x="7374" y="977"/>
                  </a:lnTo>
                  <a:lnTo>
                    <a:pt x="6903" y="708"/>
                  </a:lnTo>
                  <a:lnTo>
                    <a:pt x="6431" y="506"/>
                  </a:lnTo>
                  <a:lnTo>
                    <a:pt x="5960" y="304"/>
                  </a:lnTo>
                  <a:lnTo>
                    <a:pt x="5455" y="169"/>
                  </a:lnTo>
                  <a:lnTo>
                    <a:pt x="4815" y="68"/>
                  </a:lnTo>
                  <a:lnTo>
                    <a:pt x="414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0" name="Google Shape;700;p5"/>
            <p:cNvSpPr/>
            <p:nvPr/>
          </p:nvSpPr>
          <p:spPr>
            <a:xfrm>
              <a:off x="50" y="3314584"/>
              <a:ext cx="466388" cy="580432"/>
            </a:xfrm>
            <a:custGeom>
              <a:avLst/>
              <a:gdLst/>
              <a:ahLst/>
              <a:cxnLst/>
              <a:rect l="l" t="t" r="r" b="b"/>
              <a:pathLst>
                <a:path w="9361" h="11650" extrusionOk="0">
                  <a:moveTo>
                    <a:pt x="4445" y="371"/>
                  </a:moveTo>
                  <a:lnTo>
                    <a:pt x="5051" y="438"/>
                  </a:lnTo>
                  <a:lnTo>
                    <a:pt x="5623" y="607"/>
                  </a:lnTo>
                  <a:lnTo>
                    <a:pt x="6196" y="843"/>
                  </a:lnTo>
                  <a:lnTo>
                    <a:pt x="6701" y="1112"/>
                  </a:lnTo>
                  <a:lnTo>
                    <a:pt x="6398" y="1213"/>
                  </a:lnTo>
                  <a:lnTo>
                    <a:pt x="6398" y="1146"/>
                  </a:lnTo>
                  <a:lnTo>
                    <a:pt x="6330" y="1112"/>
                  </a:lnTo>
                  <a:lnTo>
                    <a:pt x="5758" y="1045"/>
                  </a:lnTo>
                  <a:lnTo>
                    <a:pt x="5219" y="1045"/>
                  </a:lnTo>
                  <a:lnTo>
                    <a:pt x="5421" y="977"/>
                  </a:lnTo>
                  <a:lnTo>
                    <a:pt x="5590" y="843"/>
                  </a:lnTo>
                  <a:lnTo>
                    <a:pt x="5657" y="809"/>
                  </a:lnTo>
                  <a:lnTo>
                    <a:pt x="5657" y="742"/>
                  </a:lnTo>
                  <a:lnTo>
                    <a:pt x="5623" y="674"/>
                  </a:lnTo>
                  <a:lnTo>
                    <a:pt x="5590" y="641"/>
                  </a:lnTo>
                  <a:lnTo>
                    <a:pt x="5287" y="573"/>
                  </a:lnTo>
                  <a:lnTo>
                    <a:pt x="4950" y="573"/>
                  </a:lnTo>
                  <a:lnTo>
                    <a:pt x="4613" y="607"/>
                  </a:lnTo>
                  <a:lnTo>
                    <a:pt x="4277" y="674"/>
                  </a:lnTo>
                  <a:lnTo>
                    <a:pt x="3603" y="809"/>
                  </a:lnTo>
                  <a:lnTo>
                    <a:pt x="2997" y="977"/>
                  </a:lnTo>
                  <a:lnTo>
                    <a:pt x="2554" y="1117"/>
                  </a:lnTo>
                  <a:lnTo>
                    <a:pt x="2554" y="1117"/>
                  </a:lnTo>
                  <a:lnTo>
                    <a:pt x="3098" y="910"/>
                  </a:lnTo>
                  <a:lnTo>
                    <a:pt x="3805" y="674"/>
                  </a:lnTo>
                  <a:lnTo>
                    <a:pt x="4445" y="371"/>
                  </a:lnTo>
                  <a:close/>
                  <a:moveTo>
                    <a:pt x="6835" y="1348"/>
                  </a:moveTo>
                  <a:lnTo>
                    <a:pt x="6633" y="1482"/>
                  </a:lnTo>
                  <a:lnTo>
                    <a:pt x="6364" y="1617"/>
                  </a:lnTo>
                  <a:lnTo>
                    <a:pt x="5859" y="1819"/>
                  </a:lnTo>
                  <a:lnTo>
                    <a:pt x="4849" y="2189"/>
                  </a:lnTo>
                  <a:lnTo>
                    <a:pt x="3637" y="2661"/>
                  </a:lnTo>
                  <a:lnTo>
                    <a:pt x="5017" y="2088"/>
                  </a:lnTo>
                  <a:lnTo>
                    <a:pt x="5893" y="1684"/>
                  </a:lnTo>
                  <a:lnTo>
                    <a:pt x="6364" y="1482"/>
                  </a:lnTo>
                  <a:lnTo>
                    <a:pt x="6835" y="1348"/>
                  </a:lnTo>
                  <a:close/>
                  <a:moveTo>
                    <a:pt x="5960" y="5522"/>
                  </a:moveTo>
                  <a:lnTo>
                    <a:pt x="5522" y="5758"/>
                  </a:lnTo>
                  <a:lnTo>
                    <a:pt x="5085" y="5960"/>
                  </a:lnTo>
                  <a:lnTo>
                    <a:pt x="4176" y="6297"/>
                  </a:lnTo>
                  <a:lnTo>
                    <a:pt x="4613" y="6095"/>
                  </a:lnTo>
                  <a:lnTo>
                    <a:pt x="5051" y="5893"/>
                  </a:lnTo>
                  <a:lnTo>
                    <a:pt x="5960" y="5522"/>
                  </a:lnTo>
                  <a:close/>
                  <a:moveTo>
                    <a:pt x="8485" y="2964"/>
                  </a:moveTo>
                  <a:lnTo>
                    <a:pt x="8620" y="3233"/>
                  </a:lnTo>
                  <a:lnTo>
                    <a:pt x="8519" y="3233"/>
                  </a:lnTo>
                  <a:lnTo>
                    <a:pt x="7879" y="3502"/>
                  </a:lnTo>
                  <a:lnTo>
                    <a:pt x="7239" y="3772"/>
                  </a:lnTo>
                  <a:lnTo>
                    <a:pt x="5960" y="4378"/>
                  </a:lnTo>
                  <a:lnTo>
                    <a:pt x="4714" y="5017"/>
                  </a:lnTo>
                  <a:lnTo>
                    <a:pt x="4075" y="5320"/>
                  </a:lnTo>
                  <a:lnTo>
                    <a:pt x="3435" y="5623"/>
                  </a:lnTo>
                  <a:lnTo>
                    <a:pt x="2088" y="6229"/>
                  </a:lnTo>
                  <a:lnTo>
                    <a:pt x="741" y="6835"/>
                  </a:lnTo>
                  <a:lnTo>
                    <a:pt x="102" y="7138"/>
                  </a:lnTo>
                  <a:lnTo>
                    <a:pt x="809" y="6701"/>
                  </a:lnTo>
                  <a:lnTo>
                    <a:pt x="1516" y="6297"/>
                  </a:lnTo>
                  <a:lnTo>
                    <a:pt x="2256" y="5926"/>
                  </a:lnTo>
                  <a:lnTo>
                    <a:pt x="3031" y="5590"/>
                  </a:lnTo>
                  <a:lnTo>
                    <a:pt x="4209" y="5051"/>
                  </a:lnTo>
                  <a:lnTo>
                    <a:pt x="5388" y="4411"/>
                  </a:lnTo>
                  <a:lnTo>
                    <a:pt x="5893" y="4108"/>
                  </a:lnTo>
                  <a:lnTo>
                    <a:pt x="6532" y="3839"/>
                  </a:lnTo>
                  <a:lnTo>
                    <a:pt x="7172" y="3570"/>
                  </a:lnTo>
                  <a:lnTo>
                    <a:pt x="7778" y="3334"/>
                  </a:lnTo>
                  <a:lnTo>
                    <a:pt x="8418" y="3065"/>
                  </a:lnTo>
                  <a:lnTo>
                    <a:pt x="8451" y="2997"/>
                  </a:lnTo>
                  <a:lnTo>
                    <a:pt x="8485" y="2964"/>
                  </a:lnTo>
                  <a:close/>
                  <a:moveTo>
                    <a:pt x="8687" y="3401"/>
                  </a:moveTo>
                  <a:lnTo>
                    <a:pt x="8889" y="3906"/>
                  </a:lnTo>
                  <a:lnTo>
                    <a:pt x="9024" y="4479"/>
                  </a:lnTo>
                  <a:lnTo>
                    <a:pt x="9091" y="5017"/>
                  </a:lnTo>
                  <a:lnTo>
                    <a:pt x="9125" y="5590"/>
                  </a:lnTo>
                  <a:lnTo>
                    <a:pt x="8552" y="5825"/>
                  </a:lnTo>
                  <a:lnTo>
                    <a:pt x="7576" y="6196"/>
                  </a:lnTo>
                  <a:lnTo>
                    <a:pt x="6633" y="6600"/>
                  </a:lnTo>
                  <a:lnTo>
                    <a:pt x="5691" y="7004"/>
                  </a:lnTo>
                  <a:lnTo>
                    <a:pt x="4782" y="7441"/>
                  </a:lnTo>
                  <a:lnTo>
                    <a:pt x="3738" y="8047"/>
                  </a:lnTo>
                  <a:lnTo>
                    <a:pt x="2661" y="8620"/>
                  </a:lnTo>
                  <a:lnTo>
                    <a:pt x="2357" y="8788"/>
                  </a:lnTo>
                  <a:lnTo>
                    <a:pt x="2021" y="8923"/>
                  </a:lnTo>
                  <a:lnTo>
                    <a:pt x="1347" y="9159"/>
                  </a:lnTo>
                  <a:lnTo>
                    <a:pt x="3368" y="7845"/>
                  </a:lnTo>
                  <a:lnTo>
                    <a:pt x="3839" y="7610"/>
                  </a:lnTo>
                  <a:lnTo>
                    <a:pt x="6229" y="6431"/>
                  </a:lnTo>
                  <a:lnTo>
                    <a:pt x="7441" y="5859"/>
                  </a:lnTo>
                  <a:lnTo>
                    <a:pt x="8081" y="5623"/>
                  </a:lnTo>
                  <a:lnTo>
                    <a:pt x="8721" y="5388"/>
                  </a:lnTo>
                  <a:lnTo>
                    <a:pt x="8754" y="5354"/>
                  </a:lnTo>
                  <a:lnTo>
                    <a:pt x="8788" y="5320"/>
                  </a:lnTo>
                  <a:lnTo>
                    <a:pt x="8788" y="5219"/>
                  </a:lnTo>
                  <a:lnTo>
                    <a:pt x="8754" y="5152"/>
                  </a:lnTo>
                  <a:lnTo>
                    <a:pt x="8687" y="5118"/>
                  </a:lnTo>
                  <a:lnTo>
                    <a:pt x="8620" y="5118"/>
                  </a:lnTo>
                  <a:lnTo>
                    <a:pt x="8047" y="5287"/>
                  </a:lnTo>
                  <a:lnTo>
                    <a:pt x="7509" y="5489"/>
                  </a:lnTo>
                  <a:lnTo>
                    <a:pt x="6398" y="5994"/>
                  </a:lnTo>
                  <a:lnTo>
                    <a:pt x="5388" y="6431"/>
                  </a:lnTo>
                  <a:lnTo>
                    <a:pt x="4378" y="6903"/>
                  </a:lnTo>
                  <a:lnTo>
                    <a:pt x="3738" y="7273"/>
                  </a:lnTo>
                  <a:lnTo>
                    <a:pt x="3098" y="7643"/>
                  </a:lnTo>
                  <a:lnTo>
                    <a:pt x="2088" y="8081"/>
                  </a:lnTo>
                  <a:lnTo>
                    <a:pt x="1044" y="8485"/>
                  </a:lnTo>
                  <a:lnTo>
                    <a:pt x="2088" y="7711"/>
                  </a:lnTo>
                  <a:lnTo>
                    <a:pt x="3098" y="6936"/>
                  </a:lnTo>
                  <a:lnTo>
                    <a:pt x="4108" y="6600"/>
                  </a:lnTo>
                  <a:lnTo>
                    <a:pt x="5118" y="6229"/>
                  </a:lnTo>
                  <a:lnTo>
                    <a:pt x="5590" y="6027"/>
                  </a:lnTo>
                  <a:lnTo>
                    <a:pt x="6061" y="5792"/>
                  </a:lnTo>
                  <a:lnTo>
                    <a:pt x="6802" y="5354"/>
                  </a:lnTo>
                  <a:lnTo>
                    <a:pt x="7138" y="5152"/>
                  </a:lnTo>
                  <a:lnTo>
                    <a:pt x="7509" y="4984"/>
                  </a:lnTo>
                  <a:lnTo>
                    <a:pt x="8317" y="4681"/>
                  </a:lnTo>
                  <a:lnTo>
                    <a:pt x="8350" y="4647"/>
                  </a:lnTo>
                  <a:lnTo>
                    <a:pt x="8384" y="4580"/>
                  </a:lnTo>
                  <a:lnTo>
                    <a:pt x="8384" y="4479"/>
                  </a:lnTo>
                  <a:lnTo>
                    <a:pt x="8350" y="4411"/>
                  </a:lnTo>
                  <a:lnTo>
                    <a:pt x="8249" y="4411"/>
                  </a:lnTo>
                  <a:lnTo>
                    <a:pt x="7778" y="4546"/>
                  </a:lnTo>
                  <a:lnTo>
                    <a:pt x="7374" y="4748"/>
                  </a:lnTo>
                  <a:lnTo>
                    <a:pt x="6330" y="5118"/>
                  </a:lnTo>
                  <a:lnTo>
                    <a:pt x="5354" y="5489"/>
                  </a:lnTo>
                  <a:lnTo>
                    <a:pt x="4849" y="5691"/>
                  </a:lnTo>
                  <a:lnTo>
                    <a:pt x="4344" y="5893"/>
                  </a:lnTo>
                  <a:lnTo>
                    <a:pt x="3873" y="6162"/>
                  </a:lnTo>
                  <a:lnTo>
                    <a:pt x="3401" y="6431"/>
                  </a:lnTo>
                  <a:lnTo>
                    <a:pt x="2930" y="6734"/>
                  </a:lnTo>
                  <a:lnTo>
                    <a:pt x="2155" y="7004"/>
                  </a:lnTo>
                  <a:lnTo>
                    <a:pt x="1381" y="7340"/>
                  </a:lnTo>
                  <a:lnTo>
                    <a:pt x="1145" y="7475"/>
                  </a:lnTo>
                  <a:lnTo>
                    <a:pt x="1516" y="7206"/>
                  </a:lnTo>
                  <a:lnTo>
                    <a:pt x="2122" y="6869"/>
                  </a:lnTo>
                  <a:lnTo>
                    <a:pt x="2728" y="6566"/>
                  </a:lnTo>
                  <a:lnTo>
                    <a:pt x="3974" y="5960"/>
                  </a:lnTo>
                  <a:lnTo>
                    <a:pt x="5118" y="5354"/>
                  </a:lnTo>
                  <a:lnTo>
                    <a:pt x="6196" y="4714"/>
                  </a:lnTo>
                  <a:lnTo>
                    <a:pt x="6802" y="4378"/>
                  </a:lnTo>
                  <a:lnTo>
                    <a:pt x="7408" y="4075"/>
                  </a:lnTo>
                  <a:lnTo>
                    <a:pt x="8653" y="3469"/>
                  </a:lnTo>
                  <a:lnTo>
                    <a:pt x="8687" y="3435"/>
                  </a:lnTo>
                  <a:lnTo>
                    <a:pt x="8687" y="3401"/>
                  </a:lnTo>
                  <a:close/>
                  <a:moveTo>
                    <a:pt x="7643" y="8856"/>
                  </a:moveTo>
                  <a:lnTo>
                    <a:pt x="7475" y="8990"/>
                  </a:lnTo>
                  <a:lnTo>
                    <a:pt x="7071" y="9226"/>
                  </a:lnTo>
                  <a:lnTo>
                    <a:pt x="7206" y="9125"/>
                  </a:lnTo>
                  <a:lnTo>
                    <a:pt x="7576" y="8889"/>
                  </a:lnTo>
                  <a:lnTo>
                    <a:pt x="7643" y="8856"/>
                  </a:lnTo>
                  <a:close/>
                  <a:moveTo>
                    <a:pt x="5152" y="9327"/>
                  </a:moveTo>
                  <a:lnTo>
                    <a:pt x="4647" y="9664"/>
                  </a:lnTo>
                  <a:lnTo>
                    <a:pt x="4142" y="9967"/>
                  </a:lnTo>
                  <a:lnTo>
                    <a:pt x="3772" y="10169"/>
                  </a:lnTo>
                  <a:lnTo>
                    <a:pt x="3772" y="10169"/>
                  </a:lnTo>
                  <a:lnTo>
                    <a:pt x="4108" y="9933"/>
                  </a:lnTo>
                  <a:lnTo>
                    <a:pt x="4613" y="9630"/>
                  </a:lnTo>
                  <a:lnTo>
                    <a:pt x="5152" y="9327"/>
                  </a:lnTo>
                  <a:close/>
                  <a:moveTo>
                    <a:pt x="6768" y="9697"/>
                  </a:moveTo>
                  <a:lnTo>
                    <a:pt x="6633" y="9832"/>
                  </a:lnTo>
                  <a:lnTo>
                    <a:pt x="6229" y="10202"/>
                  </a:lnTo>
                  <a:lnTo>
                    <a:pt x="6027" y="10337"/>
                  </a:lnTo>
                  <a:lnTo>
                    <a:pt x="5825" y="10505"/>
                  </a:lnTo>
                  <a:lnTo>
                    <a:pt x="5455" y="10674"/>
                  </a:lnTo>
                  <a:lnTo>
                    <a:pt x="5051" y="10808"/>
                  </a:lnTo>
                  <a:lnTo>
                    <a:pt x="5152" y="10741"/>
                  </a:lnTo>
                  <a:lnTo>
                    <a:pt x="5522" y="10472"/>
                  </a:lnTo>
                  <a:lnTo>
                    <a:pt x="5893" y="10202"/>
                  </a:lnTo>
                  <a:lnTo>
                    <a:pt x="6768" y="9697"/>
                  </a:lnTo>
                  <a:close/>
                  <a:moveTo>
                    <a:pt x="9125" y="5893"/>
                  </a:moveTo>
                  <a:lnTo>
                    <a:pt x="9091" y="6330"/>
                  </a:lnTo>
                  <a:lnTo>
                    <a:pt x="9024" y="6768"/>
                  </a:lnTo>
                  <a:lnTo>
                    <a:pt x="8889" y="7576"/>
                  </a:lnTo>
                  <a:lnTo>
                    <a:pt x="8754" y="7980"/>
                  </a:lnTo>
                  <a:lnTo>
                    <a:pt x="8620" y="8384"/>
                  </a:lnTo>
                  <a:lnTo>
                    <a:pt x="8451" y="8755"/>
                  </a:lnTo>
                  <a:lnTo>
                    <a:pt x="8249" y="9091"/>
                  </a:lnTo>
                  <a:lnTo>
                    <a:pt x="8014" y="9428"/>
                  </a:lnTo>
                  <a:lnTo>
                    <a:pt x="7778" y="9731"/>
                  </a:lnTo>
                  <a:lnTo>
                    <a:pt x="7509" y="10000"/>
                  </a:lnTo>
                  <a:lnTo>
                    <a:pt x="7239" y="10270"/>
                  </a:lnTo>
                  <a:lnTo>
                    <a:pt x="7172" y="10202"/>
                  </a:lnTo>
                  <a:lnTo>
                    <a:pt x="7105" y="10169"/>
                  </a:lnTo>
                  <a:lnTo>
                    <a:pt x="7037" y="10202"/>
                  </a:lnTo>
                  <a:lnTo>
                    <a:pt x="6701" y="10404"/>
                  </a:lnTo>
                  <a:lnTo>
                    <a:pt x="6532" y="10505"/>
                  </a:lnTo>
                  <a:lnTo>
                    <a:pt x="6364" y="10573"/>
                  </a:lnTo>
                  <a:lnTo>
                    <a:pt x="6364" y="10573"/>
                  </a:lnTo>
                  <a:lnTo>
                    <a:pt x="6734" y="10270"/>
                  </a:lnTo>
                  <a:lnTo>
                    <a:pt x="7138" y="9967"/>
                  </a:lnTo>
                  <a:lnTo>
                    <a:pt x="7576" y="9697"/>
                  </a:lnTo>
                  <a:lnTo>
                    <a:pt x="7980" y="9428"/>
                  </a:lnTo>
                  <a:lnTo>
                    <a:pt x="8014" y="9361"/>
                  </a:lnTo>
                  <a:lnTo>
                    <a:pt x="8014" y="9260"/>
                  </a:lnTo>
                  <a:lnTo>
                    <a:pt x="7946" y="9192"/>
                  </a:lnTo>
                  <a:lnTo>
                    <a:pt x="7643" y="9192"/>
                  </a:lnTo>
                  <a:lnTo>
                    <a:pt x="7845" y="9058"/>
                  </a:lnTo>
                  <a:lnTo>
                    <a:pt x="7980" y="8856"/>
                  </a:lnTo>
                  <a:lnTo>
                    <a:pt x="8014" y="8788"/>
                  </a:lnTo>
                  <a:lnTo>
                    <a:pt x="8014" y="8687"/>
                  </a:lnTo>
                  <a:lnTo>
                    <a:pt x="7980" y="8620"/>
                  </a:lnTo>
                  <a:lnTo>
                    <a:pt x="7879" y="8553"/>
                  </a:lnTo>
                  <a:lnTo>
                    <a:pt x="7812" y="8519"/>
                  </a:lnTo>
                  <a:lnTo>
                    <a:pt x="7711" y="8519"/>
                  </a:lnTo>
                  <a:lnTo>
                    <a:pt x="7542" y="8553"/>
                  </a:lnTo>
                  <a:lnTo>
                    <a:pt x="7307" y="8654"/>
                  </a:lnTo>
                  <a:lnTo>
                    <a:pt x="7105" y="8788"/>
                  </a:lnTo>
                  <a:lnTo>
                    <a:pt x="6734" y="9125"/>
                  </a:lnTo>
                  <a:lnTo>
                    <a:pt x="6465" y="9394"/>
                  </a:lnTo>
                  <a:lnTo>
                    <a:pt x="5960" y="9832"/>
                  </a:lnTo>
                  <a:lnTo>
                    <a:pt x="5421" y="10169"/>
                  </a:lnTo>
                  <a:lnTo>
                    <a:pt x="4916" y="10539"/>
                  </a:lnTo>
                  <a:lnTo>
                    <a:pt x="4512" y="10707"/>
                  </a:lnTo>
                  <a:lnTo>
                    <a:pt x="4075" y="10842"/>
                  </a:lnTo>
                  <a:lnTo>
                    <a:pt x="4075" y="10842"/>
                  </a:lnTo>
                  <a:lnTo>
                    <a:pt x="4546" y="10539"/>
                  </a:lnTo>
                  <a:lnTo>
                    <a:pt x="5017" y="10202"/>
                  </a:lnTo>
                  <a:lnTo>
                    <a:pt x="5994" y="9596"/>
                  </a:lnTo>
                  <a:lnTo>
                    <a:pt x="6465" y="9226"/>
                  </a:lnTo>
                  <a:lnTo>
                    <a:pt x="6936" y="8856"/>
                  </a:lnTo>
                  <a:lnTo>
                    <a:pt x="7206" y="8687"/>
                  </a:lnTo>
                  <a:lnTo>
                    <a:pt x="7441" y="8519"/>
                  </a:lnTo>
                  <a:lnTo>
                    <a:pt x="7711" y="8384"/>
                  </a:lnTo>
                  <a:lnTo>
                    <a:pt x="8014" y="8283"/>
                  </a:lnTo>
                  <a:lnTo>
                    <a:pt x="8317" y="8182"/>
                  </a:lnTo>
                  <a:lnTo>
                    <a:pt x="8384" y="8182"/>
                  </a:lnTo>
                  <a:lnTo>
                    <a:pt x="8418" y="8115"/>
                  </a:lnTo>
                  <a:lnTo>
                    <a:pt x="8418" y="8047"/>
                  </a:lnTo>
                  <a:lnTo>
                    <a:pt x="8384" y="7946"/>
                  </a:lnTo>
                  <a:lnTo>
                    <a:pt x="8249" y="7946"/>
                  </a:lnTo>
                  <a:lnTo>
                    <a:pt x="7913" y="8014"/>
                  </a:lnTo>
                  <a:lnTo>
                    <a:pt x="7408" y="8081"/>
                  </a:lnTo>
                  <a:lnTo>
                    <a:pt x="7138" y="8148"/>
                  </a:lnTo>
                  <a:lnTo>
                    <a:pt x="6869" y="8249"/>
                  </a:lnTo>
                  <a:lnTo>
                    <a:pt x="7172" y="8014"/>
                  </a:lnTo>
                  <a:lnTo>
                    <a:pt x="7576" y="7744"/>
                  </a:lnTo>
                  <a:lnTo>
                    <a:pt x="8014" y="7542"/>
                  </a:lnTo>
                  <a:lnTo>
                    <a:pt x="8889" y="7138"/>
                  </a:lnTo>
                  <a:lnTo>
                    <a:pt x="8956" y="7071"/>
                  </a:lnTo>
                  <a:lnTo>
                    <a:pt x="8956" y="6970"/>
                  </a:lnTo>
                  <a:lnTo>
                    <a:pt x="8889" y="6903"/>
                  </a:lnTo>
                  <a:lnTo>
                    <a:pt x="8822" y="6869"/>
                  </a:lnTo>
                  <a:lnTo>
                    <a:pt x="8620" y="6903"/>
                  </a:lnTo>
                  <a:lnTo>
                    <a:pt x="8418" y="6936"/>
                  </a:lnTo>
                  <a:lnTo>
                    <a:pt x="8081" y="7071"/>
                  </a:lnTo>
                  <a:lnTo>
                    <a:pt x="7744" y="7273"/>
                  </a:lnTo>
                  <a:lnTo>
                    <a:pt x="7408" y="7475"/>
                  </a:lnTo>
                  <a:lnTo>
                    <a:pt x="6330" y="8081"/>
                  </a:lnTo>
                  <a:lnTo>
                    <a:pt x="5287" y="8687"/>
                  </a:lnTo>
                  <a:lnTo>
                    <a:pt x="5085" y="8788"/>
                  </a:lnTo>
                  <a:lnTo>
                    <a:pt x="5455" y="8553"/>
                  </a:lnTo>
                  <a:lnTo>
                    <a:pt x="6162" y="7980"/>
                  </a:lnTo>
                  <a:lnTo>
                    <a:pt x="6869" y="7441"/>
                  </a:lnTo>
                  <a:lnTo>
                    <a:pt x="7239" y="7206"/>
                  </a:lnTo>
                  <a:lnTo>
                    <a:pt x="7610" y="6970"/>
                  </a:lnTo>
                  <a:lnTo>
                    <a:pt x="8014" y="6802"/>
                  </a:lnTo>
                  <a:lnTo>
                    <a:pt x="8451" y="6667"/>
                  </a:lnTo>
                  <a:lnTo>
                    <a:pt x="8519" y="6633"/>
                  </a:lnTo>
                  <a:lnTo>
                    <a:pt x="8552" y="6600"/>
                  </a:lnTo>
                  <a:lnTo>
                    <a:pt x="8552" y="6532"/>
                  </a:lnTo>
                  <a:lnTo>
                    <a:pt x="8519" y="6431"/>
                  </a:lnTo>
                  <a:lnTo>
                    <a:pt x="8485" y="6398"/>
                  </a:lnTo>
                  <a:lnTo>
                    <a:pt x="8418" y="6398"/>
                  </a:lnTo>
                  <a:lnTo>
                    <a:pt x="8081" y="6431"/>
                  </a:lnTo>
                  <a:lnTo>
                    <a:pt x="7744" y="6499"/>
                  </a:lnTo>
                  <a:lnTo>
                    <a:pt x="8216" y="6297"/>
                  </a:lnTo>
                  <a:lnTo>
                    <a:pt x="8687" y="6061"/>
                  </a:lnTo>
                  <a:lnTo>
                    <a:pt x="9125" y="5893"/>
                  </a:lnTo>
                  <a:close/>
                  <a:moveTo>
                    <a:pt x="6734" y="7172"/>
                  </a:moveTo>
                  <a:lnTo>
                    <a:pt x="6263" y="7542"/>
                  </a:lnTo>
                  <a:lnTo>
                    <a:pt x="5758" y="7946"/>
                  </a:lnTo>
                  <a:lnTo>
                    <a:pt x="5186" y="8418"/>
                  </a:lnTo>
                  <a:lnTo>
                    <a:pt x="4613" y="8822"/>
                  </a:lnTo>
                  <a:lnTo>
                    <a:pt x="3401" y="9596"/>
                  </a:lnTo>
                  <a:lnTo>
                    <a:pt x="2997" y="9798"/>
                  </a:lnTo>
                  <a:lnTo>
                    <a:pt x="2627" y="10034"/>
                  </a:lnTo>
                  <a:lnTo>
                    <a:pt x="2256" y="10270"/>
                  </a:lnTo>
                  <a:lnTo>
                    <a:pt x="1886" y="10539"/>
                  </a:lnTo>
                  <a:lnTo>
                    <a:pt x="1852" y="10573"/>
                  </a:lnTo>
                  <a:lnTo>
                    <a:pt x="1852" y="10640"/>
                  </a:lnTo>
                  <a:lnTo>
                    <a:pt x="1886" y="10707"/>
                  </a:lnTo>
                  <a:lnTo>
                    <a:pt x="1953" y="10775"/>
                  </a:lnTo>
                  <a:lnTo>
                    <a:pt x="2054" y="10775"/>
                  </a:lnTo>
                  <a:lnTo>
                    <a:pt x="3502" y="9832"/>
                  </a:lnTo>
                  <a:lnTo>
                    <a:pt x="4512" y="9361"/>
                  </a:lnTo>
                  <a:lnTo>
                    <a:pt x="4142" y="9563"/>
                  </a:lnTo>
                  <a:lnTo>
                    <a:pt x="3738" y="9832"/>
                  </a:lnTo>
                  <a:lnTo>
                    <a:pt x="3334" y="10135"/>
                  </a:lnTo>
                  <a:lnTo>
                    <a:pt x="2964" y="10438"/>
                  </a:lnTo>
                  <a:lnTo>
                    <a:pt x="2560" y="10741"/>
                  </a:lnTo>
                  <a:lnTo>
                    <a:pt x="2492" y="10775"/>
                  </a:lnTo>
                  <a:lnTo>
                    <a:pt x="2492" y="10808"/>
                  </a:lnTo>
                  <a:lnTo>
                    <a:pt x="2492" y="10909"/>
                  </a:lnTo>
                  <a:lnTo>
                    <a:pt x="2560" y="10977"/>
                  </a:lnTo>
                  <a:lnTo>
                    <a:pt x="2694" y="10977"/>
                  </a:lnTo>
                  <a:lnTo>
                    <a:pt x="2997" y="10775"/>
                  </a:lnTo>
                  <a:lnTo>
                    <a:pt x="3368" y="10640"/>
                  </a:lnTo>
                  <a:lnTo>
                    <a:pt x="3704" y="10472"/>
                  </a:lnTo>
                  <a:lnTo>
                    <a:pt x="4041" y="10303"/>
                  </a:lnTo>
                  <a:lnTo>
                    <a:pt x="4782" y="9899"/>
                  </a:lnTo>
                  <a:lnTo>
                    <a:pt x="5489" y="9428"/>
                  </a:lnTo>
                  <a:lnTo>
                    <a:pt x="6128" y="8990"/>
                  </a:lnTo>
                  <a:lnTo>
                    <a:pt x="6802" y="8586"/>
                  </a:lnTo>
                  <a:lnTo>
                    <a:pt x="6936" y="8519"/>
                  </a:lnTo>
                  <a:lnTo>
                    <a:pt x="6936" y="8519"/>
                  </a:lnTo>
                  <a:lnTo>
                    <a:pt x="6465" y="8856"/>
                  </a:lnTo>
                  <a:lnTo>
                    <a:pt x="5994" y="9226"/>
                  </a:lnTo>
                  <a:lnTo>
                    <a:pt x="5388" y="9664"/>
                  </a:lnTo>
                  <a:lnTo>
                    <a:pt x="4748" y="10101"/>
                  </a:lnTo>
                  <a:lnTo>
                    <a:pt x="4108" y="10505"/>
                  </a:lnTo>
                  <a:lnTo>
                    <a:pt x="3502" y="10977"/>
                  </a:lnTo>
                  <a:lnTo>
                    <a:pt x="3435" y="11044"/>
                  </a:lnTo>
                  <a:lnTo>
                    <a:pt x="3469" y="11111"/>
                  </a:lnTo>
                  <a:lnTo>
                    <a:pt x="3502" y="11179"/>
                  </a:lnTo>
                  <a:lnTo>
                    <a:pt x="3603" y="11212"/>
                  </a:lnTo>
                  <a:lnTo>
                    <a:pt x="3974" y="11179"/>
                  </a:lnTo>
                  <a:lnTo>
                    <a:pt x="4310" y="11078"/>
                  </a:lnTo>
                  <a:lnTo>
                    <a:pt x="4310" y="11145"/>
                  </a:lnTo>
                  <a:lnTo>
                    <a:pt x="4344" y="11246"/>
                  </a:lnTo>
                  <a:lnTo>
                    <a:pt x="4378" y="11280"/>
                  </a:lnTo>
                  <a:lnTo>
                    <a:pt x="4479" y="11280"/>
                  </a:lnTo>
                  <a:lnTo>
                    <a:pt x="5152" y="11044"/>
                  </a:lnTo>
                  <a:lnTo>
                    <a:pt x="5489" y="10943"/>
                  </a:lnTo>
                  <a:lnTo>
                    <a:pt x="5825" y="10808"/>
                  </a:lnTo>
                  <a:lnTo>
                    <a:pt x="5859" y="10876"/>
                  </a:lnTo>
                  <a:lnTo>
                    <a:pt x="5926" y="10909"/>
                  </a:lnTo>
                  <a:lnTo>
                    <a:pt x="6128" y="10909"/>
                  </a:lnTo>
                  <a:lnTo>
                    <a:pt x="6263" y="10876"/>
                  </a:lnTo>
                  <a:lnTo>
                    <a:pt x="6263" y="10876"/>
                  </a:lnTo>
                  <a:lnTo>
                    <a:pt x="5859" y="11044"/>
                  </a:lnTo>
                  <a:lnTo>
                    <a:pt x="5421" y="11212"/>
                  </a:lnTo>
                  <a:lnTo>
                    <a:pt x="4984" y="11313"/>
                  </a:lnTo>
                  <a:lnTo>
                    <a:pt x="4512" y="11381"/>
                  </a:lnTo>
                  <a:lnTo>
                    <a:pt x="4041" y="11414"/>
                  </a:lnTo>
                  <a:lnTo>
                    <a:pt x="3570" y="11381"/>
                  </a:lnTo>
                  <a:lnTo>
                    <a:pt x="3098" y="11347"/>
                  </a:lnTo>
                  <a:lnTo>
                    <a:pt x="2593" y="11246"/>
                  </a:lnTo>
                  <a:lnTo>
                    <a:pt x="2088" y="11111"/>
                  </a:lnTo>
                  <a:lnTo>
                    <a:pt x="1617" y="10943"/>
                  </a:lnTo>
                  <a:lnTo>
                    <a:pt x="1179" y="10741"/>
                  </a:lnTo>
                  <a:lnTo>
                    <a:pt x="741" y="10505"/>
                  </a:lnTo>
                  <a:lnTo>
                    <a:pt x="775" y="10505"/>
                  </a:lnTo>
                  <a:lnTo>
                    <a:pt x="1246" y="10236"/>
                  </a:lnTo>
                  <a:lnTo>
                    <a:pt x="1718" y="10034"/>
                  </a:lnTo>
                  <a:lnTo>
                    <a:pt x="2189" y="9832"/>
                  </a:lnTo>
                  <a:lnTo>
                    <a:pt x="2694" y="9630"/>
                  </a:lnTo>
                  <a:lnTo>
                    <a:pt x="3166" y="9394"/>
                  </a:lnTo>
                  <a:lnTo>
                    <a:pt x="3637" y="9125"/>
                  </a:lnTo>
                  <a:lnTo>
                    <a:pt x="4546" y="8586"/>
                  </a:lnTo>
                  <a:lnTo>
                    <a:pt x="5623" y="7845"/>
                  </a:lnTo>
                  <a:lnTo>
                    <a:pt x="6196" y="7475"/>
                  </a:lnTo>
                  <a:lnTo>
                    <a:pt x="6734" y="7172"/>
                  </a:lnTo>
                  <a:close/>
                  <a:moveTo>
                    <a:pt x="3637" y="1"/>
                  </a:moveTo>
                  <a:lnTo>
                    <a:pt x="3031" y="68"/>
                  </a:lnTo>
                  <a:lnTo>
                    <a:pt x="2492" y="203"/>
                  </a:lnTo>
                  <a:lnTo>
                    <a:pt x="1920" y="371"/>
                  </a:lnTo>
                  <a:lnTo>
                    <a:pt x="1415" y="573"/>
                  </a:lnTo>
                  <a:lnTo>
                    <a:pt x="910" y="843"/>
                  </a:lnTo>
                  <a:lnTo>
                    <a:pt x="438" y="1146"/>
                  </a:lnTo>
                  <a:lnTo>
                    <a:pt x="1" y="1516"/>
                  </a:lnTo>
                  <a:lnTo>
                    <a:pt x="1" y="1853"/>
                  </a:lnTo>
                  <a:lnTo>
                    <a:pt x="270" y="1617"/>
                  </a:lnTo>
                  <a:lnTo>
                    <a:pt x="539" y="1381"/>
                  </a:lnTo>
                  <a:lnTo>
                    <a:pt x="842" y="1179"/>
                  </a:lnTo>
                  <a:lnTo>
                    <a:pt x="1145" y="1011"/>
                  </a:lnTo>
                  <a:lnTo>
                    <a:pt x="1448" y="843"/>
                  </a:lnTo>
                  <a:lnTo>
                    <a:pt x="1785" y="674"/>
                  </a:lnTo>
                  <a:lnTo>
                    <a:pt x="2122" y="573"/>
                  </a:lnTo>
                  <a:lnTo>
                    <a:pt x="2122" y="573"/>
                  </a:lnTo>
                  <a:lnTo>
                    <a:pt x="1953" y="641"/>
                  </a:lnTo>
                  <a:lnTo>
                    <a:pt x="1448" y="876"/>
                  </a:lnTo>
                  <a:lnTo>
                    <a:pt x="977" y="1146"/>
                  </a:lnTo>
                  <a:lnTo>
                    <a:pt x="539" y="1449"/>
                  </a:lnTo>
                  <a:lnTo>
                    <a:pt x="506" y="1516"/>
                  </a:lnTo>
                  <a:lnTo>
                    <a:pt x="506" y="1583"/>
                  </a:lnTo>
                  <a:lnTo>
                    <a:pt x="539" y="1617"/>
                  </a:lnTo>
                  <a:lnTo>
                    <a:pt x="640" y="1617"/>
                  </a:lnTo>
                  <a:lnTo>
                    <a:pt x="1314" y="1213"/>
                  </a:lnTo>
                  <a:lnTo>
                    <a:pt x="2021" y="843"/>
                  </a:lnTo>
                  <a:lnTo>
                    <a:pt x="2492" y="674"/>
                  </a:lnTo>
                  <a:lnTo>
                    <a:pt x="2930" y="540"/>
                  </a:lnTo>
                  <a:lnTo>
                    <a:pt x="3401" y="438"/>
                  </a:lnTo>
                  <a:lnTo>
                    <a:pt x="3873" y="405"/>
                  </a:lnTo>
                  <a:lnTo>
                    <a:pt x="3873" y="405"/>
                  </a:lnTo>
                  <a:lnTo>
                    <a:pt x="2863" y="775"/>
                  </a:lnTo>
                  <a:lnTo>
                    <a:pt x="1852" y="1146"/>
                  </a:lnTo>
                  <a:lnTo>
                    <a:pt x="1347" y="1348"/>
                  </a:lnTo>
                  <a:lnTo>
                    <a:pt x="876" y="1583"/>
                  </a:lnTo>
                  <a:lnTo>
                    <a:pt x="405" y="1853"/>
                  </a:lnTo>
                  <a:lnTo>
                    <a:pt x="1" y="2156"/>
                  </a:lnTo>
                  <a:lnTo>
                    <a:pt x="1" y="2492"/>
                  </a:lnTo>
                  <a:lnTo>
                    <a:pt x="640" y="2189"/>
                  </a:lnTo>
                  <a:lnTo>
                    <a:pt x="1280" y="1886"/>
                  </a:lnTo>
                  <a:lnTo>
                    <a:pt x="1953" y="1617"/>
                  </a:lnTo>
                  <a:lnTo>
                    <a:pt x="2627" y="1348"/>
                  </a:lnTo>
                  <a:lnTo>
                    <a:pt x="3300" y="1146"/>
                  </a:lnTo>
                  <a:lnTo>
                    <a:pt x="4007" y="1011"/>
                  </a:lnTo>
                  <a:lnTo>
                    <a:pt x="4546" y="876"/>
                  </a:lnTo>
                  <a:lnTo>
                    <a:pt x="4849" y="843"/>
                  </a:lnTo>
                  <a:lnTo>
                    <a:pt x="5152" y="809"/>
                  </a:lnTo>
                  <a:lnTo>
                    <a:pt x="4815" y="944"/>
                  </a:lnTo>
                  <a:lnTo>
                    <a:pt x="4512" y="1011"/>
                  </a:lnTo>
                  <a:lnTo>
                    <a:pt x="3873" y="1179"/>
                  </a:lnTo>
                  <a:lnTo>
                    <a:pt x="3098" y="1415"/>
                  </a:lnTo>
                  <a:lnTo>
                    <a:pt x="2324" y="1684"/>
                  </a:lnTo>
                  <a:lnTo>
                    <a:pt x="1650" y="1920"/>
                  </a:lnTo>
                  <a:lnTo>
                    <a:pt x="842" y="2189"/>
                  </a:lnTo>
                  <a:lnTo>
                    <a:pt x="438" y="2324"/>
                  </a:lnTo>
                  <a:lnTo>
                    <a:pt x="1" y="2526"/>
                  </a:lnTo>
                  <a:lnTo>
                    <a:pt x="1" y="2829"/>
                  </a:lnTo>
                  <a:lnTo>
                    <a:pt x="236" y="2728"/>
                  </a:lnTo>
                  <a:lnTo>
                    <a:pt x="1" y="2863"/>
                  </a:lnTo>
                  <a:lnTo>
                    <a:pt x="1" y="3132"/>
                  </a:lnTo>
                  <a:lnTo>
                    <a:pt x="876" y="2627"/>
                  </a:lnTo>
                  <a:lnTo>
                    <a:pt x="1314" y="2391"/>
                  </a:lnTo>
                  <a:lnTo>
                    <a:pt x="1785" y="2189"/>
                  </a:lnTo>
                  <a:lnTo>
                    <a:pt x="2762" y="1819"/>
                  </a:lnTo>
                  <a:lnTo>
                    <a:pt x="3267" y="1651"/>
                  </a:lnTo>
                  <a:lnTo>
                    <a:pt x="3772" y="1516"/>
                  </a:lnTo>
                  <a:lnTo>
                    <a:pt x="4310" y="1415"/>
                  </a:lnTo>
                  <a:lnTo>
                    <a:pt x="4815" y="1314"/>
                  </a:lnTo>
                  <a:lnTo>
                    <a:pt x="5354" y="1280"/>
                  </a:lnTo>
                  <a:lnTo>
                    <a:pt x="5859" y="1314"/>
                  </a:lnTo>
                  <a:lnTo>
                    <a:pt x="5085" y="1550"/>
                  </a:lnTo>
                  <a:lnTo>
                    <a:pt x="3839" y="1987"/>
                  </a:lnTo>
                  <a:lnTo>
                    <a:pt x="1718" y="2795"/>
                  </a:lnTo>
                  <a:lnTo>
                    <a:pt x="842" y="3166"/>
                  </a:lnTo>
                  <a:lnTo>
                    <a:pt x="405" y="3368"/>
                  </a:lnTo>
                  <a:lnTo>
                    <a:pt x="1" y="3603"/>
                  </a:lnTo>
                  <a:lnTo>
                    <a:pt x="1" y="3906"/>
                  </a:lnTo>
                  <a:lnTo>
                    <a:pt x="539" y="3570"/>
                  </a:lnTo>
                  <a:lnTo>
                    <a:pt x="1145" y="3300"/>
                  </a:lnTo>
                  <a:lnTo>
                    <a:pt x="1718" y="3065"/>
                  </a:lnTo>
                  <a:lnTo>
                    <a:pt x="2290" y="2829"/>
                  </a:lnTo>
                  <a:lnTo>
                    <a:pt x="4411" y="2055"/>
                  </a:lnTo>
                  <a:lnTo>
                    <a:pt x="4512" y="2021"/>
                  </a:lnTo>
                  <a:lnTo>
                    <a:pt x="3300" y="2526"/>
                  </a:lnTo>
                  <a:lnTo>
                    <a:pt x="2155" y="2997"/>
                  </a:lnTo>
                  <a:lnTo>
                    <a:pt x="977" y="3502"/>
                  </a:lnTo>
                  <a:lnTo>
                    <a:pt x="506" y="3772"/>
                  </a:lnTo>
                  <a:lnTo>
                    <a:pt x="1" y="4075"/>
                  </a:lnTo>
                  <a:lnTo>
                    <a:pt x="1" y="4310"/>
                  </a:lnTo>
                  <a:lnTo>
                    <a:pt x="438" y="4041"/>
                  </a:lnTo>
                  <a:lnTo>
                    <a:pt x="977" y="3772"/>
                  </a:lnTo>
                  <a:lnTo>
                    <a:pt x="1516" y="3536"/>
                  </a:lnTo>
                  <a:lnTo>
                    <a:pt x="1516" y="3536"/>
                  </a:lnTo>
                  <a:lnTo>
                    <a:pt x="741" y="4007"/>
                  </a:lnTo>
                  <a:lnTo>
                    <a:pt x="1" y="4512"/>
                  </a:lnTo>
                  <a:lnTo>
                    <a:pt x="1" y="4782"/>
                  </a:lnTo>
                  <a:lnTo>
                    <a:pt x="236" y="4613"/>
                  </a:lnTo>
                  <a:lnTo>
                    <a:pt x="876" y="4209"/>
                  </a:lnTo>
                  <a:lnTo>
                    <a:pt x="1516" y="3839"/>
                  </a:lnTo>
                  <a:lnTo>
                    <a:pt x="2189" y="3502"/>
                  </a:lnTo>
                  <a:lnTo>
                    <a:pt x="2863" y="3199"/>
                  </a:lnTo>
                  <a:lnTo>
                    <a:pt x="4243" y="2694"/>
                  </a:lnTo>
                  <a:lnTo>
                    <a:pt x="5590" y="2189"/>
                  </a:lnTo>
                  <a:lnTo>
                    <a:pt x="6398" y="1853"/>
                  </a:lnTo>
                  <a:lnTo>
                    <a:pt x="6802" y="1684"/>
                  </a:lnTo>
                  <a:lnTo>
                    <a:pt x="7138" y="1415"/>
                  </a:lnTo>
                  <a:lnTo>
                    <a:pt x="7475" y="1718"/>
                  </a:lnTo>
                  <a:lnTo>
                    <a:pt x="7812" y="2055"/>
                  </a:lnTo>
                  <a:lnTo>
                    <a:pt x="8115" y="2425"/>
                  </a:lnTo>
                  <a:lnTo>
                    <a:pt x="8384" y="2795"/>
                  </a:lnTo>
                  <a:lnTo>
                    <a:pt x="8350" y="2795"/>
                  </a:lnTo>
                  <a:lnTo>
                    <a:pt x="8014" y="2829"/>
                  </a:lnTo>
                  <a:lnTo>
                    <a:pt x="7711" y="2896"/>
                  </a:lnTo>
                  <a:lnTo>
                    <a:pt x="7408" y="3031"/>
                  </a:lnTo>
                  <a:lnTo>
                    <a:pt x="7071" y="3166"/>
                  </a:lnTo>
                  <a:lnTo>
                    <a:pt x="6499" y="3469"/>
                  </a:lnTo>
                  <a:lnTo>
                    <a:pt x="5926" y="3805"/>
                  </a:lnTo>
                  <a:lnTo>
                    <a:pt x="5893" y="3805"/>
                  </a:lnTo>
                  <a:lnTo>
                    <a:pt x="3098" y="5118"/>
                  </a:lnTo>
                  <a:lnTo>
                    <a:pt x="2290" y="5455"/>
                  </a:lnTo>
                  <a:lnTo>
                    <a:pt x="2863" y="5118"/>
                  </a:lnTo>
                  <a:lnTo>
                    <a:pt x="4714" y="4007"/>
                  </a:lnTo>
                  <a:lnTo>
                    <a:pt x="5489" y="3772"/>
                  </a:lnTo>
                  <a:lnTo>
                    <a:pt x="6263" y="3469"/>
                  </a:lnTo>
                  <a:lnTo>
                    <a:pt x="7004" y="3166"/>
                  </a:lnTo>
                  <a:lnTo>
                    <a:pt x="7374" y="2964"/>
                  </a:lnTo>
                  <a:lnTo>
                    <a:pt x="7744" y="2762"/>
                  </a:lnTo>
                  <a:lnTo>
                    <a:pt x="7778" y="2694"/>
                  </a:lnTo>
                  <a:lnTo>
                    <a:pt x="7812" y="2627"/>
                  </a:lnTo>
                  <a:lnTo>
                    <a:pt x="7744" y="2560"/>
                  </a:lnTo>
                  <a:lnTo>
                    <a:pt x="7677" y="2526"/>
                  </a:lnTo>
                  <a:lnTo>
                    <a:pt x="7239" y="2593"/>
                  </a:lnTo>
                  <a:lnTo>
                    <a:pt x="6802" y="2694"/>
                  </a:lnTo>
                  <a:lnTo>
                    <a:pt x="6364" y="2829"/>
                  </a:lnTo>
                  <a:lnTo>
                    <a:pt x="5960" y="3031"/>
                  </a:lnTo>
                  <a:lnTo>
                    <a:pt x="5522" y="3199"/>
                  </a:lnTo>
                  <a:lnTo>
                    <a:pt x="5118" y="3435"/>
                  </a:lnTo>
                  <a:lnTo>
                    <a:pt x="4310" y="3906"/>
                  </a:lnTo>
                  <a:lnTo>
                    <a:pt x="3536" y="4176"/>
                  </a:lnTo>
                  <a:lnTo>
                    <a:pt x="2728" y="4445"/>
                  </a:lnTo>
                  <a:lnTo>
                    <a:pt x="2728" y="4445"/>
                  </a:lnTo>
                  <a:lnTo>
                    <a:pt x="4479" y="3502"/>
                  </a:lnTo>
                  <a:lnTo>
                    <a:pt x="5623" y="2896"/>
                  </a:lnTo>
                  <a:lnTo>
                    <a:pt x="6128" y="2627"/>
                  </a:lnTo>
                  <a:lnTo>
                    <a:pt x="6768" y="2425"/>
                  </a:lnTo>
                  <a:lnTo>
                    <a:pt x="7071" y="2290"/>
                  </a:lnTo>
                  <a:lnTo>
                    <a:pt x="7374" y="2156"/>
                  </a:lnTo>
                  <a:lnTo>
                    <a:pt x="7441" y="2122"/>
                  </a:lnTo>
                  <a:lnTo>
                    <a:pt x="7441" y="2021"/>
                  </a:lnTo>
                  <a:lnTo>
                    <a:pt x="7408" y="1954"/>
                  </a:lnTo>
                  <a:lnTo>
                    <a:pt x="7307" y="1920"/>
                  </a:lnTo>
                  <a:lnTo>
                    <a:pt x="6970" y="1987"/>
                  </a:lnTo>
                  <a:lnTo>
                    <a:pt x="6600" y="2088"/>
                  </a:lnTo>
                  <a:lnTo>
                    <a:pt x="6263" y="2257"/>
                  </a:lnTo>
                  <a:lnTo>
                    <a:pt x="5926" y="2425"/>
                  </a:lnTo>
                  <a:lnTo>
                    <a:pt x="5421" y="2593"/>
                  </a:lnTo>
                  <a:lnTo>
                    <a:pt x="4950" y="2762"/>
                  </a:lnTo>
                  <a:lnTo>
                    <a:pt x="3873" y="3199"/>
                  </a:lnTo>
                  <a:lnTo>
                    <a:pt x="2795" y="3671"/>
                  </a:lnTo>
                  <a:lnTo>
                    <a:pt x="472" y="4782"/>
                  </a:lnTo>
                  <a:lnTo>
                    <a:pt x="1" y="5017"/>
                  </a:lnTo>
                  <a:lnTo>
                    <a:pt x="1" y="5320"/>
                  </a:lnTo>
                  <a:lnTo>
                    <a:pt x="169" y="5219"/>
                  </a:lnTo>
                  <a:lnTo>
                    <a:pt x="2694" y="4007"/>
                  </a:lnTo>
                  <a:lnTo>
                    <a:pt x="4209" y="3334"/>
                  </a:lnTo>
                  <a:lnTo>
                    <a:pt x="2728" y="4142"/>
                  </a:lnTo>
                  <a:lnTo>
                    <a:pt x="1650" y="4681"/>
                  </a:lnTo>
                  <a:lnTo>
                    <a:pt x="539" y="5219"/>
                  </a:lnTo>
                  <a:lnTo>
                    <a:pt x="1" y="5556"/>
                  </a:lnTo>
                  <a:lnTo>
                    <a:pt x="1" y="5960"/>
                  </a:lnTo>
                  <a:lnTo>
                    <a:pt x="775" y="5590"/>
                  </a:lnTo>
                  <a:lnTo>
                    <a:pt x="1415" y="5287"/>
                  </a:lnTo>
                  <a:lnTo>
                    <a:pt x="2088" y="4984"/>
                  </a:lnTo>
                  <a:lnTo>
                    <a:pt x="3435" y="4445"/>
                  </a:lnTo>
                  <a:lnTo>
                    <a:pt x="2728" y="4883"/>
                  </a:lnTo>
                  <a:lnTo>
                    <a:pt x="2088" y="5253"/>
                  </a:lnTo>
                  <a:lnTo>
                    <a:pt x="1448" y="5590"/>
                  </a:lnTo>
                  <a:lnTo>
                    <a:pt x="135" y="6263"/>
                  </a:lnTo>
                  <a:lnTo>
                    <a:pt x="1" y="6330"/>
                  </a:lnTo>
                  <a:lnTo>
                    <a:pt x="1" y="6768"/>
                  </a:lnTo>
                  <a:lnTo>
                    <a:pt x="371" y="6566"/>
                  </a:lnTo>
                  <a:lnTo>
                    <a:pt x="842" y="6364"/>
                  </a:lnTo>
                  <a:lnTo>
                    <a:pt x="405" y="6600"/>
                  </a:lnTo>
                  <a:lnTo>
                    <a:pt x="1" y="6903"/>
                  </a:lnTo>
                  <a:lnTo>
                    <a:pt x="1" y="7509"/>
                  </a:lnTo>
                  <a:lnTo>
                    <a:pt x="1112" y="6970"/>
                  </a:lnTo>
                  <a:lnTo>
                    <a:pt x="2290" y="6398"/>
                  </a:lnTo>
                  <a:lnTo>
                    <a:pt x="3300" y="5977"/>
                  </a:lnTo>
                  <a:lnTo>
                    <a:pt x="3300" y="5977"/>
                  </a:lnTo>
                  <a:lnTo>
                    <a:pt x="2189" y="6532"/>
                  </a:lnTo>
                  <a:lnTo>
                    <a:pt x="1617" y="6835"/>
                  </a:lnTo>
                  <a:lnTo>
                    <a:pt x="1011" y="7206"/>
                  </a:lnTo>
                  <a:lnTo>
                    <a:pt x="573" y="7542"/>
                  </a:lnTo>
                  <a:lnTo>
                    <a:pt x="102" y="7879"/>
                  </a:lnTo>
                  <a:lnTo>
                    <a:pt x="1" y="7946"/>
                  </a:lnTo>
                  <a:lnTo>
                    <a:pt x="1" y="8485"/>
                  </a:lnTo>
                  <a:lnTo>
                    <a:pt x="640" y="8081"/>
                  </a:lnTo>
                  <a:lnTo>
                    <a:pt x="1314" y="7677"/>
                  </a:lnTo>
                  <a:lnTo>
                    <a:pt x="1718" y="7475"/>
                  </a:lnTo>
                  <a:lnTo>
                    <a:pt x="2122" y="7307"/>
                  </a:lnTo>
                  <a:lnTo>
                    <a:pt x="1078" y="8115"/>
                  </a:lnTo>
                  <a:lnTo>
                    <a:pt x="34" y="8923"/>
                  </a:lnTo>
                  <a:lnTo>
                    <a:pt x="1" y="8923"/>
                  </a:lnTo>
                  <a:lnTo>
                    <a:pt x="1" y="9293"/>
                  </a:lnTo>
                  <a:lnTo>
                    <a:pt x="236" y="9125"/>
                  </a:lnTo>
                  <a:lnTo>
                    <a:pt x="876" y="8856"/>
                  </a:lnTo>
                  <a:lnTo>
                    <a:pt x="1448" y="8620"/>
                  </a:lnTo>
                  <a:lnTo>
                    <a:pt x="1886" y="8451"/>
                  </a:lnTo>
                  <a:lnTo>
                    <a:pt x="1886" y="8451"/>
                  </a:lnTo>
                  <a:lnTo>
                    <a:pt x="1011" y="9024"/>
                  </a:lnTo>
                  <a:lnTo>
                    <a:pt x="135" y="9563"/>
                  </a:lnTo>
                  <a:lnTo>
                    <a:pt x="102" y="9596"/>
                  </a:lnTo>
                  <a:lnTo>
                    <a:pt x="68" y="9630"/>
                  </a:lnTo>
                  <a:lnTo>
                    <a:pt x="102" y="9731"/>
                  </a:lnTo>
                  <a:lnTo>
                    <a:pt x="135" y="9798"/>
                  </a:lnTo>
                  <a:lnTo>
                    <a:pt x="236" y="9798"/>
                  </a:lnTo>
                  <a:lnTo>
                    <a:pt x="1213" y="9495"/>
                  </a:lnTo>
                  <a:lnTo>
                    <a:pt x="1684" y="9327"/>
                  </a:lnTo>
                  <a:lnTo>
                    <a:pt x="2155" y="9159"/>
                  </a:lnTo>
                  <a:lnTo>
                    <a:pt x="2694" y="8889"/>
                  </a:lnTo>
                  <a:lnTo>
                    <a:pt x="3233" y="8620"/>
                  </a:lnTo>
                  <a:lnTo>
                    <a:pt x="4277" y="8047"/>
                  </a:lnTo>
                  <a:lnTo>
                    <a:pt x="5219" y="7542"/>
                  </a:lnTo>
                  <a:lnTo>
                    <a:pt x="6162" y="7105"/>
                  </a:lnTo>
                  <a:lnTo>
                    <a:pt x="5085" y="7744"/>
                  </a:lnTo>
                  <a:lnTo>
                    <a:pt x="2863" y="8990"/>
                  </a:lnTo>
                  <a:lnTo>
                    <a:pt x="640" y="10236"/>
                  </a:lnTo>
                  <a:lnTo>
                    <a:pt x="573" y="10303"/>
                  </a:lnTo>
                  <a:lnTo>
                    <a:pt x="573" y="10404"/>
                  </a:lnTo>
                  <a:lnTo>
                    <a:pt x="270" y="10169"/>
                  </a:lnTo>
                  <a:lnTo>
                    <a:pt x="1" y="9967"/>
                  </a:lnTo>
                  <a:lnTo>
                    <a:pt x="1" y="10270"/>
                  </a:lnTo>
                  <a:lnTo>
                    <a:pt x="371" y="10573"/>
                  </a:lnTo>
                  <a:lnTo>
                    <a:pt x="809" y="10808"/>
                  </a:lnTo>
                  <a:lnTo>
                    <a:pt x="1179" y="11010"/>
                  </a:lnTo>
                  <a:lnTo>
                    <a:pt x="1583" y="11212"/>
                  </a:lnTo>
                  <a:lnTo>
                    <a:pt x="1987" y="11347"/>
                  </a:lnTo>
                  <a:lnTo>
                    <a:pt x="2425" y="11482"/>
                  </a:lnTo>
                  <a:lnTo>
                    <a:pt x="2863" y="11549"/>
                  </a:lnTo>
                  <a:lnTo>
                    <a:pt x="3267" y="11616"/>
                  </a:lnTo>
                  <a:lnTo>
                    <a:pt x="3704" y="11650"/>
                  </a:lnTo>
                  <a:lnTo>
                    <a:pt x="4142" y="11650"/>
                  </a:lnTo>
                  <a:lnTo>
                    <a:pt x="4580" y="11616"/>
                  </a:lnTo>
                  <a:lnTo>
                    <a:pt x="5017" y="11549"/>
                  </a:lnTo>
                  <a:lnTo>
                    <a:pt x="5421" y="11448"/>
                  </a:lnTo>
                  <a:lnTo>
                    <a:pt x="5825" y="11347"/>
                  </a:lnTo>
                  <a:lnTo>
                    <a:pt x="6229" y="11179"/>
                  </a:lnTo>
                  <a:lnTo>
                    <a:pt x="6633" y="10977"/>
                  </a:lnTo>
                  <a:lnTo>
                    <a:pt x="7004" y="10741"/>
                  </a:lnTo>
                  <a:lnTo>
                    <a:pt x="7374" y="10505"/>
                  </a:lnTo>
                  <a:lnTo>
                    <a:pt x="7744" y="10135"/>
                  </a:lnTo>
                  <a:lnTo>
                    <a:pt x="8081" y="9731"/>
                  </a:lnTo>
                  <a:lnTo>
                    <a:pt x="8418" y="9293"/>
                  </a:lnTo>
                  <a:lnTo>
                    <a:pt x="8653" y="8856"/>
                  </a:lnTo>
                  <a:lnTo>
                    <a:pt x="8889" y="8350"/>
                  </a:lnTo>
                  <a:lnTo>
                    <a:pt x="9057" y="7812"/>
                  </a:lnTo>
                  <a:lnTo>
                    <a:pt x="9226" y="7273"/>
                  </a:lnTo>
                  <a:lnTo>
                    <a:pt x="9293" y="6734"/>
                  </a:lnTo>
                  <a:lnTo>
                    <a:pt x="9360" y="6196"/>
                  </a:lnTo>
                  <a:lnTo>
                    <a:pt x="9360" y="5623"/>
                  </a:lnTo>
                  <a:lnTo>
                    <a:pt x="9327" y="5085"/>
                  </a:lnTo>
                  <a:lnTo>
                    <a:pt x="9259" y="4546"/>
                  </a:lnTo>
                  <a:lnTo>
                    <a:pt x="9158" y="4007"/>
                  </a:lnTo>
                  <a:lnTo>
                    <a:pt x="8990" y="3502"/>
                  </a:lnTo>
                  <a:lnTo>
                    <a:pt x="8788" y="3031"/>
                  </a:lnTo>
                  <a:lnTo>
                    <a:pt x="8519" y="2560"/>
                  </a:lnTo>
                  <a:lnTo>
                    <a:pt x="8283" y="2189"/>
                  </a:lnTo>
                  <a:lnTo>
                    <a:pt x="7980" y="1853"/>
                  </a:lnTo>
                  <a:lnTo>
                    <a:pt x="7677" y="1550"/>
                  </a:lnTo>
                  <a:lnTo>
                    <a:pt x="7340" y="1247"/>
                  </a:lnTo>
                  <a:lnTo>
                    <a:pt x="7374" y="1179"/>
                  </a:lnTo>
                  <a:lnTo>
                    <a:pt x="7374" y="1112"/>
                  </a:lnTo>
                  <a:lnTo>
                    <a:pt x="7307" y="1045"/>
                  </a:lnTo>
                  <a:lnTo>
                    <a:pt x="7071" y="1045"/>
                  </a:lnTo>
                  <a:lnTo>
                    <a:pt x="6768" y="843"/>
                  </a:lnTo>
                  <a:lnTo>
                    <a:pt x="6431" y="674"/>
                  </a:lnTo>
                  <a:lnTo>
                    <a:pt x="6095" y="506"/>
                  </a:lnTo>
                  <a:lnTo>
                    <a:pt x="5758" y="371"/>
                  </a:lnTo>
                  <a:lnTo>
                    <a:pt x="5388" y="270"/>
                  </a:lnTo>
                  <a:lnTo>
                    <a:pt x="5051" y="203"/>
                  </a:lnTo>
                  <a:lnTo>
                    <a:pt x="4681" y="135"/>
                  </a:lnTo>
                  <a:lnTo>
                    <a:pt x="4310" y="102"/>
                  </a:lnTo>
                  <a:lnTo>
                    <a:pt x="4277" y="34"/>
                  </a:lnTo>
                  <a:lnTo>
                    <a:pt x="4209" y="34"/>
                  </a:lnTo>
                  <a:lnTo>
                    <a:pt x="363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01" name="Google Shape;701;p5"/>
          <p:cNvGrpSpPr/>
          <p:nvPr/>
        </p:nvGrpSpPr>
        <p:grpSpPr>
          <a:xfrm>
            <a:off x="5944880" y="-7"/>
            <a:ext cx="2524606" cy="759943"/>
            <a:chOff x="4012455" y="-7"/>
            <a:chExt cx="2524606" cy="759943"/>
          </a:xfrm>
        </p:grpSpPr>
        <p:sp>
          <p:nvSpPr>
            <p:cNvPr id="702" name="Google Shape;702;p5"/>
            <p:cNvSpPr/>
            <p:nvPr/>
          </p:nvSpPr>
          <p:spPr>
            <a:xfrm>
              <a:off x="6114267" y="102328"/>
              <a:ext cx="112449" cy="10114"/>
            </a:xfrm>
            <a:custGeom>
              <a:avLst/>
              <a:gdLst/>
              <a:ahLst/>
              <a:cxnLst/>
              <a:rect l="l" t="t" r="r" b="b"/>
              <a:pathLst>
                <a:path w="2257" h="203" extrusionOk="0">
                  <a:moveTo>
                    <a:pt x="304" y="0"/>
                  </a:moveTo>
                  <a:lnTo>
                    <a:pt x="34" y="68"/>
                  </a:lnTo>
                  <a:lnTo>
                    <a:pt x="1" y="101"/>
                  </a:lnTo>
                  <a:lnTo>
                    <a:pt x="34" y="135"/>
                  </a:lnTo>
                  <a:lnTo>
                    <a:pt x="270" y="202"/>
                  </a:lnTo>
                  <a:lnTo>
                    <a:pt x="1920" y="202"/>
                  </a:lnTo>
                  <a:lnTo>
                    <a:pt x="2189" y="169"/>
                  </a:lnTo>
                  <a:lnTo>
                    <a:pt x="2223" y="135"/>
                  </a:lnTo>
                  <a:lnTo>
                    <a:pt x="2256" y="101"/>
                  </a:lnTo>
                  <a:lnTo>
                    <a:pt x="2223" y="68"/>
                  </a:lnTo>
                  <a:lnTo>
                    <a:pt x="2189" y="34"/>
                  </a:lnTo>
                  <a:lnTo>
                    <a:pt x="195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3" name="Google Shape;703;p5"/>
            <p:cNvSpPr/>
            <p:nvPr/>
          </p:nvSpPr>
          <p:spPr>
            <a:xfrm>
              <a:off x="5763716" y="-7"/>
              <a:ext cx="538482" cy="320458"/>
            </a:xfrm>
            <a:custGeom>
              <a:avLst/>
              <a:gdLst/>
              <a:ahLst/>
              <a:cxnLst/>
              <a:rect l="l" t="t" r="r" b="b"/>
              <a:pathLst>
                <a:path w="10808" h="6432" extrusionOk="0">
                  <a:moveTo>
                    <a:pt x="6330" y="438"/>
                  </a:moveTo>
                  <a:lnTo>
                    <a:pt x="6195" y="910"/>
                  </a:lnTo>
                  <a:lnTo>
                    <a:pt x="6027" y="1381"/>
                  </a:lnTo>
                  <a:lnTo>
                    <a:pt x="6027" y="1213"/>
                  </a:lnTo>
                  <a:lnTo>
                    <a:pt x="5959" y="640"/>
                  </a:lnTo>
                  <a:lnTo>
                    <a:pt x="6330" y="438"/>
                  </a:lnTo>
                  <a:close/>
                  <a:moveTo>
                    <a:pt x="4781" y="1583"/>
                  </a:moveTo>
                  <a:lnTo>
                    <a:pt x="4747" y="2054"/>
                  </a:lnTo>
                  <a:lnTo>
                    <a:pt x="4478" y="2155"/>
                  </a:lnTo>
                  <a:lnTo>
                    <a:pt x="4512" y="1987"/>
                  </a:lnTo>
                  <a:lnTo>
                    <a:pt x="4512" y="1920"/>
                  </a:lnTo>
                  <a:lnTo>
                    <a:pt x="4478" y="1886"/>
                  </a:lnTo>
                  <a:lnTo>
                    <a:pt x="4781" y="1583"/>
                  </a:lnTo>
                  <a:close/>
                  <a:moveTo>
                    <a:pt x="5892" y="674"/>
                  </a:moveTo>
                  <a:lnTo>
                    <a:pt x="5892" y="1213"/>
                  </a:lnTo>
                  <a:lnTo>
                    <a:pt x="5926" y="1617"/>
                  </a:lnTo>
                  <a:lnTo>
                    <a:pt x="5791" y="1785"/>
                  </a:lnTo>
                  <a:lnTo>
                    <a:pt x="5656" y="1953"/>
                  </a:lnTo>
                  <a:lnTo>
                    <a:pt x="5656" y="1819"/>
                  </a:lnTo>
                  <a:lnTo>
                    <a:pt x="5589" y="1011"/>
                  </a:lnTo>
                  <a:lnTo>
                    <a:pt x="5522" y="1819"/>
                  </a:lnTo>
                  <a:lnTo>
                    <a:pt x="5488" y="2122"/>
                  </a:lnTo>
                  <a:lnTo>
                    <a:pt x="5151" y="2391"/>
                  </a:lnTo>
                  <a:lnTo>
                    <a:pt x="5118" y="2021"/>
                  </a:lnTo>
                  <a:lnTo>
                    <a:pt x="5118" y="1617"/>
                  </a:lnTo>
                  <a:lnTo>
                    <a:pt x="5151" y="1179"/>
                  </a:lnTo>
                  <a:lnTo>
                    <a:pt x="5522" y="910"/>
                  </a:lnTo>
                  <a:lnTo>
                    <a:pt x="5892" y="674"/>
                  </a:lnTo>
                  <a:close/>
                  <a:moveTo>
                    <a:pt x="5084" y="1280"/>
                  </a:moveTo>
                  <a:lnTo>
                    <a:pt x="5017" y="1583"/>
                  </a:lnTo>
                  <a:lnTo>
                    <a:pt x="4983" y="1886"/>
                  </a:lnTo>
                  <a:lnTo>
                    <a:pt x="4983" y="2189"/>
                  </a:lnTo>
                  <a:lnTo>
                    <a:pt x="5017" y="2492"/>
                  </a:lnTo>
                  <a:lnTo>
                    <a:pt x="4848" y="2593"/>
                  </a:lnTo>
                  <a:lnTo>
                    <a:pt x="4781" y="1549"/>
                  </a:lnTo>
                  <a:lnTo>
                    <a:pt x="4848" y="1482"/>
                  </a:lnTo>
                  <a:lnTo>
                    <a:pt x="5084" y="1280"/>
                  </a:lnTo>
                  <a:close/>
                  <a:moveTo>
                    <a:pt x="4747" y="2122"/>
                  </a:moveTo>
                  <a:lnTo>
                    <a:pt x="4714" y="2661"/>
                  </a:lnTo>
                  <a:lnTo>
                    <a:pt x="4512" y="2762"/>
                  </a:lnTo>
                  <a:lnTo>
                    <a:pt x="4512" y="2627"/>
                  </a:lnTo>
                  <a:lnTo>
                    <a:pt x="4478" y="2492"/>
                  </a:lnTo>
                  <a:lnTo>
                    <a:pt x="4444" y="2290"/>
                  </a:lnTo>
                  <a:lnTo>
                    <a:pt x="4747" y="2122"/>
                  </a:lnTo>
                  <a:close/>
                  <a:moveTo>
                    <a:pt x="4242" y="2425"/>
                  </a:moveTo>
                  <a:lnTo>
                    <a:pt x="4242" y="2458"/>
                  </a:lnTo>
                  <a:lnTo>
                    <a:pt x="4276" y="2661"/>
                  </a:lnTo>
                  <a:lnTo>
                    <a:pt x="4310" y="2762"/>
                  </a:lnTo>
                  <a:lnTo>
                    <a:pt x="4377" y="2829"/>
                  </a:lnTo>
                  <a:lnTo>
                    <a:pt x="4141" y="2896"/>
                  </a:lnTo>
                  <a:lnTo>
                    <a:pt x="3906" y="2964"/>
                  </a:lnTo>
                  <a:lnTo>
                    <a:pt x="3906" y="2964"/>
                  </a:lnTo>
                  <a:lnTo>
                    <a:pt x="4074" y="2559"/>
                  </a:lnTo>
                  <a:lnTo>
                    <a:pt x="4242" y="2425"/>
                  </a:lnTo>
                  <a:close/>
                  <a:moveTo>
                    <a:pt x="3704" y="2829"/>
                  </a:moveTo>
                  <a:lnTo>
                    <a:pt x="3670" y="2997"/>
                  </a:lnTo>
                  <a:lnTo>
                    <a:pt x="3535" y="2997"/>
                  </a:lnTo>
                  <a:lnTo>
                    <a:pt x="3704" y="2829"/>
                  </a:lnTo>
                  <a:close/>
                  <a:moveTo>
                    <a:pt x="67" y="1"/>
                  </a:moveTo>
                  <a:lnTo>
                    <a:pt x="0" y="270"/>
                  </a:lnTo>
                  <a:lnTo>
                    <a:pt x="0" y="539"/>
                  </a:lnTo>
                  <a:lnTo>
                    <a:pt x="34" y="809"/>
                  </a:lnTo>
                  <a:lnTo>
                    <a:pt x="67" y="1078"/>
                  </a:lnTo>
                  <a:lnTo>
                    <a:pt x="168" y="1347"/>
                  </a:lnTo>
                  <a:lnTo>
                    <a:pt x="269" y="1583"/>
                  </a:lnTo>
                  <a:lnTo>
                    <a:pt x="404" y="1819"/>
                  </a:lnTo>
                  <a:lnTo>
                    <a:pt x="539" y="2054"/>
                  </a:lnTo>
                  <a:lnTo>
                    <a:pt x="774" y="2324"/>
                  </a:lnTo>
                  <a:lnTo>
                    <a:pt x="1044" y="2559"/>
                  </a:lnTo>
                  <a:lnTo>
                    <a:pt x="1347" y="2762"/>
                  </a:lnTo>
                  <a:lnTo>
                    <a:pt x="1684" y="2896"/>
                  </a:lnTo>
                  <a:lnTo>
                    <a:pt x="2020" y="2997"/>
                  </a:lnTo>
                  <a:lnTo>
                    <a:pt x="2391" y="3098"/>
                  </a:lnTo>
                  <a:lnTo>
                    <a:pt x="2727" y="3166"/>
                  </a:lnTo>
                  <a:lnTo>
                    <a:pt x="3098" y="3199"/>
                  </a:lnTo>
                  <a:lnTo>
                    <a:pt x="2525" y="3805"/>
                  </a:lnTo>
                  <a:lnTo>
                    <a:pt x="2121" y="4243"/>
                  </a:lnTo>
                  <a:lnTo>
                    <a:pt x="1919" y="4512"/>
                  </a:lnTo>
                  <a:lnTo>
                    <a:pt x="1751" y="4782"/>
                  </a:lnTo>
                  <a:lnTo>
                    <a:pt x="1616" y="5051"/>
                  </a:lnTo>
                  <a:lnTo>
                    <a:pt x="1482" y="5320"/>
                  </a:lnTo>
                  <a:lnTo>
                    <a:pt x="1381" y="5623"/>
                  </a:lnTo>
                  <a:lnTo>
                    <a:pt x="1347" y="5926"/>
                  </a:lnTo>
                  <a:lnTo>
                    <a:pt x="1212" y="5691"/>
                  </a:lnTo>
                  <a:lnTo>
                    <a:pt x="1077" y="5455"/>
                  </a:lnTo>
                  <a:lnTo>
                    <a:pt x="1010" y="5354"/>
                  </a:lnTo>
                  <a:lnTo>
                    <a:pt x="875" y="5253"/>
                  </a:lnTo>
                  <a:lnTo>
                    <a:pt x="875" y="5354"/>
                  </a:lnTo>
                  <a:lnTo>
                    <a:pt x="943" y="5489"/>
                  </a:lnTo>
                  <a:lnTo>
                    <a:pt x="1044" y="5691"/>
                  </a:lnTo>
                  <a:lnTo>
                    <a:pt x="1414" y="6398"/>
                  </a:lnTo>
                  <a:lnTo>
                    <a:pt x="1448" y="6431"/>
                  </a:lnTo>
                  <a:lnTo>
                    <a:pt x="1482" y="6431"/>
                  </a:lnTo>
                  <a:lnTo>
                    <a:pt x="1583" y="6398"/>
                  </a:lnTo>
                  <a:lnTo>
                    <a:pt x="1785" y="6128"/>
                  </a:lnTo>
                  <a:lnTo>
                    <a:pt x="2020" y="5893"/>
                  </a:lnTo>
                  <a:lnTo>
                    <a:pt x="2256" y="5691"/>
                  </a:lnTo>
                  <a:lnTo>
                    <a:pt x="2492" y="5455"/>
                  </a:lnTo>
                  <a:lnTo>
                    <a:pt x="2525" y="5388"/>
                  </a:lnTo>
                  <a:lnTo>
                    <a:pt x="2492" y="5354"/>
                  </a:lnTo>
                  <a:lnTo>
                    <a:pt x="2458" y="5320"/>
                  </a:lnTo>
                  <a:lnTo>
                    <a:pt x="2391" y="5320"/>
                  </a:lnTo>
                  <a:lnTo>
                    <a:pt x="2155" y="5489"/>
                  </a:lnTo>
                  <a:lnTo>
                    <a:pt x="1919" y="5691"/>
                  </a:lnTo>
                  <a:lnTo>
                    <a:pt x="1684" y="5926"/>
                  </a:lnTo>
                  <a:lnTo>
                    <a:pt x="1482" y="6162"/>
                  </a:lnTo>
                  <a:lnTo>
                    <a:pt x="1448" y="6128"/>
                  </a:lnTo>
                  <a:lnTo>
                    <a:pt x="1684" y="5455"/>
                  </a:lnTo>
                  <a:lnTo>
                    <a:pt x="1987" y="4849"/>
                  </a:lnTo>
                  <a:lnTo>
                    <a:pt x="2155" y="4580"/>
                  </a:lnTo>
                  <a:lnTo>
                    <a:pt x="2323" y="4310"/>
                  </a:lnTo>
                  <a:lnTo>
                    <a:pt x="2795" y="3772"/>
                  </a:lnTo>
                  <a:lnTo>
                    <a:pt x="3333" y="3199"/>
                  </a:lnTo>
                  <a:lnTo>
                    <a:pt x="3636" y="3199"/>
                  </a:lnTo>
                  <a:lnTo>
                    <a:pt x="3603" y="3469"/>
                  </a:lnTo>
                  <a:lnTo>
                    <a:pt x="3603" y="3738"/>
                  </a:lnTo>
                  <a:lnTo>
                    <a:pt x="3636" y="3974"/>
                  </a:lnTo>
                  <a:lnTo>
                    <a:pt x="3704" y="4209"/>
                  </a:lnTo>
                  <a:lnTo>
                    <a:pt x="3805" y="4445"/>
                  </a:lnTo>
                  <a:lnTo>
                    <a:pt x="3906" y="4681"/>
                  </a:lnTo>
                  <a:lnTo>
                    <a:pt x="4074" y="4883"/>
                  </a:lnTo>
                  <a:lnTo>
                    <a:pt x="4242" y="5085"/>
                  </a:lnTo>
                  <a:lnTo>
                    <a:pt x="4411" y="5253"/>
                  </a:lnTo>
                  <a:lnTo>
                    <a:pt x="4613" y="5421"/>
                  </a:lnTo>
                  <a:lnTo>
                    <a:pt x="4848" y="5556"/>
                  </a:lnTo>
                  <a:lnTo>
                    <a:pt x="5084" y="5657"/>
                  </a:lnTo>
                  <a:lnTo>
                    <a:pt x="5353" y="5792"/>
                  </a:lnTo>
                  <a:lnTo>
                    <a:pt x="5623" y="5859"/>
                  </a:lnTo>
                  <a:lnTo>
                    <a:pt x="5892" y="5926"/>
                  </a:lnTo>
                  <a:lnTo>
                    <a:pt x="6599" y="5926"/>
                  </a:lnTo>
                  <a:lnTo>
                    <a:pt x="7003" y="5893"/>
                  </a:lnTo>
                  <a:lnTo>
                    <a:pt x="7407" y="5758"/>
                  </a:lnTo>
                  <a:lnTo>
                    <a:pt x="7811" y="5623"/>
                  </a:lnTo>
                  <a:lnTo>
                    <a:pt x="8215" y="5455"/>
                  </a:lnTo>
                  <a:lnTo>
                    <a:pt x="8585" y="5253"/>
                  </a:lnTo>
                  <a:lnTo>
                    <a:pt x="9292" y="4815"/>
                  </a:lnTo>
                  <a:lnTo>
                    <a:pt x="9865" y="4378"/>
                  </a:lnTo>
                  <a:lnTo>
                    <a:pt x="10101" y="4176"/>
                  </a:lnTo>
                  <a:lnTo>
                    <a:pt x="10336" y="3906"/>
                  </a:lnTo>
                  <a:lnTo>
                    <a:pt x="10538" y="3637"/>
                  </a:lnTo>
                  <a:lnTo>
                    <a:pt x="10673" y="3368"/>
                  </a:lnTo>
                  <a:lnTo>
                    <a:pt x="10774" y="3031"/>
                  </a:lnTo>
                  <a:lnTo>
                    <a:pt x="10808" y="2661"/>
                  </a:lnTo>
                  <a:lnTo>
                    <a:pt x="10808" y="2324"/>
                  </a:lnTo>
                  <a:lnTo>
                    <a:pt x="10774" y="1987"/>
                  </a:lnTo>
                  <a:lnTo>
                    <a:pt x="10707" y="1650"/>
                  </a:lnTo>
                  <a:lnTo>
                    <a:pt x="10606" y="1280"/>
                  </a:lnTo>
                  <a:lnTo>
                    <a:pt x="10505" y="943"/>
                  </a:lnTo>
                  <a:lnTo>
                    <a:pt x="10370" y="607"/>
                  </a:lnTo>
                  <a:lnTo>
                    <a:pt x="10202" y="304"/>
                  </a:lnTo>
                  <a:lnTo>
                    <a:pt x="10000" y="1"/>
                  </a:lnTo>
                  <a:lnTo>
                    <a:pt x="9730" y="1"/>
                  </a:lnTo>
                  <a:lnTo>
                    <a:pt x="9865" y="203"/>
                  </a:lnTo>
                  <a:lnTo>
                    <a:pt x="10000" y="405"/>
                  </a:lnTo>
                  <a:lnTo>
                    <a:pt x="10235" y="842"/>
                  </a:lnTo>
                  <a:lnTo>
                    <a:pt x="10404" y="1347"/>
                  </a:lnTo>
                  <a:lnTo>
                    <a:pt x="10505" y="1852"/>
                  </a:lnTo>
                  <a:lnTo>
                    <a:pt x="10572" y="2357"/>
                  </a:lnTo>
                  <a:lnTo>
                    <a:pt x="10572" y="2829"/>
                  </a:lnTo>
                  <a:lnTo>
                    <a:pt x="10471" y="3233"/>
                  </a:lnTo>
                  <a:lnTo>
                    <a:pt x="10437" y="3435"/>
                  </a:lnTo>
                  <a:lnTo>
                    <a:pt x="10336" y="3603"/>
                  </a:lnTo>
                  <a:lnTo>
                    <a:pt x="10168" y="3839"/>
                  </a:lnTo>
                  <a:lnTo>
                    <a:pt x="9966" y="4041"/>
                  </a:lnTo>
                  <a:lnTo>
                    <a:pt x="9730" y="4277"/>
                  </a:lnTo>
                  <a:lnTo>
                    <a:pt x="9461" y="4445"/>
                  </a:lnTo>
                  <a:lnTo>
                    <a:pt x="8922" y="4782"/>
                  </a:lnTo>
                  <a:lnTo>
                    <a:pt x="8417" y="5085"/>
                  </a:lnTo>
                  <a:lnTo>
                    <a:pt x="8080" y="5253"/>
                  </a:lnTo>
                  <a:lnTo>
                    <a:pt x="7777" y="5388"/>
                  </a:lnTo>
                  <a:lnTo>
                    <a:pt x="7441" y="5522"/>
                  </a:lnTo>
                  <a:lnTo>
                    <a:pt x="7104" y="5623"/>
                  </a:lnTo>
                  <a:lnTo>
                    <a:pt x="6734" y="5691"/>
                  </a:lnTo>
                  <a:lnTo>
                    <a:pt x="6397" y="5724"/>
                  </a:lnTo>
                  <a:lnTo>
                    <a:pt x="6027" y="5724"/>
                  </a:lnTo>
                  <a:lnTo>
                    <a:pt x="5690" y="5657"/>
                  </a:lnTo>
                  <a:lnTo>
                    <a:pt x="5387" y="5590"/>
                  </a:lnTo>
                  <a:lnTo>
                    <a:pt x="5118" y="5489"/>
                  </a:lnTo>
                  <a:lnTo>
                    <a:pt x="4848" y="5354"/>
                  </a:lnTo>
                  <a:lnTo>
                    <a:pt x="4613" y="5186"/>
                  </a:lnTo>
                  <a:lnTo>
                    <a:pt x="4377" y="4984"/>
                  </a:lnTo>
                  <a:lnTo>
                    <a:pt x="4209" y="4782"/>
                  </a:lnTo>
                  <a:lnTo>
                    <a:pt x="4040" y="4512"/>
                  </a:lnTo>
                  <a:lnTo>
                    <a:pt x="3906" y="4277"/>
                  </a:lnTo>
                  <a:lnTo>
                    <a:pt x="3805" y="4007"/>
                  </a:lnTo>
                  <a:lnTo>
                    <a:pt x="3771" y="3738"/>
                  </a:lnTo>
                  <a:lnTo>
                    <a:pt x="3771" y="3469"/>
                  </a:lnTo>
                  <a:lnTo>
                    <a:pt x="3838" y="3199"/>
                  </a:lnTo>
                  <a:lnTo>
                    <a:pt x="4074" y="3132"/>
                  </a:lnTo>
                  <a:lnTo>
                    <a:pt x="4276" y="3065"/>
                  </a:lnTo>
                  <a:lnTo>
                    <a:pt x="4747" y="2896"/>
                  </a:lnTo>
                  <a:lnTo>
                    <a:pt x="4747" y="3166"/>
                  </a:lnTo>
                  <a:lnTo>
                    <a:pt x="4781" y="3199"/>
                  </a:lnTo>
                  <a:lnTo>
                    <a:pt x="4815" y="3166"/>
                  </a:lnTo>
                  <a:lnTo>
                    <a:pt x="4848" y="2829"/>
                  </a:lnTo>
                  <a:lnTo>
                    <a:pt x="5084" y="2694"/>
                  </a:lnTo>
                  <a:lnTo>
                    <a:pt x="5118" y="2762"/>
                  </a:lnTo>
                  <a:lnTo>
                    <a:pt x="5151" y="2795"/>
                  </a:lnTo>
                  <a:lnTo>
                    <a:pt x="5185" y="2762"/>
                  </a:lnTo>
                  <a:lnTo>
                    <a:pt x="5185" y="2627"/>
                  </a:lnTo>
                  <a:lnTo>
                    <a:pt x="5522" y="2357"/>
                  </a:lnTo>
                  <a:lnTo>
                    <a:pt x="5555" y="2492"/>
                  </a:lnTo>
                  <a:lnTo>
                    <a:pt x="5555" y="2526"/>
                  </a:lnTo>
                  <a:lnTo>
                    <a:pt x="5623" y="2526"/>
                  </a:lnTo>
                  <a:lnTo>
                    <a:pt x="5623" y="2492"/>
                  </a:lnTo>
                  <a:lnTo>
                    <a:pt x="5656" y="2357"/>
                  </a:lnTo>
                  <a:lnTo>
                    <a:pt x="5690" y="2189"/>
                  </a:lnTo>
                  <a:lnTo>
                    <a:pt x="5993" y="1852"/>
                  </a:lnTo>
                  <a:lnTo>
                    <a:pt x="6027" y="1819"/>
                  </a:lnTo>
                  <a:lnTo>
                    <a:pt x="6128" y="1650"/>
                  </a:lnTo>
                  <a:lnTo>
                    <a:pt x="6229" y="1482"/>
                  </a:lnTo>
                  <a:lnTo>
                    <a:pt x="6363" y="1112"/>
                  </a:lnTo>
                  <a:lnTo>
                    <a:pt x="6565" y="337"/>
                  </a:lnTo>
                  <a:lnTo>
                    <a:pt x="6565" y="304"/>
                  </a:lnTo>
                  <a:lnTo>
                    <a:pt x="6969" y="135"/>
                  </a:lnTo>
                  <a:lnTo>
                    <a:pt x="7407" y="1"/>
                  </a:lnTo>
                  <a:lnTo>
                    <a:pt x="7104" y="1"/>
                  </a:lnTo>
                  <a:lnTo>
                    <a:pt x="6633" y="169"/>
                  </a:lnTo>
                  <a:lnTo>
                    <a:pt x="6666" y="1"/>
                  </a:lnTo>
                  <a:lnTo>
                    <a:pt x="6464" y="1"/>
                  </a:lnTo>
                  <a:lnTo>
                    <a:pt x="6363" y="270"/>
                  </a:lnTo>
                  <a:lnTo>
                    <a:pt x="6027" y="438"/>
                  </a:lnTo>
                  <a:lnTo>
                    <a:pt x="5724" y="607"/>
                  </a:lnTo>
                  <a:lnTo>
                    <a:pt x="5387" y="809"/>
                  </a:lnTo>
                  <a:lnTo>
                    <a:pt x="5084" y="1044"/>
                  </a:lnTo>
                  <a:lnTo>
                    <a:pt x="4815" y="1280"/>
                  </a:lnTo>
                  <a:lnTo>
                    <a:pt x="4545" y="1549"/>
                  </a:lnTo>
                  <a:lnTo>
                    <a:pt x="4276" y="1852"/>
                  </a:lnTo>
                  <a:lnTo>
                    <a:pt x="4040" y="2189"/>
                  </a:lnTo>
                  <a:lnTo>
                    <a:pt x="3838" y="2559"/>
                  </a:lnTo>
                  <a:lnTo>
                    <a:pt x="3569" y="2762"/>
                  </a:lnTo>
                  <a:lnTo>
                    <a:pt x="3300" y="2997"/>
                  </a:lnTo>
                  <a:lnTo>
                    <a:pt x="2963" y="2997"/>
                  </a:lnTo>
                  <a:lnTo>
                    <a:pt x="2626" y="2964"/>
                  </a:lnTo>
                  <a:lnTo>
                    <a:pt x="2290" y="2863"/>
                  </a:lnTo>
                  <a:lnTo>
                    <a:pt x="1953" y="2795"/>
                  </a:lnTo>
                  <a:lnTo>
                    <a:pt x="1650" y="2661"/>
                  </a:lnTo>
                  <a:lnTo>
                    <a:pt x="1347" y="2492"/>
                  </a:lnTo>
                  <a:lnTo>
                    <a:pt x="1077" y="2324"/>
                  </a:lnTo>
                  <a:lnTo>
                    <a:pt x="808" y="2088"/>
                  </a:lnTo>
                  <a:lnTo>
                    <a:pt x="640" y="1886"/>
                  </a:lnTo>
                  <a:lnTo>
                    <a:pt x="471" y="1650"/>
                  </a:lnTo>
                  <a:lnTo>
                    <a:pt x="337" y="1381"/>
                  </a:lnTo>
                  <a:lnTo>
                    <a:pt x="269" y="1112"/>
                  </a:lnTo>
                  <a:lnTo>
                    <a:pt x="202" y="842"/>
                  </a:lnTo>
                  <a:lnTo>
                    <a:pt x="168" y="573"/>
                  </a:lnTo>
                  <a:lnTo>
                    <a:pt x="135" y="270"/>
                  </a:lnTo>
                  <a:lnTo>
                    <a:pt x="1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4" name="Google Shape;704;p5"/>
            <p:cNvSpPr/>
            <p:nvPr/>
          </p:nvSpPr>
          <p:spPr>
            <a:xfrm>
              <a:off x="4012455" y="-7"/>
              <a:ext cx="2524606" cy="759943"/>
            </a:xfrm>
            <a:custGeom>
              <a:avLst/>
              <a:gdLst/>
              <a:ahLst/>
              <a:cxnLst/>
              <a:rect l="l" t="t" r="r" b="b"/>
              <a:pathLst>
                <a:path w="50672" h="15253" extrusionOk="0">
                  <a:moveTo>
                    <a:pt x="22592" y="5219"/>
                  </a:moveTo>
                  <a:lnTo>
                    <a:pt x="22558" y="5859"/>
                  </a:lnTo>
                  <a:lnTo>
                    <a:pt x="22154" y="5893"/>
                  </a:lnTo>
                  <a:lnTo>
                    <a:pt x="22188" y="5825"/>
                  </a:lnTo>
                  <a:lnTo>
                    <a:pt x="22188" y="5758"/>
                  </a:lnTo>
                  <a:lnTo>
                    <a:pt x="22154" y="5623"/>
                  </a:lnTo>
                  <a:lnTo>
                    <a:pt x="22121" y="5421"/>
                  </a:lnTo>
                  <a:lnTo>
                    <a:pt x="22087" y="5253"/>
                  </a:lnTo>
                  <a:lnTo>
                    <a:pt x="22558" y="5219"/>
                  </a:lnTo>
                  <a:close/>
                  <a:moveTo>
                    <a:pt x="21919" y="5253"/>
                  </a:moveTo>
                  <a:lnTo>
                    <a:pt x="21919" y="5590"/>
                  </a:lnTo>
                  <a:lnTo>
                    <a:pt x="21952" y="5758"/>
                  </a:lnTo>
                  <a:lnTo>
                    <a:pt x="21952" y="5859"/>
                  </a:lnTo>
                  <a:lnTo>
                    <a:pt x="21986" y="5926"/>
                  </a:lnTo>
                  <a:lnTo>
                    <a:pt x="21750" y="5960"/>
                  </a:lnTo>
                  <a:lnTo>
                    <a:pt x="21717" y="5792"/>
                  </a:lnTo>
                  <a:lnTo>
                    <a:pt x="21649" y="5623"/>
                  </a:lnTo>
                  <a:lnTo>
                    <a:pt x="21616" y="5455"/>
                  </a:lnTo>
                  <a:lnTo>
                    <a:pt x="21515" y="5287"/>
                  </a:lnTo>
                  <a:lnTo>
                    <a:pt x="21919" y="5253"/>
                  </a:lnTo>
                  <a:close/>
                  <a:moveTo>
                    <a:pt x="21447" y="5287"/>
                  </a:moveTo>
                  <a:lnTo>
                    <a:pt x="21447" y="5455"/>
                  </a:lnTo>
                  <a:lnTo>
                    <a:pt x="21481" y="5623"/>
                  </a:lnTo>
                  <a:lnTo>
                    <a:pt x="21515" y="5792"/>
                  </a:lnTo>
                  <a:lnTo>
                    <a:pt x="21548" y="5960"/>
                  </a:lnTo>
                  <a:lnTo>
                    <a:pt x="21313" y="5994"/>
                  </a:lnTo>
                  <a:lnTo>
                    <a:pt x="21313" y="5859"/>
                  </a:lnTo>
                  <a:lnTo>
                    <a:pt x="21279" y="5724"/>
                  </a:lnTo>
                  <a:lnTo>
                    <a:pt x="21178" y="5287"/>
                  </a:lnTo>
                  <a:close/>
                  <a:moveTo>
                    <a:pt x="21111" y="5287"/>
                  </a:moveTo>
                  <a:lnTo>
                    <a:pt x="21144" y="5691"/>
                  </a:lnTo>
                  <a:lnTo>
                    <a:pt x="21178" y="5859"/>
                  </a:lnTo>
                  <a:lnTo>
                    <a:pt x="21212" y="5994"/>
                  </a:lnTo>
                  <a:lnTo>
                    <a:pt x="20909" y="6027"/>
                  </a:lnTo>
                  <a:lnTo>
                    <a:pt x="20909" y="5960"/>
                  </a:lnTo>
                  <a:lnTo>
                    <a:pt x="20909" y="5859"/>
                  </a:lnTo>
                  <a:lnTo>
                    <a:pt x="20841" y="5724"/>
                  </a:lnTo>
                  <a:lnTo>
                    <a:pt x="20774" y="5320"/>
                  </a:lnTo>
                  <a:lnTo>
                    <a:pt x="21111" y="5287"/>
                  </a:lnTo>
                  <a:close/>
                  <a:moveTo>
                    <a:pt x="20673" y="5320"/>
                  </a:moveTo>
                  <a:lnTo>
                    <a:pt x="20673" y="5724"/>
                  </a:lnTo>
                  <a:lnTo>
                    <a:pt x="20673" y="5893"/>
                  </a:lnTo>
                  <a:lnTo>
                    <a:pt x="20707" y="5994"/>
                  </a:lnTo>
                  <a:lnTo>
                    <a:pt x="20740" y="6061"/>
                  </a:lnTo>
                  <a:lnTo>
                    <a:pt x="20471" y="6061"/>
                  </a:lnTo>
                  <a:lnTo>
                    <a:pt x="20471" y="5926"/>
                  </a:lnTo>
                  <a:lnTo>
                    <a:pt x="20437" y="5758"/>
                  </a:lnTo>
                  <a:lnTo>
                    <a:pt x="20404" y="5522"/>
                  </a:lnTo>
                  <a:lnTo>
                    <a:pt x="20370" y="5320"/>
                  </a:lnTo>
                  <a:close/>
                  <a:moveTo>
                    <a:pt x="20201" y="5320"/>
                  </a:moveTo>
                  <a:lnTo>
                    <a:pt x="20201" y="5522"/>
                  </a:lnTo>
                  <a:lnTo>
                    <a:pt x="20235" y="5691"/>
                  </a:lnTo>
                  <a:lnTo>
                    <a:pt x="20269" y="5893"/>
                  </a:lnTo>
                  <a:lnTo>
                    <a:pt x="20269" y="5994"/>
                  </a:lnTo>
                  <a:lnTo>
                    <a:pt x="20302" y="6095"/>
                  </a:lnTo>
                  <a:lnTo>
                    <a:pt x="20033" y="6128"/>
                  </a:lnTo>
                  <a:lnTo>
                    <a:pt x="19999" y="5893"/>
                  </a:lnTo>
                  <a:lnTo>
                    <a:pt x="19966" y="5623"/>
                  </a:lnTo>
                  <a:lnTo>
                    <a:pt x="19898" y="5354"/>
                  </a:lnTo>
                  <a:lnTo>
                    <a:pt x="20201" y="5320"/>
                  </a:lnTo>
                  <a:close/>
                  <a:moveTo>
                    <a:pt x="19730" y="5354"/>
                  </a:moveTo>
                  <a:lnTo>
                    <a:pt x="19764" y="5623"/>
                  </a:lnTo>
                  <a:lnTo>
                    <a:pt x="19764" y="5859"/>
                  </a:lnTo>
                  <a:lnTo>
                    <a:pt x="19797" y="5994"/>
                  </a:lnTo>
                  <a:lnTo>
                    <a:pt x="19831" y="6162"/>
                  </a:lnTo>
                  <a:lnTo>
                    <a:pt x="19528" y="6196"/>
                  </a:lnTo>
                  <a:lnTo>
                    <a:pt x="19494" y="5994"/>
                  </a:lnTo>
                  <a:lnTo>
                    <a:pt x="19461" y="5825"/>
                  </a:lnTo>
                  <a:lnTo>
                    <a:pt x="19427" y="5590"/>
                  </a:lnTo>
                  <a:lnTo>
                    <a:pt x="19360" y="5388"/>
                  </a:lnTo>
                  <a:lnTo>
                    <a:pt x="19730" y="5354"/>
                  </a:lnTo>
                  <a:close/>
                  <a:moveTo>
                    <a:pt x="22592" y="6095"/>
                  </a:moveTo>
                  <a:lnTo>
                    <a:pt x="22626" y="7071"/>
                  </a:lnTo>
                  <a:lnTo>
                    <a:pt x="22693" y="7778"/>
                  </a:lnTo>
                  <a:lnTo>
                    <a:pt x="22121" y="7778"/>
                  </a:lnTo>
                  <a:lnTo>
                    <a:pt x="21582" y="7845"/>
                  </a:lnTo>
                  <a:lnTo>
                    <a:pt x="20505" y="8014"/>
                  </a:lnTo>
                  <a:lnTo>
                    <a:pt x="19427" y="8115"/>
                  </a:lnTo>
                  <a:lnTo>
                    <a:pt x="18888" y="8182"/>
                  </a:lnTo>
                  <a:lnTo>
                    <a:pt x="18350" y="8317"/>
                  </a:lnTo>
                  <a:lnTo>
                    <a:pt x="18249" y="7441"/>
                  </a:lnTo>
                  <a:lnTo>
                    <a:pt x="18181" y="7037"/>
                  </a:lnTo>
                  <a:lnTo>
                    <a:pt x="18114" y="6633"/>
                  </a:lnTo>
                  <a:lnTo>
                    <a:pt x="18653" y="6600"/>
                  </a:lnTo>
                  <a:lnTo>
                    <a:pt x="19225" y="6532"/>
                  </a:lnTo>
                  <a:lnTo>
                    <a:pt x="20336" y="6398"/>
                  </a:lnTo>
                  <a:lnTo>
                    <a:pt x="21481" y="6229"/>
                  </a:lnTo>
                  <a:lnTo>
                    <a:pt x="22592" y="6095"/>
                  </a:lnTo>
                  <a:close/>
                  <a:moveTo>
                    <a:pt x="22693" y="7946"/>
                  </a:moveTo>
                  <a:lnTo>
                    <a:pt x="22760" y="8283"/>
                  </a:lnTo>
                  <a:lnTo>
                    <a:pt x="22828" y="8653"/>
                  </a:lnTo>
                  <a:lnTo>
                    <a:pt x="22356" y="8721"/>
                  </a:lnTo>
                  <a:lnTo>
                    <a:pt x="22289" y="8485"/>
                  </a:lnTo>
                  <a:lnTo>
                    <a:pt x="22222" y="8047"/>
                  </a:lnTo>
                  <a:lnTo>
                    <a:pt x="22693" y="7946"/>
                  </a:lnTo>
                  <a:close/>
                  <a:moveTo>
                    <a:pt x="22121" y="8047"/>
                  </a:moveTo>
                  <a:lnTo>
                    <a:pt x="22121" y="8249"/>
                  </a:lnTo>
                  <a:lnTo>
                    <a:pt x="22121" y="8451"/>
                  </a:lnTo>
                  <a:lnTo>
                    <a:pt x="22154" y="8721"/>
                  </a:lnTo>
                  <a:lnTo>
                    <a:pt x="21784" y="8788"/>
                  </a:lnTo>
                  <a:lnTo>
                    <a:pt x="21750" y="8586"/>
                  </a:lnTo>
                  <a:lnTo>
                    <a:pt x="21717" y="8418"/>
                  </a:lnTo>
                  <a:lnTo>
                    <a:pt x="21683" y="8249"/>
                  </a:lnTo>
                  <a:lnTo>
                    <a:pt x="21616" y="8115"/>
                  </a:lnTo>
                  <a:lnTo>
                    <a:pt x="22121" y="8047"/>
                  </a:lnTo>
                  <a:close/>
                  <a:moveTo>
                    <a:pt x="21481" y="8115"/>
                  </a:moveTo>
                  <a:lnTo>
                    <a:pt x="21481" y="8283"/>
                  </a:lnTo>
                  <a:lnTo>
                    <a:pt x="21515" y="8418"/>
                  </a:lnTo>
                  <a:lnTo>
                    <a:pt x="21548" y="8620"/>
                  </a:lnTo>
                  <a:lnTo>
                    <a:pt x="21582" y="8788"/>
                  </a:lnTo>
                  <a:lnTo>
                    <a:pt x="21313" y="8822"/>
                  </a:lnTo>
                  <a:lnTo>
                    <a:pt x="21245" y="8350"/>
                  </a:lnTo>
                  <a:lnTo>
                    <a:pt x="21178" y="8148"/>
                  </a:lnTo>
                  <a:lnTo>
                    <a:pt x="21481" y="8115"/>
                  </a:lnTo>
                  <a:close/>
                  <a:moveTo>
                    <a:pt x="20976" y="8182"/>
                  </a:moveTo>
                  <a:lnTo>
                    <a:pt x="21010" y="8384"/>
                  </a:lnTo>
                  <a:lnTo>
                    <a:pt x="21077" y="8855"/>
                  </a:lnTo>
                  <a:lnTo>
                    <a:pt x="20774" y="8889"/>
                  </a:lnTo>
                  <a:lnTo>
                    <a:pt x="20774" y="8721"/>
                  </a:lnTo>
                  <a:lnTo>
                    <a:pt x="20740" y="8552"/>
                  </a:lnTo>
                  <a:lnTo>
                    <a:pt x="20707" y="8384"/>
                  </a:lnTo>
                  <a:lnTo>
                    <a:pt x="20639" y="8216"/>
                  </a:lnTo>
                  <a:lnTo>
                    <a:pt x="20976" y="8182"/>
                  </a:lnTo>
                  <a:close/>
                  <a:moveTo>
                    <a:pt x="20505" y="8216"/>
                  </a:moveTo>
                  <a:lnTo>
                    <a:pt x="20505" y="8418"/>
                  </a:lnTo>
                  <a:lnTo>
                    <a:pt x="20538" y="8586"/>
                  </a:lnTo>
                  <a:lnTo>
                    <a:pt x="20538" y="8754"/>
                  </a:lnTo>
                  <a:lnTo>
                    <a:pt x="20606" y="8923"/>
                  </a:lnTo>
                  <a:lnTo>
                    <a:pt x="20336" y="8956"/>
                  </a:lnTo>
                  <a:lnTo>
                    <a:pt x="20336" y="8889"/>
                  </a:lnTo>
                  <a:lnTo>
                    <a:pt x="20336" y="8788"/>
                  </a:lnTo>
                  <a:lnTo>
                    <a:pt x="20302" y="8653"/>
                  </a:lnTo>
                  <a:lnTo>
                    <a:pt x="20235" y="8249"/>
                  </a:lnTo>
                  <a:lnTo>
                    <a:pt x="20505" y="8216"/>
                  </a:lnTo>
                  <a:close/>
                  <a:moveTo>
                    <a:pt x="20134" y="8283"/>
                  </a:moveTo>
                  <a:lnTo>
                    <a:pt x="20100" y="8451"/>
                  </a:lnTo>
                  <a:lnTo>
                    <a:pt x="20100" y="8620"/>
                  </a:lnTo>
                  <a:lnTo>
                    <a:pt x="20134" y="8822"/>
                  </a:lnTo>
                  <a:lnTo>
                    <a:pt x="20168" y="8889"/>
                  </a:lnTo>
                  <a:lnTo>
                    <a:pt x="20235" y="8956"/>
                  </a:lnTo>
                  <a:lnTo>
                    <a:pt x="19865" y="8990"/>
                  </a:lnTo>
                  <a:lnTo>
                    <a:pt x="19831" y="8788"/>
                  </a:lnTo>
                  <a:lnTo>
                    <a:pt x="19764" y="8552"/>
                  </a:lnTo>
                  <a:lnTo>
                    <a:pt x="19730" y="8350"/>
                  </a:lnTo>
                  <a:lnTo>
                    <a:pt x="20134" y="8283"/>
                  </a:lnTo>
                  <a:close/>
                  <a:moveTo>
                    <a:pt x="19629" y="8350"/>
                  </a:moveTo>
                  <a:lnTo>
                    <a:pt x="19595" y="8552"/>
                  </a:lnTo>
                  <a:lnTo>
                    <a:pt x="19595" y="8754"/>
                  </a:lnTo>
                  <a:lnTo>
                    <a:pt x="19629" y="9024"/>
                  </a:lnTo>
                  <a:lnTo>
                    <a:pt x="19292" y="9024"/>
                  </a:lnTo>
                  <a:lnTo>
                    <a:pt x="19326" y="8956"/>
                  </a:lnTo>
                  <a:lnTo>
                    <a:pt x="19326" y="8889"/>
                  </a:lnTo>
                  <a:lnTo>
                    <a:pt x="19292" y="8754"/>
                  </a:lnTo>
                  <a:lnTo>
                    <a:pt x="19259" y="8586"/>
                  </a:lnTo>
                  <a:lnTo>
                    <a:pt x="19191" y="8418"/>
                  </a:lnTo>
                  <a:lnTo>
                    <a:pt x="19629" y="8350"/>
                  </a:lnTo>
                  <a:close/>
                  <a:moveTo>
                    <a:pt x="809" y="8855"/>
                  </a:moveTo>
                  <a:lnTo>
                    <a:pt x="842" y="9024"/>
                  </a:lnTo>
                  <a:lnTo>
                    <a:pt x="842" y="9226"/>
                  </a:lnTo>
                  <a:lnTo>
                    <a:pt x="640" y="9259"/>
                  </a:lnTo>
                  <a:lnTo>
                    <a:pt x="438" y="9327"/>
                  </a:lnTo>
                  <a:lnTo>
                    <a:pt x="337" y="9091"/>
                  </a:lnTo>
                  <a:lnTo>
                    <a:pt x="203" y="8855"/>
                  </a:lnTo>
                  <a:lnTo>
                    <a:pt x="405" y="8855"/>
                  </a:lnTo>
                  <a:lnTo>
                    <a:pt x="607" y="8889"/>
                  </a:lnTo>
                  <a:lnTo>
                    <a:pt x="708" y="8889"/>
                  </a:lnTo>
                  <a:lnTo>
                    <a:pt x="809" y="8855"/>
                  </a:lnTo>
                  <a:close/>
                  <a:moveTo>
                    <a:pt x="876" y="8586"/>
                  </a:moveTo>
                  <a:lnTo>
                    <a:pt x="1078" y="8620"/>
                  </a:lnTo>
                  <a:lnTo>
                    <a:pt x="1448" y="8620"/>
                  </a:lnTo>
                  <a:lnTo>
                    <a:pt x="1482" y="8855"/>
                  </a:lnTo>
                  <a:lnTo>
                    <a:pt x="1516" y="9091"/>
                  </a:lnTo>
                  <a:lnTo>
                    <a:pt x="1516" y="9293"/>
                  </a:lnTo>
                  <a:lnTo>
                    <a:pt x="1213" y="9360"/>
                  </a:lnTo>
                  <a:lnTo>
                    <a:pt x="1044" y="9360"/>
                  </a:lnTo>
                  <a:lnTo>
                    <a:pt x="1044" y="9259"/>
                  </a:lnTo>
                  <a:lnTo>
                    <a:pt x="1044" y="9226"/>
                  </a:lnTo>
                  <a:lnTo>
                    <a:pt x="1011" y="9024"/>
                  </a:lnTo>
                  <a:lnTo>
                    <a:pt x="977" y="8788"/>
                  </a:lnTo>
                  <a:lnTo>
                    <a:pt x="876" y="8586"/>
                  </a:lnTo>
                  <a:close/>
                  <a:moveTo>
                    <a:pt x="19191" y="5388"/>
                  </a:moveTo>
                  <a:lnTo>
                    <a:pt x="19191" y="5590"/>
                  </a:lnTo>
                  <a:lnTo>
                    <a:pt x="19225" y="5825"/>
                  </a:lnTo>
                  <a:lnTo>
                    <a:pt x="19259" y="6027"/>
                  </a:lnTo>
                  <a:lnTo>
                    <a:pt x="19326" y="6229"/>
                  </a:lnTo>
                  <a:lnTo>
                    <a:pt x="18686" y="6330"/>
                  </a:lnTo>
                  <a:lnTo>
                    <a:pt x="18047" y="6465"/>
                  </a:lnTo>
                  <a:lnTo>
                    <a:pt x="18013" y="6465"/>
                  </a:lnTo>
                  <a:lnTo>
                    <a:pt x="17979" y="6499"/>
                  </a:lnTo>
                  <a:lnTo>
                    <a:pt x="17946" y="6532"/>
                  </a:lnTo>
                  <a:lnTo>
                    <a:pt x="17946" y="6566"/>
                  </a:lnTo>
                  <a:lnTo>
                    <a:pt x="17979" y="6600"/>
                  </a:lnTo>
                  <a:lnTo>
                    <a:pt x="17979" y="7105"/>
                  </a:lnTo>
                  <a:lnTo>
                    <a:pt x="18013" y="7576"/>
                  </a:lnTo>
                  <a:lnTo>
                    <a:pt x="18181" y="8552"/>
                  </a:lnTo>
                  <a:lnTo>
                    <a:pt x="18215" y="8586"/>
                  </a:lnTo>
                  <a:lnTo>
                    <a:pt x="18249" y="8620"/>
                  </a:lnTo>
                  <a:lnTo>
                    <a:pt x="18316" y="8620"/>
                  </a:lnTo>
                  <a:lnTo>
                    <a:pt x="18383" y="8586"/>
                  </a:lnTo>
                  <a:lnTo>
                    <a:pt x="18383" y="8485"/>
                  </a:lnTo>
                  <a:lnTo>
                    <a:pt x="18383" y="8418"/>
                  </a:lnTo>
                  <a:lnTo>
                    <a:pt x="18754" y="8451"/>
                  </a:lnTo>
                  <a:lnTo>
                    <a:pt x="19124" y="8418"/>
                  </a:lnTo>
                  <a:lnTo>
                    <a:pt x="19124" y="8552"/>
                  </a:lnTo>
                  <a:lnTo>
                    <a:pt x="19124" y="8721"/>
                  </a:lnTo>
                  <a:lnTo>
                    <a:pt x="19124" y="8889"/>
                  </a:lnTo>
                  <a:lnTo>
                    <a:pt x="19158" y="8990"/>
                  </a:lnTo>
                  <a:lnTo>
                    <a:pt x="19191" y="9057"/>
                  </a:lnTo>
                  <a:lnTo>
                    <a:pt x="18855" y="9091"/>
                  </a:lnTo>
                  <a:lnTo>
                    <a:pt x="18552" y="9158"/>
                  </a:lnTo>
                  <a:lnTo>
                    <a:pt x="18249" y="9226"/>
                  </a:lnTo>
                  <a:lnTo>
                    <a:pt x="17979" y="9360"/>
                  </a:lnTo>
                  <a:lnTo>
                    <a:pt x="17946" y="9327"/>
                  </a:lnTo>
                  <a:lnTo>
                    <a:pt x="17744" y="8182"/>
                  </a:lnTo>
                  <a:lnTo>
                    <a:pt x="17676" y="7576"/>
                  </a:lnTo>
                  <a:lnTo>
                    <a:pt x="17643" y="7004"/>
                  </a:lnTo>
                  <a:lnTo>
                    <a:pt x="17643" y="6667"/>
                  </a:lnTo>
                  <a:lnTo>
                    <a:pt x="17643" y="6297"/>
                  </a:lnTo>
                  <a:lnTo>
                    <a:pt x="17643" y="5893"/>
                  </a:lnTo>
                  <a:lnTo>
                    <a:pt x="17575" y="5556"/>
                  </a:lnTo>
                  <a:lnTo>
                    <a:pt x="18215" y="5489"/>
                  </a:lnTo>
                  <a:lnTo>
                    <a:pt x="18821" y="5421"/>
                  </a:lnTo>
                  <a:lnTo>
                    <a:pt x="18821" y="5590"/>
                  </a:lnTo>
                  <a:lnTo>
                    <a:pt x="18821" y="6128"/>
                  </a:lnTo>
                  <a:lnTo>
                    <a:pt x="18821" y="6196"/>
                  </a:lnTo>
                  <a:lnTo>
                    <a:pt x="18888" y="6229"/>
                  </a:lnTo>
                  <a:lnTo>
                    <a:pt x="18922" y="6263"/>
                  </a:lnTo>
                  <a:lnTo>
                    <a:pt x="18989" y="6229"/>
                  </a:lnTo>
                  <a:lnTo>
                    <a:pt x="19023" y="6196"/>
                  </a:lnTo>
                  <a:lnTo>
                    <a:pt x="19023" y="6128"/>
                  </a:lnTo>
                  <a:lnTo>
                    <a:pt x="19023" y="5792"/>
                  </a:lnTo>
                  <a:lnTo>
                    <a:pt x="18989" y="5421"/>
                  </a:lnTo>
                  <a:lnTo>
                    <a:pt x="19191" y="5388"/>
                  </a:lnTo>
                  <a:close/>
                  <a:moveTo>
                    <a:pt x="3401" y="7441"/>
                  </a:moveTo>
                  <a:lnTo>
                    <a:pt x="3367" y="7744"/>
                  </a:lnTo>
                  <a:lnTo>
                    <a:pt x="3334" y="8047"/>
                  </a:lnTo>
                  <a:lnTo>
                    <a:pt x="3300" y="8687"/>
                  </a:lnTo>
                  <a:lnTo>
                    <a:pt x="3334" y="9360"/>
                  </a:lnTo>
                  <a:lnTo>
                    <a:pt x="3401" y="10000"/>
                  </a:lnTo>
                  <a:lnTo>
                    <a:pt x="2862" y="9865"/>
                  </a:lnTo>
                  <a:lnTo>
                    <a:pt x="2627" y="9764"/>
                  </a:lnTo>
                  <a:lnTo>
                    <a:pt x="2391" y="9663"/>
                  </a:lnTo>
                  <a:lnTo>
                    <a:pt x="2189" y="9529"/>
                  </a:lnTo>
                  <a:lnTo>
                    <a:pt x="1953" y="9394"/>
                  </a:lnTo>
                  <a:lnTo>
                    <a:pt x="1785" y="9360"/>
                  </a:lnTo>
                  <a:lnTo>
                    <a:pt x="1785" y="9327"/>
                  </a:lnTo>
                  <a:lnTo>
                    <a:pt x="1751" y="9293"/>
                  </a:lnTo>
                  <a:lnTo>
                    <a:pt x="1718" y="9091"/>
                  </a:lnTo>
                  <a:lnTo>
                    <a:pt x="1718" y="8923"/>
                  </a:lnTo>
                  <a:lnTo>
                    <a:pt x="1684" y="8586"/>
                  </a:lnTo>
                  <a:lnTo>
                    <a:pt x="1785" y="8586"/>
                  </a:lnTo>
                  <a:lnTo>
                    <a:pt x="1852" y="8552"/>
                  </a:lnTo>
                  <a:lnTo>
                    <a:pt x="1852" y="8485"/>
                  </a:lnTo>
                  <a:lnTo>
                    <a:pt x="1819" y="8451"/>
                  </a:lnTo>
                  <a:lnTo>
                    <a:pt x="1785" y="8418"/>
                  </a:lnTo>
                  <a:lnTo>
                    <a:pt x="1617" y="8451"/>
                  </a:lnTo>
                  <a:lnTo>
                    <a:pt x="1852" y="8317"/>
                  </a:lnTo>
                  <a:lnTo>
                    <a:pt x="2054" y="8216"/>
                  </a:lnTo>
                  <a:lnTo>
                    <a:pt x="2458" y="7946"/>
                  </a:lnTo>
                  <a:lnTo>
                    <a:pt x="3401" y="7441"/>
                  </a:lnTo>
                  <a:close/>
                  <a:moveTo>
                    <a:pt x="4176" y="6970"/>
                  </a:moveTo>
                  <a:lnTo>
                    <a:pt x="4176" y="7845"/>
                  </a:lnTo>
                  <a:lnTo>
                    <a:pt x="4209" y="8721"/>
                  </a:lnTo>
                  <a:lnTo>
                    <a:pt x="4209" y="9394"/>
                  </a:lnTo>
                  <a:lnTo>
                    <a:pt x="4243" y="9731"/>
                  </a:lnTo>
                  <a:lnTo>
                    <a:pt x="4277" y="10067"/>
                  </a:lnTo>
                  <a:lnTo>
                    <a:pt x="4176" y="9966"/>
                  </a:lnTo>
                  <a:lnTo>
                    <a:pt x="4142" y="9798"/>
                  </a:lnTo>
                  <a:lnTo>
                    <a:pt x="4108" y="9630"/>
                  </a:lnTo>
                  <a:lnTo>
                    <a:pt x="4108" y="9428"/>
                  </a:lnTo>
                  <a:lnTo>
                    <a:pt x="4108" y="8721"/>
                  </a:lnTo>
                  <a:lnTo>
                    <a:pt x="4075" y="8014"/>
                  </a:lnTo>
                  <a:lnTo>
                    <a:pt x="4041" y="7307"/>
                  </a:lnTo>
                  <a:lnTo>
                    <a:pt x="4075" y="7307"/>
                  </a:lnTo>
                  <a:lnTo>
                    <a:pt x="4108" y="7273"/>
                  </a:lnTo>
                  <a:lnTo>
                    <a:pt x="4075" y="7239"/>
                  </a:lnTo>
                  <a:lnTo>
                    <a:pt x="4041" y="7172"/>
                  </a:lnTo>
                  <a:lnTo>
                    <a:pt x="4007" y="6970"/>
                  </a:lnTo>
                  <a:close/>
                  <a:moveTo>
                    <a:pt x="3637" y="7307"/>
                  </a:moveTo>
                  <a:lnTo>
                    <a:pt x="3872" y="7340"/>
                  </a:lnTo>
                  <a:lnTo>
                    <a:pt x="3839" y="8014"/>
                  </a:lnTo>
                  <a:lnTo>
                    <a:pt x="3872" y="8721"/>
                  </a:lnTo>
                  <a:lnTo>
                    <a:pt x="3974" y="10135"/>
                  </a:lnTo>
                  <a:lnTo>
                    <a:pt x="3805" y="10168"/>
                  </a:lnTo>
                  <a:lnTo>
                    <a:pt x="3771" y="10168"/>
                  </a:lnTo>
                  <a:lnTo>
                    <a:pt x="3771" y="10101"/>
                  </a:lnTo>
                  <a:lnTo>
                    <a:pt x="3738" y="10067"/>
                  </a:lnTo>
                  <a:lnTo>
                    <a:pt x="3704" y="10034"/>
                  </a:lnTo>
                  <a:lnTo>
                    <a:pt x="3637" y="10034"/>
                  </a:lnTo>
                  <a:lnTo>
                    <a:pt x="3603" y="9360"/>
                  </a:lnTo>
                  <a:lnTo>
                    <a:pt x="3569" y="8687"/>
                  </a:lnTo>
                  <a:lnTo>
                    <a:pt x="3569" y="8014"/>
                  </a:lnTo>
                  <a:lnTo>
                    <a:pt x="3536" y="7374"/>
                  </a:lnTo>
                  <a:lnTo>
                    <a:pt x="3569" y="7340"/>
                  </a:lnTo>
                  <a:lnTo>
                    <a:pt x="3603" y="7307"/>
                  </a:lnTo>
                  <a:close/>
                  <a:moveTo>
                    <a:pt x="17340" y="5556"/>
                  </a:moveTo>
                  <a:lnTo>
                    <a:pt x="17340" y="6532"/>
                  </a:lnTo>
                  <a:lnTo>
                    <a:pt x="17373" y="7475"/>
                  </a:lnTo>
                  <a:lnTo>
                    <a:pt x="17508" y="8418"/>
                  </a:lnTo>
                  <a:lnTo>
                    <a:pt x="17676" y="9360"/>
                  </a:lnTo>
                  <a:lnTo>
                    <a:pt x="16027" y="9596"/>
                  </a:lnTo>
                  <a:lnTo>
                    <a:pt x="14377" y="9764"/>
                  </a:lnTo>
                  <a:lnTo>
                    <a:pt x="12727" y="9899"/>
                  </a:lnTo>
                  <a:lnTo>
                    <a:pt x="11077" y="10000"/>
                  </a:lnTo>
                  <a:lnTo>
                    <a:pt x="7610" y="10236"/>
                  </a:lnTo>
                  <a:lnTo>
                    <a:pt x="6869" y="10236"/>
                  </a:lnTo>
                  <a:lnTo>
                    <a:pt x="6095" y="10269"/>
                  </a:lnTo>
                  <a:lnTo>
                    <a:pt x="5320" y="10303"/>
                  </a:lnTo>
                  <a:lnTo>
                    <a:pt x="4916" y="10370"/>
                  </a:lnTo>
                  <a:lnTo>
                    <a:pt x="4546" y="10438"/>
                  </a:lnTo>
                  <a:lnTo>
                    <a:pt x="4546" y="10404"/>
                  </a:lnTo>
                  <a:lnTo>
                    <a:pt x="4546" y="10303"/>
                  </a:lnTo>
                  <a:lnTo>
                    <a:pt x="4580" y="10236"/>
                  </a:lnTo>
                  <a:lnTo>
                    <a:pt x="4546" y="10168"/>
                  </a:lnTo>
                  <a:lnTo>
                    <a:pt x="4479" y="9360"/>
                  </a:lnTo>
                  <a:lnTo>
                    <a:pt x="4445" y="8552"/>
                  </a:lnTo>
                  <a:lnTo>
                    <a:pt x="4411" y="7744"/>
                  </a:lnTo>
                  <a:lnTo>
                    <a:pt x="4344" y="6936"/>
                  </a:lnTo>
                  <a:lnTo>
                    <a:pt x="4378" y="6936"/>
                  </a:lnTo>
                  <a:lnTo>
                    <a:pt x="4411" y="6903"/>
                  </a:lnTo>
                  <a:lnTo>
                    <a:pt x="4411" y="6869"/>
                  </a:lnTo>
                  <a:lnTo>
                    <a:pt x="4411" y="6802"/>
                  </a:lnTo>
                  <a:lnTo>
                    <a:pt x="5152" y="6734"/>
                  </a:lnTo>
                  <a:lnTo>
                    <a:pt x="5859" y="6667"/>
                  </a:lnTo>
                  <a:lnTo>
                    <a:pt x="7307" y="6465"/>
                  </a:lnTo>
                  <a:lnTo>
                    <a:pt x="9024" y="6229"/>
                  </a:lnTo>
                  <a:lnTo>
                    <a:pt x="10741" y="6061"/>
                  </a:lnTo>
                  <a:lnTo>
                    <a:pt x="12391" y="5893"/>
                  </a:lnTo>
                  <a:lnTo>
                    <a:pt x="14040" y="5758"/>
                  </a:lnTo>
                  <a:lnTo>
                    <a:pt x="15690" y="5657"/>
                  </a:lnTo>
                  <a:lnTo>
                    <a:pt x="17340" y="5556"/>
                  </a:lnTo>
                  <a:close/>
                  <a:moveTo>
                    <a:pt x="10606" y="1"/>
                  </a:moveTo>
                  <a:lnTo>
                    <a:pt x="10471" y="674"/>
                  </a:lnTo>
                  <a:lnTo>
                    <a:pt x="10370" y="1347"/>
                  </a:lnTo>
                  <a:lnTo>
                    <a:pt x="10202" y="2661"/>
                  </a:lnTo>
                  <a:lnTo>
                    <a:pt x="10067" y="3671"/>
                  </a:lnTo>
                  <a:lnTo>
                    <a:pt x="9933" y="4647"/>
                  </a:lnTo>
                  <a:lnTo>
                    <a:pt x="9798" y="5287"/>
                  </a:lnTo>
                  <a:lnTo>
                    <a:pt x="9731" y="5623"/>
                  </a:lnTo>
                  <a:lnTo>
                    <a:pt x="9697" y="5960"/>
                  </a:lnTo>
                  <a:lnTo>
                    <a:pt x="8350" y="6095"/>
                  </a:lnTo>
                  <a:lnTo>
                    <a:pt x="7004" y="6229"/>
                  </a:lnTo>
                  <a:lnTo>
                    <a:pt x="5657" y="6431"/>
                  </a:lnTo>
                  <a:lnTo>
                    <a:pt x="4984" y="6566"/>
                  </a:lnTo>
                  <a:lnTo>
                    <a:pt x="4344" y="6701"/>
                  </a:lnTo>
                  <a:lnTo>
                    <a:pt x="4310" y="6667"/>
                  </a:lnTo>
                  <a:lnTo>
                    <a:pt x="4310" y="6633"/>
                  </a:lnTo>
                  <a:lnTo>
                    <a:pt x="4243" y="6600"/>
                  </a:lnTo>
                  <a:lnTo>
                    <a:pt x="4209" y="6633"/>
                  </a:lnTo>
                  <a:lnTo>
                    <a:pt x="4209" y="6667"/>
                  </a:lnTo>
                  <a:lnTo>
                    <a:pt x="4209" y="6734"/>
                  </a:lnTo>
                  <a:lnTo>
                    <a:pt x="4142" y="6734"/>
                  </a:lnTo>
                  <a:lnTo>
                    <a:pt x="4108" y="6768"/>
                  </a:lnTo>
                  <a:lnTo>
                    <a:pt x="4108" y="6802"/>
                  </a:lnTo>
                  <a:lnTo>
                    <a:pt x="4007" y="6835"/>
                  </a:lnTo>
                  <a:lnTo>
                    <a:pt x="3940" y="6903"/>
                  </a:lnTo>
                  <a:lnTo>
                    <a:pt x="3906" y="6936"/>
                  </a:lnTo>
                  <a:lnTo>
                    <a:pt x="3940" y="6970"/>
                  </a:lnTo>
                  <a:lnTo>
                    <a:pt x="3906" y="7138"/>
                  </a:lnTo>
                  <a:lnTo>
                    <a:pt x="3502" y="7138"/>
                  </a:lnTo>
                  <a:lnTo>
                    <a:pt x="3435" y="7172"/>
                  </a:lnTo>
                  <a:lnTo>
                    <a:pt x="3435" y="7206"/>
                  </a:lnTo>
                  <a:lnTo>
                    <a:pt x="2357" y="7778"/>
                  </a:lnTo>
                  <a:lnTo>
                    <a:pt x="1920" y="8047"/>
                  </a:lnTo>
                  <a:lnTo>
                    <a:pt x="1718" y="8216"/>
                  </a:lnTo>
                  <a:lnTo>
                    <a:pt x="1549" y="8418"/>
                  </a:lnTo>
                  <a:lnTo>
                    <a:pt x="1482" y="8451"/>
                  </a:lnTo>
                  <a:lnTo>
                    <a:pt x="1280" y="8485"/>
                  </a:lnTo>
                  <a:lnTo>
                    <a:pt x="1078" y="8485"/>
                  </a:lnTo>
                  <a:lnTo>
                    <a:pt x="977" y="8519"/>
                  </a:lnTo>
                  <a:lnTo>
                    <a:pt x="876" y="8552"/>
                  </a:lnTo>
                  <a:lnTo>
                    <a:pt x="842" y="8519"/>
                  </a:lnTo>
                  <a:lnTo>
                    <a:pt x="809" y="8519"/>
                  </a:lnTo>
                  <a:lnTo>
                    <a:pt x="809" y="8721"/>
                  </a:lnTo>
                  <a:lnTo>
                    <a:pt x="472" y="8721"/>
                  </a:lnTo>
                  <a:lnTo>
                    <a:pt x="270" y="8687"/>
                  </a:lnTo>
                  <a:lnTo>
                    <a:pt x="68" y="8721"/>
                  </a:lnTo>
                  <a:lnTo>
                    <a:pt x="68" y="8687"/>
                  </a:lnTo>
                  <a:lnTo>
                    <a:pt x="34" y="8721"/>
                  </a:lnTo>
                  <a:lnTo>
                    <a:pt x="1" y="8721"/>
                  </a:lnTo>
                  <a:lnTo>
                    <a:pt x="1" y="8754"/>
                  </a:lnTo>
                  <a:lnTo>
                    <a:pt x="34" y="8788"/>
                  </a:lnTo>
                  <a:lnTo>
                    <a:pt x="68" y="8956"/>
                  </a:lnTo>
                  <a:lnTo>
                    <a:pt x="135" y="9158"/>
                  </a:lnTo>
                  <a:lnTo>
                    <a:pt x="304" y="9495"/>
                  </a:lnTo>
                  <a:lnTo>
                    <a:pt x="371" y="9529"/>
                  </a:lnTo>
                  <a:lnTo>
                    <a:pt x="405" y="9529"/>
                  </a:lnTo>
                  <a:lnTo>
                    <a:pt x="640" y="9461"/>
                  </a:lnTo>
                  <a:lnTo>
                    <a:pt x="876" y="9394"/>
                  </a:lnTo>
                  <a:lnTo>
                    <a:pt x="910" y="9428"/>
                  </a:lnTo>
                  <a:lnTo>
                    <a:pt x="876" y="9461"/>
                  </a:lnTo>
                  <a:lnTo>
                    <a:pt x="943" y="9529"/>
                  </a:lnTo>
                  <a:lnTo>
                    <a:pt x="1011" y="9562"/>
                  </a:lnTo>
                  <a:lnTo>
                    <a:pt x="1246" y="9596"/>
                  </a:lnTo>
                  <a:lnTo>
                    <a:pt x="1448" y="9562"/>
                  </a:lnTo>
                  <a:lnTo>
                    <a:pt x="1650" y="9495"/>
                  </a:lnTo>
                  <a:lnTo>
                    <a:pt x="1718" y="9495"/>
                  </a:lnTo>
                  <a:lnTo>
                    <a:pt x="2122" y="9731"/>
                  </a:lnTo>
                  <a:lnTo>
                    <a:pt x="2559" y="9933"/>
                  </a:lnTo>
                  <a:lnTo>
                    <a:pt x="2997" y="10101"/>
                  </a:lnTo>
                  <a:lnTo>
                    <a:pt x="3435" y="10202"/>
                  </a:lnTo>
                  <a:lnTo>
                    <a:pt x="3468" y="10370"/>
                  </a:lnTo>
                  <a:lnTo>
                    <a:pt x="3502" y="10438"/>
                  </a:lnTo>
                  <a:lnTo>
                    <a:pt x="3603" y="10438"/>
                  </a:lnTo>
                  <a:lnTo>
                    <a:pt x="3637" y="10370"/>
                  </a:lnTo>
                  <a:lnTo>
                    <a:pt x="3738" y="10404"/>
                  </a:lnTo>
                  <a:lnTo>
                    <a:pt x="3872" y="10404"/>
                  </a:lnTo>
                  <a:lnTo>
                    <a:pt x="4075" y="10370"/>
                  </a:lnTo>
                  <a:lnTo>
                    <a:pt x="4310" y="10337"/>
                  </a:lnTo>
                  <a:lnTo>
                    <a:pt x="4344" y="10438"/>
                  </a:lnTo>
                  <a:lnTo>
                    <a:pt x="4378" y="10471"/>
                  </a:lnTo>
                  <a:lnTo>
                    <a:pt x="4378" y="10505"/>
                  </a:lnTo>
                  <a:lnTo>
                    <a:pt x="4411" y="10539"/>
                  </a:lnTo>
                  <a:lnTo>
                    <a:pt x="4782" y="10572"/>
                  </a:lnTo>
                  <a:lnTo>
                    <a:pt x="5186" y="10606"/>
                  </a:lnTo>
                  <a:lnTo>
                    <a:pt x="5994" y="10572"/>
                  </a:lnTo>
                  <a:lnTo>
                    <a:pt x="7610" y="10438"/>
                  </a:lnTo>
                  <a:lnTo>
                    <a:pt x="11077" y="10202"/>
                  </a:lnTo>
                  <a:lnTo>
                    <a:pt x="12828" y="10101"/>
                  </a:lnTo>
                  <a:lnTo>
                    <a:pt x="14545" y="9966"/>
                  </a:lnTo>
                  <a:lnTo>
                    <a:pt x="14579" y="9966"/>
                  </a:lnTo>
                  <a:lnTo>
                    <a:pt x="14949" y="10135"/>
                  </a:lnTo>
                  <a:lnTo>
                    <a:pt x="15387" y="10303"/>
                  </a:lnTo>
                  <a:lnTo>
                    <a:pt x="15791" y="10438"/>
                  </a:lnTo>
                  <a:lnTo>
                    <a:pt x="16229" y="10539"/>
                  </a:lnTo>
                  <a:lnTo>
                    <a:pt x="17104" y="10707"/>
                  </a:lnTo>
                  <a:lnTo>
                    <a:pt x="18013" y="10808"/>
                  </a:lnTo>
                  <a:lnTo>
                    <a:pt x="18922" y="10876"/>
                  </a:lnTo>
                  <a:lnTo>
                    <a:pt x="19831" y="10943"/>
                  </a:lnTo>
                  <a:lnTo>
                    <a:pt x="20707" y="11010"/>
                  </a:lnTo>
                  <a:lnTo>
                    <a:pt x="21582" y="11078"/>
                  </a:lnTo>
                  <a:lnTo>
                    <a:pt x="22626" y="11212"/>
                  </a:lnTo>
                  <a:lnTo>
                    <a:pt x="23636" y="11347"/>
                  </a:lnTo>
                  <a:lnTo>
                    <a:pt x="25689" y="11684"/>
                  </a:lnTo>
                  <a:lnTo>
                    <a:pt x="27743" y="12054"/>
                  </a:lnTo>
                  <a:lnTo>
                    <a:pt x="29797" y="12391"/>
                  </a:lnTo>
                  <a:lnTo>
                    <a:pt x="29427" y="14882"/>
                  </a:lnTo>
                  <a:lnTo>
                    <a:pt x="29460" y="14949"/>
                  </a:lnTo>
                  <a:lnTo>
                    <a:pt x="29460" y="14983"/>
                  </a:lnTo>
                  <a:lnTo>
                    <a:pt x="29528" y="15017"/>
                  </a:lnTo>
                  <a:lnTo>
                    <a:pt x="29629" y="14983"/>
                  </a:lnTo>
                  <a:lnTo>
                    <a:pt x="29629" y="14949"/>
                  </a:lnTo>
                  <a:lnTo>
                    <a:pt x="29662" y="14916"/>
                  </a:lnTo>
                  <a:lnTo>
                    <a:pt x="29797" y="14815"/>
                  </a:lnTo>
                  <a:lnTo>
                    <a:pt x="29932" y="14680"/>
                  </a:lnTo>
                  <a:lnTo>
                    <a:pt x="30066" y="14545"/>
                  </a:lnTo>
                  <a:lnTo>
                    <a:pt x="30201" y="14444"/>
                  </a:lnTo>
                  <a:lnTo>
                    <a:pt x="30268" y="14613"/>
                  </a:lnTo>
                  <a:lnTo>
                    <a:pt x="30369" y="14747"/>
                  </a:lnTo>
                  <a:lnTo>
                    <a:pt x="30470" y="14882"/>
                  </a:lnTo>
                  <a:lnTo>
                    <a:pt x="30605" y="15017"/>
                  </a:lnTo>
                  <a:lnTo>
                    <a:pt x="30571" y="15151"/>
                  </a:lnTo>
                  <a:lnTo>
                    <a:pt x="30571" y="15219"/>
                  </a:lnTo>
                  <a:lnTo>
                    <a:pt x="30605" y="15252"/>
                  </a:lnTo>
                  <a:lnTo>
                    <a:pt x="30740" y="15252"/>
                  </a:lnTo>
                  <a:lnTo>
                    <a:pt x="30773" y="15219"/>
                  </a:lnTo>
                  <a:lnTo>
                    <a:pt x="30807" y="15151"/>
                  </a:lnTo>
                  <a:lnTo>
                    <a:pt x="30807" y="14949"/>
                  </a:lnTo>
                  <a:lnTo>
                    <a:pt x="31076" y="12492"/>
                  </a:lnTo>
                  <a:lnTo>
                    <a:pt x="31682" y="12593"/>
                  </a:lnTo>
                  <a:lnTo>
                    <a:pt x="32288" y="12694"/>
                  </a:lnTo>
                  <a:lnTo>
                    <a:pt x="33467" y="12795"/>
                  </a:lnTo>
                  <a:lnTo>
                    <a:pt x="34241" y="12896"/>
                  </a:lnTo>
                  <a:lnTo>
                    <a:pt x="34611" y="12963"/>
                  </a:lnTo>
                  <a:lnTo>
                    <a:pt x="34982" y="13064"/>
                  </a:lnTo>
                  <a:lnTo>
                    <a:pt x="35251" y="13131"/>
                  </a:lnTo>
                  <a:lnTo>
                    <a:pt x="35520" y="13165"/>
                  </a:lnTo>
                  <a:lnTo>
                    <a:pt x="35756" y="13199"/>
                  </a:lnTo>
                  <a:lnTo>
                    <a:pt x="36025" y="13165"/>
                  </a:lnTo>
                  <a:lnTo>
                    <a:pt x="36665" y="13165"/>
                  </a:lnTo>
                  <a:lnTo>
                    <a:pt x="36968" y="13232"/>
                  </a:lnTo>
                  <a:lnTo>
                    <a:pt x="37238" y="13300"/>
                  </a:lnTo>
                  <a:lnTo>
                    <a:pt x="37844" y="13434"/>
                  </a:lnTo>
                  <a:lnTo>
                    <a:pt x="38147" y="13502"/>
                  </a:lnTo>
                  <a:lnTo>
                    <a:pt x="38450" y="13502"/>
                  </a:lnTo>
                  <a:lnTo>
                    <a:pt x="39190" y="13569"/>
                  </a:lnTo>
                  <a:lnTo>
                    <a:pt x="39965" y="13670"/>
                  </a:lnTo>
                  <a:lnTo>
                    <a:pt x="41446" y="13872"/>
                  </a:lnTo>
                  <a:lnTo>
                    <a:pt x="44274" y="14377"/>
                  </a:lnTo>
                  <a:lnTo>
                    <a:pt x="45520" y="14646"/>
                  </a:lnTo>
                  <a:lnTo>
                    <a:pt x="46160" y="14714"/>
                  </a:lnTo>
                  <a:lnTo>
                    <a:pt x="46799" y="14747"/>
                  </a:lnTo>
                  <a:lnTo>
                    <a:pt x="47069" y="14714"/>
                  </a:lnTo>
                  <a:lnTo>
                    <a:pt x="47338" y="14646"/>
                  </a:lnTo>
                  <a:lnTo>
                    <a:pt x="47540" y="14579"/>
                  </a:lnTo>
                  <a:lnTo>
                    <a:pt x="47742" y="14444"/>
                  </a:lnTo>
                  <a:lnTo>
                    <a:pt x="47910" y="14310"/>
                  </a:lnTo>
                  <a:lnTo>
                    <a:pt x="48079" y="14141"/>
                  </a:lnTo>
                  <a:lnTo>
                    <a:pt x="48213" y="13939"/>
                  </a:lnTo>
                  <a:lnTo>
                    <a:pt x="48314" y="13737"/>
                  </a:lnTo>
                  <a:lnTo>
                    <a:pt x="48382" y="13535"/>
                  </a:lnTo>
                  <a:lnTo>
                    <a:pt x="48449" y="13300"/>
                  </a:lnTo>
                  <a:lnTo>
                    <a:pt x="48550" y="12828"/>
                  </a:lnTo>
                  <a:lnTo>
                    <a:pt x="48584" y="12323"/>
                  </a:lnTo>
                  <a:lnTo>
                    <a:pt x="48584" y="11852"/>
                  </a:lnTo>
                  <a:lnTo>
                    <a:pt x="48752" y="11111"/>
                  </a:lnTo>
                  <a:lnTo>
                    <a:pt x="48887" y="10404"/>
                  </a:lnTo>
                  <a:lnTo>
                    <a:pt x="49122" y="8956"/>
                  </a:lnTo>
                  <a:lnTo>
                    <a:pt x="49695" y="5522"/>
                  </a:lnTo>
                  <a:lnTo>
                    <a:pt x="50671" y="1"/>
                  </a:lnTo>
                  <a:lnTo>
                    <a:pt x="50402" y="1"/>
                  </a:lnTo>
                  <a:lnTo>
                    <a:pt x="49425" y="5455"/>
                  </a:lnTo>
                  <a:lnTo>
                    <a:pt x="48853" y="8855"/>
                  </a:lnTo>
                  <a:lnTo>
                    <a:pt x="48651" y="10269"/>
                  </a:lnTo>
                  <a:lnTo>
                    <a:pt x="48550" y="10977"/>
                  </a:lnTo>
                  <a:lnTo>
                    <a:pt x="48483" y="11684"/>
                  </a:lnTo>
                  <a:lnTo>
                    <a:pt x="48415" y="11684"/>
                  </a:lnTo>
                  <a:lnTo>
                    <a:pt x="48382" y="11785"/>
                  </a:lnTo>
                  <a:lnTo>
                    <a:pt x="48382" y="12492"/>
                  </a:lnTo>
                  <a:lnTo>
                    <a:pt x="48348" y="12828"/>
                  </a:lnTo>
                  <a:lnTo>
                    <a:pt x="48281" y="13199"/>
                  </a:lnTo>
                  <a:lnTo>
                    <a:pt x="48180" y="13502"/>
                  </a:lnTo>
                  <a:lnTo>
                    <a:pt x="48011" y="13805"/>
                  </a:lnTo>
                  <a:lnTo>
                    <a:pt x="47776" y="14074"/>
                  </a:lnTo>
                  <a:lnTo>
                    <a:pt x="47641" y="14209"/>
                  </a:lnTo>
                  <a:lnTo>
                    <a:pt x="47473" y="14310"/>
                  </a:lnTo>
                  <a:lnTo>
                    <a:pt x="47338" y="14377"/>
                  </a:lnTo>
                  <a:lnTo>
                    <a:pt x="47203" y="14444"/>
                  </a:lnTo>
                  <a:lnTo>
                    <a:pt x="46867" y="14512"/>
                  </a:lnTo>
                  <a:lnTo>
                    <a:pt x="46530" y="14512"/>
                  </a:lnTo>
                  <a:lnTo>
                    <a:pt x="46160" y="14478"/>
                  </a:lnTo>
                  <a:lnTo>
                    <a:pt x="45486" y="14377"/>
                  </a:lnTo>
                  <a:lnTo>
                    <a:pt x="44847" y="14242"/>
                  </a:lnTo>
                  <a:lnTo>
                    <a:pt x="42288" y="13771"/>
                  </a:lnTo>
                  <a:lnTo>
                    <a:pt x="39729" y="13367"/>
                  </a:lnTo>
                  <a:lnTo>
                    <a:pt x="39224" y="13300"/>
                  </a:lnTo>
                  <a:lnTo>
                    <a:pt x="38685" y="13266"/>
                  </a:lnTo>
                  <a:lnTo>
                    <a:pt x="38180" y="13232"/>
                  </a:lnTo>
                  <a:lnTo>
                    <a:pt x="37911" y="13199"/>
                  </a:lnTo>
                  <a:lnTo>
                    <a:pt x="37642" y="13098"/>
                  </a:lnTo>
                  <a:lnTo>
                    <a:pt x="37406" y="13030"/>
                  </a:lnTo>
                  <a:lnTo>
                    <a:pt x="37170" y="12997"/>
                  </a:lnTo>
                  <a:lnTo>
                    <a:pt x="36665" y="12963"/>
                  </a:lnTo>
                  <a:lnTo>
                    <a:pt x="36160" y="12963"/>
                  </a:lnTo>
                  <a:lnTo>
                    <a:pt x="35655" y="12997"/>
                  </a:lnTo>
                  <a:lnTo>
                    <a:pt x="35487" y="12997"/>
                  </a:lnTo>
                  <a:lnTo>
                    <a:pt x="35352" y="12963"/>
                  </a:lnTo>
                  <a:lnTo>
                    <a:pt x="35015" y="12862"/>
                  </a:lnTo>
                  <a:lnTo>
                    <a:pt x="34712" y="12761"/>
                  </a:lnTo>
                  <a:lnTo>
                    <a:pt x="34409" y="12694"/>
                  </a:lnTo>
                  <a:lnTo>
                    <a:pt x="33938" y="12626"/>
                  </a:lnTo>
                  <a:lnTo>
                    <a:pt x="33467" y="12559"/>
                  </a:lnTo>
                  <a:lnTo>
                    <a:pt x="32288" y="12424"/>
                  </a:lnTo>
                  <a:lnTo>
                    <a:pt x="31682" y="12391"/>
                  </a:lnTo>
                  <a:lnTo>
                    <a:pt x="31110" y="12357"/>
                  </a:lnTo>
                  <a:lnTo>
                    <a:pt x="31211" y="11482"/>
                  </a:lnTo>
                  <a:lnTo>
                    <a:pt x="31783" y="11650"/>
                  </a:lnTo>
                  <a:lnTo>
                    <a:pt x="32389" y="11785"/>
                  </a:lnTo>
                  <a:lnTo>
                    <a:pt x="33601" y="12020"/>
                  </a:lnTo>
                  <a:lnTo>
                    <a:pt x="36025" y="12424"/>
                  </a:lnTo>
                  <a:lnTo>
                    <a:pt x="38483" y="12828"/>
                  </a:lnTo>
                  <a:lnTo>
                    <a:pt x="40941" y="13165"/>
                  </a:lnTo>
                  <a:lnTo>
                    <a:pt x="43533" y="13502"/>
                  </a:lnTo>
                  <a:lnTo>
                    <a:pt x="44644" y="13603"/>
                  </a:lnTo>
                  <a:lnTo>
                    <a:pt x="45217" y="13636"/>
                  </a:lnTo>
                  <a:lnTo>
                    <a:pt x="45486" y="13636"/>
                  </a:lnTo>
                  <a:lnTo>
                    <a:pt x="45789" y="13603"/>
                  </a:lnTo>
                  <a:lnTo>
                    <a:pt x="46193" y="13502"/>
                  </a:lnTo>
                  <a:lnTo>
                    <a:pt x="46530" y="13333"/>
                  </a:lnTo>
                  <a:lnTo>
                    <a:pt x="46833" y="13131"/>
                  </a:lnTo>
                  <a:lnTo>
                    <a:pt x="47069" y="12896"/>
                  </a:lnTo>
                  <a:lnTo>
                    <a:pt x="47271" y="12593"/>
                  </a:lnTo>
                  <a:lnTo>
                    <a:pt x="47405" y="12256"/>
                  </a:lnTo>
                  <a:lnTo>
                    <a:pt x="47473" y="11886"/>
                  </a:lnTo>
                  <a:lnTo>
                    <a:pt x="47506" y="11448"/>
                  </a:lnTo>
                  <a:lnTo>
                    <a:pt x="47473" y="11414"/>
                  </a:lnTo>
                  <a:lnTo>
                    <a:pt x="47708" y="10707"/>
                  </a:lnTo>
                  <a:lnTo>
                    <a:pt x="47843" y="10000"/>
                  </a:lnTo>
                  <a:lnTo>
                    <a:pt x="48112" y="8552"/>
                  </a:lnTo>
                  <a:lnTo>
                    <a:pt x="48382" y="6970"/>
                  </a:lnTo>
                  <a:lnTo>
                    <a:pt x="48617" y="5388"/>
                  </a:lnTo>
                  <a:lnTo>
                    <a:pt x="48954" y="2694"/>
                  </a:lnTo>
                  <a:lnTo>
                    <a:pt x="49257" y="1"/>
                  </a:lnTo>
                  <a:lnTo>
                    <a:pt x="48988" y="1"/>
                  </a:lnTo>
                  <a:lnTo>
                    <a:pt x="48685" y="2795"/>
                  </a:lnTo>
                  <a:lnTo>
                    <a:pt x="48314" y="5590"/>
                  </a:lnTo>
                  <a:lnTo>
                    <a:pt x="48079" y="7172"/>
                  </a:lnTo>
                  <a:lnTo>
                    <a:pt x="47843" y="8721"/>
                  </a:lnTo>
                  <a:lnTo>
                    <a:pt x="47574" y="10034"/>
                  </a:lnTo>
                  <a:lnTo>
                    <a:pt x="47473" y="10707"/>
                  </a:lnTo>
                  <a:lnTo>
                    <a:pt x="47405" y="11381"/>
                  </a:lnTo>
                  <a:lnTo>
                    <a:pt x="47338" y="11381"/>
                  </a:lnTo>
                  <a:lnTo>
                    <a:pt x="47304" y="11448"/>
                  </a:lnTo>
                  <a:lnTo>
                    <a:pt x="47304" y="11785"/>
                  </a:lnTo>
                  <a:lnTo>
                    <a:pt x="47237" y="12088"/>
                  </a:lnTo>
                  <a:lnTo>
                    <a:pt x="47170" y="12357"/>
                  </a:lnTo>
                  <a:lnTo>
                    <a:pt x="47035" y="12593"/>
                  </a:lnTo>
                  <a:lnTo>
                    <a:pt x="46900" y="12828"/>
                  </a:lnTo>
                  <a:lnTo>
                    <a:pt x="46698" y="12997"/>
                  </a:lnTo>
                  <a:lnTo>
                    <a:pt x="46429" y="13165"/>
                  </a:lnTo>
                  <a:lnTo>
                    <a:pt x="46126" y="13300"/>
                  </a:lnTo>
                  <a:lnTo>
                    <a:pt x="45890" y="13367"/>
                  </a:lnTo>
                  <a:lnTo>
                    <a:pt x="45621" y="13434"/>
                  </a:lnTo>
                  <a:lnTo>
                    <a:pt x="45116" y="13434"/>
                  </a:lnTo>
                  <a:lnTo>
                    <a:pt x="44577" y="13401"/>
                  </a:lnTo>
                  <a:lnTo>
                    <a:pt x="44072" y="13333"/>
                  </a:lnTo>
                  <a:lnTo>
                    <a:pt x="41749" y="13064"/>
                  </a:lnTo>
                  <a:lnTo>
                    <a:pt x="39426" y="12761"/>
                  </a:lnTo>
                  <a:lnTo>
                    <a:pt x="37339" y="12458"/>
                  </a:lnTo>
                  <a:lnTo>
                    <a:pt x="35285" y="12121"/>
                  </a:lnTo>
                  <a:lnTo>
                    <a:pt x="34275" y="11919"/>
                  </a:lnTo>
                  <a:lnTo>
                    <a:pt x="33265" y="11717"/>
                  </a:lnTo>
                  <a:lnTo>
                    <a:pt x="32221" y="11515"/>
                  </a:lnTo>
                  <a:lnTo>
                    <a:pt x="31211" y="11347"/>
                  </a:lnTo>
                  <a:lnTo>
                    <a:pt x="31480" y="9192"/>
                  </a:lnTo>
                  <a:lnTo>
                    <a:pt x="31750" y="7037"/>
                  </a:lnTo>
                  <a:lnTo>
                    <a:pt x="32322" y="3132"/>
                  </a:lnTo>
                  <a:lnTo>
                    <a:pt x="32457" y="2357"/>
                  </a:lnTo>
                  <a:lnTo>
                    <a:pt x="32591" y="1583"/>
                  </a:lnTo>
                  <a:lnTo>
                    <a:pt x="32726" y="775"/>
                  </a:lnTo>
                  <a:lnTo>
                    <a:pt x="32827" y="1"/>
                  </a:lnTo>
                  <a:lnTo>
                    <a:pt x="32625" y="1"/>
                  </a:lnTo>
                  <a:lnTo>
                    <a:pt x="32457" y="809"/>
                  </a:lnTo>
                  <a:lnTo>
                    <a:pt x="32322" y="1650"/>
                  </a:lnTo>
                  <a:lnTo>
                    <a:pt x="32086" y="3334"/>
                  </a:lnTo>
                  <a:lnTo>
                    <a:pt x="31783" y="5287"/>
                  </a:lnTo>
                  <a:lnTo>
                    <a:pt x="31514" y="7273"/>
                  </a:lnTo>
                  <a:lnTo>
                    <a:pt x="31043" y="10977"/>
                  </a:lnTo>
                  <a:lnTo>
                    <a:pt x="30639" y="14680"/>
                  </a:lnTo>
                  <a:lnTo>
                    <a:pt x="30504" y="14478"/>
                  </a:lnTo>
                  <a:lnTo>
                    <a:pt x="30403" y="14242"/>
                  </a:lnTo>
                  <a:lnTo>
                    <a:pt x="30336" y="14175"/>
                  </a:lnTo>
                  <a:lnTo>
                    <a:pt x="30235" y="14175"/>
                  </a:lnTo>
                  <a:lnTo>
                    <a:pt x="30134" y="14209"/>
                  </a:lnTo>
                  <a:lnTo>
                    <a:pt x="30033" y="14276"/>
                  </a:lnTo>
                  <a:lnTo>
                    <a:pt x="29831" y="14444"/>
                  </a:lnTo>
                  <a:lnTo>
                    <a:pt x="29696" y="14613"/>
                  </a:lnTo>
                  <a:lnTo>
                    <a:pt x="29999" y="12424"/>
                  </a:lnTo>
                  <a:lnTo>
                    <a:pt x="30066" y="12391"/>
                  </a:lnTo>
                  <a:lnTo>
                    <a:pt x="30066" y="12323"/>
                  </a:lnTo>
                  <a:lnTo>
                    <a:pt x="30066" y="12256"/>
                  </a:lnTo>
                  <a:lnTo>
                    <a:pt x="30033" y="12222"/>
                  </a:lnTo>
                  <a:lnTo>
                    <a:pt x="30740" y="7206"/>
                  </a:lnTo>
                  <a:lnTo>
                    <a:pt x="31009" y="5421"/>
                  </a:lnTo>
                  <a:lnTo>
                    <a:pt x="31312" y="3603"/>
                  </a:lnTo>
                  <a:lnTo>
                    <a:pt x="31581" y="1819"/>
                  </a:lnTo>
                  <a:lnTo>
                    <a:pt x="31682" y="910"/>
                  </a:lnTo>
                  <a:lnTo>
                    <a:pt x="31783" y="1"/>
                  </a:lnTo>
                  <a:lnTo>
                    <a:pt x="31615" y="1"/>
                  </a:lnTo>
                  <a:lnTo>
                    <a:pt x="31413" y="876"/>
                  </a:lnTo>
                  <a:lnTo>
                    <a:pt x="31278" y="1785"/>
                  </a:lnTo>
                  <a:lnTo>
                    <a:pt x="31009" y="3570"/>
                  </a:lnTo>
                  <a:lnTo>
                    <a:pt x="30773" y="5354"/>
                  </a:lnTo>
                  <a:lnTo>
                    <a:pt x="30538" y="7138"/>
                  </a:lnTo>
                  <a:lnTo>
                    <a:pt x="29965" y="11145"/>
                  </a:lnTo>
                  <a:lnTo>
                    <a:pt x="29427" y="11111"/>
                  </a:lnTo>
                  <a:lnTo>
                    <a:pt x="30033" y="5421"/>
                  </a:lnTo>
                  <a:lnTo>
                    <a:pt x="30201" y="4075"/>
                  </a:lnTo>
                  <a:lnTo>
                    <a:pt x="30369" y="2728"/>
                  </a:lnTo>
                  <a:lnTo>
                    <a:pt x="30571" y="1347"/>
                  </a:lnTo>
                  <a:lnTo>
                    <a:pt x="30706" y="1"/>
                  </a:lnTo>
                  <a:lnTo>
                    <a:pt x="30470" y="1"/>
                  </a:lnTo>
                  <a:lnTo>
                    <a:pt x="30268" y="1280"/>
                  </a:lnTo>
                  <a:lnTo>
                    <a:pt x="30100" y="2593"/>
                  </a:lnTo>
                  <a:lnTo>
                    <a:pt x="29965" y="3873"/>
                  </a:lnTo>
                  <a:lnTo>
                    <a:pt x="29831" y="5152"/>
                  </a:lnTo>
                  <a:lnTo>
                    <a:pt x="29494" y="8115"/>
                  </a:lnTo>
                  <a:lnTo>
                    <a:pt x="29157" y="11111"/>
                  </a:lnTo>
                  <a:lnTo>
                    <a:pt x="27709" y="11010"/>
                  </a:lnTo>
                  <a:lnTo>
                    <a:pt x="26228" y="10909"/>
                  </a:lnTo>
                  <a:lnTo>
                    <a:pt x="25487" y="10808"/>
                  </a:lnTo>
                  <a:lnTo>
                    <a:pt x="24780" y="10741"/>
                  </a:lnTo>
                  <a:lnTo>
                    <a:pt x="24040" y="10606"/>
                  </a:lnTo>
                  <a:lnTo>
                    <a:pt x="23333" y="10438"/>
                  </a:lnTo>
                  <a:lnTo>
                    <a:pt x="21750" y="10101"/>
                  </a:lnTo>
                  <a:lnTo>
                    <a:pt x="20942" y="9933"/>
                  </a:lnTo>
                  <a:lnTo>
                    <a:pt x="20134" y="9798"/>
                  </a:lnTo>
                  <a:lnTo>
                    <a:pt x="19562" y="9731"/>
                  </a:lnTo>
                  <a:lnTo>
                    <a:pt x="19259" y="9697"/>
                  </a:lnTo>
                  <a:lnTo>
                    <a:pt x="18989" y="9596"/>
                  </a:lnTo>
                  <a:lnTo>
                    <a:pt x="18754" y="9529"/>
                  </a:lnTo>
                  <a:lnTo>
                    <a:pt x="18518" y="9495"/>
                  </a:lnTo>
                  <a:lnTo>
                    <a:pt x="18282" y="9495"/>
                  </a:lnTo>
                  <a:lnTo>
                    <a:pt x="18047" y="9562"/>
                  </a:lnTo>
                  <a:lnTo>
                    <a:pt x="18013" y="9596"/>
                  </a:lnTo>
                  <a:lnTo>
                    <a:pt x="17979" y="9663"/>
                  </a:lnTo>
                  <a:lnTo>
                    <a:pt x="18013" y="9697"/>
                  </a:lnTo>
                  <a:lnTo>
                    <a:pt x="18417" y="9697"/>
                  </a:lnTo>
                  <a:lnTo>
                    <a:pt x="18754" y="9731"/>
                  </a:lnTo>
                  <a:lnTo>
                    <a:pt x="18922" y="9832"/>
                  </a:lnTo>
                  <a:lnTo>
                    <a:pt x="19023" y="9865"/>
                  </a:lnTo>
                  <a:lnTo>
                    <a:pt x="19124" y="9899"/>
                  </a:lnTo>
                  <a:lnTo>
                    <a:pt x="19966" y="10034"/>
                  </a:lnTo>
                  <a:lnTo>
                    <a:pt x="20841" y="10135"/>
                  </a:lnTo>
                  <a:lnTo>
                    <a:pt x="21616" y="10303"/>
                  </a:lnTo>
                  <a:lnTo>
                    <a:pt x="22424" y="10471"/>
                  </a:lnTo>
                  <a:lnTo>
                    <a:pt x="23972" y="10842"/>
                  </a:lnTo>
                  <a:lnTo>
                    <a:pt x="24612" y="10977"/>
                  </a:lnTo>
                  <a:lnTo>
                    <a:pt x="25252" y="11078"/>
                  </a:lnTo>
                  <a:lnTo>
                    <a:pt x="26531" y="11212"/>
                  </a:lnTo>
                  <a:lnTo>
                    <a:pt x="27844" y="11280"/>
                  </a:lnTo>
                  <a:lnTo>
                    <a:pt x="29124" y="11347"/>
                  </a:lnTo>
                  <a:lnTo>
                    <a:pt x="29124" y="11482"/>
                  </a:lnTo>
                  <a:lnTo>
                    <a:pt x="29124" y="11549"/>
                  </a:lnTo>
                  <a:lnTo>
                    <a:pt x="29157" y="11583"/>
                  </a:lnTo>
                  <a:lnTo>
                    <a:pt x="29225" y="11616"/>
                  </a:lnTo>
                  <a:lnTo>
                    <a:pt x="29326" y="11583"/>
                  </a:lnTo>
                  <a:lnTo>
                    <a:pt x="29359" y="11549"/>
                  </a:lnTo>
                  <a:lnTo>
                    <a:pt x="29359" y="11482"/>
                  </a:lnTo>
                  <a:lnTo>
                    <a:pt x="29393" y="11381"/>
                  </a:lnTo>
                  <a:lnTo>
                    <a:pt x="29932" y="11414"/>
                  </a:lnTo>
                  <a:lnTo>
                    <a:pt x="29797" y="12189"/>
                  </a:lnTo>
                  <a:lnTo>
                    <a:pt x="27945" y="11818"/>
                  </a:lnTo>
                  <a:lnTo>
                    <a:pt x="26093" y="11515"/>
                  </a:lnTo>
                  <a:lnTo>
                    <a:pt x="24242" y="11246"/>
                  </a:lnTo>
                  <a:lnTo>
                    <a:pt x="22356" y="10977"/>
                  </a:lnTo>
                  <a:lnTo>
                    <a:pt x="21414" y="10876"/>
                  </a:lnTo>
                  <a:lnTo>
                    <a:pt x="20471" y="10775"/>
                  </a:lnTo>
                  <a:lnTo>
                    <a:pt x="18585" y="10606"/>
                  </a:lnTo>
                  <a:lnTo>
                    <a:pt x="17643" y="10505"/>
                  </a:lnTo>
                  <a:lnTo>
                    <a:pt x="16734" y="10337"/>
                  </a:lnTo>
                  <a:lnTo>
                    <a:pt x="15825" y="10168"/>
                  </a:lnTo>
                  <a:lnTo>
                    <a:pt x="14916" y="9933"/>
                  </a:lnTo>
                  <a:lnTo>
                    <a:pt x="16330" y="9764"/>
                  </a:lnTo>
                  <a:lnTo>
                    <a:pt x="17744" y="9562"/>
                  </a:lnTo>
                  <a:lnTo>
                    <a:pt x="17777" y="9596"/>
                  </a:lnTo>
                  <a:lnTo>
                    <a:pt x="17845" y="9630"/>
                  </a:lnTo>
                  <a:lnTo>
                    <a:pt x="17912" y="9596"/>
                  </a:lnTo>
                  <a:lnTo>
                    <a:pt x="17946" y="9529"/>
                  </a:lnTo>
                  <a:lnTo>
                    <a:pt x="17979" y="9529"/>
                  </a:lnTo>
                  <a:lnTo>
                    <a:pt x="18013" y="9495"/>
                  </a:lnTo>
                  <a:lnTo>
                    <a:pt x="18047" y="9461"/>
                  </a:lnTo>
                  <a:lnTo>
                    <a:pt x="18282" y="9428"/>
                  </a:lnTo>
                  <a:lnTo>
                    <a:pt x="18552" y="9394"/>
                  </a:lnTo>
                  <a:lnTo>
                    <a:pt x="19023" y="9327"/>
                  </a:lnTo>
                  <a:lnTo>
                    <a:pt x="20505" y="9158"/>
                  </a:lnTo>
                  <a:lnTo>
                    <a:pt x="22289" y="8956"/>
                  </a:lnTo>
                  <a:lnTo>
                    <a:pt x="22323" y="8956"/>
                  </a:lnTo>
                  <a:lnTo>
                    <a:pt x="22356" y="8923"/>
                  </a:lnTo>
                  <a:lnTo>
                    <a:pt x="23030" y="8855"/>
                  </a:lnTo>
                  <a:lnTo>
                    <a:pt x="23097" y="8822"/>
                  </a:lnTo>
                  <a:lnTo>
                    <a:pt x="23097" y="8754"/>
                  </a:lnTo>
                  <a:lnTo>
                    <a:pt x="23097" y="8721"/>
                  </a:lnTo>
                  <a:lnTo>
                    <a:pt x="23063" y="8653"/>
                  </a:lnTo>
                  <a:lnTo>
                    <a:pt x="22962" y="8216"/>
                  </a:lnTo>
                  <a:lnTo>
                    <a:pt x="22895" y="7744"/>
                  </a:lnTo>
                  <a:lnTo>
                    <a:pt x="22828" y="6835"/>
                  </a:lnTo>
                  <a:lnTo>
                    <a:pt x="22794" y="5893"/>
                  </a:lnTo>
                  <a:lnTo>
                    <a:pt x="22760" y="5421"/>
                  </a:lnTo>
                  <a:lnTo>
                    <a:pt x="22659" y="4984"/>
                  </a:lnTo>
                  <a:lnTo>
                    <a:pt x="22659" y="4950"/>
                  </a:lnTo>
                  <a:lnTo>
                    <a:pt x="22626" y="4950"/>
                  </a:lnTo>
                  <a:lnTo>
                    <a:pt x="22592" y="4984"/>
                  </a:lnTo>
                  <a:lnTo>
                    <a:pt x="22592" y="5017"/>
                  </a:lnTo>
                  <a:lnTo>
                    <a:pt x="22558" y="5017"/>
                  </a:lnTo>
                  <a:lnTo>
                    <a:pt x="19764" y="5152"/>
                  </a:lnTo>
                  <a:lnTo>
                    <a:pt x="19191" y="5152"/>
                  </a:lnTo>
                  <a:lnTo>
                    <a:pt x="18653" y="5186"/>
                  </a:lnTo>
                  <a:lnTo>
                    <a:pt x="18080" y="5287"/>
                  </a:lnTo>
                  <a:lnTo>
                    <a:pt x="17811" y="5354"/>
                  </a:lnTo>
                  <a:lnTo>
                    <a:pt x="17542" y="5455"/>
                  </a:lnTo>
                  <a:lnTo>
                    <a:pt x="17542" y="5421"/>
                  </a:lnTo>
                  <a:lnTo>
                    <a:pt x="17508" y="5388"/>
                  </a:lnTo>
                  <a:lnTo>
                    <a:pt x="17474" y="5388"/>
                  </a:lnTo>
                  <a:lnTo>
                    <a:pt x="17441" y="5354"/>
                  </a:lnTo>
                  <a:lnTo>
                    <a:pt x="17373" y="5354"/>
                  </a:lnTo>
                  <a:lnTo>
                    <a:pt x="14040" y="5556"/>
                  </a:lnTo>
                  <a:lnTo>
                    <a:pt x="12391" y="5691"/>
                  </a:lnTo>
                  <a:lnTo>
                    <a:pt x="10741" y="5859"/>
                  </a:lnTo>
                  <a:lnTo>
                    <a:pt x="9865" y="5926"/>
                  </a:lnTo>
                  <a:lnTo>
                    <a:pt x="10000" y="5657"/>
                  </a:lnTo>
                  <a:lnTo>
                    <a:pt x="10067" y="5320"/>
                  </a:lnTo>
                  <a:lnTo>
                    <a:pt x="10168" y="4714"/>
                  </a:lnTo>
                  <a:lnTo>
                    <a:pt x="10303" y="3940"/>
                  </a:lnTo>
                  <a:lnTo>
                    <a:pt x="10404" y="3166"/>
                  </a:lnTo>
                  <a:lnTo>
                    <a:pt x="10505" y="2391"/>
                  </a:lnTo>
                  <a:lnTo>
                    <a:pt x="10640" y="1583"/>
                  </a:lnTo>
                  <a:lnTo>
                    <a:pt x="10774" y="809"/>
                  </a:lnTo>
                  <a:lnTo>
                    <a:pt x="1090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5" name="Google Shape;705;p5"/>
            <p:cNvSpPr/>
            <p:nvPr/>
          </p:nvSpPr>
          <p:spPr>
            <a:xfrm>
              <a:off x="6092495" y="162713"/>
              <a:ext cx="117432" cy="18484"/>
            </a:xfrm>
            <a:custGeom>
              <a:avLst/>
              <a:gdLst/>
              <a:ahLst/>
              <a:cxnLst/>
              <a:rect l="l" t="t" r="r" b="b"/>
              <a:pathLst>
                <a:path w="2357" h="371" extrusionOk="0">
                  <a:moveTo>
                    <a:pt x="1448" y="1"/>
                  </a:moveTo>
                  <a:lnTo>
                    <a:pt x="741" y="34"/>
                  </a:lnTo>
                  <a:lnTo>
                    <a:pt x="370" y="68"/>
                  </a:lnTo>
                  <a:lnTo>
                    <a:pt x="34" y="135"/>
                  </a:lnTo>
                  <a:lnTo>
                    <a:pt x="0" y="169"/>
                  </a:lnTo>
                  <a:lnTo>
                    <a:pt x="34" y="169"/>
                  </a:lnTo>
                  <a:lnTo>
                    <a:pt x="303" y="203"/>
                  </a:lnTo>
                  <a:lnTo>
                    <a:pt x="606" y="203"/>
                  </a:lnTo>
                  <a:lnTo>
                    <a:pt x="1178" y="169"/>
                  </a:lnTo>
                  <a:lnTo>
                    <a:pt x="1448" y="169"/>
                  </a:lnTo>
                  <a:lnTo>
                    <a:pt x="1717" y="203"/>
                  </a:lnTo>
                  <a:lnTo>
                    <a:pt x="1986" y="236"/>
                  </a:lnTo>
                  <a:lnTo>
                    <a:pt x="2256" y="371"/>
                  </a:lnTo>
                  <a:lnTo>
                    <a:pt x="2323" y="371"/>
                  </a:lnTo>
                  <a:lnTo>
                    <a:pt x="2357" y="337"/>
                  </a:lnTo>
                  <a:lnTo>
                    <a:pt x="2357" y="304"/>
                  </a:lnTo>
                  <a:lnTo>
                    <a:pt x="2357" y="236"/>
                  </a:lnTo>
                  <a:lnTo>
                    <a:pt x="2256" y="169"/>
                  </a:lnTo>
                  <a:lnTo>
                    <a:pt x="2155" y="102"/>
                  </a:lnTo>
                  <a:lnTo>
                    <a:pt x="1919" y="34"/>
                  </a:lnTo>
                  <a:lnTo>
                    <a:pt x="168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6" name="Google Shape;706;p5"/>
            <p:cNvSpPr/>
            <p:nvPr/>
          </p:nvSpPr>
          <p:spPr>
            <a:xfrm>
              <a:off x="5788876" y="362352"/>
              <a:ext cx="213041" cy="72143"/>
            </a:xfrm>
            <a:custGeom>
              <a:avLst/>
              <a:gdLst/>
              <a:ahLst/>
              <a:cxnLst/>
              <a:rect l="l" t="t" r="r" b="b"/>
              <a:pathLst>
                <a:path w="4276" h="1448" extrusionOk="0">
                  <a:moveTo>
                    <a:pt x="4108" y="0"/>
                  </a:moveTo>
                  <a:lnTo>
                    <a:pt x="3872" y="67"/>
                  </a:lnTo>
                  <a:lnTo>
                    <a:pt x="3502" y="168"/>
                  </a:lnTo>
                  <a:lnTo>
                    <a:pt x="3131" y="303"/>
                  </a:lnTo>
                  <a:lnTo>
                    <a:pt x="2424" y="539"/>
                  </a:lnTo>
                  <a:lnTo>
                    <a:pt x="1212" y="943"/>
                  </a:lnTo>
                  <a:lnTo>
                    <a:pt x="606" y="1145"/>
                  </a:lnTo>
                  <a:lnTo>
                    <a:pt x="34" y="1380"/>
                  </a:lnTo>
                  <a:lnTo>
                    <a:pt x="0" y="1414"/>
                  </a:lnTo>
                  <a:lnTo>
                    <a:pt x="0" y="1448"/>
                  </a:lnTo>
                  <a:lnTo>
                    <a:pt x="34" y="1448"/>
                  </a:lnTo>
                  <a:lnTo>
                    <a:pt x="606" y="1347"/>
                  </a:lnTo>
                  <a:lnTo>
                    <a:pt x="1145" y="1178"/>
                  </a:lnTo>
                  <a:lnTo>
                    <a:pt x="2222" y="842"/>
                  </a:lnTo>
                  <a:lnTo>
                    <a:pt x="3266" y="539"/>
                  </a:lnTo>
                  <a:lnTo>
                    <a:pt x="3805" y="337"/>
                  </a:lnTo>
                  <a:lnTo>
                    <a:pt x="4040" y="236"/>
                  </a:lnTo>
                  <a:lnTo>
                    <a:pt x="4242" y="101"/>
                  </a:lnTo>
                  <a:lnTo>
                    <a:pt x="4276" y="67"/>
                  </a:lnTo>
                  <a:lnTo>
                    <a:pt x="4242" y="34"/>
                  </a:lnTo>
                  <a:lnTo>
                    <a:pt x="417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7" name="Google Shape;707;p5"/>
            <p:cNvSpPr/>
            <p:nvPr/>
          </p:nvSpPr>
          <p:spPr>
            <a:xfrm>
              <a:off x="5788876" y="432801"/>
              <a:ext cx="145980" cy="50371"/>
            </a:xfrm>
            <a:custGeom>
              <a:avLst/>
              <a:gdLst/>
              <a:ahLst/>
              <a:cxnLst/>
              <a:rect l="l" t="t" r="r" b="b"/>
              <a:pathLst>
                <a:path w="2930" h="1011" extrusionOk="0">
                  <a:moveTo>
                    <a:pt x="2862" y="0"/>
                  </a:moveTo>
                  <a:lnTo>
                    <a:pt x="2492" y="67"/>
                  </a:lnTo>
                  <a:lnTo>
                    <a:pt x="2121" y="168"/>
                  </a:lnTo>
                  <a:lnTo>
                    <a:pt x="1414" y="404"/>
                  </a:lnTo>
                  <a:lnTo>
                    <a:pt x="707" y="640"/>
                  </a:lnTo>
                  <a:lnTo>
                    <a:pt x="337" y="774"/>
                  </a:lnTo>
                  <a:lnTo>
                    <a:pt x="34" y="976"/>
                  </a:lnTo>
                  <a:lnTo>
                    <a:pt x="0" y="1010"/>
                  </a:lnTo>
                  <a:lnTo>
                    <a:pt x="34" y="1010"/>
                  </a:lnTo>
                  <a:lnTo>
                    <a:pt x="404" y="943"/>
                  </a:lnTo>
                  <a:lnTo>
                    <a:pt x="774" y="842"/>
                  </a:lnTo>
                  <a:lnTo>
                    <a:pt x="1448" y="572"/>
                  </a:lnTo>
                  <a:lnTo>
                    <a:pt x="2189" y="370"/>
                  </a:lnTo>
                  <a:lnTo>
                    <a:pt x="2559" y="269"/>
                  </a:lnTo>
                  <a:lnTo>
                    <a:pt x="2896" y="135"/>
                  </a:lnTo>
                  <a:lnTo>
                    <a:pt x="2896" y="101"/>
                  </a:lnTo>
                  <a:lnTo>
                    <a:pt x="2929" y="67"/>
                  </a:lnTo>
                  <a:lnTo>
                    <a:pt x="2896" y="34"/>
                  </a:lnTo>
                  <a:lnTo>
                    <a:pt x="286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8" name="Google Shape;708;p5"/>
            <p:cNvSpPr/>
            <p:nvPr/>
          </p:nvSpPr>
          <p:spPr>
            <a:xfrm>
              <a:off x="5778812" y="337191"/>
              <a:ext cx="186237" cy="43645"/>
            </a:xfrm>
            <a:custGeom>
              <a:avLst/>
              <a:gdLst/>
              <a:ahLst/>
              <a:cxnLst/>
              <a:rect l="l" t="t" r="r" b="b"/>
              <a:pathLst>
                <a:path w="3738" h="876" extrusionOk="0">
                  <a:moveTo>
                    <a:pt x="3266" y="0"/>
                  </a:moveTo>
                  <a:lnTo>
                    <a:pt x="3098" y="34"/>
                  </a:lnTo>
                  <a:lnTo>
                    <a:pt x="2795" y="168"/>
                  </a:lnTo>
                  <a:lnTo>
                    <a:pt x="2492" y="269"/>
                  </a:lnTo>
                  <a:lnTo>
                    <a:pt x="1886" y="471"/>
                  </a:lnTo>
                  <a:lnTo>
                    <a:pt x="1280" y="572"/>
                  </a:lnTo>
                  <a:lnTo>
                    <a:pt x="34" y="741"/>
                  </a:lnTo>
                  <a:lnTo>
                    <a:pt x="0" y="774"/>
                  </a:lnTo>
                  <a:lnTo>
                    <a:pt x="34" y="808"/>
                  </a:lnTo>
                  <a:lnTo>
                    <a:pt x="269" y="842"/>
                  </a:lnTo>
                  <a:lnTo>
                    <a:pt x="505" y="875"/>
                  </a:lnTo>
                  <a:lnTo>
                    <a:pt x="976" y="875"/>
                  </a:lnTo>
                  <a:lnTo>
                    <a:pt x="1414" y="774"/>
                  </a:lnTo>
                  <a:lnTo>
                    <a:pt x="1886" y="640"/>
                  </a:lnTo>
                  <a:lnTo>
                    <a:pt x="2761" y="337"/>
                  </a:lnTo>
                  <a:lnTo>
                    <a:pt x="3232" y="236"/>
                  </a:lnTo>
                  <a:lnTo>
                    <a:pt x="3704" y="202"/>
                  </a:lnTo>
                  <a:lnTo>
                    <a:pt x="3737" y="168"/>
                  </a:lnTo>
                  <a:lnTo>
                    <a:pt x="3737" y="135"/>
                  </a:lnTo>
                  <a:lnTo>
                    <a:pt x="3704" y="101"/>
                  </a:lnTo>
                  <a:lnTo>
                    <a:pt x="3569" y="34"/>
                  </a:lnTo>
                  <a:lnTo>
                    <a:pt x="34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09" name="Google Shape;709;p5"/>
            <p:cNvSpPr/>
            <p:nvPr/>
          </p:nvSpPr>
          <p:spPr>
            <a:xfrm>
              <a:off x="4567677" y="-7"/>
              <a:ext cx="53758" cy="290266"/>
            </a:xfrm>
            <a:custGeom>
              <a:avLst/>
              <a:gdLst/>
              <a:ahLst/>
              <a:cxnLst/>
              <a:rect l="l" t="t" r="r" b="b"/>
              <a:pathLst>
                <a:path w="1079" h="5826" extrusionOk="0">
                  <a:moveTo>
                    <a:pt x="842" y="1"/>
                  </a:moveTo>
                  <a:lnTo>
                    <a:pt x="405" y="2896"/>
                  </a:lnTo>
                  <a:lnTo>
                    <a:pt x="135" y="4479"/>
                  </a:lnTo>
                  <a:lnTo>
                    <a:pt x="34" y="5152"/>
                  </a:lnTo>
                  <a:lnTo>
                    <a:pt x="1" y="5489"/>
                  </a:lnTo>
                  <a:lnTo>
                    <a:pt x="34" y="5792"/>
                  </a:lnTo>
                  <a:lnTo>
                    <a:pt x="68" y="5825"/>
                  </a:lnTo>
                  <a:lnTo>
                    <a:pt x="203" y="5522"/>
                  </a:lnTo>
                  <a:lnTo>
                    <a:pt x="270" y="5186"/>
                  </a:lnTo>
                  <a:lnTo>
                    <a:pt x="371" y="4546"/>
                  </a:lnTo>
                  <a:lnTo>
                    <a:pt x="640" y="2964"/>
                  </a:lnTo>
                  <a:lnTo>
                    <a:pt x="107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10" name="Google Shape;710;p5"/>
          <p:cNvGrpSpPr/>
          <p:nvPr/>
        </p:nvGrpSpPr>
        <p:grpSpPr>
          <a:xfrm>
            <a:off x="8506368" y="1564091"/>
            <a:ext cx="637429" cy="1130622"/>
            <a:chOff x="6233393" y="2021291"/>
            <a:chExt cx="637429" cy="1130622"/>
          </a:xfrm>
        </p:grpSpPr>
        <p:sp>
          <p:nvSpPr>
            <p:cNvPr id="711" name="Google Shape;711;p5"/>
            <p:cNvSpPr/>
            <p:nvPr/>
          </p:nvSpPr>
          <p:spPr>
            <a:xfrm>
              <a:off x="6280325" y="2131997"/>
              <a:ext cx="590496" cy="900841"/>
            </a:xfrm>
            <a:custGeom>
              <a:avLst/>
              <a:gdLst/>
              <a:ahLst/>
              <a:cxnLst/>
              <a:rect l="l" t="t" r="r" b="b"/>
              <a:pathLst>
                <a:path w="11852" h="18081" extrusionOk="0">
                  <a:moveTo>
                    <a:pt x="8721" y="1"/>
                  </a:moveTo>
                  <a:lnTo>
                    <a:pt x="6431" y="506"/>
                  </a:lnTo>
                  <a:lnTo>
                    <a:pt x="4142" y="1045"/>
                  </a:lnTo>
                  <a:lnTo>
                    <a:pt x="1886" y="1651"/>
                  </a:lnTo>
                  <a:lnTo>
                    <a:pt x="977" y="1886"/>
                  </a:lnTo>
                  <a:lnTo>
                    <a:pt x="742" y="1954"/>
                  </a:lnTo>
                  <a:lnTo>
                    <a:pt x="540" y="2055"/>
                  </a:lnTo>
                  <a:lnTo>
                    <a:pt x="338" y="2156"/>
                  </a:lnTo>
                  <a:lnTo>
                    <a:pt x="169" y="2290"/>
                  </a:lnTo>
                  <a:lnTo>
                    <a:pt x="169" y="2324"/>
                  </a:lnTo>
                  <a:lnTo>
                    <a:pt x="136" y="2257"/>
                  </a:lnTo>
                  <a:lnTo>
                    <a:pt x="68" y="2223"/>
                  </a:lnTo>
                  <a:lnTo>
                    <a:pt x="1" y="2223"/>
                  </a:lnTo>
                  <a:lnTo>
                    <a:pt x="1" y="2290"/>
                  </a:lnTo>
                  <a:lnTo>
                    <a:pt x="35" y="2762"/>
                  </a:lnTo>
                  <a:lnTo>
                    <a:pt x="136" y="3233"/>
                  </a:lnTo>
                  <a:lnTo>
                    <a:pt x="371" y="4176"/>
                  </a:lnTo>
                  <a:lnTo>
                    <a:pt x="641" y="5118"/>
                  </a:lnTo>
                  <a:lnTo>
                    <a:pt x="876" y="6061"/>
                  </a:lnTo>
                  <a:lnTo>
                    <a:pt x="1785" y="10068"/>
                  </a:lnTo>
                  <a:lnTo>
                    <a:pt x="2223" y="12054"/>
                  </a:lnTo>
                  <a:lnTo>
                    <a:pt x="2728" y="14040"/>
                  </a:lnTo>
                  <a:lnTo>
                    <a:pt x="3267" y="16027"/>
                  </a:lnTo>
                  <a:lnTo>
                    <a:pt x="3536" y="17037"/>
                  </a:lnTo>
                  <a:lnTo>
                    <a:pt x="3873" y="17980"/>
                  </a:lnTo>
                  <a:lnTo>
                    <a:pt x="3940" y="18081"/>
                  </a:lnTo>
                  <a:lnTo>
                    <a:pt x="4007" y="18081"/>
                  </a:lnTo>
                  <a:lnTo>
                    <a:pt x="4075" y="18047"/>
                  </a:lnTo>
                  <a:lnTo>
                    <a:pt x="4142" y="17980"/>
                  </a:lnTo>
                  <a:lnTo>
                    <a:pt x="4681" y="17879"/>
                  </a:lnTo>
                  <a:lnTo>
                    <a:pt x="5253" y="17710"/>
                  </a:lnTo>
                  <a:lnTo>
                    <a:pt x="6330" y="17374"/>
                  </a:lnTo>
                  <a:lnTo>
                    <a:pt x="7576" y="17003"/>
                  </a:lnTo>
                  <a:lnTo>
                    <a:pt x="8856" y="16667"/>
                  </a:lnTo>
                  <a:lnTo>
                    <a:pt x="10337" y="16296"/>
                  </a:lnTo>
                  <a:lnTo>
                    <a:pt x="11111" y="16128"/>
                  </a:lnTo>
                  <a:lnTo>
                    <a:pt x="11852" y="15892"/>
                  </a:lnTo>
                  <a:lnTo>
                    <a:pt x="11852" y="15656"/>
                  </a:lnTo>
                  <a:lnTo>
                    <a:pt x="11044" y="15892"/>
                  </a:lnTo>
                  <a:lnTo>
                    <a:pt x="10202" y="16094"/>
                  </a:lnTo>
                  <a:lnTo>
                    <a:pt x="8519" y="16532"/>
                  </a:lnTo>
                  <a:lnTo>
                    <a:pt x="6263" y="17172"/>
                  </a:lnTo>
                  <a:lnTo>
                    <a:pt x="5152" y="17475"/>
                  </a:lnTo>
                  <a:lnTo>
                    <a:pt x="4613" y="17643"/>
                  </a:lnTo>
                  <a:lnTo>
                    <a:pt x="4108" y="17879"/>
                  </a:lnTo>
                  <a:lnTo>
                    <a:pt x="3536" y="15926"/>
                  </a:lnTo>
                  <a:lnTo>
                    <a:pt x="2997" y="13939"/>
                  </a:lnTo>
                  <a:lnTo>
                    <a:pt x="2526" y="11987"/>
                  </a:lnTo>
                  <a:lnTo>
                    <a:pt x="2055" y="9967"/>
                  </a:lnTo>
                  <a:lnTo>
                    <a:pt x="1146" y="5960"/>
                  </a:lnTo>
                  <a:lnTo>
                    <a:pt x="742" y="4108"/>
                  </a:lnTo>
                  <a:lnTo>
                    <a:pt x="506" y="3199"/>
                  </a:lnTo>
                  <a:lnTo>
                    <a:pt x="338" y="2762"/>
                  </a:lnTo>
                  <a:lnTo>
                    <a:pt x="182" y="2358"/>
                  </a:lnTo>
                  <a:lnTo>
                    <a:pt x="405" y="2358"/>
                  </a:lnTo>
                  <a:lnTo>
                    <a:pt x="641" y="2324"/>
                  </a:lnTo>
                  <a:lnTo>
                    <a:pt x="1078" y="2223"/>
                  </a:lnTo>
                  <a:lnTo>
                    <a:pt x="1954" y="1920"/>
                  </a:lnTo>
                  <a:lnTo>
                    <a:pt x="4209" y="1314"/>
                  </a:lnTo>
                  <a:lnTo>
                    <a:pt x="6465" y="775"/>
                  </a:lnTo>
                  <a:lnTo>
                    <a:pt x="8755" y="304"/>
                  </a:lnTo>
                  <a:lnTo>
                    <a:pt x="8889" y="977"/>
                  </a:lnTo>
                  <a:lnTo>
                    <a:pt x="9024" y="1651"/>
                  </a:lnTo>
                  <a:lnTo>
                    <a:pt x="9394" y="3031"/>
                  </a:lnTo>
                  <a:lnTo>
                    <a:pt x="10303" y="6330"/>
                  </a:lnTo>
                  <a:lnTo>
                    <a:pt x="11280" y="9664"/>
                  </a:lnTo>
                  <a:lnTo>
                    <a:pt x="11549" y="10674"/>
                  </a:lnTo>
                  <a:lnTo>
                    <a:pt x="11852" y="11717"/>
                  </a:lnTo>
                  <a:lnTo>
                    <a:pt x="11852" y="10640"/>
                  </a:lnTo>
                  <a:lnTo>
                    <a:pt x="11583" y="9832"/>
                  </a:lnTo>
                  <a:lnTo>
                    <a:pt x="10640" y="6532"/>
                  </a:lnTo>
                  <a:lnTo>
                    <a:pt x="9798" y="3469"/>
                  </a:lnTo>
                  <a:lnTo>
                    <a:pt x="9394" y="1785"/>
                  </a:lnTo>
                  <a:lnTo>
                    <a:pt x="9159" y="944"/>
                  </a:lnTo>
                  <a:lnTo>
                    <a:pt x="8923" y="136"/>
                  </a:lnTo>
                  <a:lnTo>
                    <a:pt x="8889" y="102"/>
                  </a:lnTo>
                  <a:lnTo>
                    <a:pt x="8822" y="35"/>
                  </a:lnTo>
                  <a:lnTo>
                    <a:pt x="878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2" name="Google Shape;712;p5"/>
            <p:cNvSpPr/>
            <p:nvPr/>
          </p:nvSpPr>
          <p:spPr>
            <a:xfrm>
              <a:off x="6542043" y="3044546"/>
              <a:ext cx="65467" cy="46983"/>
            </a:xfrm>
            <a:custGeom>
              <a:avLst/>
              <a:gdLst/>
              <a:ahLst/>
              <a:cxnLst/>
              <a:rect l="l" t="t" r="r" b="b"/>
              <a:pathLst>
                <a:path w="1314" h="943" extrusionOk="0">
                  <a:moveTo>
                    <a:pt x="943" y="0"/>
                  </a:moveTo>
                  <a:lnTo>
                    <a:pt x="471" y="169"/>
                  </a:lnTo>
                  <a:lnTo>
                    <a:pt x="236" y="236"/>
                  </a:lnTo>
                  <a:lnTo>
                    <a:pt x="168" y="270"/>
                  </a:lnTo>
                  <a:lnTo>
                    <a:pt x="101" y="270"/>
                  </a:lnTo>
                  <a:lnTo>
                    <a:pt x="101" y="236"/>
                  </a:lnTo>
                  <a:lnTo>
                    <a:pt x="34" y="236"/>
                  </a:lnTo>
                  <a:lnTo>
                    <a:pt x="34" y="270"/>
                  </a:lnTo>
                  <a:lnTo>
                    <a:pt x="0" y="270"/>
                  </a:lnTo>
                  <a:lnTo>
                    <a:pt x="34" y="337"/>
                  </a:lnTo>
                  <a:lnTo>
                    <a:pt x="67" y="404"/>
                  </a:lnTo>
                  <a:lnTo>
                    <a:pt x="101" y="404"/>
                  </a:lnTo>
                  <a:lnTo>
                    <a:pt x="168" y="438"/>
                  </a:lnTo>
                  <a:lnTo>
                    <a:pt x="269" y="438"/>
                  </a:lnTo>
                  <a:lnTo>
                    <a:pt x="572" y="404"/>
                  </a:lnTo>
                  <a:lnTo>
                    <a:pt x="875" y="303"/>
                  </a:lnTo>
                  <a:lnTo>
                    <a:pt x="909" y="472"/>
                  </a:lnTo>
                  <a:lnTo>
                    <a:pt x="976" y="606"/>
                  </a:lnTo>
                  <a:lnTo>
                    <a:pt x="875" y="606"/>
                  </a:lnTo>
                  <a:lnTo>
                    <a:pt x="808" y="674"/>
                  </a:lnTo>
                  <a:lnTo>
                    <a:pt x="640" y="741"/>
                  </a:lnTo>
                  <a:lnTo>
                    <a:pt x="572" y="775"/>
                  </a:lnTo>
                  <a:lnTo>
                    <a:pt x="539" y="775"/>
                  </a:lnTo>
                  <a:lnTo>
                    <a:pt x="572" y="741"/>
                  </a:lnTo>
                  <a:lnTo>
                    <a:pt x="707" y="674"/>
                  </a:lnTo>
                  <a:lnTo>
                    <a:pt x="842" y="573"/>
                  </a:lnTo>
                  <a:lnTo>
                    <a:pt x="842" y="539"/>
                  </a:lnTo>
                  <a:lnTo>
                    <a:pt x="842" y="505"/>
                  </a:lnTo>
                  <a:lnTo>
                    <a:pt x="808" y="472"/>
                  </a:lnTo>
                  <a:lnTo>
                    <a:pt x="741" y="438"/>
                  </a:lnTo>
                  <a:lnTo>
                    <a:pt x="572" y="539"/>
                  </a:lnTo>
                  <a:lnTo>
                    <a:pt x="370" y="640"/>
                  </a:lnTo>
                  <a:lnTo>
                    <a:pt x="269" y="741"/>
                  </a:lnTo>
                  <a:lnTo>
                    <a:pt x="236" y="775"/>
                  </a:lnTo>
                  <a:lnTo>
                    <a:pt x="269" y="842"/>
                  </a:lnTo>
                  <a:lnTo>
                    <a:pt x="303" y="876"/>
                  </a:lnTo>
                  <a:lnTo>
                    <a:pt x="337" y="876"/>
                  </a:lnTo>
                  <a:lnTo>
                    <a:pt x="438" y="808"/>
                  </a:lnTo>
                  <a:lnTo>
                    <a:pt x="438" y="876"/>
                  </a:lnTo>
                  <a:lnTo>
                    <a:pt x="471" y="909"/>
                  </a:lnTo>
                  <a:lnTo>
                    <a:pt x="539" y="943"/>
                  </a:lnTo>
                  <a:lnTo>
                    <a:pt x="707" y="909"/>
                  </a:lnTo>
                  <a:lnTo>
                    <a:pt x="875" y="808"/>
                  </a:lnTo>
                  <a:lnTo>
                    <a:pt x="976" y="741"/>
                  </a:lnTo>
                  <a:lnTo>
                    <a:pt x="1044" y="674"/>
                  </a:lnTo>
                  <a:lnTo>
                    <a:pt x="1111" y="741"/>
                  </a:lnTo>
                  <a:lnTo>
                    <a:pt x="1212" y="741"/>
                  </a:lnTo>
                  <a:lnTo>
                    <a:pt x="1279" y="707"/>
                  </a:lnTo>
                  <a:lnTo>
                    <a:pt x="1313" y="640"/>
                  </a:lnTo>
                  <a:lnTo>
                    <a:pt x="1279" y="573"/>
                  </a:lnTo>
                  <a:lnTo>
                    <a:pt x="1246" y="505"/>
                  </a:lnTo>
                  <a:lnTo>
                    <a:pt x="1145" y="303"/>
                  </a:lnTo>
                  <a:lnTo>
                    <a:pt x="1111" y="135"/>
                  </a:lnTo>
                  <a:lnTo>
                    <a:pt x="1111" y="68"/>
                  </a:lnTo>
                  <a:lnTo>
                    <a:pt x="107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3" name="Google Shape;713;p5"/>
            <p:cNvSpPr/>
            <p:nvPr/>
          </p:nvSpPr>
          <p:spPr>
            <a:xfrm>
              <a:off x="6292083" y="2138723"/>
              <a:ext cx="35274" cy="35274"/>
            </a:xfrm>
            <a:custGeom>
              <a:avLst/>
              <a:gdLst/>
              <a:ahLst/>
              <a:cxnLst/>
              <a:rect l="l" t="t" r="r" b="b"/>
              <a:pathLst>
                <a:path w="708" h="708" extrusionOk="0">
                  <a:moveTo>
                    <a:pt x="438" y="203"/>
                  </a:moveTo>
                  <a:lnTo>
                    <a:pt x="506" y="236"/>
                  </a:lnTo>
                  <a:lnTo>
                    <a:pt x="539" y="304"/>
                  </a:lnTo>
                  <a:lnTo>
                    <a:pt x="539" y="405"/>
                  </a:lnTo>
                  <a:lnTo>
                    <a:pt x="506" y="472"/>
                  </a:lnTo>
                  <a:lnTo>
                    <a:pt x="438" y="539"/>
                  </a:lnTo>
                  <a:lnTo>
                    <a:pt x="270" y="539"/>
                  </a:lnTo>
                  <a:lnTo>
                    <a:pt x="203" y="506"/>
                  </a:lnTo>
                  <a:lnTo>
                    <a:pt x="169" y="405"/>
                  </a:lnTo>
                  <a:lnTo>
                    <a:pt x="236" y="304"/>
                  </a:lnTo>
                  <a:lnTo>
                    <a:pt x="270" y="270"/>
                  </a:lnTo>
                  <a:lnTo>
                    <a:pt x="337" y="236"/>
                  </a:lnTo>
                  <a:lnTo>
                    <a:pt x="371" y="203"/>
                  </a:lnTo>
                  <a:close/>
                  <a:moveTo>
                    <a:pt x="337" y="1"/>
                  </a:moveTo>
                  <a:lnTo>
                    <a:pt x="270" y="34"/>
                  </a:lnTo>
                  <a:lnTo>
                    <a:pt x="203" y="68"/>
                  </a:lnTo>
                  <a:lnTo>
                    <a:pt x="135" y="135"/>
                  </a:lnTo>
                  <a:lnTo>
                    <a:pt x="102" y="203"/>
                  </a:lnTo>
                  <a:lnTo>
                    <a:pt x="102" y="236"/>
                  </a:lnTo>
                  <a:lnTo>
                    <a:pt x="34" y="337"/>
                  </a:lnTo>
                  <a:lnTo>
                    <a:pt x="1" y="438"/>
                  </a:lnTo>
                  <a:lnTo>
                    <a:pt x="34" y="539"/>
                  </a:lnTo>
                  <a:lnTo>
                    <a:pt x="68" y="607"/>
                  </a:lnTo>
                  <a:lnTo>
                    <a:pt x="135" y="674"/>
                  </a:lnTo>
                  <a:lnTo>
                    <a:pt x="203" y="708"/>
                  </a:lnTo>
                  <a:lnTo>
                    <a:pt x="371" y="708"/>
                  </a:lnTo>
                  <a:lnTo>
                    <a:pt x="506" y="674"/>
                  </a:lnTo>
                  <a:lnTo>
                    <a:pt x="607" y="640"/>
                  </a:lnTo>
                  <a:lnTo>
                    <a:pt x="640" y="573"/>
                  </a:lnTo>
                  <a:lnTo>
                    <a:pt x="708" y="438"/>
                  </a:lnTo>
                  <a:lnTo>
                    <a:pt x="708" y="270"/>
                  </a:lnTo>
                  <a:lnTo>
                    <a:pt x="674" y="169"/>
                  </a:lnTo>
                  <a:lnTo>
                    <a:pt x="640" y="102"/>
                  </a:lnTo>
                  <a:lnTo>
                    <a:pt x="573" y="68"/>
                  </a:lnTo>
                  <a:lnTo>
                    <a:pt x="506" y="34"/>
                  </a:lnTo>
                  <a:lnTo>
                    <a:pt x="33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4" name="Google Shape;714;p5"/>
            <p:cNvSpPr/>
            <p:nvPr/>
          </p:nvSpPr>
          <p:spPr>
            <a:xfrm>
              <a:off x="6538655" y="3066318"/>
              <a:ext cx="16840" cy="30242"/>
            </a:xfrm>
            <a:custGeom>
              <a:avLst/>
              <a:gdLst/>
              <a:ahLst/>
              <a:cxnLst/>
              <a:rect l="l" t="t" r="r" b="b"/>
              <a:pathLst>
                <a:path w="338" h="607" extrusionOk="0">
                  <a:moveTo>
                    <a:pt x="34" y="1"/>
                  </a:moveTo>
                  <a:lnTo>
                    <a:pt x="1" y="35"/>
                  </a:lnTo>
                  <a:lnTo>
                    <a:pt x="1" y="270"/>
                  </a:lnTo>
                  <a:lnTo>
                    <a:pt x="1" y="472"/>
                  </a:lnTo>
                  <a:lnTo>
                    <a:pt x="34" y="540"/>
                  </a:lnTo>
                  <a:lnTo>
                    <a:pt x="102" y="607"/>
                  </a:lnTo>
                  <a:lnTo>
                    <a:pt x="304" y="607"/>
                  </a:lnTo>
                  <a:lnTo>
                    <a:pt x="337" y="540"/>
                  </a:lnTo>
                  <a:lnTo>
                    <a:pt x="337" y="472"/>
                  </a:lnTo>
                  <a:lnTo>
                    <a:pt x="270" y="405"/>
                  </a:lnTo>
                  <a:lnTo>
                    <a:pt x="236" y="405"/>
                  </a:lnTo>
                  <a:lnTo>
                    <a:pt x="203" y="169"/>
                  </a:lnTo>
                  <a:lnTo>
                    <a:pt x="135" y="102"/>
                  </a:lnTo>
                  <a:lnTo>
                    <a:pt x="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5" name="Google Shape;715;p5"/>
            <p:cNvSpPr/>
            <p:nvPr/>
          </p:nvSpPr>
          <p:spPr>
            <a:xfrm>
              <a:off x="6421223" y="2091740"/>
              <a:ext cx="105773" cy="40306"/>
            </a:xfrm>
            <a:custGeom>
              <a:avLst/>
              <a:gdLst/>
              <a:ahLst/>
              <a:cxnLst/>
              <a:rect l="l" t="t" r="r" b="b"/>
              <a:pathLst>
                <a:path w="2123" h="809" extrusionOk="0">
                  <a:moveTo>
                    <a:pt x="1920" y="1"/>
                  </a:moveTo>
                  <a:lnTo>
                    <a:pt x="1853" y="34"/>
                  </a:lnTo>
                  <a:lnTo>
                    <a:pt x="1617" y="102"/>
                  </a:lnTo>
                  <a:lnTo>
                    <a:pt x="1381" y="169"/>
                  </a:lnTo>
                  <a:lnTo>
                    <a:pt x="944" y="270"/>
                  </a:lnTo>
                  <a:lnTo>
                    <a:pt x="472" y="371"/>
                  </a:lnTo>
                  <a:lnTo>
                    <a:pt x="270" y="472"/>
                  </a:lnTo>
                  <a:lnTo>
                    <a:pt x="35" y="573"/>
                  </a:lnTo>
                  <a:lnTo>
                    <a:pt x="1" y="674"/>
                  </a:lnTo>
                  <a:lnTo>
                    <a:pt x="1" y="741"/>
                  </a:lnTo>
                  <a:lnTo>
                    <a:pt x="68" y="809"/>
                  </a:lnTo>
                  <a:lnTo>
                    <a:pt x="136" y="809"/>
                  </a:lnTo>
                  <a:lnTo>
                    <a:pt x="1112" y="640"/>
                  </a:lnTo>
                  <a:lnTo>
                    <a:pt x="1583" y="506"/>
                  </a:lnTo>
                  <a:lnTo>
                    <a:pt x="2021" y="337"/>
                  </a:lnTo>
                  <a:lnTo>
                    <a:pt x="2088" y="304"/>
                  </a:lnTo>
                  <a:lnTo>
                    <a:pt x="2122" y="236"/>
                  </a:lnTo>
                  <a:lnTo>
                    <a:pt x="2122" y="169"/>
                  </a:lnTo>
                  <a:lnTo>
                    <a:pt x="2088" y="102"/>
                  </a:lnTo>
                  <a:lnTo>
                    <a:pt x="2055" y="68"/>
                  </a:lnTo>
                  <a:lnTo>
                    <a:pt x="1987" y="34"/>
                  </a:lnTo>
                  <a:lnTo>
                    <a:pt x="192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6" name="Google Shape;716;p5"/>
            <p:cNvSpPr/>
            <p:nvPr/>
          </p:nvSpPr>
          <p:spPr>
            <a:xfrm>
              <a:off x="6654393" y="2992531"/>
              <a:ext cx="152706" cy="80563"/>
            </a:xfrm>
            <a:custGeom>
              <a:avLst/>
              <a:gdLst/>
              <a:ahLst/>
              <a:cxnLst/>
              <a:rect l="l" t="t" r="r" b="b"/>
              <a:pathLst>
                <a:path w="3065" h="1617" extrusionOk="0">
                  <a:moveTo>
                    <a:pt x="2896" y="1"/>
                  </a:moveTo>
                  <a:lnTo>
                    <a:pt x="1482" y="371"/>
                  </a:lnTo>
                  <a:lnTo>
                    <a:pt x="68" y="809"/>
                  </a:lnTo>
                  <a:lnTo>
                    <a:pt x="1" y="842"/>
                  </a:lnTo>
                  <a:lnTo>
                    <a:pt x="1" y="910"/>
                  </a:lnTo>
                  <a:lnTo>
                    <a:pt x="35" y="977"/>
                  </a:lnTo>
                  <a:lnTo>
                    <a:pt x="102" y="977"/>
                  </a:lnTo>
                  <a:lnTo>
                    <a:pt x="775" y="842"/>
                  </a:lnTo>
                  <a:lnTo>
                    <a:pt x="1449" y="674"/>
                  </a:lnTo>
                  <a:lnTo>
                    <a:pt x="2762" y="304"/>
                  </a:lnTo>
                  <a:lnTo>
                    <a:pt x="2762" y="405"/>
                  </a:lnTo>
                  <a:lnTo>
                    <a:pt x="2762" y="506"/>
                  </a:lnTo>
                  <a:lnTo>
                    <a:pt x="2728" y="607"/>
                  </a:lnTo>
                  <a:lnTo>
                    <a:pt x="2694" y="708"/>
                  </a:lnTo>
                  <a:lnTo>
                    <a:pt x="2526" y="842"/>
                  </a:lnTo>
                  <a:lnTo>
                    <a:pt x="2290" y="977"/>
                  </a:lnTo>
                  <a:lnTo>
                    <a:pt x="2021" y="1078"/>
                  </a:lnTo>
                  <a:lnTo>
                    <a:pt x="1785" y="1145"/>
                  </a:lnTo>
                  <a:lnTo>
                    <a:pt x="1348" y="1246"/>
                  </a:lnTo>
                  <a:lnTo>
                    <a:pt x="573" y="1381"/>
                  </a:lnTo>
                  <a:lnTo>
                    <a:pt x="439" y="1347"/>
                  </a:lnTo>
                  <a:lnTo>
                    <a:pt x="338" y="1280"/>
                  </a:lnTo>
                  <a:lnTo>
                    <a:pt x="237" y="1213"/>
                  </a:lnTo>
                  <a:lnTo>
                    <a:pt x="136" y="1145"/>
                  </a:lnTo>
                  <a:lnTo>
                    <a:pt x="102" y="1179"/>
                  </a:lnTo>
                  <a:lnTo>
                    <a:pt x="136" y="1280"/>
                  </a:lnTo>
                  <a:lnTo>
                    <a:pt x="169" y="1381"/>
                  </a:lnTo>
                  <a:lnTo>
                    <a:pt x="304" y="1583"/>
                  </a:lnTo>
                  <a:lnTo>
                    <a:pt x="371" y="1617"/>
                  </a:lnTo>
                  <a:lnTo>
                    <a:pt x="439" y="1617"/>
                  </a:lnTo>
                  <a:lnTo>
                    <a:pt x="1550" y="1448"/>
                  </a:lnTo>
                  <a:lnTo>
                    <a:pt x="2088" y="1314"/>
                  </a:lnTo>
                  <a:lnTo>
                    <a:pt x="2358" y="1213"/>
                  </a:lnTo>
                  <a:lnTo>
                    <a:pt x="2627" y="1112"/>
                  </a:lnTo>
                  <a:lnTo>
                    <a:pt x="2728" y="1044"/>
                  </a:lnTo>
                  <a:lnTo>
                    <a:pt x="2795" y="943"/>
                  </a:lnTo>
                  <a:lnTo>
                    <a:pt x="2930" y="741"/>
                  </a:lnTo>
                  <a:lnTo>
                    <a:pt x="2997" y="472"/>
                  </a:lnTo>
                  <a:lnTo>
                    <a:pt x="2997" y="337"/>
                  </a:lnTo>
                  <a:lnTo>
                    <a:pt x="2964" y="236"/>
                  </a:lnTo>
                  <a:lnTo>
                    <a:pt x="3031" y="203"/>
                  </a:lnTo>
                  <a:lnTo>
                    <a:pt x="3065" y="169"/>
                  </a:lnTo>
                  <a:lnTo>
                    <a:pt x="3065" y="68"/>
                  </a:lnTo>
                  <a:lnTo>
                    <a:pt x="299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7" name="Google Shape;717;p5"/>
            <p:cNvSpPr/>
            <p:nvPr/>
          </p:nvSpPr>
          <p:spPr>
            <a:xfrm>
              <a:off x="6233393" y="2021291"/>
              <a:ext cx="637429" cy="1130622"/>
            </a:xfrm>
            <a:custGeom>
              <a:avLst/>
              <a:gdLst/>
              <a:ahLst/>
              <a:cxnLst/>
              <a:rect l="l" t="t" r="r" b="b"/>
              <a:pathLst>
                <a:path w="12794" h="22693" extrusionOk="0">
                  <a:moveTo>
                    <a:pt x="10774" y="3334"/>
                  </a:moveTo>
                  <a:lnTo>
                    <a:pt x="10841" y="3368"/>
                  </a:lnTo>
                  <a:lnTo>
                    <a:pt x="11178" y="4209"/>
                  </a:lnTo>
                  <a:lnTo>
                    <a:pt x="11245" y="4378"/>
                  </a:lnTo>
                  <a:lnTo>
                    <a:pt x="11346" y="4580"/>
                  </a:lnTo>
                  <a:lnTo>
                    <a:pt x="11346" y="4681"/>
                  </a:lnTo>
                  <a:lnTo>
                    <a:pt x="11346" y="4748"/>
                  </a:lnTo>
                  <a:lnTo>
                    <a:pt x="11313" y="4815"/>
                  </a:lnTo>
                  <a:lnTo>
                    <a:pt x="11212" y="4849"/>
                  </a:lnTo>
                  <a:lnTo>
                    <a:pt x="11111" y="4546"/>
                  </a:lnTo>
                  <a:lnTo>
                    <a:pt x="10774" y="3334"/>
                  </a:lnTo>
                  <a:close/>
                  <a:moveTo>
                    <a:pt x="6868" y="1"/>
                  </a:moveTo>
                  <a:lnTo>
                    <a:pt x="6363" y="34"/>
                  </a:lnTo>
                  <a:lnTo>
                    <a:pt x="5892" y="102"/>
                  </a:lnTo>
                  <a:lnTo>
                    <a:pt x="5387" y="169"/>
                  </a:lnTo>
                  <a:lnTo>
                    <a:pt x="4882" y="270"/>
                  </a:lnTo>
                  <a:lnTo>
                    <a:pt x="3939" y="506"/>
                  </a:lnTo>
                  <a:lnTo>
                    <a:pt x="2963" y="809"/>
                  </a:lnTo>
                  <a:lnTo>
                    <a:pt x="2492" y="977"/>
                  </a:lnTo>
                  <a:lnTo>
                    <a:pt x="2020" y="1145"/>
                  </a:lnTo>
                  <a:lnTo>
                    <a:pt x="1583" y="1381"/>
                  </a:lnTo>
                  <a:lnTo>
                    <a:pt x="1145" y="1617"/>
                  </a:lnTo>
                  <a:lnTo>
                    <a:pt x="876" y="1819"/>
                  </a:lnTo>
                  <a:lnTo>
                    <a:pt x="640" y="2021"/>
                  </a:lnTo>
                  <a:lnTo>
                    <a:pt x="438" y="2257"/>
                  </a:lnTo>
                  <a:lnTo>
                    <a:pt x="236" y="2560"/>
                  </a:lnTo>
                  <a:lnTo>
                    <a:pt x="101" y="2829"/>
                  </a:lnTo>
                  <a:lnTo>
                    <a:pt x="0" y="3132"/>
                  </a:lnTo>
                  <a:lnTo>
                    <a:pt x="0" y="3469"/>
                  </a:lnTo>
                  <a:lnTo>
                    <a:pt x="34" y="3772"/>
                  </a:lnTo>
                  <a:lnTo>
                    <a:pt x="34" y="3805"/>
                  </a:lnTo>
                  <a:lnTo>
                    <a:pt x="34" y="3839"/>
                  </a:lnTo>
                  <a:lnTo>
                    <a:pt x="101" y="4378"/>
                  </a:lnTo>
                  <a:lnTo>
                    <a:pt x="236" y="4883"/>
                  </a:lnTo>
                  <a:lnTo>
                    <a:pt x="505" y="5893"/>
                  </a:lnTo>
                  <a:lnTo>
                    <a:pt x="808" y="6903"/>
                  </a:lnTo>
                  <a:lnTo>
                    <a:pt x="1111" y="7946"/>
                  </a:lnTo>
                  <a:lnTo>
                    <a:pt x="1583" y="10101"/>
                  </a:lnTo>
                  <a:lnTo>
                    <a:pt x="2020" y="12256"/>
                  </a:lnTo>
                  <a:lnTo>
                    <a:pt x="2559" y="14478"/>
                  </a:lnTo>
                  <a:lnTo>
                    <a:pt x="3131" y="16700"/>
                  </a:lnTo>
                  <a:lnTo>
                    <a:pt x="3704" y="18889"/>
                  </a:lnTo>
                  <a:lnTo>
                    <a:pt x="4377" y="21077"/>
                  </a:lnTo>
                  <a:lnTo>
                    <a:pt x="4411" y="21144"/>
                  </a:lnTo>
                  <a:lnTo>
                    <a:pt x="4411" y="21346"/>
                  </a:lnTo>
                  <a:lnTo>
                    <a:pt x="4478" y="21481"/>
                  </a:lnTo>
                  <a:lnTo>
                    <a:pt x="4613" y="21649"/>
                  </a:lnTo>
                  <a:lnTo>
                    <a:pt x="4747" y="21818"/>
                  </a:lnTo>
                  <a:lnTo>
                    <a:pt x="5084" y="22087"/>
                  </a:lnTo>
                  <a:lnTo>
                    <a:pt x="5421" y="22255"/>
                  </a:lnTo>
                  <a:lnTo>
                    <a:pt x="5724" y="22424"/>
                  </a:lnTo>
                  <a:lnTo>
                    <a:pt x="6027" y="22525"/>
                  </a:lnTo>
                  <a:lnTo>
                    <a:pt x="6363" y="22626"/>
                  </a:lnTo>
                  <a:lnTo>
                    <a:pt x="6734" y="22659"/>
                  </a:lnTo>
                  <a:lnTo>
                    <a:pt x="7070" y="22693"/>
                  </a:lnTo>
                  <a:lnTo>
                    <a:pt x="7407" y="22693"/>
                  </a:lnTo>
                  <a:lnTo>
                    <a:pt x="8114" y="22659"/>
                  </a:lnTo>
                  <a:lnTo>
                    <a:pt x="8720" y="22592"/>
                  </a:lnTo>
                  <a:lnTo>
                    <a:pt x="9293" y="22491"/>
                  </a:lnTo>
                  <a:lnTo>
                    <a:pt x="9899" y="22390"/>
                  </a:lnTo>
                  <a:lnTo>
                    <a:pt x="10471" y="22255"/>
                  </a:lnTo>
                  <a:lnTo>
                    <a:pt x="11649" y="21919"/>
                  </a:lnTo>
                  <a:lnTo>
                    <a:pt x="12794" y="21515"/>
                  </a:lnTo>
                  <a:lnTo>
                    <a:pt x="12794" y="21212"/>
                  </a:lnTo>
                  <a:lnTo>
                    <a:pt x="11313" y="21717"/>
                  </a:lnTo>
                  <a:lnTo>
                    <a:pt x="10538" y="21919"/>
                  </a:lnTo>
                  <a:lnTo>
                    <a:pt x="9798" y="22121"/>
                  </a:lnTo>
                  <a:lnTo>
                    <a:pt x="9124" y="22255"/>
                  </a:lnTo>
                  <a:lnTo>
                    <a:pt x="8485" y="22390"/>
                  </a:lnTo>
                  <a:lnTo>
                    <a:pt x="7811" y="22424"/>
                  </a:lnTo>
                  <a:lnTo>
                    <a:pt x="7138" y="22457"/>
                  </a:lnTo>
                  <a:lnTo>
                    <a:pt x="6801" y="22424"/>
                  </a:lnTo>
                  <a:lnTo>
                    <a:pt x="6498" y="22390"/>
                  </a:lnTo>
                  <a:lnTo>
                    <a:pt x="6195" y="22289"/>
                  </a:lnTo>
                  <a:lnTo>
                    <a:pt x="5858" y="22188"/>
                  </a:lnTo>
                  <a:lnTo>
                    <a:pt x="5522" y="22053"/>
                  </a:lnTo>
                  <a:lnTo>
                    <a:pt x="5320" y="21919"/>
                  </a:lnTo>
                  <a:lnTo>
                    <a:pt x="5084" y="21784"/>
                  </a:lnTo>
                  <a:lnTo>
                    <a:pt x="4916" y="21616"/>
                  </a:lnTo>
                  <a:lnTo>
                    <a:pt x="4747" y="21447"/>
                  </a:lnTo>
                  <a:lnTo>
                    <a:pt x="4646" y="21279"/>
                  </a:lnTo>
                  <a:lnTo>
                    <a:pt x="4613" y="21077"/>
                  </a:lnTo>
                  <a:lnTo>
                    <a:pt x="4613" y="21043"/>
                  </a:lnTo>
                  <a:lnTo>
                    <a:pt x="4007" y="18889"/>
                  </a:lnTo>
                  <a:lnTo>
                    <a:pt x="3434" y="16734"/>
                  </a:lnTo>
                  <a:lnTo>
                    <a:pt x="2862" y="14579"/>
                  </a:lnTo>
                  <a:lnTo>
                    <a:pt x="2323" y="12424"/>
                  </a:lnTo>
                  <a:lnTo>
                    <a:pt x="1852" y="10269"/>
                  </a:lnTo>
                  <a:lnTo>
                    <a:pt x="1414" y="8115"/>
                  </a:lnTo>
                  <a:lnTo>
                    <a:pt x="1280" y="7576"/>
                  </a:lnTo>
                  <a:lnTo>
                    <a:pt x="1145" y="7037"/>
                  </a:lnTo>
                  <a:lnTo>
                    <a:pt x="808" y="5960"/>
                  </a:lnTo>
                  <a:lnTo>
                    <a:pt x="472" y="4883"/>
                  </a:lnTo>
                  <a:lnTo>
                    <a:pt x="303" y="4344"/>
                  </a:lnTo>
                  <a:lnTo>
                    <a:pt x="169" y="3805"/>
                  </a:lnTo>
                  <a:lnTo>
                    <a:pt x="135" y="3772"/>
                  </a:lnTo>
                  <a:lnTo>
                    <a:pt x="202" y="3368"/>
                  </a:lnTo>
                  <a:lnTo>
                    <a:pt x="303" y="2997"/>
                  </a:lnTo>
                  <a:lnTo>
                    <a:pt x="472" y="2694"/>
                  </a:lnTo>
                  <a:lnTo>
                    <a:pt x="674" y="2391"/>
                  </a:lnTo>
                  <a:lnTo>
                    <a:pt x="909" y="2122"/>
                  </a:lnTo>
                  <a:lnTo>
                    <a:pt x="1179" y="1920"/>
                  </a:lnTo>
                  <a:lnTo>
                    <a:pt x="1482" y="1684"/>
                  </a:lnTo>
                  <a:lnTo>
                    <a:pt x="1818" y="1516"/>
                  </a:lnTo>
                  <a:lnTo>
                    <a:pt x="2155" y="1347"/>
                  </a:lnTo>
                  <a:lnTo>
                    <a:pt x="2525" y="1213"/>
                  </a:lnTo>
                  <a:lnTo>
                    <a:pt x="3266" y="943"/>
                  </a:lnTo>
                  <a:lnTo>
                    <a:pt x="4007" y="741"/>
                  </a:lnTo>
                  <a:lnTo>
                    <a:pt x="4714" y="573"/>
                  </a:lnTo>
                  <a:lnTo>
                    <a:pt x="5555" y="405"/>
                  </a:lnTo>
                  <a:lnTo>
                    <a:pt x="5959" y="337"/>
                  </a:lnTo>
                  <a:lnTo>
                    <a:pt x="6397" y="304"/>
                  </a:lnTo>
                  <a:lnTo>
                    <a:pt x="6801" y="270"/>
                  </a:lnTo>
                  <a:lnTo>
                    <a:pt x="7239" y="304"/>
                  </a:lnTo>
                  <a:lnTo>
                    <a:pt x="7643" y="304"/>
                  </a:lnTo>
                  <a:lnTo>
                    <a:pt x="8080" y="371"/>
                  </a:lnTo>
                  <a:lnTo>
                    <a:pt x="8518" y="472"/>
                  </a:lnTo>
                  <a:lnTo>
                    <a:pt x="8922" y="607"/>
                  </a:lnTo>
                  <a:lnTo>
                    <a:pt x="9326" y="809"/>
                  </a:lnTo>
                  <a:lnTo>
                    <a:pt x="9495" y="943"/>
                  </a:lnTo>
                  <a:lnTo>
                    <a:pt x="9697" y="1078"/>
                  </a:lnTo>
                  <a:lnTo>
                    <a:pt x="9831" y="1246"/>
                  </a:lnTo>
                  <a:lnTo>
                    <a:pt x="9966" y="1448"/>
                  </a:lnTo>
                  <a:lnTo>
                    <a:pt x="10101" y="1650"/>
                  </a:lnTo>
                  <a:lnTo>
                    <a:pt x="10202" y="1852"/>
                  </a:lnTo>
                  <a:lnTo>
                    <a:pt x="10168" y="1886"/>
                  </a:lnTo>
                  <a:lnTo>
                    <a:pt x="10168" y="2088"/>
                  </a:lnTo>
                  <a:lnTo>
                    <a:pt x="10202" y="2223"/>
                  </a:lnTo>
                  <a:lnTo>
                    <a:pt x="10303" y="2593"/>
                  </a:lnTo>
                  <a:lnTo>
                    <a:pt x="10707" y="4108"/>
                  </a:lnTo>
                  <a:lnTo>
                    <a:pt x="11616" y="7138"/>
                  </a:lnTo>
                  <a:lnTo>
                    <a:pt x="12491" y="10168"/>
                  </a:lnTo>
                  <a:lnTo>
                    <a:pt x="12794" y="11347"/>
                  </a:lnTo>
                  <a:lnTo>
                    <a:pt x="12794" y="10337"/>
                  </a:lnTo>
                  <a:lnTo>
                    <a:pt x="12727" y="10101"/>
                  </a:lnTo>
                  <a:lnTo>
                    <a:pt x="11919" y="7340"/>
                  </a:lnTo>
                  <a:lnTo>
                    <a:pt x="11582" y="6196"/>
                  </a:lnTo>
                  <a:lnTo>
                    <a:pt x="11279" y="5085"/>
                  </a:lnTo>
                  <a:lnTo>
                    <a:pt x="11346" y="5085"/>
                  </a:lnTo>
                  <a:lnTo>
                    <a:pt x="11414" y="5051"/>
                  </a:lnTo>
                  <a:lnTo>
                    <a:pt x="11447" y="5017"/>
                  </a:lnTo>
                  <a:lnTo>
                    <a:pt x="11515" y="4916"/>
                  </a:lnTo>
                  <a:lnTo>
                    <a:pt x="11582" y="4849"/>
                  </a:lnTo>
                  <a:lnTo>
                    <a:pt x="11616" y="4815"/>
                  </a:lnTo>
                  <a:lnTo>
                    <a:pt x="11616" y="4748"/>
                  </a:lnTo>
                  <a:lnTo>
                    <a:pt x="11346" y="3974"/>
                  </a:lnTo>
                  <a:lnTo>
                    <a:pt x="11043" y="3233"/>
                  </a:lnTo>
                  <a:lnTo>
                    <a:pt x="10976" y="3166"/>
                  </a:lnTo>
                  <a:lnTo>
                    <a:pt x="10707" y="3166"/>
                  </a:lnTo>
                  <a:lnTo>
                    <a:pt x="10471" y="2560"/>
                  </a:lnTo>
                  <a:lnTo>
                    <a:pt x="10639" y="2560"/>
                  </a:lnTo>
                  <a:lnTo>
                    <a:pt x="10673" y="2492"/>
                  </a:lnTo>
                  <a:lnTo>
                    <a:pt x="10673" y="2425"/>
                  </a:lnTo>
                  <a:lnTo>
                    <a:pt x="10538" y="2054"/>
                  </a:lnTo>
                  <a:lnTo>
                    <a:pt x="10404" y="1718"/>
                  </a:lnTo>
                  <a:lnTo>
                    <a:pt x="10235" y="1415"/>
                  </a:lnTo>
                  <a:lnTo>
                    <a:pt x="10033" y="1112"/>
                  </a:lnTo>
                  <a:lnTo>
                    <a:pt x="9798" y="876"/>
                  </a:lnTo>
                  <a:lnTo>
                    <a:pt x="9528" y="640"/>
                  </a:lnTo>
                  <a:lnTo>
                    <a:pt x="9225" y="472"/>
                  </a:lnTo>
                  <a:lnTo>
                    <a:pt x="8855" y="304"/>
                  </a:lnTo>
                  <a:lnTo>
                    <a:pt x="8384" y="169"/>
                  </a:lnTo>
                  <a:lnTo>
                    <a:pt x="7878" y="68"/>
                  </a:lnTo>
                  <a:lnTo>
                    <a:pt x="7373" y="34"/>
                  </a:lnTo>
                  <a:lnTo>
                    <a:pt x="68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18" name="Google Shape;718;p5"/>
            <p:cNvSpPr/>
            <p:nvPr/>
          </p:nvSpPr>
          <p:spPr>
            <a:xfrm>
              <a:off x="6609104" y="2068274"/>
              <a:ext cx="21872" cy="20178"/>
            </a:xfrm>
            <a:custGeom>
              <a:avLst/>
              <a:gdLst/>
              <a:ahLst/>
              <a:cxnLst/>
              <a:rect l="l" t="t" r="r" b="b"/>
              <a:pathLst>
                <a:path w="439" h="405" extrusionOk="0">
                  <a:moveTo>
                    <a:pt x="135" y="0"/>
                  </a:moveTo>
                  <a:lnTo>
                    <a:pt x="34" y="101"/>
                  </a:lnTo>
                  <a:lnTo>
                    <a:pt x="34" y="169"/>
                  </a:lnTo>
                  <a:lnTo>
                    <a:pt x="1" y="236"/>
                  </a:lnTo>
                  <a:lnTo>
                    <a:pt x="34" y="337"/>
                  </a:lnTo>
                  <a:lnTo>
                    <a:pt x="68" y="371"/>
                  </a:lnTo>
                  <a:lnTo>
                    <a:pt x="135" y="404"/>
                  </a:lnTo>
                  <a:lnTo>
                    <a:pt x="203" y="404"/>
                  </a:lnTo>
                  <a:lnTo>
                    <a:pt x="270" y="371"/>
                  </a:lnTo>
                  <a:lnTo>
                    <a:pt x="371" y="337"/>
                  </a:lnTo>
                  <a:lnTo>
                    <a:pt x="405" y="270"/>
                  </a:lnTo>
                  <a:lnTo>
                    <a:pt x="438" y="169"/>
                  </a:lnTo>
                  <a:lnTo>
                    <a:pt x="405" y="101"/>
                  </a:lnTo>
                  <a:lnTo>
                    <a:pt x="337" y="34"/>
                  </a:lnTo>
                  <a:lnTo>
                    <a:pt x="23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30" name="Google Shape;730;p5"/>
          <p:cNvGrpSpPr/>
          <p:nvPr/>
        </p:nvGrpSpPr>
        <p:grpSpPr>
          <a:xfrm>
            <a:off x="7847220" y="3073038"/>
            <a:ext cx="598866" cy="595528"/>
            <a:chOff x="5944870" y="3341438"/>
            <a:chExt cx="598866" cy="595528"/>
          </a:xfrm>
        </p:grpSpPr>
        <p:sp>
          <p:nvSpPr>
            <p:cNvPr id="731" name="Google Shape;731;p5"/>
            <p:cNvSpPr/>
            <p:nvPr/>
          </p:nvSpPr>
          <p:spPr>
            <a:xfrm>
              <a:off x="5944870" y="3341438"/>
              <a:ext cx="593834" cy="583770"/>
            </a:xfrm>
            <a:custGeom>
              <a:avLst/>
              <a:gdLst/>
              <a:ahLst/>
              <a:cxnLst/>
              <a:rect l="l" t="t" r="r" b="b"/>
              <a:pathLst>
                <a:path w="11919" h="11717" extrusionOk="0">
                  <a:moveTo>
                    <a:pt x="270" y="6532"/>
                  </a:moveTo>
                  <a:lnTo>
                    <a:pt x="303" y="6734"/>
                  </a:lnTo>
                  <a:lnTo>
                    <a:pt x="371" y="6936"/>
                  </a:lnTo>
                  <a:lnTo>
                    <a:pt x="573" y="7273"/>
                  </a:lnTo>
                  <a:lnTo>
                    <a:pt x="808" y="7609"/>
                  </a:lnTo>
                  <a:lnTo>
                    <a:pt x="977" y="7744"/>
                  </a:lnTo>
                  <a:lnTo>
                    <a:pt x="1111" y="7845"/>
                  </a:lnTo>
                  <a:lnTo>
                    <a:pt x="1078" y="8148"/>
                  </a:lnTo>
                  <a:lnTo>
                    <a:pt x="1078" y="8451"/>
                  </a:lnTo>
                  <a:lnTo>
                    <a:pt x="1111" y="8721"/>
                  </a:lnTo>
                  <a:lnTo>
                    <a:pt x="1145" y="9024"/>
                  </a:lnTo>
                  <a:lnTo>
                    <a:pt x="1212" y="9158"/>
                  </a:lnTo>
                  <a:lnTo>
                    <a:pt x="943" y="8956"/>
                  </a:lnTo>
                  <a:lnTo>
                    <a:pt x="707" y="8687"/>
                  </a:lnTo>
                  <a:lnTo>
                    <a:pt x="505" y="8418"/>
                  </a:lnTo>
                  <a:lnTo>
                    <a:pt x="371" y="8115"/>
                  </a:lnTo>
                  <a:lnTo>
                    <a:pt x="270" y="7811"/>
                  </a:lnTo>
                  <a:lnTo>
                    <a:pt x="236" y="7508"/>
                  </a:lnTo>
                  <a:lnTo>
                    <a:pt x="202" y="7205"/>
                  </a:lnTo>
                  <a:lnTo>
                    <a:pt x="236" y="6869"/>
                  </a:lnTo>
                  <a:lnTo>
                    <a:pt x="270" y="6532"/>
                  </a:lnTo>
                  <a:close/>
                  <a:moveTo>
                    <a:pt x="2593" y="1"/>
                  </a:moveTo>
                  <a:lnTo>
                    <a:pt x="2559" y="34"/>
                  </a:lnTo>
                  <a:lnTo>
                    <a:pt x="2222" y="607"/>
                  </a:lnTo>
                  <a:lnTo>
                    <a:pt x="1953" y="1179"/>
                  </a:lnTo>
                  <a:lnTo>
                    <a:pt x="1650" y="1785"/>
                  </a:lnTo>
                  <a:lnTo>
                    <a:pt x="1414" y="2391"/>
                  </a:lnTo>
                  <a:lnTo>
                    <a:pt x="943" y="3637"/>
                  </a:lnTo>
                  <a:lnTo>
                    <a:pt x="539" y="4849"/>
                  </a:lnTo>
                  <a:lnTo>
                    <a:pt x="236" y="5825"/>
                  </a:lnTo>
                  <a:lnTo>
                    <a:pt x="101" y="6364"/>
                  </a:lnTo>
                  <a:lnTo>
                    <a:pt x="0" y="6869"/>
                  </a:lnTo>
                  <a:lnTo>
                    <a:pt x="0" y="7374"/>
                  </a:lnTo>
                  <a:lnTo>
                    <a:pt x="0" y="7643"/>
                  </a:lnTo>
                  <a:lnTo>
                    <a:pt x="68" y="7879"/>
                  </a:lnTo>
                  <a:lnTo>
                    <a:pt x="135" y="8148"/>
                  </a:lnTo>
                  <a:lnTo>
                    <a:pt x="236" y="8384"/>
                  </a:lnTo>
                  <a:lnTo>
                    <a:pt x="371" y="8586"/>
                  </a:lnTo>
                  <a:lnTo>
                    <a:pt x="539" y="8822"/>
                  </a:lnTo>
                  <a:lnTo>
                    <a:pt x="909" y="9192"/>
                  </a:lnTo>
                  <a:lnTo>
                    <a:pt x="1347" y="9562"/>
                  </a:lnTo>
                  <a:lnTo>
                    <a:pt x="1818" y="9865"/>
                  </a:lnTo>
                  <a:lnTo>
                    <a:pt x="2323" y="10135"/>
                  </a:lnTo>
                  <a:lnTo>
                    <a:pt x="2828" y="10370"/>
                  </a:lnTo>
                  <a:lnTo>
                    <a:pt x="3367" y="10572"/>
                  </a:lnTo>
                  <a:lnTo>
                    <a:pt x="4411" y="10909"/>
                  </a:lnTo>
                  <a:lnTo>
                    <a:pt x="5050" y="11077"/>
                  </a:lnTo>
                  <a:lnTo>
                    <a:pt x="5690" y="11212"/>
                  </a:lnTo>
                  <a:lnTo>
                    <a:pt x="6970" y="11414"/>
                  </a:lnTo>
                  <a:lnTo>
                    <a:pt x="8249" y="11582"/>
                  </a:lnTo>
                  <a:lnTo>
                    <a:pt x="9528" y="11717"/>
                  </a:lnTo>
                  <a:lnTo>
                    <a:pt x="9596" y="11717"/>
                  </a:lnTo>
                  <a:lnTo>
                    <a:pt x="9629" y="11650"/>
                  </a:lnTo>
                  <a:lnTo>
                    <a:pt x="9596" y="11549"/>
                  </a:lnTo>
                  <a:lnTo>
                    <a:pt x="9528" y="11515"/>
                  </a:lnTo>
                  <a:lnTo>
                    <a:pt x="7576" y="11313"/>
                  </a:lnTo>
                  <a:lnTo>
                    <a:pt x="6566" y="11178"/>
                  </a:lnTo>
                  <a:lnTo>
                    <a:pt x="5555" y="11010"/>
                  </a:lnTo>
                  <a:lnTo>
                    <a:pt x="4579" y="10774"/>
                  </a:lnTo>
                  <a:lnTo>
                    <a:pt x="4074" y="10640"/>
                  </a:lnTo>
                  <a:lnTo>
                    <a:pt x="3603" y="10471"/>
                  </a:lnTo>
                  <a:lnTo>
                    <a:pt x="3131" y="10303"/>
                  </a:lnTo>
                  <a:lnTo>
                    <a:pt x="2660" y="10067"/>
                  </a:lnTo>
                  <a:lnTo>
                    <a:pt x="2222" y="9865"/>
                  </a:lnTo>
                  <a:lnTo>
                    <a:pt x="1818" y="9596"/>
                  </a:lnTo>
                  <a:lnTo>
                    <a:pt x="1549" y="9226"/>
                  </a:lnTo>
                  <a:lnTo>
                    <a:pt x="1448" y="9057"/>
                  </a:lnTo>
                  <a:lnTo>
                    <a:pt x="1347" y="8822"/>
                  </a:lnTo>
                  <a:lnTo>
                    <a:pt x="1313" y="8620"/>
                  </a:lnTo>
                  <a:lnTo>
                    <a:pt x="1313" y="8384"/>
                  </a:lnTo>
                  <a:lnTo>
                    <a:pt x="1280" y="8148"/>
                  </a:lnTo>
                  <a:lnTo>
                    <a:pt x="1246" y="7912"/>
                  </a:lnTo>
                  <a:lnTo>
                    <a:pt x="1313" y="7879"/>
                  </a:lnTo>
                  <a:lnTo>
                    <a:pt x="1347" y="7811"/>
                  </a:lnTo>
                  <a:lnTo>
                    <a:pt x="1313" y="7744"/>
                  </a:lnTo>
                  <a:lnTo>
                    <a:pt x="1280" y="7710"/>
                  </a:lnTo>
                  <a:lnTo>
                    <a:pt x="1044" y="7542"/>
                  </a:lnTo>
                  <a:lnTo>
                    <a:pt x="876" y="7340"/>
                  </a:lnTo>
                  <a:lnTo>
                    <a:pt x="707" y="7104"/>
                  </a:lnTo>
                  <a:lnTo>
                    <a:pt x="539" y="6869"/>
                  </a:lnTo>
                  <a:lnTo>
                    <a:pt x="472" y="6633"/>
                  </a:lnTo>
                  <a:lnTo>
                    <a:pt x="404" y="6431"/>
                  </a:lnTo>
                  <a:lnTo>
                    <a:pt x="404" y="5960"/>
                  </a:lnTo>
                  <a:lnTo>
                    <a:pt x="640" y="5185"/>
                  </a:lnTo>
                  <a:lnTo>
                    <a:pt x="909" y="4445"/>
                  </a:lnTo>
                  <a:lnTo>
                    <a:pt x="1313" y="3367"/>
                  </a:lnTo>
                  <a:lnTo>
                    <a:pt x="1751" y="2290"/>
                  </a:lnTo>
                  <a:lnTo>
                    <a:pt x="2189" y="1246"/>
                  </a:lnTo>
                  <a:lnTo>
                    <a:pt x="2593" y="169"/>
                  </a:lnTo>
                  <a:lnTo>
                    <a:pt x="2727" y="304"/>
                  </a:lnTo>
                  <a:lnTo>
                    <a:pt x="2896" y="405"/>
                  </a:lnTo>
                  <a:lnTo>
                    <a:pt x="3098" y="506"/>
                  </a:lnTo>
                  <a:lnTo>
                    <a:pt x="3266" y="573"/>
                  </a:lnTo>
                  <a:lnTo>
                    <a:pt x="3670" y="640"/>
                  </a:lnTo>
                  <a:lnTo>
                    <a:pt x="4074" y="708"/>
                  </a:lnTo>
                  <a:lnTo>
                    <a:pt x="4714" y="842"/>
                  </a:lnTo>
                  <a:lnTo>
                    <a:pt x="5353" y="1011"/>
                  </a:lnTo>
                  <a:lnTo>
                    <a:pt x="6599" y="1415"/>
                  </a:lnTo>
                  <a:lnTo>
                    <a:pt x="7879" y="1785"/>
                  </a:lnTo>
                  <a:lnTo>
                    <a:pt x="9192" y="2088"/>
                  </a:lnTo>
                  <a:lnTo>
                    <a:pt x="10505" y="2324"/>
                  </a:lnTo>
                  <a:lnTo>
                    <a:pt x="11818" y="2492"/>
                  </a:lnTo>
                  <a:lnTo>
                    <a:pt x="11885" y="2492"/>
                  </a:lnTo>
                  <a:lnTo>
                    <a:pt x="11919" y="2425"/>
                  </a:lnTo>
                  <a:lnTo>
                    <a:pt x="11885" y="2324"/>
                  </a:lnTo>
                  <a:lnTo>
                    <a:pt x="11818" y="2290"/>
                  </a:lnTo>
                  <a:lnTo>
                    <a:pt x="10572" y="2122"/>
                  </a:lnTo>
                  <a:lnTo>
                    <a:pt x="9326" y="1920"/>
                  </a:lnTo>
                  <a:lnTo>
                    <a:pt x="8114" y="1650"/>
                  </a:lnTo>
                  <a:lnTo>
                    <a:pt x="6902" y="1314"/>
                  </a:lnTo>
                  <a:lnTo>
                    <a:pt x="5825" y="977"/>
                  </a:lnTo>
                  <a:lnTo>
                    <a:pt x="4781" y="674"/>
                  </a:lnTo>
                  <a:lnTo>
                    <a:pt x="4242" y="539"/>
                  </a:lnTo>
                  <a:lnTo>
                    <a:pt x="3670" y="438"/>
                  </a:lnTo>
                  <a:lnTo>
                    <a:pt x="3165" y="304"/>
                  </a:lnTo>
                  <a:lnTo>
                    <a:pt x="2896" y="236"/>
                  </a:lnTo>
                  <a:lnTo>
                    <a:pt x="2626" y="102"/>
                  </a:lnTo>
                  <a:lnTo>
                    <a:pt x="2626" y="68"/>
                  </a:lnTo>
                  <a:lnTo>
                    <a:pt x="2626" y="34"/>
                  </a:lnTo>
                  <a:lnTo>
                    <a:pt x="262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2" name="Google Shape;732;p5"/>
            <p:cNvSpPr/>
            <p:nvPr/>
          </p:nvSpPr>
          <p:spPr>
            <a:xfrm>
              <a:off x="6424611" y="3458870"/>
              <a:ext cx="119126" cy="478097"/>
            </a:xfrm>
            <a:custGeom>
              <a:avLst/>
              <a:gdLst/>
              <a:ahLst/>
              <a:cxnLst/>
              <a:rect l="l" t="t" r="r" b="b"/>
              <a:pathLst>
                <a:path w="2391" h="9596" extrusionOk="0">
                  <a:moveTo>
                    <a:pt x="2323" y="0"/>
                  </a:moveTo>
                  <a:lnTo>
                    <a:pt x="2323" y="34"/>
                  </a:lnTo>
                  <a:lnTo>
                    <a:pt x="2155" y="606"/>
                  </a:lnTo>
                  <a:lnTo>
                    <a:pt x="1987" y="1179"/>
                  </a:lnTo>
                  <a:lnTo>
                    <a:pt x="1751" y="2323"/>
                  </a:lnTo>
                  <a:lnTo>
                    <a:pt x="1515" y="3502"/>
                  </a:lnTo>
                  <a:lnTo>
                    <a:pt x="1246" y="4646"/>
                  </a:lnTo>
                  <a:lnTo>
                    <a:pt x="640" y="7071"/>
                  </a:lnTo>
                  <a:lnTo>
                    <a:pt x="0" y="9495"/>
                  </a:lnTo>
                  <a:lnTo>
                    <a:pt x="0" y="9562"/>
                  </a:lnTo>
                  <a:lnTo>
                    <a:pt x="68" y="9596"/>
                  </a:lnTo>
                  <a:lnTo>
                    <a:pt x="135" y="9596"/>
                  </a:lnTo>
                  <a:lnTo>
                    <a:pt x="169" y="9528"/>
                  </a:lnTo>
                  <a:lnTo>
                    <a:pt x="842" y="7138"/>
                  </a:lnTo>
                  <a:lnTo>
                    <a:pt x="1414" y="4680"/>
                  </a:lnTo>
                  <a:lnTo>
                    <a:pt x="1987" y="2391"/>
                  </a:lnTo>
                  <a:lnTo>
                    <a:pt x="2256" y="1212"/>
                  </a:lnTo>
                  <a:lnTo>
                    <a:pt x="2323" y="640"/>
                  </a:lnTo>
                  <a:lnTo>
                    <a:pt x="2391" y="34"/>
                  </a:lnTo>
                  <a:lnTo>
                    <a:pt x="239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33" name="Google Shape;733;p5"/>
          <p:cNvGrpSpPr/>
          <p:nvPr/>
        </p:nvGrpSpPr>
        <p:grpSpPr>
          <a:xfrm>
            <a:off x="2204197" y="105666"/>
            <a:ext cx="546902" cy="236607"/>
            <a:chOff x="2204197" y="105666"/>
            <a:chExt cx="546902" cy="236607"/>
          </a:xfrm>
        </p:grpSpPr>
        <p:sp>
          <p:nvSpPr>
            <p:cNvPr id="734" name="Google Shape;734;p5"/>
            <p:cNvSpPr/>
            <p:nvPr/>
          </p:nvSpPr>
          <p:spPr>
            <a:xfrm>
              <a:off x="2242760" y="211340"/>
              <a:ext cx="33630" cy="20178"/>
            </a:xfrm>
            <a:custGeom>
              <a:avLst/>
              <a:gdLst/>
              <a:ahLst/>
              <a:cxnLst/>
              <a:rect l="l" t="t" r="r" b="b"/>
              <a:pathLst>
                <a:path w="675" h="405" extrusionOk="0">
                  <a:moveTo>
                    <a:pt x="68" y="1"/>
                  </a:moveTo>
                  <a:lnTo>
                    <a:pt x="35" y="35"/>
                  </a:lnTo>
                  <a:lnTo>
                    <a:pt x="1" y="68"/>
                  </a:lnTo>
                  <a:lnTo>
                    <a:pt x="1" y="102"/>
                  </a:lnTo>
                  <a:lnTo>
                    <a:pt x="35" y="136"/>
                  </a:lnTo>
                  <a:lnTo>
                    <a:pt x="102" y="237"/>
                  </a:lnTo>
                  <a:lnTo>
                    <a:pt x="237" y="304"/>
                  </a:lnTo>
                  <a:lnTo>
                    <a:pt x="371" y="371"/>
                  </a:lnTo>
                  <a:lnTo>
                    <a:pt x="506" y="405"/>
                  </a:lnTo>
                  <a:lnTo>
                    <a:pt x="607" y="405"/>
                  </a:lnTo>
                  <a:lnTo>
                    <a:pt x="674" y="338"/>
                  </a:lnTo>
                  <a:lnTo>
                    <a:pt x="674" y="237"/>
                  </a:lnTo>
                  <a:lnTo>
                    <a:pt x="607" y="136"/>
                  </a:lnTo>
                  <a:lnTo>
                    <a:pt x="472" y="68"/>
                  </a:lnTo>
                  <a:lnTo>
                    <a:pt x="338" y="35"/>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5" name="Google Shape;735;p5"/>
            <p:cNvSpPr/>
            <p:nvPr/>
          </p:nvSpPr>
          <p:spPr>
            <a:xfrm>
              <a:off x="2249486" y="176115"/>
              <a:ext cx="35274" cy="18534"/>
            </a:xfrm>
            <a:custGeom>
              <a:avLst/>
              <a:gdLst/>
              <a:ahLst/>
              <a:cxnLst/>
              <a:rect l="l" t="t" r="r" b="b"/>
              <a:pathLst>
                <a:path w="708" h="372" extrusionOk="0">
                  <a:moveTo>
                    <a:pt x="169" y="1"/>
                  </a:moveTo>
                  <a:lnTo>
                    <a:pt x="34" y="35"/>
                  </a:lnTo>
                  <a:lnTo>
                    <a:pt x="1" y="68"/>
                  </a:lnTo>
                  <a:lnTo>
                    <a:pt x="1" y="102"/>
                  </a:lnTo>
                  <a:lnTo>
                    <a:pt x="34" y="203"/>
                  </a:lnTo>
                  <a:lnTo>
                    <a:pt x="135" y="270"/>
                  </a:lnTo>
                  <a:lnTo>
                    <a:pt x="236" y="304"/>
                  </a:lnTo>
                  <a:lnTo>
                    <a:pt x="506" y="371"/>
                  </a:lnTo>
                  <a:lnTo>
                    <a:pt x="640" y="371"/>
                  </a:lnTo>
                  <a:lnTo>
                    <a:pt x="674" y="338"/>
                  </a:lnTo>
                  <a:lnTo>
                    <a:pt x="708" y="270"/>
                  </a:lnTo>
                  <a:lnTo>
                    <a:pt x="708" y="203"/>
                  </a:lnTo>
                  <a:lnTo>
                    <a:pt x="674" y="169"/>
                  </a:lnTo>
                  <a:lnTo>
                    <a:pt x="640" y="102"/>
                  </a:lnTo>
                  <a:lnTo>
                    <a:pt x="573" y="68"/>
                  </a:lnTo>
                  <a:lnTo>
                    <a:pt x="30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6" name="Google Shape;736;p5"/>
            <p:cNvSpPr/>
            <p:nvPr/>
          </p:nvSpPr>
          <p:spPr>
            <a:xfrm>
              <a:off x="2204197" y="105666"/>
              <a:ext cx="546902" cy="236607"/>
            </a:xfrm>
            <a:custGeom>
              <a:avLst/>
              <a:gdLst/>
              <a:ahLst/>
              <a:cxnLst/>
              <a:rect l="l" t="t" r="r" b="b"/>
              <a:pathLst>
                <a:path w="10977" h="4749" extrusionOk="0">
                  <a:moveTo>
                    <a:pt x="438" y="843"/>
                  </a:moveTo>
                  <a:lnTo>
                    <a:pt x="674" y="910"/>
                  </a:lnTo>
                  <a:lnTo>
                    <a:pt x="876" y="977"/>
                  </a:lnTo>
                  <a:lnTo>
                    <a:pt x="1145" y="944"/>
                  </a:lnTo>
                  <a:lnTo>
                    <a:pt x="1415" y="944"/>
                  </a:lnTo>
                  <a:lnTo>
                    <a:pt x="1684" y="977"/>
                  </a:lnTo>
                  <a:lnTo>
                    <a:pt x="1920" y="1078"/>
                  </a:lnTo>
                  <a:lnTo>
                    <a:pt x="1852" y="1651"/>
                  </a:lnTo>
                  <a:lnTo>
                    <a:pt x="1718" y="2829"/>
                  </a:lnTo>
                  <a:lnTo>
                    <a:pt x="1482" y="2762"/>
                  </a:lnTo>
                  <a:lnTo>
                    <a:pt x="1280" y="2694"/>
                  </a:lnTo>
                  <a:lnTo>
                    <a:pt x="1044" y="2627"/>
                  </a:lnTo>
                  <a:lnTo>
                    <a:pt x="809" y="2560"/>
                  </a:lnTo>
                  <a:lnTo>
                    <a:pt x="573" y="2560"/>
                  </a:lnTo>
                  <a:lnTo>
                    <a:pt x="304" y="2526"/>
                  </a:lnTo>
                  <a:lnTo>
                    <a:pt x="236" y="2526"/>
                  </a:lnTo>
                  <a:lnTo>
                    <a:pt x="270" y="2257"/>
                  </a:lnTo>
                  <a:lnTo>
                    <a:pt x="304" y="1987"/>
                  </a:lnTo>
                  <a:lnTo>
                    <a:pt x="371" y="1449"/>
                  </a:lnTo>
                  <a:lnTo>
                    <a:pt x="438" y="1146"/>
                  </a:lnTo>
                  <a:lnTo>
                    <a:pt x="438" y="977"/>
                  </a:lnTo>
                  <a:lnTo>
                    <a:pt x="438" y="843"/>
                  </a:lnTo>
                  <a:close/>
                  <a:moveTo>
                    <a:pt x="3031" y="236"/>
                  </a:moveTo>
                  <a:lnTo>
                    <a:pt x="3367" y="337"/>
                  </a:lnTo>
                  <a:lnTo>
                    <a:pt x="3704" y="405"/>
                  </a:lnTo>
                  <a:lnTo>
                    <a:pt x="4377" y="438"/>
                  </a:lnTo>
                  <a:lnTo>
                    <a:pt x="6229" y="607"/>
                  </a:lnTo>
                  <a:lnTo>
                    <a:pt x="7980" y="775"/>
                  </a:lnTo>
                  <a:lnTo>
                    <a:pt x="9697" y="977"/>
                  </a:lnTo>
                  <a:lnTo>
                    <a:pt x="9764" y="977"/>
                  </a:lnTo>
                  <a:lnTo>
                    <a:pt x="9933" y="1045"/>
                  </a:lnTo>
                  <a:lnTo>
                    <a:pt x="10067" y="1146"/>
                  </a:lnTo>
                  <a:lnTo>
                    <a:pt x="10303" y="1381"/>
                  </a:lnTo>
                  <a:lnTo>
                    <a:pt x="10471" y="1583"/>
                  </a:lnTo>
                  <a:lnTo>
                    <a:pt x="10572" y="1752"/>
                  </a:lnTo>
                  <a:lnTo>
                    <a:pt x="10640" y="1920"/>
                  </a:lnTo>
                  <a:lnTo>
                    <a:pt x="10707" y="2088"/>
                  </a:lnTo>
                  <a:lnTo>
                    <a:pt x="10741" y="2290"/>
                  </a:lnTo>
                  <a:lnTo>
                    <a:pt x="10741" y="2492"/>
                  </a:lnTo>
                  <a:lnTo>
                    <a:pt x="10673" y="2964"/>
                  </a:lnTo>
                  <a:lnTo>
                    <a:pt x="10640" y="3199"/>
                  </a:lnTo>
                  <a:lnTo>
                    <a:pt x="10572" y="3435"/>
                  </a:lnTo>
                  <a:lnTo>
                    <a:pt x="10471" y="3671"/>
                  </a:lnTo>
                  <a:lnTo>
                    <a:pt x="10337" y="3873"/>
                  </a:lnTo>
                  <a:lnTo>
                    <a:pt x="10202" y="4041"/>
                  </a:lnTo>
                  <a:lnTo>
                    <a:pt x="10067" y="4209"/>
                  </a:lnTo>
                  <a:lnTo>
                    <a:pt x="9865" y="4344"/>
                  </a:lnTo>
                  <a:lnTo>
                    <a:pt x="9663" y="4445"/>
                  </a:lnTo>
                  <a:lnTo>
                    <a:pt x="8687" y="4445"/>
                  </a:lnTo>
                  <a:lnTo>
                    <a:pt x="8249" y="4378"/>
                  </a:lnTo>
                  <a:lnTo>
                    <a:pt x="7778" y="4310"/>
                  </a:lnTo>
                  <a:lnTo>
                    <a:pt x="6902" y="4176"/>
                  </a:lnTo>
                  <a:lnTo>
                    <a:pt x="5993" y="4041"/>
                  </a:lnTo>
                  <a:lnTo>
                    <a:pt x="5118" y="3940"/>
                  </a:lnTo>
                  <a:lnTo>
                    <a:pt x="4243" y="3839"/>
                  </a:lnTo>
                  <a:lnTo>
                    <a:pt x="2896" y="3839"/>
                  </a:lnTo>
                  <a:lnTo>
                    <a:pt x="2492" y="3873"/>
                  </a:lnTo>
                  <a:lnTo>
                    <a:pt x="2458" y="3805"/>
                  </a:lnTo>
                  <a:lnTo>
                    <a:pt x="2391" y="3704"/>
                  </a:lnTo>
                  <a:lnTo>
                    <a:pt x="2256" y="3570"/>
                  </a:lnTo>
                  <a:lnTo>
                    <a:pt x="2088" y="3368"/>
                  </a:lnTo>
                  <a:lnTo>
                    <a:pt x="1987" y="3267"/>
                  </a:lnTo>
                  <a:lnTo>
                    <a:pt x="1920" y="3132"/>
                  </a:lnTo>
                  <a:lnTo>
                    <a:pt x="1886" y="3132"/>
                  </a:lnTo>
                  <a:lnTo>
                    <a:pt x="2021" y="1853"/>
                  </a:lnTo>
                  <a:lnTo>
                    <a:pt x="2054" y="1482"/>
                  </a:lnTo>
                  <a:lnTo>
                    <a:pt x="2122" y="1078"/>
                  </a:lnTo>
                  <a:lnTo>
                    <a:pt x="2122" y="1011"/>
                  </a:lnTo>
                  <a:lnTo>
                    <a:pt x="2122" y="910"/>
                  </a:lnTo>
                  <a:lnTo>
                    <a:pt x="2088" y="843"/>
                  </a:lnTo>
                  <a:lnTo>
                    <a:pt x="2256" y="775"/>
                  </a:lnTo>
                  <a:lnTo>
                    <a:pt x="2391" y="708"/>
                  </a:lnTo>
                  <a:lnTo>
                    <a:pt x="2660" y="506"/>
                  </a:lnTo>
                  <a:lnTo>
                    <a:pt x="3031" y="270"/>
                  </a:lnTo>
                  <a:lnTo>
                    <a:pt x="3031" y="236"/>
                  </a:lnTo>
                  <a:close/>
                  <a:moveTo>
                    <a:pt x="2930" y="1"/>
                  </a:moveTo>
                  <a:lnTo>
                    <a:pt x="2862" y="34"/>
                  </a:lnTo>
                  <a:lnTo>
                    <a:pt x="2324" y="405"/>
                  </a:lnTo>
                  <a:lnTo>
                    <a:pt x="2088" y="573"/>
                  </a:lnTo>
                  <a:lnTo>
                    <a:pt x="2021" y="641"/>
                  </a:lnTo>
                  <a:lnTo>
                    <a:pt x="1953" y="775"/>
                  </a:lnTo>
                  <a:lnTo>
                    <a:pt x="1987" y="809"/>
                  </a:lnTo>
                  <a:lnTo>
                    <a:pt x="1987" y="843"/>
                  </a:lnTo>
                  <a:lnTo>
                    <a:pt x="1785" y="742"/>
                  </a:lnTo>
                  <a:lnTo>
                    <a:pt x="1549" y="708"/>
                  </a:lnTo>
                  <a:lnTo>
                    <a:pt x="910" y="708"/>
                  </a:lnTo>
                  <a:lnTo>
                    <a:pt x="741" y="674"/>
                  </a:lnTo>
                  <a:lnTo>
                    <a:pt x="573" y="641"/>
                  </a:lnTo>
                  <a:lnTo>
                    <a:pt x="405" y="674"/>
                  </a:lnTo>
                  <a:lnTo>
                    <a:pt x="405" y="641"/>
                  </a:lnTo>
                  <a:lnTo>
                    <a:pt x="371" y="607"/>
                  </a:lnTo>
                  <a:lnTo>
                    <a:pt x="371" y="641"/>
                  </a:lnTo>
                  <a:lnTo>
                    <a:pt x="270" y="843"/>
                  </a:lnTo>
                  <a:lnTo>
                    <a:pt x="203" y="1078"/>
                  </a:lnTo>
                  <a:lnTo>
                    <a:pt x="102" y="1516"/>
                  </a:lnTo>
                  <a:lnTo>
                    <a:pt x="34" y="2021"/>
                  </a:lnTo>
                  <a:lnTo>
                    <a:pt x="1" y="2290"/>
                  </a:lnTo>
                  <a:lnTo>
                    <a:pt x="1" y="2560"/>
                  </a:lnTo>
                  <a:lnTo>
                    <a:pt x="68" y="2627"/>
                  </a:lnTo>
                  <a:lnTo>
                    <a:pt x="135" y="2661"/>
                  </a:lnTo>
                  <a:lnTo>
                    <a:pt x="203" y="2728"/>
                  </a:lnTo>
                  <a:lnTo>
                    <a:pt x="337" y="2762"/>
                  </a:lnTo>
                  <a:lnTo>
                    <a:pt x="607" y="2795"/>
                  </a:lnTo>
                  <a:lnTo>
                    <a:pt x="876" y="2829"/>
                  </a:lnTo>
                  <a:lnTo>
                    <a:pt x="1145" y="2930"/>
                  </a:lnTo>
                  <a:lnTo>
                    <a:pt x="1415" y="2997"/>
                  </a:lnTo>
                  <a:lnTo>
                    <a:pt x="1718" y="3065"/>
                  </a:lnTo>
                  <a:lnTo>
                    <a:pt x="1684" y="3267"/>
                  </a:lnTo>
                  <a:lnTo>
                    <a:pt x="1684" y="3334"/>
                  </a:lnTo>
                  <a:lnTo>
                    <a:pt x="1718" y="3334"/>
                  </a:lnTo>
                  <a:lnTo>
                    <a:pt x="1785" y="3368"/>
                  </a:lnTo>
                  <a:lnTo>
                    <a:pt x="1920" y="3536"/>
                  </a:lnTo>
                  <a:lnTo>
                    <a:pt x="2155" y="3839"/>
                  </a:lnTo>
                  <a:lnTo>
                    <a:pt x="2256" y="3974"/>
                  </a:lnTo>
                  <a:lnTo>
                    <a:pt x="2324" y="4007"/>
                  </a:lnTo>
                  <a:lnTo>
                    <a:pt x="2458" y="4007"/>
                  </a:lnTo>
                  <a:lnTo>
                    <a:pt x="2930" y="4075"/>
                  </a:lnTo>
                  <a:lnTo>
                    <a:pt x="3401" y="4142"/>
                  </a:lnTo>
                  <a:lnTo>
                    <a:pt x="4344" y="4176"/>
                  </a:lnTo>
                  <a:lnTo>
                    <a:pt x="5253" y="4209"/>
                  </a:lnTo>
                  <a:lnTo>
                    <a:pt x="5724" y="4243"/>
                  </a:lnTo>
                  <a:lnTo>
                    <a:pt x="6195" y="4277"/>
                  </a:lnTo>
                  <a:lnTo>
                    <a:pt x="7711" y="4546"/>
                  </a:lnTo>
                  <a:lnTo>
                    <a:pt x="8451" y="4647"/>
                  </a:lnTo>
                  <a:lnTo>
                    <a:pt x="9192" y="4681"/>
                  </a:lnTo>
                  <a:lnTo>
                    <a:pt x="9226" y="4748"/>
                  </a:lnTo>
                  <a:lnTo>
                    <a:pt x="9495" y="4748"/>
                  </a:lnTo>
                  <a:lnTo>
                    <a:pt x="9697" y="4714"/>
                  </a:lnTo>
                  <a:lnTo>
                    <a:pt x="9865" y="4647"/>
                  </a:lnTo>
                  <a:lnTo>
                    <a:pt x="10034" y="4580"/>
                  </a:lnTo>
                  <a:lnTo>
                    <a:pt x="10168" y="4445"/>
                  </a:lnTo>
                  <a:lnTo>
                    <a:pt x="10303" y="4344"/>
                  </a:lnTo>
                  <a:lnTo>
                    <a:pt x="10505" y="4007"/>
                  </a:lnTo>
                  <a:lnTo>
                    <a:pt x="10707" y="3671"/>
                  </a:lnTo>
                  <a:lnTo>
                    <a:pt x="10808" y="3267"/>
                  </a:lnTo>
                  <a:lnTo>
                    <a:pt x="10909" y="2896"/>
                  </a:lnTo>
                  <a:lnTo>
                    <a:pt x="10976" y="2560"/>
                  </a:lnTo>
                  <a:lnTo>
                    <a:pt x="10976" y="2290"/>
                  </a:lnTo>
                  <a:lnTo>
                    <a:pt x="10943" y="2021"/>
                  </a:lnTo>
                  <a:lnTo>
                    <a:pt x="10842" y="1752"/>
                  </a:lnTo>
                  <a:lnTo>
                    <a:pt x="10673" y="1482"/>
                  </a:lnTo>
                  <a:lnTo>
                    <a:pt x="10505" y="1213"/>
                  </a:lnTo>
                  <a:lnTo>
                    <a:pt x="10303" y="1045"/>
                  </a:lnTo>
                  <a:lnTo>
                    <a:pt x="10168" y="944"/>
                  </a:lnTo>
                  <a:lnTo>
                    <a:pt x="10067" y="910"/>
                  </a:lnTo>
                  <a:lnTo>
                    <a:pt x="9933" y="876"/>
                  </a:lnTo>
                  <a:lnTo>
                    <a:pt x="9798" y="876"/>
                  </a:lnTo>
                  <a:lnTo>
                    <a:pt x="9798" y="775"/>
                  </a:lnTo>
                  <a:lnTo>
                    <a:pt x="9697" y="742"/>
                  </a:lnTo>
                  <a:lnTo>
                    <a:pt x="6229" y="405"/>
                  </a:lnTo>
                  <a:lnTo>
                    <a:pt x="5455" y="304"/>
                  </a:lnTo>
                  <a:lnTo>
                    <a:pt x="4647" y="203"/>
                  </a:lnTo>
                  <a:lnTo>
                    <a:pt x="4243" y="169"/>
                  </a:lnTo>
                  <a:lnTo>
                    <a:pt x="3839" y="135"/>
                  </a:lnTo>
                  <a:lnTo>
                    <a:pt x="3468" y="169"/>
                  </a:lnTo>
                  <a:lnTo>
                    <a:pt x="3098" y="203"/>
                  </a:lnTo>
                  <a:lnTo>
                    <a:pt x="3098" y="102"/>
                  </a:lnTo>
                  <a:lnTo>
                    <a:pt x="3098" y="34"/>
                  </a:lnTo>
                  <a:lnTo>
                    <a:pt x="303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37" name="Google Shape;737;p5"/>
            <p:cNvSpPr/>
            <p:nvPr/>
          </p:nvSpPr>
          <p:spPr>
            <a:xfrm>
              <a:off x="2593361" y="174471"/>
              <a:ext cx="112449" cy="112400"/>
            </a:xfrm>
            <a:custGeom>
              <a:avLst/>
              <a:gdLst/>
              <a:ahLst/>
              <a:cxnLst/>
              <a:rect l="l" t="t" r="r" b="b"/>
              <a:pathLst>
                <a:path w="2257" h="2256" extrusionOk="0">
                  <a:moveTo>
                    <a:pt x="1213" y="169"/>
                  </a:moveTo>
                  <a:lnTo>
                    <a:pt x="1179" y="202"/>
                  </a:lnTo>
                  <a:lnTo>
                    <a:pt x="1179" y="270"/>
                  </a:lnTo>
                  <a:lnTo>
                    <a:pt x="1213" y="337"/>
                  </a:lnTo>
                  <a:lnTo>
                    <a:pt x="1516" y="337"/>
                  </a:lnTo>
                  <a:lnTo>
                    <a:pt x="1684" y="371"/>
                  </a:lnTo>
                  <a:lnTo>
                    <a:pt x="1819" y="505"/>
                  </a:lnTo>
                  <a:lnTo>
                    <a:pt x="1920" y="640"/>
                  </a:lnTo>
                  <a:lnTo>
                    <a:pt x="1987" y="842"/>
                  </a:lnTo>
                  <a:lnTo>
                    <a:pt x="2021" y="1044"/>
                  </a:lnTo>
                  <a:lnTo>
                    <a:pt x="2021" y="1212"/>
                  </a:lnTo>
                  <a:lnTo>
                    <a:pt x="1987" y="1414"/>
                  </a:lnTo>
                  <a:lnTo>
                    <a:pt x="1920" y="1616"/>
                  </a:lnTo>
                  <a:lnTo>
                    <a:pt x="1819" y="1785"/>
                  </a:lnTo>
                  <a:lnTo>
                    <a:pt x="1650" y="1886"/>
                  </a:lnTo>
                  <a:lnTo>
                    <a:pt x="1482" y="1987"/>
                  </a:lnTo>
                  <a:lnTo>
                    <a:pt x="1314" y="2020"/>
                  </a:lnTo>
                  <a:lnTo>
                    <a:pt x="1112" y="2020"/>
                  </a:lnTo>
                  <a:lnTo>
                    <a:pt x="943" y="1987"/>
                  </a:lnTo>
                  <a:lnTo>
                    <a:pt x="741" y="1886"/>
                  </a:lnTo>
                  <a:lnTo>
                    <a:pt x="573" y="1751"/>
                  </a:lnTo>
                  <a:lnTo>
                    <a:pt x="438" y="1616"/>
                  </a:lnTo>
                  <a:lnTo>
                    <a:pt x="337" y="1448"/>
                  </a:lnTo>
                  <a:lnTo>
                    <a:pt x="270" y="1280"/>
                  </a:lnTo>
                  <a:lnTo>
                    <a:pt x="236" y="1111"/>
                  </a:lnTo>
                  <a:lnTo>
                    <a:pt x="270" y="909"/>
                  </a:lnTo>
                  <a:lnTo>
                    <a:pt x="337" y="741"/>
                  </a:lnTo>
                  <a:lnTo>
                    <a:pt x="472" y="539"/>
                  </a:lnTo>
                  <a:lnTo>
                    <a:pt x="640" y="371"/>
                  </a:lnTo>
                  <a:lnTo>
                    <a:pt x="809" y="270"/>
                  </a:lnTo>
                  <a:lnTo>
                    <a:pt x="1011" y="202"/>
                  </a:lnTo>
                  <a:lnTo>
                    <a:pt x="1213" y="169"/>
                  </a:lnTo>
                  <a:close/>
                  <a:moveTo>
                    <a:pt x="1179" y="0"/>
                  </a:moveTo>
                  <a:lnTo>
                    <a:pt x="1011" y="34"/>
                  </a:lnTo>
                  <a:lnTo>
                    <a:pt x="842" y="101"/>
                  </a:lnTo>
                  <a:lnTo>
                    <a:pt x="674" y="169"/>
                  </a:lnTo>
                  <a:lnTo>
                    <a:pt x="506" y="270"/>
                  </a:lnTo>
                  <a:lnTo>
                    <a:pt x="371" y="404"/>
                  </a:lnTo>
                  <a:lnTo>
                    <a:pt x="270" y="539"/>
                  </a:lnTo>
                  <a:lnTo>
                    <a:pt x="135" y="741"/>
                  </a:lnTo>
                  <a:lnTo>
                    <a:pt x="34" y="943"/>
                  </a:lnTo>
                  <a:lnTo>
                    <a:pt x="1" y="1179"/>
                  </a:lnTo>
                  <a:lnTo>
                    <a:pt x="1" y="1313"/>
                  </a:lnTo>
                  <a:lnTo>
                    <a:pt x="68" y="1414"/>
                  </a:lnTo>
                  <a:lnTo>
                    <a:pt x="203" y="1650"/>
                  </a:lnTo>
                  <a:lnTo>
                    <a:pt x="371" y="1886"/>
                  </a:lnTo>
                  <a:lnTo>
                    <a:pt x="607" y="2088"/>
                  </a:lnTo>
                  <a:lnTo>
                    <a:pt x="876" y="2222"/>
                  </a:lnTo>
                  <a:lnTo>
                    <a:pt x="1112" y="2256"/>
                  </a:lnTo>
                  <a:lnTo>
                    <a:pt x="1347" y="2256"/>
                  </a:lnTo>
                  <a:lnTo>
                    <a:pt x="1549" y="2222"/>
                  </a:lnTo>
                  <a:lnTo>
                    <a:pt x="1785" y="2121"/>
                  </a:lnTo>
                  <a:lnTo>
                    <a:pt x="1953" y="1953"/>
                  </a:lnTo>
                  <a:lnTo>
                    <a:pt x="2088" y="1785"/>
                  </a:lnTo>
                  <a:lnTo>
                    <a:pt x="2189" y="1583"/>
                  </a:lnTo>
                  <a:lnTo>
                    <a:pt x="2256" y="1313"/>
                  </a:lnTo>
                  <a:lnTo>
                    <a:pt x="2256" y="1145"/>
                  </a:lnTo>
                  <a:lnTo>
                    <a:pt x="2223" y="943"/>
                  </a:lnTo>
                  <a:lnTo>
                    <a:pt x="2189" y="707"/>
                  </a:lnTo>
                  <a:lnTo>
                    <a:pt x="2088" y="505"/>
                  </a:lnTo>
                  <a:lnTo>
                    <a:pt x="1987" y="303"/>
                  </a:lnTo>
                  <a:lnTo>
                    <a:pt x="1852" y="169"/>
                  </a:lnTo>
                  <a:lnTo>
                    <a:pt x="1684" y="68"/>
                  </a:lnTo>
                  <a:lnTo>
                    <a:pt x="1516" y="68"/>
                  </a:lnTo>
                  <a:lnTo>
                    <a:pt x="1347" y="34"/>
                  </a:lnTo>
                  <a:lnTo>
                    <a:pt x="117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738" name="Google Shape;738;p5"/>
          <p:cNvGrpSpPr/>
          <p:nvPr/>
        </p:nvGrpSpPr>
        <p:grpSpPr>
          <a:xfrm>
            <a:off x="50" y="-7"/>
            <a:ext cx="2049897" cy="773345"/>
            <a:chOff x="50" y="-7"/>
            <a:chExt cx="2049897" cy="773345"/>
          </a:xfrm>
        </p:grpSpPr>
        <p:sp>
          <p:nvSpPr>
            <p:cNvPr id="739" name="Google Shape;739;p5"/>
            <p:cNvSpPr/>
            <p:nvPr/>
          </p:nvSpPr>
          <p:spPr>
            <a:xfrm>
              <a:off x="1065205" y="176115"/>
              <a:ext cx="40306" cy="35274"/>
            </a:xfrm>
            <a:custGeom>
              <a:avLst/>
              <a:gdLst/>
              <a:ahLst/>
              <a:cxnLst/>
              <a:rect l="l" t="t" r="r" b="b"/>
              <a:pathLst>
                <a:path w="809" h="708" extrusionOk="0">
                  <a:moveTo>
                    <a:pt x="641" y="1"/>
                  </a:moveTo>
                  <a:lnTo>
                    <a:pt x="573" y="35"/>
                  </a:lnTo>
                  <a:lnTo>
                    <a:pt x="573" y="102"/>
                  </a:lnTo>
                  <a:lnTo>
                    <a:pt x="607" y="237"/>
                  </a:lnTo>
                  <a:lnTo>
                    <a:pt x="573" y="371"/>
                  </a:lnTo>
                  <a:lnTo>
                    <a:pt x="540" y="439"/>
                  </a:lnTo>
                  <a:lnTo>
                    <a:pt x="472" y="472"/>
                  </a:lnTo>
                  <a:lnTo>
                    <a:pt x="338" y="506"/>
                  </a:lnTo>
                  <a:lnTo>
                    <a:pt x="270" y="506"/>
                  </a:lnTo>
                  <a:lnTo>
                    <a:pt x="237" y="472"/>
                  </a:lnTo>
                  <a:lnTo>
                    <a:pt x="203" y="405"/>
                  </a:lnTo>
                  <a:lnTo>
                    <a:pt x="169" y="371"/>
                  </a:lnTo>
                  <a:lnTo>
                    <a:pt x="169" y="304"/>
                  </a:lnTo>
                  <a:lnTo>
                    <a:pt x="203" y="270"/>
                  </a:lnTo>
                  <a:lnTo>
                    <a:pt x="237" y="169"/>
                  </a:lnTo>
                  <a:lnTo>
                    <a:pt x="237" y="102"/>
                  </a:lnTo>
                  <a:lnTo>
                    <a:pt x="102" y="102"/>
                  </a:lnTo>
                  <a:lnTo>
                    <a:pt x="35" y="169"/>
                  </a:lnTo>
                  <a:lnTo>
                    <a:pt x="1" y="270"/>
                  </a:lnTo>
                  <a:lnTo>
                    <a:pt x="1" y="371"/>
                  </a:lnTo>
                  <a:lnTo>
                    <a:pt x="1" y="472"/>
                  </a:lnTo>
                  <a:lnTo>
                    <a:pt x="68" y="573"/>
                  </a:lnTo>
                  <a:lnTo>
                    <a:pt x="169" y="641"/>
                  </a:lnTo>
                  <a:lnTo>
                    <a:pt x="270" y="674"/>
                  </a:lnTo>
                  <a:lnTo>
                    <a:pt x="405" y="708"/>
                  </a:lnTo>
                  <a:lnTo>
                    <a:pt x="506" y="674"/>
                  </a:lnTo>
                  <a:lnTo>
                    <a:pt x="641" y="607"/>
                  </a:lnTo>
                  <a:lnTo>
                    <a:pt x="708" y="506"/>
                  </a:lnTo>
                  <a:lnTo>
                    <a:pt x="775" y="405"/>
                  </a:lnTo>
                  <a:lnTo>
                    <a:pt x="809" y="270"/>
                  </a:lnTo>
                  <a:lnTo>
                    <a:pt x="809" y="136"/>
                  </a:lnTo>
                  <a:lnTo>
                    <a:pt x="742" y="35"/>
                  </a:lnTo>
                  <a:lnTo>
                    <a:pt x="6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0" name="Google Shape;740;p5"/>
            <p:cNvSpPr/>
            <p:nvPr/>
          </p:nvSpPr>
          <p:spPr>
            <a:xfrm>
              <a:off x="1021610" y="129182"/>
              <a:ext cx="125852" cy="119126"/>
            </a:xfrm>
            <a:custGeom>
              <a:avLst/>
              <a:gdLst/>
              <a:ahLst/>
              <a:cxnLst/>
              <a:rect l="l" t="t" r="r" b="b"/>
              <a:pathLst>
                <a:path w="2526" h="2391" extrusionOk="0">
                  <a:moveTo>
                    <a:pt x="2256" y="236"/>
                  </a:moveTo>
                  <a:lnTo>
                    <a:pt x="2256" y="674"/>
                  </a:lnTo>
                  <a:lnTo>
                    <a:pt x="2290" y="1078"/>
                  </a:lnTo>
                  <a:lnTo>
                    <a:pt x="2290" y="1616"/>
                  </a:lnTo>
                  <a:lnTo>
                    <a:pt x="2324" y="2121"/>
                  </a:lnTo>
                  <a:lnTo>
                    <a:pt x="2088" y="2088"/>
                  </a:lnTo>
                  <a:lnTo>
                    <a:pt x="1886" y="2088"/>
                  </a:lnTo>
                  <a:lnTo>
                    <a:pt x="1448" y="2121"/>
                  </a:lnTo>
                  <a:lnTo>
                    <a:pt x="910" y="2121"/>
                  </a:lnTo>
                  <a:lnTo>
                    <a:pt x="640" y="2155"/>
                  </a:lnTo>
                  <a:lnTo>
                    <a:pt x="371" y="2222"/>
                  </a:lnTo>
                  <a:lnTo>
                    <a:pt x="304" y="1684"/>
                  </a:lnTo>
                  <a:lnTo>
                    <a:pt x="236" y="1145"/>
                  </a:lnTo>
                  <a:lnTo>
                    <a:pt x="203" y="707"/>
                  </a:lnTo>
                  <a:lnTo>
                    <a:pt x="169" y="270"/>
                  </a:lnTo>
                  <a:lnTo>
                    <a:pt x="1213" y="270"/>
                  </a:lnTo>
                  <a:lnTo>
                    <a:pt x="2256" y="236"/>
                  </a:lnTo>
                  <a:close/>
                  <a:moveTo>
                    <a:pt x="2256" y="0"/>
                  </a:moveTo>
                  <a:lnTo>
                    <a:pt x="1179" y="34"/>
                  </a:lnTo>
                  <a:lnTo>
                    <a:pt x="674" y="34"/>
                  </a:lnTo>
                  <a:lnTo>
                    <a:pt x="135" y="101"/>
                  </a:lnTo>
                  <a:lnTo>
                    <a:pt x="68" y="135"/>
                  </a:lnTo>
                  <a:lnTo>
                    <a:pt x="68" y="202"/>
                  </a:lnTo>
                  <a:lnTo>
                    <a:pt x="1" y="438"/>
                  </a:lnTo>
                  <a:lnTo>
                    <a:pt x="1" y="674"/>
                  </a:lnTo>
                  <a:lnTo>
                    <a:pt x="34" y="1145"/>
                  </a:lnTo>
                  <a:lnTo>
                    <a:pt x="102" y="1751"/>
                  </a:lnTo>
                  <a:lnTo>
                    <a:pt x="135" y="2020"/>
                  </a:lnTo>
                  <a:lnTo>
                    <a:pt x="203" y="2323"/>
                  </a:lnTo>
                  <a:lnTo>
                    <a:pt x="236" y="2357"/>
                  </a:lnTo>
                  <a:lnTo>
                    <a:pt x="371" y="2357"/>
                  </a:lnTo>
                  <a:lnTo>
                    <a:pt x="607" y="2391"/>
                  </a:lnTo>
                  <a:lnTo>
                    <a:pt x="842" y="2391"/>
                  </a:lnTo>
                  <a:lnTo>
                    <a:pt x="1314" y="2357"/>
                  </a:lnTo>
                  <a:lnTo>
                    <a:pt x="2088" y="2357"/>
                  </a:lnTo>
                  <a:lnTo>
                    <a:pt x="2357" y="2290"/>
                  </a:lnTo>
                  <a:lnTo>
                    <a:pt x="2391" y="2323"/>
                  </a:lnTo>
                  <a:lnTo>
                    <a:pt x="2458" y="2323"/>
                  </a:lnTo>
                  <a:lnTo>
                    <a:pt x="2492" y="2256"/>
                  </a:lnTo>
                  <a:lnTo>
                    <a:pt x="2526" y="2020"/>
                  </a:lnTo>
                  <a:lnTo>
                    <a:pt x="2526" y="1751"/>
                  </a:lnTo>
                  <a:lnTo>
                    <a:pt x="2492" y="1246"/>
                  </a:lnTo>
                  <a:lnTo>
                    <a:pt x="2458" y="640"/>
                  </a:lnTo>
                  <a:lnTo>
                    <a:pt x="2425" y="371"/>
                  </a:lnTo>
                  <a:lnTo>
                    <a:pt x="2357" y="68"/>
                  </a:lnTo>
                  <a:lnTo>
                    <a:pt x="2324"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1" name="Google Shape;741;p5"/>
            <p:cNvSpPr/>
            <p:nvPr/>
          </p:nvSpPr>
          <p:spPr>
            <a:xfrm>
              <a:off x="1345357" y="164407"/>
              <a:ext cx="36968" cy="38612"/>
            </a:xfrm>
            <a:custGeom>
              <a:avLst/>
              <a:gdLst/>
              <a:ahLst/>
              <a:cxnLst/>
              <a:rect l="l" t="t" r="r" b="b"/>
              <a:pathLst>
                <a:path w="742" h="775" extrusionOk="0">
                  <a:moveTo>
                    <a:pt x="304" y="169"/>
                  </a:moveTo>
                  <a:lnTo>
                    <a:pt x="337" y="202"/>
                  </a:lnTo>
                  <a:lnTo>
                    <a:pt x="371" y="236"/>
                  </a:lnTo>
                  <a:lnTo>
                    <a:pt x="506" y="236"/>
                  </a:lnTo>
                  <a:lnTo>
                    <a:pt x="539" y="404"/>
                  </a:lnTo>
                  <a:lnTo>
                    <a:pt x="506" y="472"/>
                  </a:lnTo>
                  <a:lnTo>
                    <a:pt x="472" y="539"/>
                  </a:lnTo>
                  <a:lnTo>
                    <a:pt x="438" y="573"/>
                  </a:lnTo>
                  <a:lnTo>
                    <a:pt x="371" y="606"/>
                  </a:lnTo>
                  <a:lnTo>
                    <a:pt x="304" y="573"/>
                  </a:lnTo>
                  <a:lnTo>
                    <a:pt x="236" y="539"/>
                  </a:lnTo>
                  <a:lnTo>
                    <a:pt x="203" y="472"/>
                  </a:lnTo>
                  <a:lnTo>
                    <a:pt x="169" y="404"/>
                  </a:lnTo>
                  <a:lnTo>
                    <a:pt x="203" y="270"/>
                  </a:lnTo>
                  <a:lnTo>
                    <a:pt x="304" y="169"/>
                  </a:lnTo>
                  <a:close/>
                  <a:moveTo>
                    <a:pt x="304" y="0"/>
                  </a:moveTo>
                  <a:lnTo>
                    <a:pt x="169" y="68"/>
                  </a:lnTo>
                  <a:lnTo>
                    <a:pt x="68" y="169"/>
                  </a:lnTo>
                  <a:lnTo>
                    <a:pt x="0" y="303"/>
                  </a:lnTo>
                  <a:lnTo>
                    <a:pt x="0" y="438"/>
                  </a:lnTo>
                  <a:lnTo>
                    <a:pt x="34" y="573"/>
                  </a:lnTo>
                  <a:lnTo>
                    <a:pt x="101" y="707"/>
                  </a:lnTo>
                  <a:lnTo>
                    <a:pt x="236" y="775"/>
                  </a:lnTo>
                  <a:lnTo>
                    <a:pt x="506" y="775"/>
                  </a:lnTo>
                  <a:lnTo>
                    <a:pt x="607" y="707"/>
                  </a:lnTo>
                  <a:lnTo>
                    <a:pt x="708" y="573"/>
                  </a:lnTo>
                  <a:lnTo>
                    <a:pt x="741" y="404"/>
                  </a:lnTo>
                  <a:lnTo>
                    <a:pt x="708" y="236"/>
                  </a:lnTo>
                  <a:lnTo>
                    <a:pt x="674" y="101"/>
                  </a:lnTo>
                  <a:lnTo>
                    <a:pt x="607" y="68"/>
                  </a:lnTo>
                  <a:lnTo>
                    <a:pt x="573" y="34"/>
                  </a:lnTo>
                  <a:lnTo>
                    <a:pt x="438"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2" name="Google Shape;742;p5"/>
            <p:cNvSpPr/>
            <p:nvPr/>
          </p:nvSpPr>
          <p:spPr>
            <a:xfrm>
              <a:off x="1081995" y="-7"/>
              <a:ext cx="16840" cy="114143"/>
            </a:xfrm>
            <a:custGeom>
              <a:avLst/>
              <a:gdLst/>
              <a:ahLst/>
              <a:cxnLst/>
              <a:rect l="l" t="t" r="r" b="b"/>
              <a:pathLst>
                <a:path w="338" h="2291" extrusionOk="0">
                  <a:moveTo>
                    <a:pt x="34" y="1"/>
                  </a:moveTo>
                  <a:lnTo>
                    <a:pt x="1" y="270"/>
                  </a:lnTo>
                  <a:lnTo>
                    <a:pt x="1" y="506"/>
                  </a:lnTo>
                  <a:lnTo>
                    <a:pt x="34" y="1044"/>
                  </a:lnTo>
                  <a:lnTo>
                    <a:pt x="68" y="1650"/>
                  </a:lnTo>
                  <a:lnTo>
                    <a:pt x="102" y="1953"/>
                  </a:lnTo>
                  <a:lnTo>
                    <a:pt x="169" y="2223"/>
                  </a:lnTo>
                  <a:lnTo>
                    <a:pt x="203" y="2290"/>
                  </a:lnTo>
                  <a:lnTo>
                    <a:pt x="270" y="2290"/>
                  </a:lnTo>
                  <a:lnTo>
                    <a:pt x="304" y="2256"/>
                  </a:lnTo>
                  <a:lnTo>
                    <a:pt x="304" y="2223"/>
                  </a:lnTo>
                  <a:lnTo>
                    <a:pt x="337" y="1920"/>
                  </a:lnTo>
                  <a:lnTo>
                    <a:pt x="304" y="1617"/>
                  </a:lnTo>
                  <a:lnTo>
                    <a:pt x="236" y="1011"/>
                  </a:lnTo>
                  <a:lnTo>
                    <a:pt x="203" y="506"/>
                  </a:lnTo>
                  <a:lnTo>
                    <a:pt x="203" y="236"/>
                  </a:lnTo>
                  <a:lnTo>
                    <a:pt x="1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3" name="Google Shape;743;p5"/>
            <p:cNvSpPr/>
            <p:nvPr/>
          </p:nvSpPr>
          <p:spPr>
            <a:xfrm>
              <a:off x="1360453" y="-7"/>
              <a:ext cx="124158" cy="110755"/>
            </a:xfrm>
            <a:custGeom>
              <a:avLst/>
              <a:gdLst/>
              <a:ahLst/>
              <a:cxnLst/>
              <a:rect l="l" t="t" r="r" b="b"/>
              <a:pathLst>
                <a:path w="2492" h="2223" extrusionOk="0">
                  <a:moveTo>
                    <a:pt x="1" y="1"/>
                  </a:moveTo>
                  <a:lnTo>
                    <a:pt x="1" y="539"/>
                  </a:lnTo>
                  <a:lnTo>
                    <a:pt x="34" y="1078"/>
                  </a:lnTo>
                  <a:lnTo>
                    <a:pt x="102" y="1617"/>
                  </a:lnTo>
                  <a:lnTo>
                    <a:pt x="203" y="2155"/>
                  </a:lnTo>
                  <a:lnTo>
                    <a:pt x="236" y="2223"/>
                  </a:lnTo>
                  <a:lnTo>
                    <a:pt x="304" y="2223"/>
                  </a:lnTo>
                  <a:lnTo>
                    <a:pt x="371" y="2189"/>
                  </a:lnTo>
                  <a:lnTo>
                    <a:pt x="405" y="2122"/>
                  </a:lnTo>
                  <a:lnTo>
                    <a:pt x="405" y="2054"/>
                  </a:lnTo>
                  <a:lnTo>
                    <a:pt x="876" y="2122"/>
                  </a:lnTo>
                  <a:lnTo>
                    <a:pt x="1347" y="2155"/>
                  </a:lnTo>
                  <a:lnTo>
                    <a:pt x="1852" y="2122"/>
                  </a:lnTo>
                  <a:lnTo>
                    <a:pt x="2088" y="2088"/>
                  </a:lnTo>
                  <a:lnTo>
                    <a:pt x="2290" y="2054"/>
                  </a:lnTo>
                  <a:lnTo>
                    <a:pt x="2357" y="1987"/>
                  </a:lnTo>
                  <a:lnTo>
                    <a:pt x="2357" y="1920"/>
                  </a:lnTo>
                  <a:lnTo>
                    <a:pt x="2425" y="1920"/>
                  </a:lnTo>
                  <a:lnTo>
                    <a:pt x="2458" y="1886"/>
                  </a:lnTo>
                  <a:lnTo>
                    <a:pt x="2458" y="1852"/>
                  </a:lnTo>
                  <a:lnTo>
                    <a:pt x="2492" y="943"/>
                  </a:lnTo>
                  <a:lnTo>
                    <a:pt x="2425" y="1"/>
                  </a:lnTo>
                  <a:lnTo>
                    <a:pt x="2256" y="1"/>
                  </a:lnTo>
                  <a:lnTo>
                    <a:pt x="2223" y="472"/>
                  </a:lnTo>
                  <a:lnTo>
                    <a:pt x="2223" y="943"/>
                  </a:lnTo>
                  <a:lnTo>
                    <a:pt x="2256" y="1415"/>
                  </a:lnTo>
                  <a:lnTo>
                    <a:pt x="2290" y="1852"/>
                  </a:lnTo>
                  <a:lnTo>
                    <a:pt x="2324" y="1886"/>
                  </a:lnTo>
                  <a:lnTo>
                    <a:pt x="2290" y="1886"/>
                  </a:lnTo>
                  <a:lnTo>
                    <a:pt x="2054" y="1852"/>
                  </a:lnTo>
                  <a:lnTo>
                    <a:pt x="1819" y="1886"/>
                  </a:lnTo>
                  <a:lnTo>
                    <a:pt x="371" y="1886"/>
                  </a:lnTo>
                  <a:lnTo>
                    <a:pt x="270" y="943"/>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4" name="Google Shape;744;p5"/>
            <p:cNvSpPr/>
            <p:nvPr/>
          </p:nvSpPr>
          <p:spPr>
            <a:xfrm>
              <a:off x="105723" y="-7"/>
              <a:ext cx="124207" cy="23566"/>
            </a:xfrm>
            <a:custGeom>
              <a:avLst/>
              <a:gdLst/>
              <a:ahLst/>
              <a:cxnLst/>
              <a:rect l="l" t="t" r="r" b="b"/>
              <a:pathLst>
                <a:path w="2493" h="473" extrusionOk="0">
                  <a:moveTo>
                    <a:pt x="1" y="1"/>
                  </a:moveTo>
                  <a:lnTo>
                    <a:pt x="34" y="337"/>
                  </a:lnTo>
                  <a:lnTo>
                    <a:pt x="68" y="405"/>
                  </a:lnTo>
                  <a:lnTo>
                    <a:pt x="169" y="405"/>
                  </a:lnTo>
                  <a:lnTo>
                    <a:pt x="203" y="371"/>
                  </a:lnTo>
                  <a:lnTo>
                    <a:pt x="439" y="438"/>
                  </a:lnTo>
                  <a:lnTo>
                    <a:pt x="674" y="472"/>
                  </a:lnTo>
                  <a:lnTo>
                    <a:pt x="1213" y="472"/>
                  </a:lnTo>
                  <a:lnTo>
                    <a:pt x="1752" y="405"/>
                  </a:lnTo>
                  <a:lnTo>
                    <a:pt x="2257" y="304"/>
                  </a:lnTo>
                  <a:lnTo>
                    <a:pt x="2257" y="337"/>
                  </a:lnTo>
                  <a:lnTo>
                    <a:pt x="2324" y="405"/>
                  </a:lnTo>
                  <a:lnTo>
                    <a:pt x="2391" y="438"/>
                  </a:lnTo>
                  <a:lnTo>
                    <a:pt x="2459" y="405"/>
                  </a:lnTo>
                  <a:lnTo>
                    <a:pt x="2492" y="371"/>
                  </a:lnTo>
                  <a:lnTo>
                    <a:pt x="2492" y="304"/>
                  </a:lnTo>
                  <a:lnTo>
                    <a:pt x="2425" y="1"/>
                  </a:lnTo>
                  <a:lnTo>
                    <a:pt x="2223" y="1"/>
                  </a:lnTo>
                  <a:lnTo>
                    <a:pt x="2257" y="135"/>
                  </a:lnTo>
                  <a:lnTo>
                    <a:pt x="1179" y="236"/>
                  </a:lnTo>
                  <a:lnTo>
                    <a:pt x="708" y="270"/>
                  </a:lnTo>
                  <a:lnTo>
                    <a:pt x="439" y="270"/>
                  </a:lnTo>
                  <a:lnTo>
                    <a:pt x="203" y="30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5" name="Google Shape;745;p5"/>
            <p:cNvSpPr/>
            <p:nvPr/>
          </p:nvSpPr>
          <p:spPr>
            <a:xfrm>
              <a:off x="1311826" y="119118"/>
              <a:ext cx="115787" cy="119126"/>
            </a:xfrm>
            <a:custGeom>
              <a:avLst/>
              <a:gdLst/>
              <a:ahLst/>
              <a:cxnLst/>
              <a:rect l="l" t="t" r="r" b="b"/>
              <a:pathLst>
                <a:path w="2324" h="2391" extrusionOk="0">
                  <a:moveTo>
                    <a:pt x="1515" y="0"/>
                  </a:moveTo>
                  <a:lnTo>
                    <a:pt x="909" y="34"/>
                  </a:lnTo>
                  <a:lnTo>
                    <a:pt x="202" y="34"/>
                  </a:lnTo>
                  <a:lnTo>
                    <a:pt x="0" y="101"/>
                  </a:lnTo>
                  <a:lnTo>
                    <a:pt x="0" y="135"/>
                  </a:lnTo>
                  <a:lnTo>
                    <a:pt x="67" y="202"/>
                  </a:lnTo>
                  <a:lnTo>
                    <a:pt x="168" y="236"/>
                  </a:lnTo>
                  <a:lnTo>
                    <a:pt x="370" y="270"/>
                  </a:lnTo>
                  <a:lnTo>
                    <a:pt x="1414" y="270"/>
                  </a:lnTo>
                  <a:lnTo>
                    <a:pt x="2020" y="202"/>
                  </a:lnTo>
                  <a:lnTo>
                    <a:pt x="2020" y="202"/>
                  </a:lnTo>
                  <a:lnTo>
                    <a:pt x="1987" y="438"/>
                  </a:lnTo>
                  <a:lnTo>
                    <a:pt x="2020" y="640"/>
                  </a:lnTo>
                  <a:lnTo>
                    <a:pt x="2054" y="1078"/>
                  </a:lnTo>
                  <a:lnTo>
                    <a:pt x="2054" y="1583"/>
                  </a:lnTo>
                  <a:lnTo>
                    <a:pt x="2088" y="1852"/>
                  </a:lnTo>
                  <a:lnTo>
                    <a:pt x="2121" y="2121"/>
                  </a:lnTo>
                  <a:lnTo>
                    <a:pt x="977" y="2155"/>
                  </a:lnTo>
                  <a:lnTo>
                    <a:pt x="539" y="2121"/>
                  </a:lnTo>
                  <a:lnTo>
                    <a:pt x="370" y="2155"/>
                  </a:lnTo>
                  <a:lnTo>
                    <a:pt x="269" y="2222"/>
                  </a:lnTo>
                  <a:lnTo>
                    <a:pt x="202" y="2256"/>
                  </a:lnTo>
                  <a:lnTo>
                    <a:pt x="202" y="2290"/>
                  </a:lnTo>
                  <a:lnTo>
                    <a:pt x="269" y="2323"/>
                  </a:lnTo>
                  <a:lnTo>
                    <a:pt x="370" y="2357"/>
                  </a:lnTo>
                  <a:lnTo>
                    <a:pt x="572" y="2391"/>
                  </a:lnTo>
                  <a:lnTo>
                    <a:pt x="1583" y="2391"/>
                  </a:lnTo>
                  <a:lnTo>
                    <a:pt x="2222" y="2357"/>
                  </a:lnTo>
                  <a:lnTo>
                    <a:pt x="2290" y="2323"/>
                  </a:lnTo>
                  <a:lnTo>
                    <a:pt x="2323" y="2290"/>
                  </a:lnTo>
                  <a:lnTo>
                    <a:pt x="2323" y="2222"/>
                  </a:lnTo>
                  <a:lnTo>
                    <a:pt x="2290" y="2155"/>
                  </a:lnTo>
                  <a:lnTo>
                    <a:pt x="2323" y="1886"/>
                  </a:lnTo>
                  <a:lnTo>
                    <a:pt x="2290" y="1616"/>
                  </a:lnTo>
                  <a:lnTo>
                    <a:pt x="2256" y="1044"/>
                  </a:lnTo>
                  <a:lnTo>
                    <a:pt x="2256" y="606"/>
                  </a:lnTo>
                  <a:lnTo>
                    <a:pt x="2222" y="404"/>
                  </a:lnTo>
                  <a:lnTo>
                    <a:pt x="2189" y="202"/>
                  </a:lnTo>
                  <a:lnTo>
                    <a:pt x="2222" y="135"/>
                  </a:lnTo>
                  <a:lnTo>
                    <a:pt x="2222" y="67"/>
                  </a:lnTo>
                  <a:lnTo>
                    <a:pt x="2189" y="34"/>
                  </a:lnTo>
                  <a:lnTo>
                    <a:pt x="212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6" name="Google Shape;746;p5"/>
            <p:cNvSpPr/>
            <p:nvPr/>
          </p:nvSpPr>
          <p:spPr>
            <a:xfrm>
              <a:off x="1276602" y="52007"/>
              <a:ext cx="30242" cy="33580"/>
            </a:xfrm>
            <a:custGeom>
              <a:avLst/>
              <a:gdLst/>
              <a:ahLst/>
              <a:cxnLst/>
              <a:rect l="l" t="t" r="r" b="b"/>
              <a:pathLst>
                <a:path w="607" h="674" extrusionOk="0">
                  <a:moveTo>
                    <a:pt x="202" y="0"/>
                  </a:moveTo>
                  <a:lnTo>
                    <a:pt x="101" y="34"/>
                  </a:lnTo>
                  <a:lnTo>
                    <a:pt x="34" y="101"/>
                  </a:lnTo>
                  <a:lnTo>
                    <a:pt x="0" y="202"/>
                  </a:lnTo>
                  <a:lnTo>
                    <a:pt x="0" y="270"/>
                  </a:lnTo>
                  <a:lnTo>
                    <a:pt x="34" y="337"/>
                  </a:lnTo>
                  <a:lnTo>
                    <a:pt x="101" y="371"/>
                  </a:lnTo>
                  <a:lnTo>
                    <a:pt x="202" y="404"/>
                  </a:lnTo>
                  <a:lnTo>
                    <a:pt x="438" y="404"/>
                  </a:lnTo>
                  <a:lnTo>
                    <a:pt x="438" y="472"/>
                  </a:lnTo>
                  <a:lnTo>
                    <a:pt x="404" y="573"/>
                  </a:lnTo>
                  <a:lnTo>
                    <a:pt x="438" y="640"/>
                  </a:lnTo>
                  <a:lnTo>
                    <a:pt x="471" y="674"/>
                  </a:lnTo>
                  <a:lnTo>
                    <a:pt x="505" y="674"/>
                  </a:lnTo>
                  <a:lnTo>
                    <a:pt x="572" y="573"/>
                  </a:lnTo>
                  <a:lnTo>
                    <a:pt x="606" y="472"/>
                  </a:lnTo>
                  <a:lnTo>
                    <a:pt x="606" y="270"/>
                  </a:lnTo>
                  <a:lnTo>
                    <a:pt x="606" y="202"/>
                  </a:lnTo>
                  <a:lnTo>
                    <a:pt x="539" y="169"/>
                  </a:lnTo>
                  <a:lnTo>
                    <a:pt x="505" y="202"/>
                  </a:lnTo>
                  <a:lnTo>
                    <a:pt x="337" y="270"/>
                  </a:lnTo>
                  <a:lnTo>
                    <a:pt x="168" y="270"/>
                  </a:lnTo>
                  <a:lnTo>
                    <a:pt x="135" y="236"/>
                  </a:lnTo>
                  <a:lnTo>
                    <a:pt x="168" y="169"/>
                  </a:lnTo>
                  <a:lnTo>
                    <a:pt x="202" y="135"/>
                  </a:lnTo>
                  <a:lnTo>
                    <a:pt x="505" y="135"/>
                  </a:lnTo>
                  <a:lnTo>
                    <a:pt x="505" y="169"/>
                  </a:lnTo>
                  <a:lnTo>
                    <a:pt x="572" y="169"/>
                  </a:lnTo>
                  <a:lnTo>
                    <a:pt x="606" y="135"/>
                  </a:lnTo>
                  <a:lnTo>
                    <a:pt x="539" y="68"/>
                  </a:lnTo>
                  <a:lnTo>
                    <a:pt x="471" y="34"/>
                  </a:lnTo>
                  <a:lnTo>
                    <a:pt x="30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7" name="Google Shape;747;p5"/>
            <p:cNvSpPr/>
            <p:nvPr/>
          </p:nvSpPr>
          <p:spPr>
            <a:xfrm>
              <a:off x="1090365" y="-7"/>
              <a:ext cx="115837" cy="112449"/>
            </a:xfrm>
            <a:custGeom>
              <a:avLst/>
              <a:gdLst/>
              <a:ahLst/>
              <a:cxnLst/>
              <a:rect l="l" t="t" r="r" b="b"/>
              <a:pathLst>
                <a:path w="2325" h="2257" extrusionOk="0">
                  <a:moveTo>
                    <a:pt x="1" y="1"/>
                  </a:moveTo>
                  <a:lnTo>
                    <a:pt x="169" y="102"/>
                  </a:lnTo>
                  <a:lnTo>
                    <a:pt x="371" y="135"/>
                  </a:lnTo>
                  <a:lnTo>
                    <a:pt x="775" y="135"/>
                  </a:lnTo>
                  <a:lnTo>
                    <a:pt x="1415" y="102"/>
                  </a:lnTo>
                  <a:lnTo>
                    <a:pt x="2021" y="68"/>
                  </a:lnTo>
                  <a:lnTo>
                    <a:pt x="2021" y="68"/>
                  </a:lnTo>
                  <a:lnTo>
                    <a:pt x="1987" y="270"/>
                  </a:lnTo>
                  <a:lnTo>
                    <a:pt x="2021" y="506"/>
                  </a:lnTo>
                  <a:lnTo>
                    <a:pt x="2055" y="910"/>
                  </a:lnTo>
                  <a:lnTo>
                    <a:pt x="2055" y="1448"/>
                  </a:lnTo>
                  <a:lnTo>
                    <a:pt x="2088" y="1718"/>
                  </a:lnTo>
                  <a:lnTo>
                    <a:pt x="2122" y="1987"/>
                  </a:lnTo>
                  <a:lnTo>
                    <a:pt x="573" y="1987"/>
                  </a:lnTo>
                  <a:lnTo>
                    <a:pt x="371" y="2021"/>
                  </a:lnTo>
                  <a:lnTo>
                    <a:pt x="270" y="2054"/>
                  </a:lnTo>
                  <a:lnTo>
                    <a:pt x="203" y="2122"/>
                  </a:lnTo>
                  <a:lnTo>
                    <a:pt x="270" y="2189"/>
                  </a:lnTo>
                  <a:lnTo>
                    <a:pt x="371" y="2223"/>
                  </a:lnTo>
                  <a:lnTo>
                    <a:pt x="573" y="2256"/>
                  </a:lnTo>
                  <a:lnTo>
                    <a:pt x="977" y="2223"/>
                  </a:lnTo>
                  <a:lnTo>
                    <a:pt x="2223" y="2223"/>
                  </a:lnTo>
                  <a:lnTo>
                    <a:pt x="2290" y="2189"/>
                  </a:lnTo>
                  <a:lnTo>
                    <a:pt x="2324" y="2122"/>
                  </a:lnTo>
                  <a:lnTo>
                    <a:pt x="2324" y="2088"/>
                  </a:lnTo>
                  <a:lnTo>
                    <a:pt x="2290" y="2021"/>
                  </a:lnTo>
                  <a:lnTo>
                    <a:pt x="2324" y="1751"/>
                  </a:lnTo>
                  <a:lnTo>
                    <a:pt x="2290" y="1448"/>
                  </a:lnTo>
                  <a:lnTo>
                    <a:pt x="2257" y="910"/>
                  </a:lnTo>
                  <a:lnTo>
                    <a:pt x="2257" y="472"/>
                  </a:lnTo>
                  <a:lnTo>
                    <a:pt x="2223" y="236"/>
                  </a:lnTo>
                  <a:lnTo>
                    <a:pt x="2189" y="34"/>
                  </a:lnTo>
                  <a:lnTo>
                    <a:pt x="22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8" name="Google Shape;748;p5"/>
            <p:cNvSpPr/>
            <p:nvPr/>
          </p:nvSpPr>
          <p:spPr>
            <a:xfrm>
              <a:off x="1219555" y="-7"/>
              <a:ext cx="16840" cy="104079"/>
            </a:xfrm>
            <a:custGeom>
              <a:avLst/>
              <a:gdLst/>
              <a:ahLst/>
              <a:cxnLst/>
              <a:rect l="l" t="t" r="r" b="b"/>
              <a:pathLst>
                <a:path w="338" h="2089" extrusionOk="0">
                  <a:moveTo>
                    <a:pt x="34" y="1"/>
                  </a:moveTo>
                  <a:lnTo>
                    <a:pt x="0" y="405"/>
                  </a:lnTo>
                  <a:lnTo>
                    <a:pt x="0" y="809"/>
                  </a:lnTo>
                  <a:lnTo>
                    <a:pt x="34" y="1448"/>
                  </a:lnTo>
                  <a:lnTo>
                    <a:pt x="101" y="1751"/>
                  </a:lnTo>
                  <a:lnTo>
                    <a:pt x="169" y="2021"/>
                  </a:lnTo>
                  <a:lnTo>
                    <a:pt x="202" y="2088"/>
                  </a:lnTo>
                  <a:lnTo>
                    <a:pt x="270" y="2088"/>
                  </a:lnTo>
                  <a:lnTo>
                    <a:pt x="303" y="2054"/>
                  </a:lnTo>
                  <a:lnTo>
                    <a:pt x="337" y="1987"/>
                  </a:lnTo>
                  <a:lnTo>
                    <a:pt x="337" y="1718"/>
                  </a:lnTo>
                  <a:lnTo>
                    <a:pt x="303" y="1415"/>
                  </a:lnTo>
                  <a:lnTo>
                    <a:pt x="236" y="809"/>
                  </a:lnTo>
                  <a:lnTo>
                    <a:pt x="236" y="405"/>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49" name="Google Shape;749;p5"/>
            <p:cNvSpPr/>
            <p:nvPr/>
          </p:nvSpPr>
          <p:spPr>
            <a:xfrm>
              <a:off x="1501351" y="-7"/>
              <a:ext cx="124207" cy="94015"/>
            </a:xfrm>
            <a:custGeom>
              <a:avLst/>
              <a:gdLst/>
              <a:ahLst/>
              <a:cxnLst/>
              <a:rect l="l" t="t" r="r" b="b"/>
              <a:pathLst>
                <a:path w="2493" h="1887" extrusionOk="0">
                  <a:moveTo>
                    <a:pt x="1" y="1"/>
                  </a:moveTo>
                  <a:lnTo>
                    <a:pt x="1" y="304"/>
                  </a:lnTo>
                  <a:lnTo>
                    <a:pt x="1" y="640"/>
                  </a:lnTo>
                  <a:lnTo>
                    <a:pt x="68" y="1213"/>
                  </a:lnTo>
                  <a:lnTo>
                    <a:pt x="102" y="1516"/>
                  </a:lnTo>
                  <a:lnTo>
                    <a:pt x="203" y="1785"/>
                  </a:lnTo>
                  <a:lnTo>
                    <a:pt x="203" y="1819"/>
                  </a:lnTo>
                  <a:lnTo>
                    <a:pt x="236" y="1852"/>
                  </a:lnTo>
                  <a:lnTo>
                    <a:pt x="304" y="1819"/>
                  </a:lnTo>
                  <a:lnTo>
                    <a:pt x="337" y="1852"/>
                  </a:lnTo>
                  <a:lnTo>
                    <a:pt x="573" y="1886"/>
                  </a:lnTo>
                  <a:lnTo>
                    <a:pt x="809" y="1852"/>
                  </a:lnTo>
                  <a:lnTo>
                    <a:pt x="1280" y="1852"/>
                  </a:lnTo>
                  <a:lnTo>
                    <a:pt x="1819" y="1819"/>
                  </a:lnTo>
                  <a:lnTo>
                    <a:pt x="2054" y="1819"/>
                  </a:lnTo>
                  <a:lnTo>
                    <a:pt x="2324" y="1785"/>
                  </a:lnTo>
                  <a:lnTo>
                    <a:pt x="2357" y="1819"/>
                  </a:lnTo>
                  <a:lnTo>
                    <a:pt x="2391" y="1819"/>
                  </a:lnTo>
                  <a:lnTo>
                    <a:pt x="2458" y="1785"/>
                  </a:lnTo>
                  <a:lnTo>
                    <a:pt x="2458" y="1751"/>
                  </a:lnTo>
                  <a:lnTo>
                    <a:pt x="2492" y="1516"/>
                  </a:lnTo>
                  <a:lnTo>
                    <a:pt x="2492" y="1246"/>
                  </a:lnTo>
                  <a:lnTo>
                    <a:pt x="2458" y="741"/>
                  </a:lnTo>
                  <a:lnTo>
                    <a:pt x="2425" y="1"/>
                  </a:lnTo>
                  <a:lnTo>
                    <a:pt x="2223" y="1"/>
                  </a:lnTo>
                  <a:lnTo>
                    <a:pt x="2256" y="573"/>
                  </a:lnTo>
                  <a:lnTo>
                    <a:pt x="2256" y="1078"/>
                  </a:lnTo>
                  <a:lnTo>
                    <a:pt x="2290" y="1617"/>
                  </a:lnTo>
                  <a:lnTo>
                    <a:pt x="2088" y="1583"/>
                  </a:lnTo>
                  <a:lnTo>
                    <a:pt x="1852" y="1583"/>
                  </a:lnTo>
                  <a:lnTo>
                    <a:pt x="1415" y="1617"/>
                  </a:lnTo>
                  <a:lnTo>
                    <a:pt x="876" y="1617"/>
                  </a:lnTo>
                  <a:lnTo>
                    <a:pt x="607" y="1650"/>
                  </a:lnTo>
                  <a:lnTo>
                    <a:pt x="337" y="1718"/>
                  </a:lnTo>
                  <a:lnTo>
                    <a:pt x="304" y="1179"/>
                  </a:lnTo>
                  <a:lnTo>
                    <a:pt x="236" y="640"/>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0" name="Google Shape;750;p5"/>
            <p:cNvSpPr/>
            <p:nvPr/>
          </p:nvSpPr>
          <p:spPr>
            <a:xfrm>
              <a:off x="800199" y="3380"/>
              <a:ext cx="125852" cy="117432"/>
            </a:xfrm>
            <a:custGeom>
              <a:avLst/>
              <a:gdLst/>
              <a:ahLst/>
              <a:cxnLst/>
              <a:rect l="l" t="t" r="r" b="b"/>
              <a:pathLst>
                <a:path w="2526" h="2357" extrusionOk="0">
                  <a:moveTo>
                    <a:pt x="2256" y="202"/>
                  </a:moveTo>
                  <a:lnTo>
                    <a:pt x="2256" y="640"/>
                  </a:lnTo>
                  <a:lnTo>
                    <a:pt x="2290" y="1077"/>
                  </a:lnTo>
                  <a:lnTo>
                    <a:pt x="2290" y="1582"/>
                  </a:lnTo>
                  <a:lnTo>
                    <a:pt x="2323" y="2121"/>
                  </a:lnTo>
                  <a:lnTo>
                    <a:pt x="2088" y="2087"/>
                  </a:lnTo>
                  <a:lnTo>
                    <a:pt x="1886" y="2087"/>
                  </a:lnTo>
                  <a:lnTo>
                    <a:pt x="1448" y="2121"/>
                  </a:lnTo>
                  <a:lnTo>
                    <a:pt x="909" y="2121"/>
                  </a:lnTo>
                  <a:lnTo>
                    <a:pt x="640" y="2155"/>
                  </a:lnTo>
                  <a:lnTo>
                    <a:pt x="371" y="2222"/>
                  </a:lnTo>
                  <a:lnTo>
                    <a:pt x="337" y="1683"/>
                  </a:lnTo>
                  <a:lnTo>
                    <a:pt x="236" y="1145"/>
                  </a:lnTo>
                  <a:lnTo>
                    <a:pt x="202" y="707"/>
                  </a:lnTo>
                  <a:lnTo>
                    <a:pt x="169" y="269"/>
                  </a:lnTo>
                  <a:lnTo>
                    <a:pt x="1212" y="269"/>
                  </a:lnTo>
                  <a:lnTo>
                    <a:pt x="2256" y="202"/>
                  </a:lnTo>
                  <a:close/>
                  <a:moveTo>
                    <a:pt x="1179" y="0"/>
                  </a:moveTo>
                  <a:lnTo>
                    <a:pt x="674" y="34"/>
                  </a:lnTo>
                  <a:lnTo>
                    <a:pt x="135" y="67"/>
                  </a:lnTo>
                  <a:lnTo>
                    <a:pt x="68" y="101"/>
                  </a:lnTo>
                  <a:lnTo>
                    <a:pt x="68" y="168"/>
                  </a:lnTo>
                  <a:lnTo>
                    <a:pt x="34" y="438"/>
                  </a:lnTo>
                  <a:lnTo>
                    <a:pt x="0" y="673"/>
                  </a:lnTo>
                  <a:lnTo>
                    <a:pt x="34" y="1145"/>
                  </a:lnTo>
                  <a:lnTo>
                    <a:pt x="101" y="1717"/>
                  </a:lnTo>
                  <a:lnTo>
                    <a:pt x="135" y="2020"/>
                  </a:lnTo>
                  <a:lnTo>
                    <a:pt x="202" y="2289"/>
                  </a:lnTo>
                  <a:lnTo>
                    <a:pt x="236" y="2323"/>
                  </a:lnTo>
                  <a:lnTo>
                    <a:pt x="270" y="2357"/>
                  </a:lnTo>
                  <a:lnTo>
                    <a:pt x="337" y="2323"/>
                  </a:lnTo>
                  <a:lnTo>
                    <a:pt x="371" y="2357"/>
                  </a:lnTo>
                  <a:lnTo>
                    <a:pt x="1313" y="2357"/>
                  </a:lnTo>
                  <a:lnTo>
                    <a:pt x="1818" y="2323"/>
                  </a:lnTo>
                  <a:lnTo>
                    <a:pt x="2088" y="2323"/>
                  </a:lnTo>
                  <a:lnTo>
                    <a:pt x="2357" y="2289"/>
                  </a:lnTo>
                  <a:lnTo>
                    <a:pt x="2391" y="2323"/>
                  </a:lnTo>
                  <a:lnTo>
                    <a:pt x="2424" y="2323"/>
                  </a:lnTo>
                  <a:lnTo>
                    <a:pt x="2458" y="2289"/>
                  </a:lnTo>
                  <a:lnTo>
                    <a:pt x="2492" y="2256"/>
                  </a:lnTo>
                  <a:lnTo>
                    <a:pt x="2525" y="2020"/>
                  </a:lnTo>
                  <a:lnTo>
                    <a:pt x="2525" y="1751"/>
                  </a:lnTo>
                  <a:lnTo>
                    <a:pt x="2492" y="1246"/>
                  </a:lnTo>
                  <a:lnTo>
                    <a:pt x="2458" y="640"/>
                  </a:lnTo>
                  <a:lnTo>
                    <a:pt x="2424" y="337"/>
                  </a:lnTo>
                  <a:lnTo>
                    <a:pt x="2357" y="67"/>
                  </a:lnTo>
                  <a:lnTo>
                    <a:pt x="2323"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1" name="Google Shape;751;p5"/>
            <p:cNvSpPr/>
            <p:nvPr/>
          </p:nvSpPr>
          <p:spPr>
            <a:xfrm>
              <a:off x="993112" y="63765"/>
              <a:ext cx="21822" cy="35274"/>
            </a:xfrm>
            <a:custGeom>
              <a:avLst/>
              <a:gdLst/>
              <a:ahLst/>
              <a:cxnLst/>
              <a:rect l="l" t="t" r="r" b="b"/>
              <a:pathLst>
                <a:path w="438" h="708" extrusionOk="0">
                  <a:moveTo>
                    <a:pt x="303" y="0"/>
                  </a:moveTo>
                  <a:lnTo>
                    <a:pt x="169" y="34"/>
                  </a:lnTo>
                  <a:lnTo>
                    <a:pt x="34" y="101"/>
                  </a:lnTo>
                  <a:lnTo>
                    <a:pt x="0" y="135"/>
                  </a:lnTo>
                  <a:lnTo>
                    <a:pt x="0" y="168"/>
                  </a:lnTo>
                  <a:lnTo>
                    <a:pt x="0" y="202"/>
                  </a:lnTo>
                  <a:lnTo>
                    <a:pt x="270" y="202"/>
                  </a:lnTo>
                  <a:lnTo>
                    <a:pt x="236" y="404"/>
                  </a:lnTo>
                  <a:lnTo>
                    <a:pt x="169" y="572"/>
                  </a:lnTo>
                  <a:lnTo>
                    <a:pt x="135" y="640"/>
                  </a:lnTo>
                  <a:lnTo>
                    <a:pt x="202" y="707"/>
                  </a:lnTo>
                  <a:lnTo>
                    <a:pt x="270" y="707"/>
                  </a:lnTo>
                  <a:lnTo>
                    <a:pt x="337" y="673"/>
                  </a:lnTo>
                  <a:lnTo>
                    <a:pt x="404" y="539"/>
                  </a:lnTo>
                  <a:lnTo>
                    <a:pt x="438" y="370"/>
                  </a:lnTo>
                  <a:lnTo>
                    <a:pt x="438" y="236"/>
                  </a:lnTo>
                  <a:lnTo>
                    <a:pt x="438" y="67"/>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2" name="Google Shape;752;p5"/>
            <p:cNvSpPr/>
            <p:nvPr/>
          </p:nvSpPr>
          <p:spPr>
            <a:xfrm>
              <a:off x="853858" y="70442"/>
              <a:ext cx="28598" cy="35274"/>
            </a:xfrm>
            <a:custGeom>
              <a:avLst/>
              <a:gdLst/>
              <a:ahLst/>
              <a:cxnLst/>
              <a:rect l="l" t="t" r="r" b="b"/>
              <a:pathLst>
                <a:path w="574" h="708" extrusionOk="0">
                  <a:moveTo>
                    <a:pt x="337" y="1"/>
                  </a:moveTo>
                  <a:lnTo>
                    <a:pt x="270" y="34"/>
                  </a:lnTo>
                  <a:lnTo>
                    <a:pt x="169" y="68"/>
                  </a:lnTo>
                  <a:lnTo>
                    <a:pt x="68" y="203"/>
                  </a:lnTo>
                  <a:lnTo>
                    <a:pt x="34" y="270"/>
                  </a:lnTo>
                  <a:lnTo>
                    <a:pt x="1" y="371"/>
                  </a:lnTo>
                  <a:lnTo>
                    <a:pt x="1" y="438"/>
                  </a:lnTo>
                  <a:lnTo>
                    <a:pt x="34" y="539"/>
                  </a:lnTo>
                  <a:lnTo>
                    <a:pt x="135" y="640"/>
                  </a:lnTo>
                  <a:lnTo>
                    <a:pt x="270" y="708"/>
                  </a:lnTo>
                  <a:lnTo>
                    <a:pt x="371" y="708"/>
                  </a:lnTo>
                  <a:lnTo>
                    <a:pt x="438" y="640"/>
                  </a:lnTo>
                  <a:lnTo>
                    <a:pt x="573" y="506"/>
                  </a:lnTo>
                  <a:lnTo>
                    <a:pt x="573" y="472"/>
                  </a:lnTo>
                  <a:lnTo>
                    <a:pt x="573" y="405"/>
                  </a:lnTo>
                  <a:lnTo>
                    <a:pt x="539" y="371"/>
                  </a:lnTo>
                  <a:lnTo>
                    <a:pt x="135" y="371"/>
                  </a:lnTo>
                  <a:lnTo>
                    <a:pt x="169" y="270"/>
                  </a:lnTo>
                  <a:lnTo>
                    <a:pt x="236" y="203"/>
                  </a:lnTo>
                  <a:lnTo>
                    <a:pt x="304" y="135"/>
                  </a:lnTo>
                  <a:lnTo>
                    <a:pt x="37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3" name="Google Shape;753;p5"/>
            <p:cNvSpPr/>
            <p:nvPr/>
          </p:nvSpPr>
          <p:spPr>
            <a:xfrm>
              <a:off x="560304" y="-7"/>
              <a:ext cx="20178" cy="50"/>
            </a:xfrm>
            <a:custGeom>
              <a:avLst/>
              <a:gdLst/>
              <a:ahLst/>
              <a:cxnLst/>
              <a:rect l="l" t="t" r="r" b="b"/>
              <a:pathLst>
                <a:path w="405" h="1" extrusionOk="0">
                  <a:moveTo>
                    <a:pt x="405" y="1"/>
                  </a:moveTo>
                  <a:lnTo>
                    <a:pt x="1" y="1"/>
                  </a:lnTo>
                  <a:lnTo>
                    <a:pt x="1" y="1"/>
                  </a:lnTo>
                  <a:lnTo>
                    <a:pt x="405" y="1"/>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4" name="Google Shape;754;p5"/>
            <p:cNvSpPr/>
            <p:nvPr/>
          </p:nvSpPr>
          <p:spPr>
            <a:xfrm>
              <a:off x="382537" y="25153"/>
              <a:ext cx="15146" cy="117481"/>
            </a:xfrm>
            <a:custGeom>
              <a:avLst/>
              <a:gdLst/>
              <a:ahLst/>
              <a:cxnLst/>
              <a:rect l="l" t="t" r="r" b="b"/>
              <a:pathLst>
                <a:path w="304" h="2358" extrusionOk="0">
                  <a:moveTo>
                    <a:pt x="67" y="1"/>
                  </a:moveTo>
                  <a:lnTo>
                    <a:pt x="34" y="34"/>
                  </a:lnTo>
                  <a:lnTo>
                    <a:pt x="34" y="68"/>
                  </a:lnTo>
                  <a:lnTo>
                    <a:pt x="0" y="304"/>
                  </a:lnTo>
                  <a:lnTo>
                    <a:pt x="0" y="573"/>
                  </a:lnTo>
                  <a:lnTo>
                    <a:pt x="0" y="1078"/>
                  </a:lnTo>
                  <a:lnTo>
                    <a:pt x="34" y="1718"/>
                  </a:lnTo>
                  <a:lnTo>
                    <a:pt x="101" y="2021"/>
                  </a:lnTo>
                  <a:lnTo>
                    <a:pt x="168" y="2290"/>
                  </a:lnTo>
                  <a:lnTo>
                    <a:pt x="202" y="2358"/>
                  </a:lnTo>
                  <a:lnTo>
                    <a:pt x="236" y="2358"/>
                  </a:lnTo>
                  <a:lnTo>
                    <a:pt x="303" y="2324"/>
                  </a:lnTo>
                  <a:lnTo>
                    <a:pt x="303" y="2290"/>
                  </a:lnTo>
                  <a:lnTo>
                    <a:pt x="303" y="1987"/>
                  </a:lnTo>
                  <a:lnTo>
                    <a:pt x="303" y="1684"/>
                  </a:lnTo>
                  <a:lnTo>
                    <a:pt x="236" y="1078"/>
                  </a:lnTo>
                  <a:lnTo>
                    <a:pt x="202" y="573"/>
                  </a:lnTo>
                  <a:lnTo>
                    <a:pt x="168" y="304"/>
                  </a:lnTo>
                  <a:lnTo>
                    <a:pt x="135" y="34"/>
                  </a:lnTo>
                  <a:lnTo>
                    <a:pt x="101" y="34"/>
                  </a:lnTo>
                  <a:lnTo>
                    <a:pt x="6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5" name="Google Shape;755;p5"/>
            <p:cNvSpPr/>
            <p:nvPr/>
          </p:nvSpPr>
          <p:spPr>
            <a:xfrm>
              <a:off x="1137348" y="58733"/>
              <a:ext cx="25210" cy="38612"/>
            </a:xfrm>
            <a:custGeom>
              <a:avLst/>
              <a:gdLst/>
              <a:ahLst/>
              <a:cxnLst/>
              <a:rect l="l" t="t" r="r" b="b"/>
              <a:pathLst>
                <a:path w="506" h="775" extrusionOk="0">
                  <a:moveTo>
                    <a:pt x="270" y="168"/>
                  </a:moveTo>
                  <a:lnTo>
                    <a:pt x="304" y="202"/>
                  </a:lnTo>
                  <a:lnTo>
                    <a:pt x="337" y="269"/>
                  </a:lnTo>
                  <a:lnTo>
                    <a:pt x="304" y="370"/>
                  </a:lnTo>
                  <a:lnTo>
                    <a:pt x="236" y="303"/>
                  </a:lnTo>
                  <a:lnTo>
                    <a:pt x="203" y="236"/>
                  </a:lnTo>
                  <a:lnTo>
                    <a:pt x="203" y="202"/>
                  </a:lnTo>
                  <a:lnTo>
                    <a:pt x="236" y="168"/>
                  </a:lnTo>
                  <a:close/>
                  <a:moveTo>
                    <a:pt x="203" y="0"/>
                  </a:moveTo>
                  <a:lnTo>
                    <a:pt x="102" y="67"/>
                  </a:lnTo>
                  <a:lnTo>
                    <a:pt x="34" y="135"/>
                  </a:lnTo>
                  <a:lnTo>
                    <a:pt x="1" y="236"/>
                  </a:lnTo>
                  <a:lnTo>
                    <a:pt x="34" y="337"/>
                  </a:lnTo>
                  <a:lnTo>
                    <a:pt x="102" y="404"/>
                  </a:lnTo>
                  <a:lnTo>
                    <a:pt x="169" y="471"/>
                  </a:lnTo>
                  <a:lnTo>
                    <a:pt x="68" y="539"/>
                  </a:lnTo>
                  <a:lnTo>
                    <a:pt x="34" y="606"/>
                  </a:lnTo>
                  <a:lnTo>
                    <a:pt x="68" y="673"/>
                  </a:lnTo>
                  <a:lnTo>
                    <a:pt x="135" y="741"/>
                  </a:lnTo>
                  <a:lnTo>
                    <a:pt x="203" y="774"/>
                  </a:lnTo>
                  <a:lnTo>
                    <a:pt x="304" y="774"/>
                  </a:lnTo>
                  <a:lnTo>
                    <a:pt x="371" y="741"/>
                  </a:lnTo>
                  <a:lnTo>
                    <a:pt x="438" y="707"/>
                  </a:lnTo>
                  <a:lnTo>
                    <a:pt x="506" y="640"/>
                  </a:lnTo>
                  <a:lnTo>
                    <a:pt x="506" y="572"/>
                  </a:lnTo>
                  <a:lnTo>
                    <a:pt x="438" y="471"/>
                  </a:lnTo>
                  <a:lnTo>
                    <a:pt x="472" y="471"/>
                  </a:lnTo>
                  <a:lnTo>
                    <a:pt x="472" y="438"/>
                  </a:lnTo>
                  <a:lnTo>
                    <a:pt x="472" y="404"/>
                  </a:lnTo>
                  <a:lnTo>
                    <a:pt x="438" y="337"/>
                  </a:lnTo>
                  <a:lnTo>
                    <a:pt x="472" y="269"/>
                  </a:lnTo>
                  <a:lnTo>
                    <a:pt x="472" y="168"/>
                  </a:lnTo>
                  <a:lnTo>
                    <a:pt x="472" y="101"/>
                  </a:lnTo>
                  <a:lnTo>
                    <a:pt x="371" y="34"/>
                  </a:lnTo>
                  <a:lnTo>
                    <a:pt x="30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6" name="Google Shape;756;p5"/>
            <p:cNvSpPr/>
            <p:nvPr/>
          </p:nvSpPr>
          <p:spPr>
            <a:xfrm>
              <a:off x="409342" y="-7"/>
              <a:ext cx="112449" cy="8470"/>
            </a:xfrm>
            <a:custGeom>
              <a:avLst/>
              <a:gdLst/>
              <a:ahLst/>
              <a:cxnLst/>
              <a:rect l="l" t="t" r="r" b="b"/>
              <a:pathLst>
                <a:path w="2257" h="170" extrusionOk="0">
                  <a:moveTo>
                    <a:pt x="304" y="1"/>
                  </a:moveTo>
                  <a:lnTo>
                    <a:pt x="1" y="68"/>
                  </a:lnTo>
                  <a:lnTo>
                    <a:pt x="1" y="102"/>
                  </a:lnTo>
                  <a:lnTo>
                    <a:pt x="236" y="135"/>
                  </a:lnTo>
                  <a:lnTo>
                    <a:pt x="472" y="169"/>
                  </a:lnTo>
                  <a:lnTo>
                    <a:pt x="977" y="135"/>
                  </a:lnTo>
                  <a:lnTo>
                    <a:pt x="1549" y="135"/>
                  </a:lnTo>
                  <a:lnTo>
                    <a:pt x="2021" y="102"/>
                  </a:lnTo>
                  <a:lnTo>
                    <a:pt x="2054" y="135"/>
                  </a:lnTo>
                  <a:lnTo>
                    <a:pt x="2122" y="169"/>
                  </a:lnTo>
                  <a:lnTo>
                    <a:pt x="2189" y="135"/>
                  </a:lnTo>
                  <a:lnTo>
                    <a:pt x="2223" y="68"/>
                  </a:lnTo>
                  <a:lnTo>
                    <a:pt x="2256" y="34"/>
                  </a:lnTo>
                  <a:lnTo>
                    <a:pt x="22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7" name="Google Shape;757;p5"/>
            <p:cNvSpPr/>
            <p:nvPr/>
          </p:nvSpPr>
          <p:spPr>
            <a:xfrm>
              <a:off x="660945" y="5025"/>
              <a:ext cx="124207" cy="134272"/>
            </a:xfrm>
            <a:custGeom>
              <a:avLst/>
              <a:gdLst/>
              <a:ahLst/>
              <a:cxnLst/>
              <a:rect l="l" t="t" r="r" b="b"/>
              <a:pathLst>
                <a:path w="2493" h="2695" extrusionOk="0">
                  <a:moveTo>
                    <a:pt x="2290" y="203"/>
                  </a:moveTo>
                  <a:lnTo>
                    <a:pt x="2223" y="741"/>
                  </a:lnTo>
                  <a:lnTo>
                    <a:pt x="2223" y="1280"/>
                  </a:lnTo>
                  <a:lnTo>
                    <a:pt x="2223" y="1819"/>
                  </a:lnTo>
                  <a:lnTo>
                    <a:pt x="2290" y="2324"/>
                  </a:lnTo>
                  <a:lnTo>
                    <a:pt x="2290" y="2357"/>
                  </a:lnTo>
                  <a:lnTo>
                    <a:pt x="2055" y="2324"/>
                  </a:lnTo>
                  <a:lnTo>
                    <a:pt x="1819" y="2357"/>
                  </a:lnTo>
                  <a:lnTo>
                    <a:pt x="371" y="2357"/>
                  </a:lnTo>
                  <a:lnTo>
                    <a:pt x="270" y="1314"/>
                  </a:lnTo>
                  <a:lnTo>
                    <a:pt x="203" y="236"/>
                  </a:lnTo>
                  <a:lnTo>
                    <a:pt x="203" y="236"/>
                  </a:lnTo>
                  <a:lnTo>
                    <a:pt x="708" y="270"/>
                  </a:lnTo>
                  <a:lnTo>
                    <a:pt x="1247" y="270"/>
                  </a:lnTo>
                  <a:lnTo>
                    <a:pt x="2290" y="203"/>
                  </a:lnTo>
                  <a:close/>
                  <a:moveTo>
                    <a:pt x="2324" y="1"/>
                  </a:moveTo>
                  <a:lnTo>
                    <a:pt x="1785" y="34"/>
                  </a:lnTo>
                  <a:lnTo>
                    <a:pt x="1213" y="34"/>
                  </a:lnTo>
                  <a:lnTo>
                    <a:pt x="674" y="68"/>
                  </a:lnTo>
                  <a:lnTo>
                    <a:pt x="169" y="102"/>
                  </a:lnTo>
                  <a:lnTo>
                    <a:pt x="102" y="102"/>
                  </a:lnTo>
                  <a:lnTo>
                    <a:pt x="68" y="169"/>
                  </a:lnTo>
                  <a:lnTo>
                    <a:pt x="35" y="169"/>
                  </a:lnTo>
                  <a:lnTo>
                    <a:pt x="35" y="236"/>
                  </a:lnTo>
                  <a:lnTo>
                    <a:pt x="1" y="809"/>
                  </a:lnTo>
                  <a:lnTo>
                    <a:pt x="1" y="1415"/>
                  </a:lnTo>
                  <a:lnTo>
                    <a:pt x="68" y="2021"/>
                  </a:lnTo>
                  <a:lnTo>
                    <a:pt x="169" y="2627"/>
                  </a:lnTo>
                  <a:lnTo>
                    <a:pt x="237" y="2694"/>
                  </a:lnTo>
                  <a:lnTo>
                    <a:pt x="304" y="2694"/>
                  </a:lnTo>
                  <a:lnTo>
                    <a:pt x="371" y="2661"/>
                  </a:lnTo>
                  <a:lnTo>
                    <a:pt x="405" y="2593"/>
                  </a:lnTo>
                  <a:lnTo>
                    <a:pt x="405" y="2492"/>
                  </a:lnTo>
                  <a:lnTo>
                    <a:pt x="843" y="2593"/>
                  </a:lnTo>
                  <a:lnTo>
                    <a:pt x="1348" y="2627"/>
                  </a:lnTo>
                  <a:lnTo>
                    <a:pt x="1853" y="2593"/>
                  </a:lnTo>
                  <a:lnTo>
                    <a:pt x="2055" y="2560"/>
                  </a:lnTo>
                  <a:lnTo>
                    <a:pt x="2290" y="2492"/>
                  </a:lnTo>
                  <a:lnTo>
                    <a:pt x="2324" y="2458"/>
                  </a:lnTo>
                  <a:lnTo>
                    <a:pt x="2324" y="2391"/>
                  </a:lnTo>
                  <a:lnTo>
                    <a:pt x="2425" y="2391"/>
                  </a:lnTo>
                  <a:lnTo>
                    <a:pt x="2459" y="2357"/>
                  </a:lnTo>
                  <a:lnTo>
                    <a:pt x="2459" y="2324"/>
                  </a:lnTo>
                  <a:lnTo>
                    <a:pt x="2492" y="1785"/>
                  </a:lnTo>
                  <a:lnTo>
                    <a:pt x="2459" y="1246"/>
                  </a:lnTo>
                  <a:lnTo>
                    <a:pt x="2425" y="708"/>
                  </a:lnTo>
                  <a:lnTo>
                    <a:pt x="2391" y="169"/>
                  </a:lnTo>
                  <a:lnTo>
                    <a:pt x="2425" y="135"/>
                  </a:lnTo>
                  <a:lnTo>
                    <a:pt x="2391" y="68"/>
                  </a:lnTo>
                  <a:lnTo>
                    <a:pt x="235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8" name="Google Shape;758;p5"/>
            <p:cNvSpPr/>
            <p:nvPr/>
          </p:nvSpPr>
          <p:spPr>
            <a:xfrm>
              <a:off x="432858" y="75474"/>
              <a:ext cx="35274" cy="52065"/>
            </a:xfrm>
            <a:custGeom>
              <a:avLst/>
              <a:gdLst/>
              <a:ahLst/>
              <a:cxnLst/>
              <a:rect l="l" t="t" r="r" b="b"/>
              <a:pathLst>
                <a:path w="708" h="1045" extrusionOk="0">
                  <a:moveTo>
                    <a:pt x="269" y="1"/>
                  </a:moveTo>
                  <a:lnTo>
                    <a:pt x="202" y="68"/>
                  </a:lnTo>
                  <a:lnTo>
                    <a:pt x="101" y="102"/>
                  </a:lnTo>
                  <a:lnTo>
                    <a:pt x="0" y="203"/>
                  </a:lnTo>
                  <a:lnTo>
                    <a:pt x="0" y="236"/>
                  </a:lnTo>
                  <a:lnTo>
                    <a:pt x="0" y="304"/>
                  </a:lnTo>
                  <a:lnTo>
                    <a:pt x="34" y="337"/>
                  </a:lnTo>
                  <a:lnTo>
                    <a:pt x="101" y="304"/>
                  </a:lnTo>
                  <a:lnTo>
                    <a:pt x="202" y="236"/>
                  </a:lnTo>
                  <a:lnTo>
                    <a:pt x="303" y="169"/>
                  </a:lnTo>
                  <a:lnTo>
                    <a:pt x="337" y="169"/>
                  </a:lnTo>
                  <a:lnTo>
                    <a:pt x="404" y="203"/>
                  </a:lnTo>
                  <a:lnTo>
                    <a:pt x="404" y="236"/>
                  </a:lnTo>
                  <a:lnTo>
                    <a:pt x="438" y="270"/>
                  </a:lnTo>
                  <a:lnTo>
                    <a:pt x="370" y="371"/>
                  </a:lnTo>
                  <a:lnTo>
                    <a:pt x="236" y="506"/>
                  </a:lnTo>
                  <a:lnTo>
                    <a:pt x="168" y="640"/>
                  </a:lnTo>
                  <a:lnTo>
                    <a:pt x="168" y="708"/>
                  </a:lnTo>
                  <a:lnTo>
                    <a:pt x="168" y="741"/>
                  </a:lnTo>
                  <a:lnTo>
                    <a:pt x="236" y="775"/>
                  </a:lnTo>
                  <a:lnTo>
                    <a:pt x="269" y="775"/>
                  </a:lnTo>
                  <a:lnTo>
                    <a:pt x="337" y="741"/>
                  </a:lnTo>
                  <a:lnTo>
                    <a:pt x="471" y="741"/>
                  </a:lnTo>
                  <a:lnTo>
                    <a:pt x="438" y="842"/>
                  </a:lnTo>
                  <a:lnTo>
                    <a:pt x="404" y="876"/>
                  </a:lnTo>
                  <a:lnTo>
                    <a:pt x="202" y="876"/>
                  </a:lnTo>
                  <a:lnTo>
                    <a:pt x="168" y="910"/>
                  </a:lnTo>
                  <a:lnTo>
                    <a:pt x="168" y="977"/>
                  </a:lnTo>
                  <a:lnTo>
                    <a:pt x="236" y="1011"/>
                  </a:lnTo>
                  <a:lnTo>
                    <a:pt x="337" y="1044"/>
                  </a:lnTo>
                  <a:lnTo>
                    <a:pt x="505" y="1011"/>
                  </a:lnTo>
                  <a:lnTo>
                    <a:pt x="606" y="977"/>
                  </a:lnTo>
                  <a:lnTo>
                    <a:pt x="673" y="943"/>
                  </a:lnTo>
                  <a:lnTo>
                    <a:pt x="707" y="876"/>
                  </a:lnTo>
                  <a:lnTo>
                    <a:pt x="707" y="775"/>
                  </a:lnTo>
                  <a:lnTo>
                    <a:pt x="673" y="674"/>
                  </a:lnTo>
                  <a:lnTo>
                    <a:pt x="606" y="607"/>
                  </a:lnTo>
                  <a:lnTo>
                    <a:pt x="539" y="573"/>
                  </a:lnTo>
                  <a:lnTo>
                    <a:pt x="438" y="539"/>
                  </a:lnTo>
                  <a:lnTo>
                    <a:pt x="505" y="472"/>
                  </a:lnTo>
                  <a:lnTo>
                    <a:pt x="572" y="371"/>
                  </a:lnTo>
                  <a:lnTo>
                    <a:pt x="606" y="236"/>
                  </a:lnTo>
                  <a:lnTo>
                    <a:pt x="572" y="102"/>
                  </a:lnTo>
                  <a:lnTo>
                    <a:pt x="505" y="68"/>
                  </a:lnTo>
                  <a:lnTo>
                    <a:pt x="438" y="34"/>
                  </a:lnTo>
                  <a:lnTo>
                    <a:pt x="37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59" name="Google Shape;759;p5"/>
            <p:cNvSpPr/>
            <p:nvPr/>
          </p:nvSpPr>
          <p:spPr>
            <a:xfrm>
              <a:off x="390907" y="20121"/>
              <a:ext cx="115787" cy="120820"/>
            </a:xfrm>
            <a:custGeom>
              <a:avLst/>
              <a:gdLst/>
              <a:ahLst/>
              <a:cxnLst/>
              <a:rect l="l" t="t" r="r" b="b"/>
              <a:pathLst>
                <a:path w="2324" h="2425" extrusionOk="0">
                  <a:moveTo>
                    <a:pt x="2121" y="1"/>
                  </a:moveTo>
                  <a:lnTo>
                    <a:pt x="1515" y="34"/>
                  </a:lnTo>
                  <a:lnTo>
                    <a:pt x="909" y="68"/>
                  </a:lnTo>
                  <a:lnTo>
                    <a:pt x="438" y="34"/>
                  </a:lnTo>
                  <a:lnTo>
                    <a:pt x="202" y="68"/>
                  </a:lnTo>
                  <a:lnTo>
                    <a:pt x="0" y="135"/>
                  </a:lnTo>
                  <a:lnTo>
                    <a:pt x="68" y="203"/>
                  </a:lnTo>
                  <a:lnTo>
                    <a:pt x="169" y="236"/>
                  </a:lnTo>
                  <a:lnTo>
                    <a:pt x="337" y="304"/>
                  </a:lnTo>
                  <a:lnTo>
                    <a:pt x="775" y="304"/>
                  </a:lnTo>
                  <a:lnTo>
                    <a:pt x="1381" y="270"/>
                  </a:lnTo>
                  <a:lnTo>
                    <a:pt x="2020" y="236"/>
                  </a:lnTo>
                  <a:lnTo>
                    <a:pt x="1987" y="438"/>
                  </a:lnTo>
                  <a:lnTo>
                    <a:pt x="1987" y="674"/>
                  </a:lnTo>
                  <a:lnTo>
                    <a:pt x="2020" y="1078"/>
                  </a:lnTo>
                  <a:lnTo>
                    <a:pt x="2054" y="1617"/>
                  </a:lnTo>
                  <a:lnTo>
                    <a:pt x="2054" y="1886"/>
                  </a:lnTo>
                  <a:lnTo>
                    <a:pt x="2088" y="2155"/>
                  </a:lnTo>
                  <a:lnTo>
                    <a:pt x="539" y="2155"/>
                  </a:lnTo>
                  <a:lnTo>
                    <a:pt x="371" y="2189"/>
                  </a:lnTo>
                  <a:lnTo>
                    <a:pt x="270" y="2223"/>
                  </a:lnTo>
                  <a:lnTo>
                    <a:pt x="169" y="2290"/>
                  </a:lnTo>
                  <a:lnTo>
                    <a:pt x="202" y="2290"/>
                  </a:lnTo>
                  <a:lnTo>
                    <a:pt x="270" y="2358"/>
                  </a:lnTo>
                  <a:lnTo>
                    <a:pt x="371" y="2391"/>
                  </a:lnTo>
                  <a:lnTo>
                    <a:pt x="573" y="2425"/>
                  </a:lnTo>
                  <a:lnTo>
                    <a:pt x="977" y="2391"/>
                  </a:lnTo>
                  <a:lnTo>
                    <a:pt x="2222" y="2391"/>
                  </a:lnTo>
                  <a:lnTo>
                    <a:pt x="2290" y="2358"/>
                  </a:lnTo>
                  <a:lnTo>
                    <a:pt x="2323" y="2290"/>
                  </a:lnTo>
                  <a:lnTo>
                    <a:pt x="2323" y="2223"/>
                  </a:lnTo>
                  <a:lnTo>
                    <a:pt x="2290" y="2189"/>
                  </a:lnTo>
                  <a:lnTo>
                    <a:pt x="2290" y="1920"/>
                  </a:lnTo>
                  <a:lnTo>
                    <a:pt x="2290" y="1617"/>
                  </a:lnTo>
                  <a:lnTo>
                    <a:pt x="2256" y="1078"/>
                  </a:lnTo>
                  <a:lnTo>
                    <a:pt x="2256" y="640"/>
                  </a:lnTo>
                  <a:lnTo>
                    <a:pt x="2222" y="405"/>
                  </a:lnTo>
                  <a:lnTo>
                    <a:pt x="2189" y="203"/>
                  </a:lnTo>
                  <a:lnTo>
                    <a:pt x="2222" y="169"/>
                  </a:lnTo>
                  <a:lnTo>
                    <a:pt x="2222" y="102"/>
                  </a:lnTo>
                  <a:lnTo>
                    <a:pt x="2189" y="34"/>
                  </a:lnTo>
                  <a:lnTo>
                    <a:pt x="212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0" name="Google Shape;760;p5"/>
            <p:cNvSpPr/>
            <p:nvPr/>
          </p:nvSpPr>
          <p:spPr>
            <a:xfrm>
              <a:off x="540176" y="-7"/>
              <a:ext cx="8470" cy="1744"/>
            </a:xfrm>
            <a:custGeom>
              <a:avLst/>
              <a:gdLst/>
              <a:ahLst/>
              <a:cxnLst/>
              <a:rect l="l" t="t" r="r" b="b"/>
              <a:pathLst>
                <a:path w="170" h="35" extrusionOk="0">
                  <a:moveTo>
                    <a:pt x="1" y="1"/>
                  </a:moveTo>
                  <a:lnTo>
                    <a:pt x="35" y="34"/>
                  </a:lnTo>
                  <a:lnTo>
                    <a:pt x="136"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1" name="Google Shape;761;p5"/>
            <p:cNvSpPr/>
            <p:nvPr/>
          </p:nvSpPr>
          <p:spPr>
            <a:xfrm>
              <a:off x="882406" y="130826"/>
              <a:ext cx="124158" cy="134272"/>
            </a:xfrm>
            <a:custGeom>
              <a:avLst/>
              <a:gdLst/>
              <a:ahLst/>
              <a:cxnLst/>
              <a:rect l="l" t="t" r="r" b="b"/>
              <a:pathLst>
                <a:path w="2492" h="2695" extrusionOk="0">
                  <a:moveTo>
                    <a:pt x="2290" y="237"/>
                  </a:moveTo>
                  <a:lnTo>
                    <a:pt x="2222" y="742"/>
                  </a:lnTo>
                  <a:lnTo>
                    <a:pt x="2189" y="1280"/>
                  </a:lnTo>
                  <a:lnTo>
                    <a:pt x="2222" y="1819"/>
                  </a:lnTo>
                  <a:lnTo>
                    <a:pt x="2290" y="2324"/>
                  </a:lnTo>
                  <a:lnTo>
                    <a:pt x="2290" y="2358"/>
                  </a:lnTo>
                  <a:lnTo>
                    <a:pt x="1818" y="2358"/>
                  </a:lnTo>
                  <a:lnTo>
                    <a:pt x="1347" y="2391"/>
                  </a:lnTo>
                  <a:lnTo>
                    <a:pt x="370" y="2391"/>
                  </a:lnTo>
                  <a:lnTo>
                    <a:pt x="269" y="1314"/>
                  </a:lnTo>
                  <a:lnTo>
                    <a:pt x="202" y="270"/>
                  </a:lnTo>
                  <a:lnTo>
                    <a:pt x="202" y="270"/>
                  </a:lnTo>
                  <a:lnTo>
                    <a:pt x="707" y="304"/>
                  </a:lnTo>
                  <a:lnTo>
                    <a:pt x="1246" y="304"/>
                  </a:lnTo>
                  <a:lnTo>
                    <a:pt x="2290" y="237"/>
                  </a:lnTo>
                  <a:close/>
                  <a:moveTo>
                    <a:pt x="2323" y="1"/>
                  </a:moveTo>
                  <a:lnTo>
                    <a:pt x="1785" y="35"/>
                  </a:lnTo>
                  <a:lnTo>
                    <a:pt x="1212" y="68"/>
                  </a:lnTo>
                  <a:lnTo>
                    <a:pt x="673" y="68"/>
                  </a:lnTo>
                  <a:lnTo>
                    <a:pt x="135" y="102"/>
                  </a:lnTo>
                  <a:lnTo>
                    <a:pt x="101" y="136"/>
                  </a:lnTo>
                  <a:lnTo>
                    <a:pt x="67" y="169"/>
                  </a:lnTo>
                  <a:lnTo>
                    <a:pt x="34" y="203"/>
                  </a:lnTo>
                  <a:lnTo>
                    <a:pt x="34" y="237"/>
                  </a:lnTo>
                  <a:lnTo>
                    <a:pt x="0" y="843"/>
                  </a:lnTo>
                  <a:lnTo>
                    <a:pt x="0" y="1449"/>
                  </a:lnTo>
                  <a:lnTo>
                    <a:pt x="67" y="2055"/>
                  </a:lnTo>
                  <a:lnTo>
                    <a:pt x="168" y="2627"/>
                  </a:lnTo>
                  <a:lnTo>
                    <a:pt x="236" y="2694"/>
                  </a:lnTo>
                  <a:lnTo>
                    <a:pt x="303" y="2694"/>
                  </a:lnTo>
                  <a:lnTo>
                    <a:pt x="370" y="2661"/>
                  </a:lnTo>
                  <a:lnTo>
                    <a:pt x="404" y="2593"/>
                  </a:lnTo>
                  <a:lnTo>
                    <a:pt x="404" y="2526"/>
                  </a:lnTo>
                  <a:lnTo>
                    <a:pt x="842" y="2593"/>
                  </a:lnTo>
                  <a:lnTo>
                    <a:pt x="1347" y="2627"/>
                  </a:lnTo>
                  <a:lnTo>
                    <a:pt x="1852" y="2627"/>
                  </a:lnTo>
                  <a:lnTo>
                    <a:pt x="2054" y="2560"/>
                  </a:lnTo>
                  <a:lnTo>
                    <a:pt x="2290" y="2526"/>
                  </a:lnTo>
                  <a:lnTo>
                    <a:pt x="2323" y="2459"/>
                  </a:lnTo>
                  <a:lnTo>
                    <a:pt x="2323" y="2391"/>
                  </a:lnTo>
                  <a:lnTo>
                    <a:pt x="2357" y="2425"/>
                  </a:lnTo>
                  <a:lnTo>
                    <a:pt x="2424" y="2425"/>
                  </a:lnTo>
                  <a:lnTo>
                    <a:pt x="2458" y="2391"/>
                  </a:lnTo>
                  <a:lnTo>
                    <a:pt x="2458" y="2324"/>
                  </a:lnTo>
                  <a:lnTo>
                    <a:pt x="2492" y="1819"/>
                  </a:lnTo>
                  <a:lnTo>
                    <a:pt x="2458" y="1280"/>
                  </a:lnTo>
                  <a:lnTo>
                    <a:pt x="2424" y="708"/>
                  </a:lnTo>
                  <a:lnTo>
                    <a:pt x="2391" y="203"/>
                  </a:lnTo>
                  <a:lnTo>
                    <a:pt x="2391" y="136"/>
                  </a:lnTo>
                  <a:lnTo>
                    <a:pt x="2391" y="68"/>
                  </a:lnTo>
                  <a:lnTo>
                    <a:pt x="2357" y="35"/>
                  </a:lnTo>
                  <a:lnTo>
                    <a:pt x="23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2" name="Google Shape;762;p5"/>
            <p:cNvSpPr/>
            <p:nvPr/>
          </p:nvSpPr>
          <p:spPr>
            <a:xfrm>
              <a:off x="885744" y="276757"/>
              <a:ext cx="13452" cy="115837"/>
            </a:xfrm>
            <a:custGeom>
              <a:avLst/>
              <a:gdLst/>
              <a:ahLst/>
              <a:cxnLst/>
              <a:rect l="l" t="t" r="r" b="b"/>
              <a:pathLst>
                <a:path w="270" h="2325" extrusionOk="0">
                  <a:moveTo>
                    <a:pt x="68" y="1"/>
                  </a:moveTo>
                  <a:lnTo>
                    <a:pt x="34" y="35"/>
                  </a:lnTo>
                  <a:lnTo>
                    <a:pt x="0" y="304"/>
                  </a:lnTo>
                  <a:lnTo>
                    <a:pt x="0" y="540"/>
                  </a:lnTo>
                  <a:lnTo>
                    <a:pt x="34" y="1078"/>
                  </a:lnTo>
                  <a:lnTo>
                    <a:pt x="0" y="1684"/>
                  </a:lnTo>
                  <a:lnTo>
                    <a:pt x="0" y="1987"/>
                  </a:lnTo>
                  <a:lnTo>
                    <a:pt x="34" y="2257"/>
                  </a:lnTo>
                  <a:lnTo>
                    <a:pt x="68" y="2324"/>
                  </a:lnTo>
                  <a:lnTo>
                    <a:pt x="169" y="2324"/>
                  </a:lnTo>
                  <a:lnTo>
                    <a:pt x="169" y="2290"/>
                  </a:lnTo>
                  <a:lnTo>
                    <a:pt x="236" y="1987"/>
                  </a:lnTo>
                  <a:lnTo>
                    <a:pt x="270" y="1684"/>
                  </a:lnTo>
                  <a:lnTo>
                    <a:pt x="236" y="1078"/>
                  </a:lnTo>
                  <a:lnTo>
                    <a:pt x="236" y="540"/>
                  </a:lnTo>
                  <a:lnTo>
                    <a:pt x="202" y="270"/>
                  </a:lnTo>
                  <a:lnTo>
                    <a:pt x="135" y="35"/>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3" name="Google Shape;763;p5"/>
            <p:cNvSpPr/>
            <p:nvPr/>
          </p:nvSpPr>
          <p:spPr>
            <a:xfrm>
              <a:off x="934371" y="181147"/>
              <a:ext cx="30242" cy="35274"/>
            </a:xfrm>
            <a:custGeom>
              <a:avLst/>
              <a:gdLst/>
              <a:ahLst/>
              <a:cxnLst/>
              <a:rect l="l" t="t" r="r" b="b"/>
              <a:pathLst>
                <a:path w="607" h="708" extrusionOk="0">
                  <a:moveTo>
                    <a:pt x="573" y="1"/>
                  </a:moveTo>
                  <a:lnTo>
                    <a:pt x="439" y="102"/>
                  </a:lnTo>
                  <a:lnTo>
                    <a:pt x="304" y="203"/>
                  </a:lnTo>
                  <a:lnTo>
                    <a:pt x="237" y="169"/>
                  </a:lnTo>
                  <a:lnTo>
                    <a:pt x="169" y="102"/>
                  </a:lnTo>
                  <a:lnTo>
                    <a:pt x="68" y="35"/>
                  </a:lnTo>
                  <a:lnTo>
                    <a:pt x="1" y="35"/>
                  </a:lnTo>
                  <a:lnTo>
                    <a:pt x="1" y="68"/>
                  </a:lnTo>
                  <a:lnTo>
                    <a:pt x="34" y="169"/>
                  </a:lnTo>
                  <a:lnTo>
                    <a:pt x="135" y="304"/>
                  </a:lnTo>
                  <a:lnTo>
                    <a:pt x="169" y="338"/>
                  </a:lnTo>
                  <a:lnTo>
                    <a:pt x="34" y="573"/>
                  </a:lnTo>
                  <a:lnTo>
                    <a:pt x="34" y="641"/>
                  </a:lnTo>
                  <a:lnTo>
                    <a:pt x="68" y="708"/>
                  </a:lnTo>
                  <a:lnTo>
                    <a:pt x="169" y="708"/>
                  </a:lnTo>
                  <a:lnTo>
                    <a:pt x="203" y="674"/>
                  </a:lnTo>
                  <a:lnTo>
                    <a:pt x="371" y="371"/>
                  </a:lnTo>
                  <a:lnTo>
                    <a:pt x="439" y="371"/>
                  </a:lnTo>
                  <a:lnTo>
                    <a:pt x="472" y="338"/>
                  </a:lnTo>
                  <a:lnTo>
                    <a:pt x="439" y="270"/>
                  </a:lnTo>
                  <a:lnTo>
                    <a:pt x="6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4" name="Google Shape;764;p5"/>
            <p:cNvSpPr/>
            <p:nvPr/>
          </p:nvSpPr>
          <p:spPr>
            <a:xfrm>
              <a:off x="941097" y="-7"/>
              <a:ext cx="127546" cy="117481"/>
            </a:xfrm>
            <a:custGeom>
              <a:avLst/>
              <a:gdLst/>
              <a:ahLst/>
              <a:cxnLst/>
              <a:rect l="l" t="t" r="r" b="b"/>
              <a:pathLst>
                <a:path w="2560" h="2358" extrusionOk="0">
                  <a:moveTo>
                    <a:pt x="169" y="102"/>
                  </a:moveTo>
                  <a:lnTo>
                    <a:pt x="371" y="169"/>
                  </a:lnTo>
                  <a:lnTo>
                    <a:pt x="573" y="203"/>
                  </a:lnTo>
                  <a:lnTo>
                    <a:pt x="1011" y="203"/>
                  </a:lnTo>
                  <a:lnTo>
                    <a:pt x="1650" y="236"/>
                  </a:lnTo>
                  <a:lnTo>
                    <a:pt x="2324" y="236"/>
                  </a:lnTo>
                  <a:lnTo>
                    <a:pt x="2324" y="607"/>
                  </a:lnTo>
                  <a:lnTo>
                    <a:pt x="2324" y="1011"/>
                  </a:lnTo>
                  <a:lnTo>
                    <a:pt x="2324" y="1516"/>
                  </a:lnTo>
                  <a:lnTo>
                    <a:pt x="2357" y="1751"/>
                  </a:lnTo>
                  <a:lnTo>
                    <a:pt x="2391" y="2021"/>
                  </a:lnTo>
                  <a:lnTo>
                    <a:pt x="1347" y="2021"/>
                  </a:lnTo>
                  <a:lnTo>
                    <a:pt x="809" y="2054"/>
                  </a:lnTo>
                  <a:lnTo>
                    <a:pt x="539" y="2088"/>
                  </a:lnTo>
                  <a:lnTo>
                    <a:pt x="304" y="2155"/>
                  </a:lnTo>
                  <a:lnTo>
                    <a:pt x="270" y="1650"/>
                  </a:lnTo>
                  <a:lnTo>
                    <a:pt x="236" y="1145"/>
                  </a:lnTo>
                  <a:lnTo>
                    <a:pt x="270" y="607"/>
                  </a:lnTo>
                  <a:lnTo>
                    <a:pt x="236" y="337"/>
                  </a:lnTo>
                  <a:lnTo>
                    <a:pt x="203" y="236"/>
                  </a:lnTo>
                  <a:lnTo>
                    <a:pt x="169" y="102"/>
                  </a:lnTo>
                  <a:close/>
                  <a:moveTo>
                    <a:pt x="371" y="1"/>
                  </a:moveTo>
                  <a:lnTo>
                    <a:pt x="270" y="34"/>
                  </a:lnTo>
                  <a:lnTo>
                    <a:pt x="169" y="102"/>
                  </a:lnTo>
                  <a:lnTo>
                    <a:pt x="135" y="102"/>
                  </a:lnTo>
                  <a:lnTo>
                    <a:pt x="68" y="270"/>
                  </a:lnTo>
                  <a:lnTo>
                    <a:pt x="34" y="405"/>
                  </a:lnTo>
                  <a:lnTo>
                    <a:pt x="0" y="775"/>
                  </a:lnTo>
                  <a:lnTo>
                    <a:pt x="34" y="1516"/>
                  </a:lnTo>
                  <a:lnTo>
                    <a:pt x="34" y="1718"/>
                  </a:lnTo>
                  <a:lnTo>
                    <a:pt x="34" y="1987"/>
                  </a:lnTo>
                  <a:lnTo>
                    <a:pt x="68" y="2088"/>
                  </a:lnTo>
                  <a:lnTo>
                    <a:pt x="102" y="2223"/>
                  </a:lnTo>
                  <a:lnTo>
                    <a:pt x="169" y="2290"/>
                  </a:lnTo>
                  <a:lnTo>
                    <a:pt x="270" y="2357"/>
                  </a:lnTo>
                  <a:lnTo>
                    <a:pt x="304" y="2324"/>
                  </a:lnTo>
                  <a:lnTo>
                    <a:pt x="337" y="2290"/>
                  </a:lnTo>
                  <a:lnTo>
                    <a:pt x="573" y="2324"/>
                  </a:lnTo>
                  <a:lnTo>
                    <a:pt x="1347" y="2324"/>
                  </a:lnTo>
                  <a:lnTo>
                    <a:pt x="2391" y="2223"/>
                  </a:lnTo>
                  <a:lnTo>
                    <a:pt x="2526" y="2223"/>
                  </a:lnTo>
                  <a:lnTo>
                    <a:pt x="2526" y="2189"/>
                  </a:lnTo>
                  <a:lnTo>
                    <a:pt x="2559" y="1953"/>
                  </a:lnTo>
                  <a:lnTo>
                    <a:pt x="2559" y="1684"/>
                  </a:lnTo>
                  <a:lnTo>
                    <a:pt x="2526" y="1179"/>
                  </a:lnTo>
                  <a:lnTo>
                    <a:pt x="2526" y="573"/>
                  </a:lnTo>
                  <a:lnTo>
                    <a:pt x="2492" y="304"/>
                  </a:lnTo>
                  <a:lnTo>
                    <a:pt x="2458" y="1"/>
                  </a:lnTo>
                  <a:lnTo>
                    <a:pt x="2357" y="1"/>
                  </a:lnTo>
                  <a:lnTo>
                    <a:pt x="2324" y="34"/>
                  </a:lnTo>
                  <a:lnTo>
                    <a:pt x="181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5" name="Google Shape;765;p5"/>
            <p:cNvSpPr/>
            <p:nvPr/>
          </p:nvSpPr>
          <p:spPr>
            <a:xfrm>
              <a:off x="1412468" y="48669"/>
              <a:ext cx="30242" cy="35274"/>
            </a:xfrm>
            <a:custGeom>
              <a:avLst/>
              <a:gdLst/>
              <a:ahLst/>
              <a:cxnLst/>
              <a:rect l="l" t="t" r="r" b="b"/>
              <a:pathLst>
                <a:path w="607" h="708" extrusionOk="0">
                  <a:moveTo>
                    <a:pt x="371" y="370"/>
                  </a:moveTo>
                  <a:lnTo>
                    <a:pt x="371" y="438"/>
                  </a:lnTo>
                  <a:lnTo>
                    <a:pt x="337" y="471"/>
                  </a:lnTo>
                  <a:lnTo>
                    <a:pt x="270" y="505"/>
                  </a:lnTo>
                  <a:lnTo>
                    <a:pt x="169" y="505"/>
                  </a:lnTo>
                  <a:lnTo>
                    <a:pt x="202" y="438"/>
                  </a:lnTo>
                  <a:lnTo>
                    <a:pt x="236" y="404"/>
                  </a:lnTo>
                  <a:lnTo>
                    <a:pt x="337" y="370"/>
                  </a:lnTo>
                  <a:close/>
                  <a:moveTo>
                    <a:pt x="371" y="0"/>
                  </a:moveTo>
                  <a:lnTo>
                    <a:pt x="236" y="34"/>
                  </a:lnTo>
                  <a:lnTo>
                    <a:pt x="202" y="67"/>
                  </a:lnTo>
                  <a:lnTo>
                    <a:pt x="169" y="135"/>
                  </a:lnTo>
                  <a:lnTo>
                    <a:pt x="169" y="168"/>
                  </a:lnTo>
                  <a:lnTo>
                    <a:pt x="169" y="236"/>
                  </a:lnTo>
                  <a:lnTo>
                    <a:pt x="202" y="236"/>
                  </a:lnTo>
                  <a:lnTo>
                    <a:pt x="135" y="269"/>
                  </a:lnTo>
                  <a:lnTo>
                    <a:pt x="34" y="337"/>
                  </a:lnTo>
                  <a:lnTo>
                    <a:pt x="0" y="471"/>
                  </a:lnTo>
                  <a:lnTo>
                    <a:pt x="0" y="572"/>
                  </a:lnTo>
                  <a:lnTo>
                    <a:pt x="34" y="673"/>
                  </a:lnTo>
                  <a:lnTo>
                    <a:pt x="135" y="707"/>
                  </a:lnTo>
                  <a:lnTo>
                    <a:pt x="371" y="707"/>
                  </a:lnTo>
                  <a:lnTo>
                    <a:pt x="472" y="640"/>
                  </a:lnTo>
                  <a:lnTo>
                    <a:pt x="573" y="505"/>
                  </a:lnTo>
                  <a:lnTo>
                    <a:pt x="606" y="370"/>
                  </a:lnTo>
                  <a:lnTo>
                    <a:pt x="606" y="236"/>
                  </a:lnTo>
                  <a:lnTo>
                    <a:pt x="573" y="101"/>
                  </a:lnTo>
                  <a:lnTo>
                    <a:pt x="539" y="34"/>
                  </a:lnTo>
                  <a:lnTo>
                    <a:pt x="47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6" name="Google Shape;766;p5"/>
            <p:cNvSpPr/>
            <p:nvPr/>
          </p:nvSpPr>
          <p:spPr>
            <a:xfrm>
              <a:off x="654269" y="189567"/>
              <a:ext cx="28548" cy="41951"/>
            </a:xfrm>
            <a:custGeom>
              <a:avLst/>
              <a:gdLst/>
              <a:ahLst/>
              <a:cxnLst/>
              <a:rect l="l" t="t" r="r" b="b"/>
              <a:pathLst>
                <a:path w="573" h="842" extrusionOk="0">
                  <a:moveTo>
                    <a:pt x="371" y="202"/>
                  </a:moveTo>
                  <a:lnTo>
                    <a:pt x="337" y="337"/>
                  </a:lnTo>
                  <a:lnTo>
                    <a:pt x="270" y="371"/>
                  </a:lnTo>
                  <a:lnTo>
                    <a:pt x="202" y="404"/>
                  </a:lnTo>
                  <a:lnTo>
                    <a:pt x="169" y="472"/>
                  </a:lnTo>
                  <a:lnTo>
                    <a:pt x="169" y="438"/>
                  </a:lnTo>
                  <a:lnTo>
                    <a:pt x="169" y="371"/>
                  </a:lnTo>
                  <a:lnTo>
                    <a:pt x="202" y="303"/>
                  </a:lnTo>
                  <a:lnTo>
                    <a:pt x="236" y="236"/>
                  </a:lnTo>
                  <a:lnTo>
                    <a:pt x="303" y="202"/>
                  </a:lnTo>
                  <a:close/>
                  <a:moveTo>
                    <a:pt x="371" y="0"/>
                  </a:moveTo>
                  <a:lnTo>
                    <a:pt x="236" y="68"/>
                  </a:lnTo>
                  <a:lnTo>
                    <a:pt x="101" y="135"/>
                  </a:lnTo>
                  <a:lnTo>
                    <a:pt x="68" y="169"/>
                  </a:lnTo>
                  <a:lnTo>
                    <a:pt x="34" y="169"/>
                  </a:lnTo>
                  <a:lnTo>
                    <a:pt x="34" y="236"/>
                  </a:lnTo>
                  <a:lnTo>
                    <a:pt x="0" y="371"/>
                  </a:lnTo>
                  <a:lnTo>
                    <a:pt x="0" y="505"/>
                  </a:lnTo>
                  <a:lnTo>
                    <a:pt x="68" y="775"/>
                  </a:lnTo>
                  <a:lnTo>
                    <a:pt x="68" y="808"/>
                  </a:lnTo>
                  <a:lnTo>
                    <a:pt x="135" y="808"/>
                  </a:lnTo>
                  <a:lnTo>
                    <a:pt x="169" y="775"/>
                  </a:lnTo>
                  <a:lnTo>
                    <a:pt x="169" y="741"/>
                  </a:lnTo>
                  <a:lnTo>
                    <a:pt x="169" y="606"/>
                  </a:lnTo>
                  <a:lnTo>
                    <a:pt x="236" y="674"/>
                  </a:lnTo>
                  <a:lnTo>
                    <a:pt x="303" y="775"/>
                  </a:lnTo>
                  <a:lnTo>
                    <a:pt x="371" y="808"/>
                  </a:lnTo>
                  <a:lnTo>
                    <a:pt x="472" y="842"/>
                  </a:lnTo>
                  <a:lnTo>
                    <a:pt x="539" y="842"/>
                  </a:lnTo>
                  <a:lnTo>
                    <a:pt x="573" y="775"/>
                  </a:lnTo>
                  <a:lnTo>
                    <a:pt x="573" y="741"/>
                  </a:lnTo>
                  <a:lnTo>
                    <a:pt x="505" y="674"/>
                  </a:lnTo>
                  <a:lnTo>
                    <a:pt x="404" y="640"/>
                  </a:lnTo>
                  <a:lnTo>
                    <a:pt x="337" y="539"/>
                  </a:lnTo>
                  <a:lnTo>
                    <a:pt x="472" y="438"/>
                  </a:lnTo>
                  <a:lnTo>
                    <a:pt x="539" y="270"/>
                  </a:lnTo>
                  <a:lnTo>
                    <a:pt x="573" y="169"/>
                  </a:lnTo>
                  <a:lnTo>
                    <a:pt x="539" y="101"/>
                  </a:lnTo>
                  <a:lnTo>
                    <a:pt x="472"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7" name="Google Shape;767;p5"/>
            <p:cNvSpPr/>
            <p:nvPr/>
          </p:nvSpPr>
          <p:spPr>
            <a:xfrm>
              <a:off x="610625" y="147617"/>
              <a:ext cx="117481" cy="119126"/>
            </a:xfrm>
            <a:custGeom>
              <a:avLst/>
              <a:gdLst/>
              <a:ahLst/>
              <a:cxnLst/>
              <a:rect l="l" t="t" r="r" b="b"/>
              <a:pathLst>
                <a:path w="2358" h="2391" extrusionOk="0">
                  <a:moveTo>
                    <a:pt x="1550" y="1"/>
                  </a:moveTo>
                  <a:lnTo>
                    <a:pt x="944" y="34"/>
                  </a:lnTo>
                  <a:lnTo>
                    <a:pt x="237" y="34"/>
                  </a:lnTo>
                  <a:lnTo>
                    <a:pt x="35" y="102"/>
                  </a:lnTo>
                  <a:lnTo>
                    <a:pt x="1" y="135"/>
                  </a:lnTo>
                  <a:lnTo>
                    <a:pt x="102" y="203"/>
                  </a:lnTo>
                  <a:lnTo>
                    <a:pt x="203" y="236"/>
                  </a:lnTo>
                  <a:lnTo>
                    <a:pt x="371" y="270"/>
                  </a:lnTo>
                  <a:lnTo>
                    <a:pt x="1415" y="270"/>
                  </a:lnTo>
                  <a:lnTo>
                    <a:pt x="2055" y="203"/>
                  </a:lnTo>
                  <a:lnTo>
                    <a:pt x="2021" y="438"/>
                  </a:lnTo>
                  <a:lnTo>
                    <a:pt x="2021" y="640"/>
                  </a:lnTo>
                  <a:lnTo>
                    <a:pt x="2055" y="1078"/>
                  </a:lnTo>
                  <a:lnTo>
                    <a:pt x="2088" y="1583"/>
                  </a:lnTo>
                  <a:lnTo>
                    <a:pt x="2088" y="1852"/>
                  </a:lnTo>
                  <a:lnTo>
                    <a:pt x="2122" y="2122"/>
                  </a:lnTo>
                  <a:lnTo>
                    <a:pt x="977" y="2155"/>
                  </a:lnTo>
                  <a:lnTo>
                    <a:pt x="573" y="2122"/>
                  </a:lnTo>
                  <a:lnTo>
                    <a:pt x="371" y="2155"/>
                  </a:lnTo>
                  <a:lnTo>
                    <a:pt x="304" y="2223"/>
                  </a:lnTo>
                  <a:lnTo>
                    <a:pt x="203" y="2256"/>
                  </a:lnTo>
                  <a:lnTo>
                    <a:pt x="203" y="2290"/>
                  </a:lnTo>
                  <a:lnTo>
                    <a:pt x="304" y="2324"/>
                  </a:lnTo>
                  <a:lnTo>
                    <a:pt x="405" y="2357"/>
                  </a:lnTo>
                  <a:lnTo>
                    <a:pt x="573" y="2391"/>
                  </a:lnTo>
                  <a:lnTo>
                    <a:pt x="1617" y="2391"/>
                  </a:lnTo>
                  <a:lnTo>
                    <a:pt x="2257" y="2357"/>
                  </a:lnTo>
                  <a:lnTo>
                    <a:pt x="2324" y="2324"/>
                  </a:lnTo>
                  <a:lnTo>
                    <a:pt x="2358" y="2290"/>
                  </a:lnTo>
                  <a:lnTo>
                    <a:pt x="2358" y="2223"/>
                  </a:lnTo>
                  <a:lnTo>
                    <a:pt x="2324" y="2155"/>
                  </a:lnTo>
                  <a:lnTo>
                    <a:pt x="2324" y="1886"/>
                  </a:lnTo>
                  <a:lnTo>
                    <a:pt x="2324" y="1617"/>
                  </a:lnTo>
                  <a:lnTo>
                    <a:pt x="2290" y="1044"/>
                  </a:lnTo>
                  <a:lnTo>
                    <a:pt x="2290" y="607"/>
                  </a:lnTo>
                  <a:lnTo>
                    <a:pt x="2257" y="405"/>
                  </a:lnTo>
                  <a:lnTo>
                    <a:pt x="2223" y="169"/>
                  </a:lnTo>
                  <a:lnTo>
                    <a:pt x="2257" y="135"/>
                  </a:lnTo>
                  <a:lnTo>
                    <a:pt x="2257" y="68"/>
                  </a:lnTo>
                  <a:lnTo>
                    <a:pt x="2223" y="34"/>
                  </a:lnTo>
                  <a:lnTo>
                    <a:pt x="21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8" name="Google Shape;768;p5"/>
            <p:cNvSpPr/>
            <p:nvPr/>
          </p:nvSpPr>
          <p:spPr>
            <a:xfrm>
              <a:off x="786797" y="186179"/>
              <a:ext cx="41951" cy="36968"/>
            </a:xfrm>
            <a:custGeom>
              <a:avLst/>
              <a:gdLst/>
              <a:ahLst/>
              <a:cxnLst/>
              <a:rect l="l" t="t" r="r" b="b"/>
              <a:pathLst>
                <a:path w="842" h="742" extrusionOk="0">
                  <a:moveTo>
                    <a:pt x="34" y="1"/>
                  </a:moveTo>
                  <a:lnTo>
                    <a:pt x="0" y="35"/>
                  </a:lnTo>
                  <a:lnTo>
                    <a:pt x="0" y="68"/>
                  </a:lnTo>
                  <a:lnTo>
                    <a:pt x="0" y="102"/>
                  </a:lnTo>
                  <a:lnTo>
                    <a:pt x="34" y="102"/>
                  </a:lnTo>
                  <a:lnTo>
                    <a:pt x="135" y="169"/>
                  </a:lnTo>
                  <a:lnTo>
                    <a:pt x="236" y="203"/>
                  </a:lnTo>
                  <a:lnTo>
                    <a:pt x="168" y="405"/>
                  </a:lnTo>
                  <a:lnTo>
                    <a:pt x="135" y="607"/>
                  </a:lnTo>
                  <a:lnTo>
                    <a:pt x="168" y="674"/>
                  </a:lnTo>
                  <a:lnTo>
                    <a:pt x="236" y="708"/>
                  </a:lnTo>
                  <a:lnTo>
                    <a:pt x="269" y="742"/>
                  </a:lnTo>
                  <a:lnTo>
                    <a:pt x="303" y="674"/>
                  </a:lnTo>
                  <a:lnTo>
                    <a:pt x="337" y="506"/>
                  </a:lnTo>
                  <a:lnTo>
                    <a:pt x="370" y="304"/>
                  </a:lnTo>
                  <a:lnTo>
                    <a:pt x="606" y="304"/>
                  </a:lnTo>
                  <a:lnTo>
                    <a:pt x="741" y="270"/>
                  </a:lnTo>
                  <a:lnTo>
                    <a:pt x="808" y="203"/>
                  </a:lnTo>
                  <a:lnTo>
                    <a:pt x="842" y="169"/>
                  </a:lnTo>
                  <a:lnTo>
                    <a:pt x="842" y="136"/>
                  </a:lnTo>
                  <a:lnTo>
                    <a:pt x="842" y="68"/>
                  </a:lnTo>
                  <a:lnTo>
                    <a:pt x="808" y="35"/>
                  </a:lnTo>
                  <a:lnTo>
                    <a:pt x="74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69" name="Google Shape;769;p5"/>
            <p:cNvSpPr/>
            <p:nvPr/>
          </p:nvSpPr>
          <p:spPr>
            <a:xfrm>
              <a:off x="709622" y="72136"/>
              <a:ext cx="35274" cy="48677"/>
            </a:xfrm>
            <a:custGeom>
              <a:avLst/>
              <a:gdLst/>
              <a:ahLst/>
              <a:cxnLst/>
              <a:rect l="l" t="t" r="r" b="b"/>
              <a:pathLst>
                <a:path w="708" h="977" extrusionOk="0">
                  <a:moveTo>
                    <a:pt x="505" y="0"/>
                  </a:moveTo>
                  <a:lnTo>
                    <a:pt x="371" y="34"/>
                  </a:lnTo>
                  <a:lnTo>
                    <a:pt x="68" y="135"/>
                  </a:lnTo>
                  <a:lnTo>
                    <a:pt x="34" y="202"/>
                  </a:lnTo>
                  <a:lnTo>
                    <a:pt x="34" y="236"/>
                  </a:lnTo>
                  <a:lnTo>
                    <a:pt x="135" y="539"/>
                  </a:lnTo>
                  <a:lnTo>
                    <a:pt x="202" y="606"/>
                  </a:lnTo>
                  <a:lnTo>
                    <a:pt x="270" y="573"/>
                  </a:lnTo>
                  <a:lnTo>
                    <a:pt x="404" y="539"/>
                  </a:lnTo>
                  <a:lnTo>
                    <a:pt x="505" y="539"/>
                  </a:lnTo>
                  <a:lnTo>
                    <a:pt x="573" y="606"/>
                  </a:lnTo>
                  <a:lnTo>
                    <a:pt x="539" y="640"/>
                  </a:lnTo>
                  <a:lnTo>
                    <a:pt x="438" y="674"/>
                  </a:lnTo>
                  <a:lnTo>
                    <a:pt x="236" y="707"/>
                  </a:lnTo>
                  <a:lnTo>
                    <a:pt x="101" y="741"/>
                  </a:lnTo>
                  <a:lnTo>
                    <a:pt x="34" y="808"/>
                  </a:lnTo>
                  <a:lnTo>
                    <a:pt x="0" y="876"/>
                  </a:lnTo>
                  <a:lnTo>
                    <a:pt x="0" y="909"/>
                  </a:lnTo>
                  <a:lnTo>
                    <a:pt x="34" y="943"/>
                  </a:lnTo>
                  <a:lnTo>
                    <a:pt x="68" y="977"/>
                  </a:lnTo>
                  <a:lnTo>
                    <a:pt x="101" y="943"/>
                  </a:lnTo>
                  <a:lnTo>
                    <a:pt x="169" y="909"/>
                  </a:lnTo>
                  <a:lnTo>
                    <a:pt x="270" y="876"/>
                  </a:lnTo>
                  <a:lnTo>
                    <a:pt x="438" y="876"/>
                  </a:lnTo>
                  <a:lnTo>
                    <a:pt x="573" y="808"/>
                  </a:lnTo>
                  <a:lnTo>
                    <a:pt x="640" y="775"/>
                  </a:lnTo>
                  <a:lnTo>
                    <a:pt x="707" y="707"/>
                  </a:lnTo>
                  <a:lnTo>
                    <a:pt x="707" y="640"/>
                  </a:lnTo>
                  <a:lnTo>
                    <a:pt x="707" y="539"/>
                  </a:lnTo>
                  <a:lnTo>
                    <a:pt x="674" y="472"/>
                  </a:lnTo>
                  <a:lnTo>
                    <a:pt x="606" y="404"/>
                  </a:lnTo>
                  <a:lnTo>
                    <a:pt x="539" y="371"/>
                  </a:lnTo>
                  <a:lnTo>
                    <a:pt x="438" y="371"/>
                  </a:lnTo>
                  <a:lnTo>
                    <a:pt x="270" y="404"/>
                  </a:lnTo>
                  <a:lnTo>
                    <a:pt x="236" y="270"/>
                  </a:lnTo>
                  <a:lnTo>
                    <a:pt x="472" y="169"/>
                  </a:lnTo>
                  <a:lnTo>
                    <a:pt x="674" y="101"/>
                  </a:lnTo>
                  <a:lnTo>
                    <a:pt x="674" y="34"/>
                  </a:lnTo>
                  <a:lnTo>
                    <a:pt x="67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0" name="Google Shape;770;p5"/>
            <p:cNvSpPr/>
            <p:nvPr/>
          </p:nvSpPr>
          <p:spPr>
            <a:xfrm>
              <a:off x="741508" y="140891"/>
              <a:ext cx="127496" cy="120820"/>
            </a:xfrm>
            <a:custGeom>
              <a:avLst/>
              <a:gdLst/>
              <a:ahLst/>
              <a:cxnLst/>
              <a:rect l="l" t="t" r="r" b="b"/>
              <a:pathLst>
                <a:path w="2559" h="2425" extrusionOk="0">
                  <a:moveTo>
                    <a:pt x="1986" y="1"/>
                  </a:moveTo>
                  <a:lnTo>
                    <a:pt x="1616" y="68"/>
                  </a:lnTo>
                  <a:lnTo>
                    <a:pt x="909" y="68"/>
                  </a:lnTo>
                  <a:lnTo>
                    <a:pt x="539" y="102"/>
                  </a:lnTo>
                  <a:lnTo>
                    <a:pt x="202" y="136"/>
                  </a:lnTo>
                  <a:lnTo>
                    <a:pt x="168" y="68"/>
                  </a:lnTo>
                  <a:lnTo>
                    <a:pt x="168" y="35"/>
                  </a:lnTo>
                  <a:lnTo>
                    <a:pt x="101" y="35"/>
                  </a:lnTo>
                  <a:lnTo>
                    <a:pt x="67" y="68"/>
                  </a:lnTo>
                  <a:lnTo>
                    <a:pt x="34" y="304"/>
                  </a:lnTo>
                  <a:lnTo>
                    <a:pt x="0" y="573"/>
                  </a:lnTo>
                  <a:lnTo>
                    <a:pt x="0" y="1112"/>
                  </a:lnTo>
                  <a:lnTo>
                    <a:pt x="34" y="1718"/>
                  </a:lnTo>
                  <a:lnTo>
                    <a:pt x="67" y="2021"/>
                  </a:lnTo>
                  <a:lnTo>
                    <a:pt x="168" y="2324"/>
                  </a:lnTo>
                  <a:lnTo>
                    <a:pt x="202" y="2358"/>
                  </a:lnTo>
                  <a:lnTo>
                    <a:pt x="303" y="2358"/>
                  </a:lnTo>
                  <a:lnTo>
                    <a:pt x="337" y="2290"/>
                  </a:lnTo>
                  <a:lnTo>
                    <a:pt x="303" y="1987"/>
                  </a:lnTo>
                  <a:lnTo>
                    <a:pt x="303" y="1684"/>
                  </a:lnTo>
                  <a:lnTo>
                    <a:pt x="236" y="1078"/>
                  </a:lnTo>
                  <a:lnTo>
                    <a:pt x="236" y="674"/>
                  </a:lnTo>
                  <a:lnTo>
                    <a:pt x="202" y="237"/>
                  </a:lnTo>
                  <a:lnTo>
                    <a:pt x="438" y="270"/>
                  </a:lnTo>
                  <a:lnTo>
                    <a:pt x="1145" y="270"/>
                  </a:lnTo>
                  <a:lnTo>
                    <a:pt x="2222" y="203"/>
                  </a:lnTo>
                  <a:lnTo>
                    <a:pt x="2256" y="237"/>
                  </a:lnTo>
                  <a:lnTo>
                    <a:pt x="2289" y="270"/>
                  </a:lnTo>
                  <a:lnTo>
                    <a:pt x="2323" y="270"/>
                  </a:lnTo>
                  <a:lnTo>
                    <a:pt x="2289" y="573"/>
                  </a:lnTo>
                  <a:lnTo>
                    <a:pt x="2323" y="910"/>
                  </a:lnTo>
                  <a:lnTo>
                    <a:pt x="2357" y="2088"/>
                  </a:lnTo>
                  <a:lnTo>
                    <a:pt x="2121" y="2055"/>
                  </a:lnTo>
                  <a:lnTo>
                    <a:pt x="1885" y="2088"/>
                  </a:lnTo>
                  <a:lnTo>
                    <a:pt x="1414" y="2122"/>
                  </a:lnTo>
                  <a:lnTo>
                    <a:pt x="673" y="2122"/>
                  </a:lnTo>
                  <a:lnTo>
                    <a:pt x="539" y="2156"/>
                  </a:lnTo>
                  <a:lnTo>
                    <a:pt x="404" y="2189"/>
                  </a:lnTo>
                  <a:lnTo>
                    <a:pt x="337" y="2290"/>
                  </a:lnTo>
                  <a:lnTo>
                    <a:pt x="404" y="2358"/>
                  </a:lnTo>
                  <a:lnTo>
                    <a:pt x="505" y="2391"/>
                  </a:lnTo>
                  <a:lnTo>
                    <a:pt x="774" y="2425"/>
                  </a:lnTo>
                  <a:lnTo>
                    <a:pt x="1279" y="2358"/>
                  </a:lnTo>
                  <a:lnTo>
                    <a:pt x="2087" y="2358"/>
                  </a:lnTo>
                  <a:lnTo>
                    <a:pt x="2357" y="2290"/>
                  </a:lnTo>
                  <a:lnTo>
                    <a:pt x="2424" y="2324"/>
                  </a:lnTo>
                  <a:lnTo>
                    <a:pt x="2525" y="2324"/>
                  </a:lnTo>
                  <a:lnTo>
                    <a:pt x="2559" y="2257"/>
                  </a:lnTo>
                  <a:lnTo>
                    <a:pt x="2491" y="1078"/>
                  </a:lnTo>
                  <a:lnTo>
                    <a:pt x="2525" y="573"/>
                  </a:lnTo>
                  <a:lnTo>
                    <a:pt x="2491" y="304"/>
                  </a:lnTo>
                  <a:lnTo>
                    <a:pt x="2424" y="68"/>
                  </a:lnTo>
                  <a:lnTo>
                    <a:pt x="2390" y="68"/>
                  </a:lnTo>
                  <a:lnTo>
                    <a:pt x="2390" y="102"/>
                  </a:lnTo>
                  <a:lnTo>
                    <a:pt x="2357" y="102"/>
                  </a:lnTo>
                  <a:lnTo>
                    <a:pt x="2289" y="35"/>
                  </a:lnTo>
                  <a:lnTo>
                    <a:pt x="2222" y="35"/>
                  </a:lnTo>
                  <a:lnTo>
                    <a:pt x="198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1" name="Google Shape;771;p5"/>
            <p:cNvSpPr/>
            <p:nvPr/>
          </p:nvSpPr>
          <p:spPr>
            <a:xfrm>
              <a:off x="211397" y="296885"/>
              <a:ext cx="130884" cy="120869"/>
            </a:xfrm>
            <a:custGeom>
              <a:avLst/>
              <a:gdLst/>
              <a:ahLst/>
              <a:cxnLst/>
              <a:rect l="l" t="t" r="r" b="b"/>
              <a:pathLst>
                <a:path w="2627" h="2426" extrusionOk="0">
                  <a:moveTo>
                    <a:pt x="1819" y="1"/>
                  </a:moveTo>
                  <a:lnTo>
                    <a:pt x="1314" y="68"/>
                  </a:lnTo>
                  <a:lnTo>
                    <a:pt x="742" y="102"/>
                  </a:lnTo>
                  <a:lnTo>
                    <a:pt x="169" y="203"/>
                  </a:lnTo>
                  <a:lnTo>
                    <a:pt x="136" y="136"/>
                  </a:lnTo>
                  <a:lnTo>
                    <a:pt x="102" y="102"/>
                  </a:lnTo>
                  <a:lnTo>
                    <a:pt x="68" y="102"/>
                  </a:lnTo>
                  <a:lnTo>
                    <a:pt x="35" y="136"/>
                  </a:lnTo>
                  <a:lnTo>
                    <a:pt x="1" y="439"/>
                  </a:lnTo>
                  <a:lnTo>
                    <a:pt x="35" y="742"/>
                  </a:lnTo>
                  <a:lnTo>
                    <a:pt x="68" y="1348"/>
                  </a:lnTo>
                  <a:lnTo>
                    <a:pt x="68" y="1853"/>
                  </a:lnTo>
                  <a:lnTo>
                    <a:pt x="68" y="2122"/>
                  </a:lnTo>
                  <a:lnTo>
                    <a:pt x="136" y="2391"/>
                  </a:lnTo>
                  <a:lnTo>
                    <a:pt x="169" y="2425"/>
                  </a:lnTo>
                  <a:lnTo>
                    <a:pt x="237" y="2391"/>
                  </a:lnTo>
                  <a:lnTo>
                    <a:pt x="1314" y="2391"/>
                  </a:lnTo>
                  <a:lnTo>
                    <a:pt x="1853" y="2358"/>
                  </a:lnTo>
                  <a:lnTo>
                    <a:pt x="2088" y="2324"/>
                  </a:lnTo>
                  <a:lnTo>
                    <a:pt x="2358" y="2290"/>
                  </a:lnTo>
                  <a:lnTo>
                    <a:pt x="2358" y="2324"/>
                  </a:lnTo>
                  <a:lnTo>
                    <a:pt x="2425" y="2324"/>
                  </a:lnTo>
                  <a:lnTo>
                    <a:pt x="2526" y="2257"/>
                  </a:lnTo>
                  <a:lnTo>
                    <a:pt x="2560" y="2189"/>
                  </a:lnTo>
                  <a:lnTo>
                    <a:pt x="2593" y="2088"/>
                  </a:lnTo>
                  <a:lnTo>
                    <a:pt x="2627" y="1954"/>
                  </a:lnTo>
                  <a:lnTo>
                    <a:pt x="2593" y="1684"/>
                  </a:lnTo>
                  <a:lnTo>
                    <a:pt x="2560" y="1482"/>
                  </a:lnTo>
                  <a:lnTo>
                    <a:pt x="2560" y="742"/>
                  </a:lnTo>
                  <a:lnTo>
                    <a:pt x="2492" y="405"/>
                  </a:lnTo>
                  <a:lnTo>
                    <a:pt x="2425" y="237"/>
                  </a:lnTo>
                  <a:lnTo>
                    <a:pt x="2358" y="102"/>
                  </a:lnTo>
                  <a:lnTo>
                    <a:pt x="2324" y="102"/>
                  </a:lnTo>
                  <a:lnTo>
                    <a:pt x="2290" y="203"/>
                  </a:lnTo>
                  <a:lnTo>
                    <a:pt x="2257" y="338"/>
                  </a:lnTo>
                  <a:lnTo>
                    <a:pt x="2257" y="607"/>
                  </a:lnTo>
                  <a:lnTo>
                    <a:pt x="2324" y="1146"/>
                  </a:lnTo>
                  <a:lnTo>
                    <a:pt x="2358" y="1651"/>
                  </a:lnTo>
                  <a:lnTo>
                    <a:pt x="2358" y="2156"/>
                  </a:lnTo>
                  <a:lnTo>
                    <a:pt x="2088" y="2122"/>
                  </a:lnTo>
                  <a:lnTo>
                    <a:pt x="1853" y="2088"/>
                  </a:lnTo>
                  <a:lnTo>
                    <a:pt x="1314" y="2088"/>
                  </a:lnTo>
                  <a:lnTo>
                    <a:pt x="270" y="2189"/>
                  </a:lnTo>
                  <a:lnTo>
                    <a:pt x="270" y="1920"/>
                  </a:lnTo>
                  <a:lnTo>
                    <a:pt x="270" y="1684"/>
                  </a:lnTo>
                  <a:lnTo>
                    <a:pt x="237" y="1146"/>
                  </a:lnTo>
                  <a:lnTo>
                    <a:pt x="237" y="775"/>
                  </a:lnTo>
                  <a:lnTo>
                    <a:pt x="203" y="405"/>
                  </a:lnTo>
                  <a:lnTo>
                    <a:pt x="843" y="338"/>
                  </a:lnTo>
                  <a:lnTo>
                    <a:pt x="1482" y="270"/>
                  </a:lnTo>
                  <a:lnTo>
                    <a:pt x="1920" y="237"/>
                  </a:lnTo>
                  <a:lnTo>
                    <a:pt x="2122" y="203"/>
                  </a:lnTo>
                  <a:lnTo>
                    <a:pt x="2324" y="102"/>
                  </a:lnTo>
                  <a:lnTo>
                    <a:pt x="2324" y="68"/>
                  </a:lnTo>
                  <a:lnTo>
                    <a:pt x="2189" y="35"/>
                  </a:lnTo>
                  <a:lnTo>
                    <a:pt x="208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2" name="Google Shape;772;p5"/>
            <p:cNvSpPr/>
            <p:nvPr/>
          </p:nvSpPr>
          <p:spPr>
            <a:xfrm>
              <a:off x="1734520" y="504894"/>
              <a:ext cx="122514" cy="147674"/>
            </a:xfrm>
            <a:custGeom>
              <a:avLst/>
              <a:gdLst/>
              <a:ahLst/>
              <a:cxnLst/>
              <a:rect l="l" t="t" r="r" b="b"/>
              <a:pathLst>
                <a:path w="2459" h="2964" extrusionOk="0">
                  <a:moveTo>
                    <a:pt x="270" y="1516"/>
                  </a:moveTo>
                  <a:lnTo>
                    <a:pt x="472" y="1583"/>
                  </a:lnTo>
                  <a:lnTo>
                    <a:pt x="708" y="1617"/>
                  </a:lnTo>
                  <a:lnTo>
                    <a:pt x="1953" y="1617"/>
                  </a:lnTo>
                  <a:lnTo>
                    <a:pt x="2223" y="1583"/>
                  </a:lnTo>
                  <a:lnTo>
                    <a:pt x="2223" y="2088"/>
                  </a:lnTo>
                  <a:lnTo>
                    <a:pt x="2223" y="2324"/>
                  </a:lnTo>
                  <a:lnTo>
                    <a:pt x="2256" y="2593"/>
                  </a:lnTo>
                  <a:lnTo>
                    <a:pt x="1785" y="2593"/>
                  </a:lnTo>
                  <a:lnTo>
                    <a:pt x="1347" y="2661"/>
                  </a:lnTo>
                  <a:lnTo>
                    <a:pt x="842" y="2694"/>
                  </a:lnTo>
                  <a:lnTo>
                    <a:pt x="573" y="2728"/>
                  </a:lnTo>
                  <a:lnTo>
                    <a:pt x="337" y="2795"/>
                  </a:lnTo>
                  <a:lnTo>
                    <a:pt x="311" y="2821"/>
                  </a:lnTo>
                  <a:lnTo>
                    <a:pt x="337" y="2560"/>
                  </a:lnTo>
                  <a:lnTo>
                    <a:pt x="303" y="2189"/>
                  </a:lnTo>
                  <a:lnTo>
                    <a:pt x="270" y="1516"/>
                  </a:lnTo>
                  <a:close/>
                  <a:moveTo>
                    <a:pt x="2155" y="1"/>
                  </a:moveTo>
                  <a:lnTo>
                    <a:pt x="1886" y="34"/>
                  </a:lnTo>
                  <a:lnTo>
                    <a:pt x="1583" y="34"/>
                  </a:lnTo>
                  <a:lnTo>
                    <a:pt x="1044" y="102"/>
                  </a:lnTo>
                  <a:lnTo>
                    <a:pt x="607" y="169"/>
                  </a:lnTo>
                  <a:lnTo>
                    <a:pt x="135" y="236"/>
                  </a:lnTo>
                  <a:lnTo>
                    <a:pt x="101" y="169"/>
                  </a:lnTo>
                  <a:lnTo>
                    <a:pt x="68" y="203"/>
                  </a:lnTo>
                  <a:lnTo>
                    <a:pt x="0" y="506"/>
                  </a:lnTo>
                  <a:lnTo>
                    <a:pt x="0" y="809"/>
                  </a:lnTo>
                  <a:lnTo>
                    <a:pt x="34" y="1449"/>
                  </a:lnTo>
                  <a:lnTo>
                    <a:pt x="34" y="2189"/>
                  </a:lnTo>
                  <a:lnTo>
                    <a:pt x="68" y="2560"/>
                  </a:lnTo>
                  <a:lnTo>
                    <a:pt x="135" y="2896"/>
                  </a:lnTo>
                  <a:lnTo>
                    <a:pt x="169" y="2964"/>
                  </a:lnTo>
                  <a:lnTo>
                    <a:pt x="236" y="2964"/>
                  </a:lnTo>
                  <a:lnTo>
                    <a:pt x="270" y="2930"/>
                  </a:lnTo>
                  <a:lnTo>
                    <a:pt x="303" y="2896"/>
                  </a:lnTo>
                  <a:lnTo>
                    <a:pt x="310" y="2835"/>
                  </a:lnTo>
                  <a:lnTo>
                    <a:pt x="337" y="2863"/>
                  </a:lnTo>
                  <a:lnTo>
                    <a:pt x="842" y="2863"/>
                  </a:lnTo>
                  <a:lnTo>
                    <a:pt x="1347" y="2829"/>
                  </a:lnTo>
                  <a:lnTo>
                    <a:pt x="1819" y="2795"/>
                  </a:lnTo>
                  <a:lnTo>
                    <a:pt x="2290" y="2728"/>
                  </a:lnTo>
                  <a:lnTo>
                    <a:pt x="2324" y="2795"/>
                  </a:lnTo>
                  <a:lnTo>
                    <a:pt x="2357" y="2829"/>
                  </a:lnTo>
                  <a:lnTo>
                    <a:pt x="2391" y="2795"/>
                  </a:lnTo>
                  <a:lnTo>
                    <a:pt x="2391" y="2728"/>
                  </a:lnTo>
                  <a:lnTo>
                    <a:pt x="2425" y="2661"/>
                  </a:lnTo>
                  <a:lnTo>
                    <a:pt x="2425" y="2627"/>
                  </a:lnTo>
                  <a:lnTo>
                    <a:pt x="2458" y="2358"/>
                  </a:lnTo>
                  <a:lnTo>
                    <a:pt x="2458" y="2088"/>
                  </a:lnTo>
                  <a:lnTo>
                    <a:pt x="2425" y="1583"/>
                  </a:lnTo>
                  <a:lnTo>
                    <a:pt x="2391" y="843"/>
                  </a:lnTo>
                  <a:lnTo>
                    <a:pt x="2357" y="506"/>
                  </a:lnTo>
                  <a:lnTo>
                    <a:pt x="2290" y="135"/>
                  </a:lnTo>
                  <a:lnTo>
                    <a:pt x="2256" y="135"/>
                  </a:lnTo>
                  <a:lnTo>
                    <a:pt x="2223" y="438"/>
                  </a:lnTo>
                  <a:lnTo>
                    <a:pt x="2189" y="775"/>
                  </a:lnTo>
                  <a:lnTo>
                    <a:pt x="2223" y="1381"/>
                  </a:lnTo>
                  <a:lnTo>
                    <a:pt x="2223" y="1415"/>
                  </a:lnTo>
                  <a:lnTo>
                    <a:pt x="1953" y="1381"/>
                  </a:lnTo>
                  <a:lnTo>
                    <a:pt x="472" y="1381"/>
                  </a:lnTo>
                  <a:lnTo>
                    <a:pt x="236" y="1449"/>
                  </a:lnTo>
                  <a:lnTo>
                    <a:pt x="236" y="910"/>
                  </a:lnTo>
                  <a:lnTo>
                    <a:pt x="202" y="641"/>
                  </a:lnTo>
                  <a:lnTo>
                    <a:pt x="169" y="371"/>
                  </a:lnTo>
                  <a:lnTo>
                    <a:pt x="674" y="371"/>
                  </a:lnTo>
                  <a:lnTo>
                    <a:pt x="1213" y="304"/>
                  </a:lnTo>
                  <a:lnTo>
                    <a:pt x="1684" y="236"/>
                  </a:lnTo>
                  <a:lnTo>
                    <a:pt x="2189" y="169"/>
                  </a:lnTo>
                  <a:lnTo>
                    <a:pt x="2223" y="135"/>
                  </a:lnTo>
                  <a:lnTo>
                    <a:pt x="2223" y="68"/>
                  </a:lnTo>
                  <a:lnTo>
                    <a:pt x="2189" y="34"/>
                  </a:lnTo>
                  <a:lnTo>
                    <a:pt x="215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3" name="Google Shape;773;p5"/>
            <p:cNvSpPr/>
            <p:nvPr/>
          </p:nvSpPr>
          <p:spPr>
            <a:xfrm>
              <a:off x="1873725" y="566973"/>
              <a:ext cx="127546" cy="80563"/>
            </a:xfrm>
            <a:custGeom>
              <a:avLst/>
              <a:gdLst/>
              <a:ahLst/>
              <a:cxnLst/>
              <a:rect l="l" t="t" r="r" b="b"/>
              <a:pathLst>
                <a:path w="2560" h="1617" extrusionOk="0">
                  <a:moveTo>
                    <a:pt x="1314" y="1"/>
                  </a:moveTo>
                  <a:lnTo>
                    <a:pt x="674" y="34"/>
                  </a:lnTo>
                  <a:lnTo>
                    <a:pt x="371" y="68"/>
                  </a:lnTo>
                  <a:lnTo>
                    <a:pt x="68" y="135"/>
                  </a:lnTo>
                  <a:lnTo>
                    <a:pt x="35" y="169"/>
                  </a:lnTo>
                  <a:lnTo>
                    <a:pt x="1" y="203"/>
                  </a:lnTo>
                  <a:lnTo>
                    <a:pt x="35" y="236"/>
                  </a:lnTo>
                  <a:lnTo>
                    <a:pt x="102" y="270"/>
                  </a:lnTo>
                  <a:lnTo>
                    <a:pt x="708" y="270"/>
                  </a:lnTo>
                  <a:lnTo>
                    <a:pt x="1314" y="236"/>
                  </a:lnTo>
                  <a:lnTo>
                    <a:pt x="2290" y="236"/>
                  </a:lnTo>
                  <a:lnTo>
                    <a:pt x="2358" y="506"/>
                  </a:lnTo>
                  <a:lnTo>
                    <a:pt x="2391" y="775"/>
                  </a:lnTo>
                  <a:lnTo>
                    <a:pt x="2358" y="1347"/>
                  </a:lnTo>
                  <a:lnTo>
                    <a:pt x="1247" y="1381"/>
                  </a:lnTo>
                  <a:lnTo>
                    <a:pt x="742" y="1415"/>
                  </a:lnTo>
                  <a:lnTo>
                    <a:pt x="472" y="1415"/>
                  </a:lnTo>
                  <a:lnTo>
                    <a:pt x="237" y="1482"/>
                  </a:lnTo>
                  <a:lnTo>
                    <a:pt x="203" y="1516"/>
                  </a:lnTo>
                  <a:lnTo>
                    <a:pt x="237" y="1549"/>
                  </a:lnTo>
                  <a:lnTo>
                    <a:pt x="472" y="1617"/>
                  </a:lnTo>
                  <a:lnTo>
                    <a:pt x="742" y="1617"/>
                  </a:lnTo>
                  <a:lnTo>
                    <a:pt x="1280" y="1583"/>
                  </a:lnTo>
                  <a:lnTo>
                    <a:pt x="2459" y="1549"/>
                  </a:lnTo>
                  <a:lnTo>
                    <a:pt x="2526" y="1516"/>
                  </a:lnTo>
                  <a:lnTo>
                    <a:pt x="2560" y="1448"/>
                  </a:lnTo>
                  <a:lnTo>
                    <a:pt x="2560" y="1145"/>
                  </a:lnTo>
                  <a:lnTo>
                    <a:pt x="2492" y="842"/>
                  </a:lnTo>
                  <a:lnTo>
                    <a:pt x="2358" y="236"/>
                  </a:lnTo>
                  <a:lnTo>
                    <a:pt x="2391" y="203"/>
                  </a:lnTo>
                  <a:lnTo>
                    <a:pt x="2425" y="203"/>
                  </a:lnTo>
                  <a:lnTo>
                    <a:pt x="2459" y="135"/>
                  </a:lnTo>
                  <a:lnTo>
                    <a:pt x="2425" y="102"/>
                  </a:lnTo>
                  <a:lnTo>
                    <a:pt x="2391" y="102"/>
                  </a:lnTo>
                  <a:lnTo>
                    <a:pt x="2324" y="68"/>
                  </a:lnTo>
                  <a:lnTo>
                    <a:pt x="2324" y="1"/>
                  </a:lnTo>
                  <a:lnTo>
                    <a:pt x="2257" y="1"/>
                  </a:lnTo>
                  <a:lnTo>
                    <a:pt x="2257" y="34"/>
                  </a:lnTo>
                  <a:lnTo>
                    <a:pt x="2021" y="34"/>
                  </a:lnTo>
                  <a:lnTo>
                    <a:pt x="178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4" name="Google Shape;774;p5"/>
            <p:cNvSpPr/>
            <p:nvPr/>
          </p:nvSpPr>
          <p:spPr>
            <a:xfrm>
              <a:off x="1924045" y="590439"/>
              <a:ext cx="26904" cy="36968"/>
            </a:xfrm>
            <a:custGeom>
              <a:avLst/>
              <a:gdLst/>
              <a:ahLst/>
              <a:cxnLst/>
              <a:rect l="l" t="t" r="r" b="b"/>
              <a:pathLst>
                <a:path w="540" h="742" extrusionOk="0">
                  <a:moveTo>
                    <a:pt x="136" y="1"/>
                  </a:moveTo>
                  <a:lnTo>
                    <a:pt x="68" y="35"/>
                  </a:lnTo>
                  <a:lnTo>
                    <a:pt x="68" y="102"/>
                  </a:lnTo>
                  <a:lnTo>
                    <a:pt x="102" y="203"/>
                  </a:lnTo>
                  <a:lnTo>
                    <a:pt x="169" y="237"/>
                  </a:lnTo>
                  <a:lnTo>
                    <a:pt x="270" y="304"/>
                  </a:lnTo>
                  <a:lnTo>
                    <a:pt x="203" y="338"/>
                  </a:lnTo>
                  <a:lnTo>
                    <a:pt x="35" y="540"/>
                  </a:lnTo>
                  <a:lnTo>
                    <a:pt x="1" y="573"/>
                  </a:lnTo>
                  <a:lnTo>
                    <a:pt x="1" y="641"/>
                  </a:lnTo>
                  <a:lnTo>
                    <a:pt x="35" y="708"/>
                  </a:lnTo>
                  <a:lnTo>
                    <a:pt x="102" y="742"/>
                  </a:lnTo>
                  <a:lnTo>
                    <a:pt x="136" y="708"/>
                  </a:lnTo>
                  <a:lnTo>
                    <a:pt x="203" y="708"/>
                  </a:lnTo>
                  <a:lnTo>
                    <a:pt x="371" y="472"/>
                  </a:lnTo>
                  <a:lnTo>
                    <a:pt x="439" y="371"/>
                  </a:lnTo>
                  <a:lnTo>
                    <a:pt x="506" y="338"/>
                  </a:lnTo>
                  <a:lnTo>
                    <a:pt x="540" y="304"/>
                  </a:lnTo>
                  <a:lnTo>
                    <a:pt x="540" y="237"/>
                  </a:lnTo>
                  <a:lnTo>
                    <a:pt x="506" y="203"/>
                  </a:lnTo>
                  <a:lnTo>
                    <a:pt x="371" y="102"/>
                  </a:lnTo>
                  <a:lnTo>
                    <a:pt x="304" y="68"/>
                  </a:lnTo>
                  <a:lnTo>
                    <a:pt x="237" y="35"/>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5" name="Google Shape;775;p5"/>
            <p:cNvSpPr/>
            <p:nvPr/>
          </p:nvSpPr>
          <p:spPr>
            <a:xfrm>
              <a:off x="1776471" y="528410"/>
              <a:ext cx="43645" cy="28548"/>
            </a:xfrm>
            <a:custGeom>
              <a:avLst/>
              <a:gdLst/>
              <a:ahLst/>
              <a:cxnLst/>
              <a:rect l="l" t="t" r="r" b="b"/>
              <a:pathLst>
                <a:path w="876" h="573" extrusionOk="0">
                  <a:moveTo>
                    <a:pt x="404" y="0"/>
                  </a:moveTo>
                  <a:lnTo>
                    <a:pt x="270" y="101"/>
                  </a:lnTo>
                  <a:lnTo>
                    <a:pt x="169" y="202"/>
                  </a:lnTo>
                  <a:lnTo>
                    <a:pt x="68" y="303"/>
                  </a:lnTo>
                  <a:lnTo>
                    <a:pt x="34" y="371"/>
                  </a:lnTo>
                  <a:lnTo>
                    <a:pt x="0" y="438"/>
                  </a:lnTo>
                  <a:lnTo>
                    <a:pt x="0" y="505"/>
                  </a:lnTo>
                  <a:lnTo>
                    <a:pt x="68" y="505"/>
                  </a:lnTo>
                  <a:lnTo>
                    <a:pt x="202" y="472"/>
                  </a:lnTo>
                  <a:lnTo>
                    <a:pt x="303" y="371"/>
                  </a:lnTo>
                  <a:lnTo>
                    <a:pt x="438" y="236"/>
                  </a:lnTo>
                  <a:lnTo>
                    <a:pt x="573" y="404"/>
                  </a:lnTo>
                  <a:lnTo>
                    <a:pt x="741" y="539"/>
                  </a:lnTo>
                  <a:lnTo>
                    <a:pt x="775" y="573"/>
                  </a:lnTo>
                  <a:lnTo>
                    <a:pt x="842" y="573"/>
                  </a:lnTo>
                  <a:lnTo>
                    <a:pt x="842" y="539"/>
                  </a:lnTo>
                  <a:lnTo>
                    <a:pt x="876" y="505"/>
                  </a:lnTo>
                  <a:lnTo>
                    <a:pt x="842" y="472"/>
                  </a:lnTo>
                  <a:lnTo>
                    <a:pt x="707" y="303"/>
                  </a:lnTo>
                  <a:lnTo>
                    <a:pt x="505" y="135"/>
                  </a:lnTo>
                  <a:lnTo>
                    <a:pt x="505" y="101"/>
                  </a:lnTo>
                  <a:lnTo>
                    <a:pt x="505" y="34"/>
                  </a:lnTo>
                  <a:lnTo>
                    <a:pt x="47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6" name="Google Shape;776;p5"/>
            <p:cNvSpPr/>
            <p:nvPr/>
          </p:nvSpPr>
          <p:spPr>
            <a:xfrm>
              <a:off x="1689232" y="358964"/>
              <a:ext cx="303668" cy="140948"/>
            </a:xfrm>
            <a:custGeom>
              <a:avLst/>
              <a:gdLst/>
              <a:ahLst/>
              <a:cxnLst/>
              <a:rect l="l" t="t" r="r" b="b"/>
              <a:pathLst>
                <a:path w="6095" h="2829" extrusionOk="0">
                  <a:moveTo>
                    <a:pt x="5522" y="1"/>
                  </a:moveTo>
                  <a:lnTo>
                    <a:pt x="3704" y="68"/>
                  </a:lnTo>
                  <a:lnTo>
                    <a:pt x="1886" y="169"/>
                  </a:lnTo>
                  <a:lnTo>
                    <a:pt x="977" y="236"/>
                  </a:lnTo>
                  <a:lnTo>
                    <a:pt x="505" y="304"/>
                  </a:lnTo>
                  <a:lnTo>
                    <a:pt x="68" y="405"/>
                  </a:lnTo>
                  <a:lnTo>
                    <a:pt x="34" y="438"/>
                  </a:lnTo>
                  <a:lnTo>
                    <a:pt x="68" y="472"/>
                  </a:lnTo>
                  <a:lnTo>
                    <a:pt x="101" y="472"/>
                  </a:lnTo>
                  <a:lnTo>
                    <a:pt x="34" y="708"/>
                  </a:lnTo>
                  <a:lnTo>
                    <a:pt x="0" y="977"/>
                  </a:lnTo>
                  <a:lnTo>
                    <a:pt x="34" y="1482"/>
                  </a:lnTo>
                  <a:lnTo>
                    <a:pt x="101" y="2088"/>
                  </a:lnTo>
                  <a:lnTo>
                    <a:pt x="202" y="2728"/>
                  </a:lnTo>
                  <a:lnTo>
                    <a:pt x="236" y="2761"/>
                  </a:lnTo>
                  <a:lnTo>
                    <a:pt x="270" y="2795"/>
                  </a:lnTo>
                  <a:lnTo>
                    <a:pt x="371" y="2761"/>
                  </a:lnTo>
                  <a:lnTo>
                    <a:pt x="1044" y="2829"/>
                  </a:lnTo>
                  <a:lnTo>
                    <a:pt x="1718" y="2829"/>
                  </a:lnTo>
                  <a:lnTo>
                    <a:pt x="2425" y="2795"/>
                  </a:lnTo>
                  <a:lnTo>
                    <a:pt x="3098" y="2728"/>
                  </a:lnTo>
                  <a:lnTo>
                    <a:pt x="4445" y="2593"/>
                  </a:lnTo>
                  <a:lnTo>
                    <a:pt x="5152" y="2559"/>
                  </a:lnTo>
                  <a:lnTo>
                    <a:pt x="5825" y="2559"/>
                  </a:lnTo>
                  <a:lnTo>
                    <a:pt x="5892" y="2593"/>
                  </a:lnTo>
                  <a:lnTo>
                    <a:pt x="5960" y="2593"/>
                  </a:lnTo>
                  <a:lnTo>
                    <a:pt x="6027" y="2559"/>
                  </a:lnTo>
                  <a:lnTo>
                    <a:pt x="6061" y="2492"/>
                  </a:lnTo>
                  <a:lnTo>
                    <a:pt x="6094" y="1280"/>
                  </a:lnTo>
                  <a:lnTo>
                    <a:pt x="6061" y="674"/>
                  </a:lnTo>
                  <a:lnTo>
                    <a:pt x="6061" y="371"/>
                  </a:lnTo>
                  <a:lnTo>
                    <a:pt x="6027" y="68"/>
                  </a:lnTo>
                  <a:lnTo>
                    <a:pt x="5993" y="34"/>
                  </a:lnTo>
                  <a:lnTo>
                    <a:pt x="5926" y="34"/>
                  </a:lnTo>
                  <a:lnTo>
                    <a:pt x="5892" y="68"/>
                  </a:lnTo>
                  <a:lnTo>
                    <a:pt x="5825" y="607"/>
                  </a:lnTo>
                  <a:lnTo>
                    <a:pt x="5791" y="1179"/>
                  </a:lnTo>
                  <a:lnTo>
                    <a:pt x="5825" y="2290"/>
                  </a:lnTo>
                  <a:lnTo>
                    <a:pt x="5152" y="2324"/>
                  </a:lnTo>
                  <a:lnTo>
                    <a:pt x="4478" y="2357"/>
                  </a:lnTo>
                  <a:lnTo>
                    <a:pt x="3132" y="2458"/>
                  </a:lnTo>
                  <a:lnTo>
                    <a:pt x="1785" y="2593"/>
                  </a:lnTo>
                  <a:lnTo>
                    <a:pt x="1111" y="2627"/>
                  </a:lnTo>
                  <a:lnTo>
                    <a:pt x="438" y="2627"/>
                  </a:lnTo>
                  <a:lnTo>
                    <a:pt x="303" y="2054"/>
                  </a:lnTo>
                  <a:lnTo>
                    <a:pt x="236" y="1448"/>
                  </a:lnTo>
                  <a:lnTo>
                    <a:pt x="236" y="977"/>
                  </a:lnTo>
                  <a:lnTo>
                    <a:pt x="236" y="708"/>
                  </a:lnTo>
                  <a:lnTo>
                    <a:pt x="169" y="472"/>
                  </a:lnTo>
                  <a:lnTo>
                    <a:pt x="472" y="506"/>
                  </a:lnTo>
                  <a:lnTo>
                    <a:pt x="775" y="506"/>
                  </a:lnTo>
                  <a:lnTo>
                    <a:pt x="1414" y="472"/>
                  </a:lnTo>
                  <a:lnTo>
                    <a:pt x="2054" y="405"/>
                  </a:lnTo>
                  <a:lnTo>
                    <a:pt x="2694" y="337"/>
                  </a:lnTo>
                  <a:lnTo>
                    <a:pt x="3973" y="270"/>
                  </a:lnTo>
                  <a:lnTo>
                    <a:pt x="4781" y="236"/>
                  </a:lnTo>
                  <a:lnTo>
                    <a:pt x="5219" y="203"/>
                  </a:lnTo>
                  <a:lnTo>
                    <a:pt x="5455" y="203"/>
                  </a:lnTo>
                  <a:lnTo>
                    <a:pt x="5556" y="236"/>
                  </a:lnTo>
                  <a:lnTo>
                    <a:pt x="5623" y="270"/>
                  </a:lnTo>
                  <a:lnTo>
                    <a:pt x="5690" y="304"/>
                  </a:lnTo>
                  <a:lnTo>
                    <a:pt x="5758" y="270"/>
                  </a:lnTo>
                  <a:lnTo>
                    <a:pt x="5791" y="236"/>
                  </a:lnTo>
                  <a:lnTo>
                    <a:pt x="5791" y="169"/>
                  </a:lnTo>
                  <a:lnTo>
                    <a:pt x="5758" y="102"/>
                  </a:lnTo>
                  <a:lnTo>
                    <a:pt x="5690" y="34"/>
                  </a:lnTo>
                  <a:lnTo>
                    <a:pt x="56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7" name="Google Shape;777;p5"/>
            <p:cNvSpPr/>
            <p:nvPr/>
          </p:nvSpPr>
          <p:spPr>
            <a:xfrm>
              <a:off x="120820" y="568667"/>
              <a:ext cx="124207" cy="154350"/>
            </a:xfrm>
            <a:custGeom>
              <a:avLst/>
              <a:gdLst/>
              <a:ahLst/>
              <a:cxnLst/>
              <a:rect l="l" t="t" r="r" b="b"/>
              <a:pathLst>
                <a:path w="2493" h="3098" extrusionOk="0">
                  <a:moveTo>
                    <a:pt x="2290" y="202"/>
                  </a:moveTo>
                  <a:lnTo>
                    <a:pt x="2223" y="808"/>
                  </a:lnTo>
                  <a:lnTo>
                    <a:pt x="2223" y="1482"/>
                  </a:lnTo>
                  <a:lnTo>
                    <a:pt x="2223" y="2155"/>
                  </a:lnTo>
                  <a:lnTo>
                    <a:pt x="2290" y="2727"/>
                  </a:lnTo>
                  <a:lnTo>
                    <a:pt x="2324" y="2761"/>
                  </a:lnTo>
                  <a:lnTo>
                    <a:pt x="2290" y="2761"/>
                  </a:lnTo>
                  <a:lnTo>
                    <a:pt x="2055" y="2727"/>
                  </a:lnTo>
                  <a:lnTo>
                    <a:pt x="1819" y="2727"/>
                  </a:lnTo>
                  <a:lnTo>
                    <a:pt x="1348" y="2761"/>
                  </a:lnTo>
                  <a:lnTo>
                    <a:pt x="371" y="2761"/>
                  </a:lnTo>
                  <a:lnTo>
                    <a:pt x="270" y="1515"/>
                  </a:lnTo>
                  <a:lnTo>
                    <a:pt x="169" y="236"/>
                  </a:lnTo>
                  <a:lnTo>
                    <a:pt x="708" y="303"/>
                  </a:lnTo>
                  <a:lnTo>
                    <a:pt x="1213" y="270"/>
                  </a:lnTo>
                  <a:lnTo>
                    <a:pt x="2290" y="202"/>
                  </a:lnTo>
                  <a:close/>
                  <a:moveTo>
                    <a:pt x="2290" y="0"/>
                  </a:moveTo>
                  <a:lnTo>
                    <a:pt x="1752" y="34"/>
                  </a:lnTo>
                  <a:lnTo>
                    <a:pt x="1213" y="34"/>
                  </a:lnTo>
                  <a:lnTo>
                    <a:pt x="674" y="68"/>
                  </a:lnTo>
                  <a:lnTo>
                    <a:pt x="136" y="101"/>
                  </a:lnTo>
                  <a:lnTo>
                    <a:pt x="102" y="135"/>
                  </a:lnTo>
                  <a:lnTo>
                    <a:pt x="68" y="169"/>
                  </a:lnTo>
                  <a:lnTo>
                    <a:pt x="34" y="202"/>
                  </a:lnTo>
                  <a:lnTo>
                    <a:pt x="34" y="236"/>
                  </a:lnTo>
                  <a:lnTo>
                    <a:pt x="1" y="876"/>
                  </a:lnTo>
                  <a:lnTo>
                    <a:pt x="34" y="1616"/>
                  </a:lnTo>
                  <a:lnTo>
                    <a:pt x="102" y="2357"/>
                  </a:lnTo>
                  <a:lnTo>
                    <a:pt x="203" y="3030"/>
                  </a:lnTo>
                  <a:lnTo>
                    <a:pt x="237" y="3064"/>
                  </a:lnTo>
                  <a:lnTo>
                    <a:pt x="304" y="3098"/>
                  </a:lnTo>
                  <a:lnTo>
                    <a:pt x="371" y="3064"/>
                  </a:lnTo>
                  <a:lnTo>
                    <a:pt x="405" y="2997"/>
                  </a:lnTo>
                  <a:lnTo>
                    <a:pt x="405" y="2896"/>
                  </a:lnTo>
                  <a:lnTo>
                    <a:pt x="876" y="2997"/>
                  </a:lnTo>
                  <a:lnTo>
                    <a:pt x="1348" y="3030"/>
                  </a:lnTo>
                  <a:lnTo>
                    <a:pt x="1853" y="2997"/>
                  </a:lnTo>
                  <a:lnTo>
                    <a:pt x="2088" y="2963"/>
                  </a:lnTo>
                  <a:lnTo>
                    <a:pt x="2290" y="2896"/>
                  </a:lnTo>
                  <a:lnTo>
                    <a:pt x="2358" y="2862"/>
                  </a:lnTo>
                  <a:lnTo>
                    <a:pt x="2358" y="2795"/>
                  </a:lnTo>
                  <a:lnTo>
                    <a:pt x="2425" y="2795"/>
                  </a:lnTo>
                  <a:lnTo>
                    <a:pt x="2459" y="2761"/>
                  </a:lnTo>
                  <a:lnTo>
                    <a:pt x="2459" y="2727"/>
                  </a:lnTo>
                  <a:lnTo>
                    <a:pt x="2492" y="2121"/>
                  </a:lnTo>
                  <a:lnTo>
                    <a:pt x="2459" y="1448"/>
                  </a:lnTo>
                  <a:lnTo>
                    <a:pt x="2425" y="775"/>
                  </a:lnTo>
                  <a:lnTo>
                    <a:pt x="2358" y="169"/>
                  </a:lnTo>
                  <a:lnTo>
                    <a:pt x="2391" y="135"/>
                  </a:lnTo>
                  <a:lnTo>
                    <a:pt x="2391" y="68"/>
                  </a:lnTo>
                  <a:lnTo>
                    <a:pt x="2358"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8" name="Google Shape;778;p5"/>
            <p:cNvSpPr/>
            <p:nvPr/>
          </p:nvSpPr>
          <p:spPr>
            <a:xfrm>
              <a:off x="1274908" y="519990"/>
              <a:ext cx="159382" cy="144336"/>
            </a:xfrm>
            <a:custGeom>
              <a:avLst/>
              <a:gdLst/>
              <a:ahLst/>
              <a:cxnLst/>
              <a:rect l="l" t="t" r="r" b="b"/>
              <a:pathLst>
                <a:path w="3199" h="2897" extrusionOk="0">
                  <a:moveTo>
                    <a:pt x="2963" y="1"/>
                  </a:moveTo>
                  <a:lnTo>
                    <a:pt x="2963" y="34"/>
                  </a:lnTo>
                  <a:lnTo>
                    <a:pt x="2930" y="34"/>
                  </a:lnTo>
                  <a:lnTo>
                    <a:pt x="2896" y="338"/>
                  </a:lnTo>
                  <a:lnTo>
                    <a:pt x="2930" y="674"/>
                  </a:lnTo>
                  <a:lnTo>
                    <a:pt x="2963" y="1280"/>
                  </a:lnTo>
                  <a:lnTo>
                    <a:pt x="2963" y="1954"/>
                  </a:lnTo>
                  <a:lnTo>
                    <a:pt x="2997" y="2290"/>
                  </a:lnTo>
                  <a:lnTo>
                    <a:pt x="3031" y="2627"/>
                  </a:lnTo>
                  <a:lnTo>
                    <a:pt x="2324" y="2627"/>
                  </a:lnTo>
                  <a:lnTo>
                    <a:pt x="1650" y="2661"/>
                  </a:lnTo>
                  <a:lnTo>
                    <a:pt x="977" y="2694"/>
                  </a:lnTo>
                  <a:lnTo>
                    <a:pt x="640" y="2728"/>
                  </a:lnTo>
                  <a:lnTo>
                    <a:pt x="270" y="2728"/>
                  </a:lnTo>
                  <a:lnTo>
                    <a:pt x="303" y="2391"/>
                  </a:lnTo>
                  <a:lnTo>
                    <a:pt x="303" y="2055"/>
                  </a:lnTo>
                  <a:lnTo>
                    <a:pt x="270" y="1348"/>
                  </a:lnTo>
                  <a:lnTo>
                    <a:pt x="236" y="742"/>
                  </a:lnTo>
                  <a:lnTo>
                    <a:pt x="202" y="439"/>
                  </a:lnTo>
                  <a:lnTo>
                    <a:pt x="101" y="169"/>
                  </a:lnTo>
                  <a:lnTo>
                    <a:pt x="68" y="169"/>
                  </a:lnTo>
                  <a:lnTo>
                    <a:pt x="0" y="472"/>
                  </a:lnTo>
                  <a:lnTo>
                    <a:pt x="0" y="775"/>
                  </a:lnTo>
                  <a:lnTo>
                    <a:pt x="34" y="1381"/>
                  </a:lnTo>
                  <a:lnTo>
                    <a:pt x="34" y="1718"/>
                  </a:lnTo>
                  <a:lnTo>
                    <a:pt x="101" y="2088"/>
                  </a:lnTo>
                  <a:lnTo>
                    <a:pt x="236" y="2795"/>
                  </a:lnTo>
                  <a:lnTo>
                    <a:pt x="236" y="2829"/>
                  </a:lnTo>
                  <a:lnTo>
                    <a:pt x="236" y="2863"/>
                  </a:lnTo>
                  <a:lnTo>
                    <a:pt x="539" y="2795"/>
                  </a:lnTo>
                  <a:lnTo>
                    <a:pt x="573" y="2863"/>
                  </a:lnTo>
                  <a:lnTo>
                    <a:pt x="640" y="2896"/>
                  </a:lnTo>
                  <a:lnTo>
                    <a:pt x="842" y="2896"/>
                  </a:lnTo>
                  <a:lnTo>
                    <a:pt x="1347" y="2863"/>
                  </a:lnTo>
                  <a:lnTo>
                    <a:pt x="2223" y="2829"/>
                  </a:lnTo>
                  <a:lnTo>
                    <a:pt x="3064" y="2795"/>
                  </a:lnTo>
                  <a:lnTo>
                    <a:pt x="3098" y="2795"/>
                  </a:lnTo>
                  <a:lnTo>
                    <a:pt x="3098" y="2762"/>
                  </a:lnTo>
                  <a:lnTo>
                    <a:pt x="3132" y="2762"/>
                  </a:lnTo>
                  <a:lnTo>
                    <a:pt x="3165" y="2694"/>
                  </a:lnTo>
                  <a:lnTo>
                    <a:pt x="3199" y="2391"/>
                  </a:lnTo>
                  <a:lnTo>
                    <a:pt x="3199" y="2088"/>
                  </a:lnTo>
                  <a:lnTo>
                    <a:pt x="3199" y="1482"/>
                  </a:lnTo>
                  <a:lnTo>
                    <a:pt x="3165" y="742"/>
                  </a:lnTo>
                  <a:lnTo>
                    <a:pt x="3132" y="371"/>
                  </a:lnTo>
                  <a:lnTo>
                    <a:pt x="3031" y="34"/>
                  </a:lnTo>
                  <a:lnTo>
                    <a:pt x="296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79" name="Google Shape;779;p5"/>
            <p:cNvSpPr/>
            <p:nvPr/>
          </p:nvSpPr>
          <p:spPr>
            <a:xfrm>
              <a:off x="402665" y="555214"/>
              <a:ext cx="171140" cy="149368"/>
            </a:xfrm>
            <a:custGeom>
              <a:avLst/>
              <a:gdLst/>
              <a:ahLst/>
              <a:cxnLst/>
              <a:rect l="l" t="t" r="r" b="b"/>
              <a:pathLst>
                <a:path w="3435" h="2998" extrusionOk="0">
                  <a:moveTo>
                    <a:pt x="1279" y="1"/>
                  </a:moveTo>
                  <a:lnTo>
                    <a:pt x="909" y="68"/>
                  </a:lnTo>
                  <a:lnTo>
                    <a:pt x="539" y="136"/>
                  </a:lnTo>
                  <a:lnTo>
                    <a:pt x="202" y="203"/>
                  </a:lnTo>
                  <a:lnTo>
                    <a:pt x="101" y="136"/>
                  </a:lnTo>
                  <a:lnTo>
                    <a:pt x="34" y="136"/>
                  </a:lnTo>
                  <a:lnTo>
                    <a:pt x="0" y="169"/>
                  </a:lnTo>
                  <a:lnTo>
                    <a:pt x="0" y="237"/>
                  </a:lnTo>
                  <a:lnTo>
                    <a:pt x="34" y="304"/>
                  </a:lnTo>
                  <a:lnTo>
                    <a:pt x="67" y="338"/>
                  </a:lnTo>
                  <a:lnTo>
                    <a:pt x="34" y="876"/>
                  </a:lnTo>
                  <a:lnTo>
                    <a:pt x="67" y="1684"/>
                  </a:lnTo>
                  <a:lnTo>
                    <a:pt x="135" y="2896"/>
                  </a:lnTo>
                  <a:lnTo>
                    <a:pt x="168" y="2997"/>
                  </a:lnTo>
                  <a:lnTo>
                    <a:pt x="269" y="2997"/>
                  </a:lnTo>
                  <a:lnTo>
                    <a:pt x="337" y="2964"/>
                  </a:lnTo>
                  <a:lnTo>
                    <a:pt x="337" y="2896"/>
                  </a:lnTo>
                  <a:lnTo>
                    <a:pt x="303" y="1920"/>
                  </a:lnTo>
                  <a:lnTo>
                    <a:pt x="269" y="944"/>
                  </a:lnTo>
                  <a:lnTo>
                    <a:pt x="269" y="674"/>
                  </a:lnTo>
                  <a:lnTo>
                    <a:pt x="269" y="371"/>
                  </a:lnTo>
                  <a:lnTo>
                    <a:pt x="943" y="304"/>
                  </a:lnTo>
                  <a:lnTo>
                    <a:pt x="1616" y="270"/>
                  </a:lnTo>
                  <a:lnTo>
                    <a:pt x="1986" y="270"/>
                  </a:lnTo>
                  <a:lnTo>
                    <a:pt x="2357" y="304"/>
                  </a:lnTo>
                  <a:lnTo>
                    <a:pt x="2727" y="338"/>
                  </a:lnTo>
                  <a:lnTo>
                    <a:pt x="3098" y="371"/>
                  </a:lnTo>
                  <a:lnTo>
                    <a:pt x="3131" y="371"/>
                  </a:lnTo>
                  <a:lnTo>
                    <a:pt x="3098" y="573"/>
                  </a:lnTo>
                  <a:lnTo>
                    <a:pt x="3098" y="809"/>
                  </a:lnTo>
                  <a:lnTo>
                    <a:pt x="3098" y="1247"/>
                  </a:lnTo>
                  <a:lnTo>
                    <a:pt x="3098" y="2055"/>
                  </a:lnTo>
                  <a:lnTo>
                    <a:pt x="3131" y="2425"/>
                  </a:lnTo>
                  <a:lnTo>
                    <a:pt x="3199" y="2795"/>
                  </a:lnTo>
                  <a:lnTo>
                    <a:pt x="2795" y="2728"/>
                  </a:lnTo>
                  <a:lnTo>
                    <a:pt x="2390" y="2728"/>
                  </a:lnTo>
                  <a:lnTo>
                    <a:pt x="1549" y="2694"/>
                  </a:lnTo>
                  <a:lnTo>
                    <a:pt x="774" y="2694"/>
                  </a:lnTo>
                  <a:lnTo>
                    <a:pt x="640" y="2762"/>
                  </a:lnTo>
                  <a:lnTo>
                    <a:pt x="505" y="2795"/>
                  </a:lnTo>
                  <a:lnTo>
                    <a:pt x="370" y="2896"/>
                  </a:lnTo>
                  <a:lnTo>
                    <a:pt x="539" y="2930"/>
                  </a:lnTo>
                  <a:lnTo>
                    <a:pt x="707" y="2964"/>
                  </a:lnTo>
                  <a:lnTo>
                    <a:pt x="1044" y="2964"/>
                  </a:lnTo>
                  <a:lnTo>
                    <a:pt x="1414" y="2930"/>
                  </a:lnTo>
                  <a:lnTo>
                    <a:pt x="1784" y="2930"/>
                  </a:lnTo>
                  <a:lnTo>
                    <a:pt x="2525" y="2997"/>
                  </a:lnTo>
                  <a:lnTo>
                    <a:pt x="2929" y="2997"/>
                  </a:lnTo>
                  <a:lnTo>
                    <a:pt x="3300" y="2930"/>
                  </a:lnTo>
                  <a:lnTo>
                    <a:pt x="3333" y="2930"/>
                  </a:lnTo>
                  <a:lnTo>
                    <a:pt x="3401" y="2896"/>
                  </a:lnTo>
                  <a:lnTo>
                    <a:pt x="3434" y="2829"/>
                  </a:lnTo>
                  <a:lnTo>
                    <a:pt x="3434" y="2795"/>
                  </a:lnTo>
                  <a:lnTo>
                    <a:pt x="3367" y="2425"/>
                  </a:lnTo>
                  <a:lnTo>
                    <a:pt x="3333" y="2021"/>
                  </a:lnTo>
                  <a:lnTo>
                    <a:pt x="3300" y="1247"/>
                  </a:lnTo>
                  <a:lnTo>
                    <a:pt x="3333" y="674"/>
                  </a:lnTo>
                  <a:lnTo>
                    <a:pt x="3300" y="405"/>
                  </a:lnTo>
                  <a:lnTo>
                    <a:pt x="3232" y="136"/>
                  </a:lnTo>
                  <a:lnTo>
                    <a:pt x="3232" y="102"/>
                  </a:lnTo>
                  <a:lnTo>
                    <a:pt x="3199" y="136"/>
                  </a:lnTo>
                  <a:lnTo>
                    <a:pt x="3165" y="270"/>
                  </a:lnTo>
                  <a:lnTo>
                    <a:pt x="3131" y="237"/>
                  </a:lnTo>
                  <a:lnTo>
                    <a:pt x="2795" y="102"/>
                  </a:lnTo>
                  <a:lnTo>
                    <a:pt x="2424" y="35"/>
                  </a:lnTo>
                  <a:lnTo>
                    <a:pt x="205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0" name="Google Shape;780;p5"/>
            <p:cNvSpPr/>
            <p:nvPr/>
          </p:nvSpPr>
          <p:spPr>
            <a:xfrm>
              <a:off x="1890515" y="21815"/>
              <a:ext cx="55403" cy="40306"/>
            </a:xfrm>
            <a:custGeom>
              <a:avLst/>
              <a:gdLst/>
              <a:ahLst/>
              <a:cxnLst/>
              <a:rect l="l" t="t" r="r" b="b"/>
              <a:pathLst>
                <a:path w="1112" h="809" extrusionOk="0">
                  <a:moveTo>
                    <a:pt x="371" y="0"/>
                  </a:moveTo>
                  <a:lnTo>
                    <a:pt x="304" y="34"/>
                  </a:lnTo>
                  <a:lnTo>
                    <a:pt x="203" y="101"/>
                  </a:lnTo>
                  <a:lnTo>
                    <a:pt x="102" y="202"/>
                  </a:lnTo>
                  <a:lnTo>
                    <a:pt x="1" y="404"/>
                  </a:lnTo>
                  <a:lnTo>
                    <a:pt x="1" y="472"/>
                  </a:lnTo>
                  <a:lnTo>
                    <a:pt x="34" y="505"/>
                  </a:lnTo>
                  <a:lnTo>
                    <a:pt x="371" y="775"/>
                  </a:lnTo>
                  <a:lnTo>
                    <a:pt x="472" y="808"/>
                  </a:lnTo>
                  <a:lnTo>
                    <a:pt x="539" y="775"/>
                  </a:lnTo>
                  <a:lnTo>
                    <a:pt x="573" y="707"/>
                  </a:lnTo>
                  <a:lnTo>
                    <a:pt x="506" y="606"/>
                  </a:lnTo>
                  <a:lnTo>
                    <a:pt x="337" y="472"/>
                  </a:lnTo>
                  <a:lnTo>
                    <a:pt x="674" y="438"/>
                  </a:lnTo>
                  <a:lnTo>
                    <a:pt x="1044" y="371"/>
                  </a:lnTo>
                  <a:lnTo>
                    <a:pt x="1112" y="337"/>
                  </a:lnTo>
                  <a:lnTo>
                    <a:pt x="1112" y="270"/>
                  </a:lnTo>
                  <a:lnTo>
                    <a:pt x="1112" y="202"/>
                  </a:lnTo>
                  <a:lnTo>
                    <a:pt x="1044" y="169"/>
                  </a:lnTo>
                  <a:lnTo>
                    <a:pt x="674" y="236"/>
                  </a:lnTo>
                  <a:lnTo>
                    <a:pt x="304" y="303"/>
                  </a:lnTo>
                  <a:lnTo>
                    <a:pt x="405" y="169"/>
                  </a:lnTo>
                  <a:lnTo>
                    <a:pt x="438" y="101"/>
                  </a:lnTo>
                  <a:lnTo>
                    <a:pt x="405"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1" name="Google Shape;781;p5"/>
            <p:cNvSpPr/>
            <p:nvPr/>
          </p:nvSpPr>
          <p:spPr>
            <a:xfrm>
              <a:off x="390907" y="-7"/>
              <a:ext cx="10114" cy="11808"/>
            </a:xfrm>
            <a:custGeom>
              <a:avLst/>
              <a:gdLst/>
              <a:ahLst/>
              <a:cxnLst/>
              <a:rect l="l" t="t" r="r" b="b"/>
              <a:pathLst>
                <a:path w="203" h="237" extrusionOk="0">
                  <a:moveTo>
                    <a:pt x="0" y="1"/>
                  </a:moveTo>
                  <a:lnTo>
                    <a:pt x="0" y="135"/>
                  </a:lnTo>
                  <a:lnTo>
                    <a:pt x="34" y="203"/>
                  </a:lnTo>
                  <a:lnTo>
                    <a:pt x="101" y="236"/>
                  </a:lnTo>
                  <a:lnTo>
                    <a:pt x="169" y="203"/>
                  </a:lnTo>
                  <a:lnTo>
                    <a:pt x="202" y="135"/>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2" name="Google Shape;782;p5"/>
            <p:cNvSpPr/>
            <p:nvPr/>
          </p:nvSpPr>
          <p:spPr>
            <a:xfrm>
              <a:off x="853858" y="404252"/>
              <a:ext cx="124207" cy="134272"/>
            </a:xfrm>
            <a:custGeom>
              <a:avLst/>
              <a:gdLst/>
              <a:ahLst/>
              <a:cxnLst/>
              <a:rect l="l" t="t" r="r" b="b"/>
              <a:pathLst>
                <a:path w="2493" h="2695" extrusionOk="0">
                  <a:moveTo>
                    <a:pt x="2290" y="203"/>
                  </a:moveTo>
                  <a:lnTo>
                    <a:pt x="2223" y="708"/>
                  </a:lnTo>
                  <a:lnTo>
                    <a:pt x="2223" y="1246"/>
                  </a:lnTo>
                  <a:lnTo>
                    <a:pt x="2223" y="1785"/>
                  </a:lnTo>
                  <a:lnTo>
                    <a:pt x="2290" y="2324"/>
                  </a:lnTo>
                  <a:lnTo>
                    <a:pt x="2290" y="2357"/>
                  </a:lnTo>
                  <a:lnTo>
                    <a:pt x="2055" y="2324"/>
                  </a:lnTo>
                  <a:lnTo>
                    <a:pt x="1819" y="2324"/>
                  </a:lnTo>
                  <a:lnTo>
                    <a:pt x="1347" y="2357"/>
                  </a:lnTo>
                  <a:lnTo>
                    <a:pt x="371" y="2357"/>
                  </a:lnTo>
                  <a:lnTo>
                    <a:pt x="270" y="1280"/>
                  </a:lnTo>
                  <a:lnTo>
                    <a:pt x="203" y="236"/>
                  </a:lnTo>
                  <a:lnTo>
                    <a:pt x="203" y="236"/>
                  </a:lnTo>
                  <a:lnTo>
                    <a:pt x="708" y="270"/>
                  </a:lnTo>
                  <a:lnTo>
                    <a:pt x="1246" y="270"/>
                  </a:lnTo>
                  <a:lnTo>
                    <a:pt x="2290" y="203"/>
                  </a:lnTo>
                  <a:close/>
                  <a:moveTo>
                    <a:pt x="1785" y="1"/>
                  </a:moveTo>
                  <a:lnTo>
                    <a:pt x="1246" y="34"/>
                  </a:lnTo>
                  <a:lnTo>
                    <a:pt x="708" y="34"/>
                  </a:lnTo>
                  <a:lnTo>
                    <a:pt x="169" y="68"/>
                  </a:lnTo>
                  <a:lnTo>
                    <a:pt x="102" y="102"/>
                  </a:lnTo>
                  <a:lnTo>
                    <a:pt x="102" y="135"/>
                  </a:lnTo>
                  <a:lnTo>
                    <a:pt x="34" y="169"/>
                  </a:lnTo>
                  <a:lnTo>
                    <a:pt x="34" y="203"/>
                  </a:lnTo>
                  <a:lnTo>
                    <a:pt x="1" y="809"/>
                  </a:lnTo>
                  <a:lnTo>
                    <a:pt x="34" y="1415"/>
                  </a:lnTo>
                  <a:lnTo>
                    <a:pt x="102" y="2021"/>
                  </a:lnTo>
                  <a:lnTo>
                    <a:pt x="203" y="2627"/>
                  </a:lnTo>
                  <a:lnTo>
                    <a:pt x="236" y="2661"/>
                  </a:lnTo>
                  <a:lnTo>
                    <a:pt x="304" y="2694"/>
                  </a:lnTo>
                  <a:lnTo>
                    <a:pt x="371" y="2661"/>
                  </a:lnTo>
                  <a:lnTo>
                    <a:pt x="405" y="2560"/>
                  </a:lnTo>
                  <a:lnTo>
                    <a:pt x="405" y="2492"/>
                  </a:lnTo>
                  <a:lnTo>
                    <a:pt x="842" y="2593"/>
                  </a:lnTo>
                  <a:lnTo>
                    <a:pt x="1853" y="2593"/>
                  </a:lnTo>
                  <a:lnTo>
                    <a:pt x="2088" y="2560"/>
                  </a:lnTo>
                  <a:lnTo>
                    <a:pt x="2290" y="2492"/>
                  </a:lnTo>
                  <a:lnTo>
                    <a:pt x="2324" y="2458"/>
                  </a:lnTo>
                  <a:lnTo>
                    <a:pt x="2324" y="2391"/>
                  </a:lnTo>
                  <a:lnTo>
                    <a:pt x="2425" y="2391"/>
                  </a:lnTo>
                  <a:lnTo>
                    <a:pt x="2459" y="2357"/>
                  </a:lnTo>
                  <a:lnTo>
                    <a:pt x="2459" y="2290"/>
                  </a:lnTo>
                  <a:lnTo>
                    <a:pt x="2492" y="1785"/>
                  </a:lnTo>
                  <a:lnTo>
                    <a:pt x="2459" y="1246"/>
                  </a:lnTo>
                  <a:lnTo>
                    <a:pt x="2425" y="708"/>
                  </a:lnTo>
                  <a:lnTo>
                    <a:pt x="2391" y="169"/>
                  </a:lnTo>
                  <a:lnTo>
                    <a:pt x="2425" y="102"/>
                  </a:lnTo>
                  <a:lnTo>
                    <a:pt x="2425" y="68"/>
                  </a:lnTo>
                  <a:lnTo>
                    <a:pt x="239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3" name="Google Shape;783;p5"/>
            <p:cNvSpPr/>
            <p:nvPr/>
          </p:nvSpPr>
          <p:spPr>
            <a:xfrm>
              <a:off x="1333599" y="248258"/>
              <a:ext cx="127546" cy="125852"/>
            </a:xfrm>
            <a:custGeom>
              <a:avLst/>
              <a:gdLst/>
              <a:ahLst/>
              <a:cxnLst/>
              <a:rect l="l" t="t" r="r" b="b"/>
              <a:pathLst>
                <a:path w="2560" h="2526" extrusionOk="0">
                  <a:moveTo>
                    <a:pt x="2324" y="1"/>
                  </a:moveTo>
                  <a:lnTo>
                    <a:pt x="2290" y="34"/>
                  </a:lnTo>
                  <a:lnTo>
                    <a:pt x="2290" y="68"/>
                  </a:lnTo>
                  <a:lnTo>
                    <a:pt x="2257" y="135"/>
                  </a:lnTo>
                  <a:lnTo>
                    <a:pt x="1920" y="102"/>
                  </a:lnTo>
                  <a:lnTo>
                    <a:pt x="1550" y="135"/>
                  </a:lnTo>
                  <a:lnTo>
                    <a:pt x="843" y="169"/>
                  </a:lnTo>
                  <a:lnTo>
                    <a:pt x="236" y="169"/>
                  </a:lnTo>
                  <a:lnTo>
                    <a:pt x="169" y="203"/>
                  </a:lnTo>
                  <a:lnTo>
                    <a:pt x="102" y="270"/>
                  </a:lnTo>
                  <a:lnTo>
                    <a:pt x="68" y="236"/>
                  </a:lnTo>
                  <a:lnTo>
                    <a:pt x="34" y="236"/>
                  </a:lnTo>
                  <a:lnTo>
                    <a:pt x="1" y="506"/>
                  </a:lnTo>
                  <a:lnTo>
                    <a:pt x="1" y="741"/>
                  </a:lnTo>
                  <a:lnTo>
                    <a:pt x="34" y="1246"/>
                  </a:lnTo>
                  <a:lnTo>
                    <a:pt x="68" y="2425"/>
                  </a:lnTo>
                  <a:lnTo>
                    <a:pt x="102" y="2492"/>
                  </a:lnTo>
                  <a:lnTo>
                    <a:pt x="169" y="2526"/>
                  </a:lnTo>
                  <a:lnTo>
                    <a:pt x="236" y="2492"/>
                  </a:lnTo>
                  <a:lnTo>
                    <a:pt x="270" y="2458"/>
                  </a:lnTo>
                  <a:lnTo>
                    <a:pt x="540" y="2492"/>
                  </a:lnTo>
                  <a:lnTo>
                    <a:pt x="843" y="2492"/>
                  </a:lnTo>
                  <a:lnTo>
                    <a:pt x="1381" y="2458"/>
                  </a:lnTo>
                  <a:lnTo>
                    <a:pt x="1886" y="2458"/>
                  </a:lnTo>
                  <a:lnTo>
                    <a:pt x="2122" y="2425"/>
                  </a:lnTo>
                  <a:lnTo>
                    <a:pt x="2223" y="2357"/>
                  </a:lnTo>
                  <a:lnTo>
                    <a:pt x="2324" y="2290"/>
                  </a:lnTo>
                  <a:lnTo>
                    <a:pt x="2223" y="2223"/>
                  </a:lnTo>
                  <a:lnTo>
                    <a:pt x="2088" y="2155"/>
                  </a:lnTo>
                  <a:lnTo>
                    <a:pt x="1785" y="2155"/>
                  </a:lnTo>
                  <a:lnTo>
                    <a:pt x="1213" y="2189"/>
                  </a:lnTo>
                  <a:lnTo>
                    <a:pt x="742" y="2189"/>
                  </a:lnTo>
                  <a:lnTo>
                    <a:pt x="506" y="2223"/>
                  </a:lnTo>
                  <a:lnTo>
                    <a:pt x="270" y="2256"/>
                  </a:lnTo>
                  <a:lnTo>
                    <a:pt x="236" y="1078"/>
                  </a:lnTo>
                  <a:lnTo>
                    <a:pt x="203" y="741"/>
                  </a:lnTo>
                  <a:lnTo>
                    <a:pt x="135" y="438"/>
                  </a:lnTo>
                  <a:lnTo>
                    <a:pt x="203" y="438"/>
                  </a:lnTo>
                  <a:lnTo>
                    <a:pt x="236" y="405"/>
                  </a:lnTo>
                  <a:lnTo>
                    <a:pt x="270" y="371"/>
                  </a:lnTo>
                  <a:lnTo>
                    <a:pt x="1348" y="337"/>
                  </a:lnTo>
                  <a:lnTo>
                    <a:pt x="1819" y="304"/>
                  </a:lnTo>
                  <a:lnTo>
                    <a:pt x="2055" y="270"/>
                  </a:lnTo>
                  <a:lnTo>
                    <a:pt x="2257" y="236"/>
                  </a:lnTo>
                  <a:lnTo>
                    <a:pt x="2290" y="674"/>
                  </a:lnTo>
                  <a:lnTo>
                    <a:pt x="2324" y="1078"/>
                  </a:lnTo>
                  <a:lnTo>
                    <a:pt x="2290" y="1684"/>
                  </a:lnTo>
                  <a:lnTo>
                    <a:pt x="2290" y="1987"/>
                  </a:lnTo>
                  <a:lnTo>
                    <a:pt x="2324" y="2290"/>
                  </a:lnTo>
                  <a:lnTo>
                    <a:pt x="2358" y="2324"/>
                  </a:lnTo>
                  <a:lnTo>
                    <a:pt x="2391" y="2357"/>
                  </a:lnTo>
                  <a:lnTo>
                    <a:pt x="2459" y="2357"/>
                  </a:lnTo>
                  <a:lnTo>
                    <a:pt x="2492" y="2290"/>
                  </a:lnTo>
                  <a:lnTo>
                    <a:pt x="2526" y="1987"/>
                  </a:lnTo>
                  <a:lnTo>
                    <a:pt x="2560" y="1684"/>
                  </a:lnTo>
                  <a:lnTo>
                    <a:pt x="2526" y="1078"/>
                  </a:lnTo>
                  <a:lnTo>
                    <a:pt x="2492" y="573"/>
                  </a:lnTo>
                  <a:lnTo>
                    <a:pt x="2459" y="304"/>
                  </a:lnTo>
                  <a:lnTo>
                    <a:pt x="2391" y="34"/>
                  </a:lnTo>
                  <a:lnTo>
                    <a:pt x="2358" y="34"/>
                  </a:lnTo>
                  <a:lnTo>
                    <a:pt x="23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4" name="Google Shape;784;p5"/>
            <p:cNvSpPr/>
            <p:nvPr/>
          </p:nvSpPr>
          <p:spPr>
            <a:xfrm>
              <a:off x="712960" y="414316"/>
              <a:ext cx="127546" cy="119175"/>
            </a:xfrm>
            <a:custGeom>
              <a:avLst/>
              <a:gdLst/>
              <a:ahLst/>
              <a:cxnLst/>
              <a:rect l="l" t="t" r="r" b="b"/>
              <a:pathLst>
                <a:path w="2560" h="2392" extrusionOk="0">
                  <a:moveTo>
                    <a:pt x="102" y="1"/>
                  </a:moveTo>
                  <a:lnTo>
                    <a:pt x="68" y="34"/>
                  </a:lnTo>
                  <a:lnTo>
                    <a:pt x="34" y="304"/>
                  </a:lnTo>
                  <a:lnTo>
                    <a:pt x="1" y="539"/>
                  </a:lnTo>
                  <a:lnTo>
                    <a:pt x="1" y="1078"/>
                  </a:lnTo>
                  <a:lnTo>
                    <a:pt x="34" y="1684"/>
                  </a:lnTo>
                  <a:lnTo>
                    <a:pt x="102" y="1987"/>
                  </a:lnTo>
                  <a:lnTo>
                    <a:pt x="169" y="2290"/>
                  </a:lnTo>
                  <a:lnTo>
                    <a:pt x="203" y="2324"/>
                  </a:lnTo>
                  <a:lnTo>
                    <a:pt x="236" y="2358"/>
                  </a:lnTo>
                  <a:lnTo>
                    <a:pt x="304" y="2324"/>
                  </a:lnTo>
                  <a:lnTo>
                    <a:pt x="337" y="2256"/>
                  </a:lnTo>
                  <a:lnTo>
                    <a:pt x="304" y="1953"/>
                  </a:lnTo>
                  <a:lnTo>
                    <a:pt x="304" y="1650"/>
                  </a:lnTo>
                  <a:lnTo>
                    <a:pt x="236" y="1078"/>
                  </a:lnTo>
                  <a:lnTo>
                    <a:pt x="236" y="640"/>
                  </a:lnTo>
                  <a:lnTo>
                    <a:pt x="203" y="203"/>
                  </a:lnTo>
                  <a:lnTo>
                    <a:pt x="203" y="203"/>
                  </a:lnTo>
                  <a:lnTo>
                    <a:pt x="438" y="236"/>
                  </a:lnTo>
                  <a:lnTo>
                    <a:pt x="1145" y="236"/>
                  </a:lnTo>
                  <a:lnTo>
                    <a:pt x="2223" y="169"/>
                  </a:lnTo>
                  <a:lnTo>
                    <a:pt x="2256" y="236"/>
                  </a:lnTo>
                  <a:lnTo>
                    <a:pt x="2324" y="236"/>
                  </a:lnTo>
                  <a:lnTo>
                    <a:pt x="2324" y="539"/>
                  </a:lnTo>
                  <a:lnTo>
                    <a:pt x="2324" y="876"/>
                  </a:lnTo>
                  <a:lnTo>
                    <a:pt x="2357" y="2054"/>
                  </a:lnTo>
                  <a:lnTo>
                    <a:pt x="1886" y="2054"/>
                  </a:lnTo>
                  <a:lnTo>
                    <a:pt x="1415" y="2088"/>
                  </a:lnTo>
                  <a:lnTo>
                    <a:pt x="674" y="2088"/>
                  </a:lnTo>
                  <a:lnTo>
                    <a:pt x="539" y="2122"/>
                  </a:lnTo>
                  <a:lnTo>
                    <a:pt x="438" y="2189"/>
                  </a:lnTo>
                  <a:lnTo>
                    <a:pt x="337" y="2256"/>
                  </a:lnTo>
                  <a:lnTo>
                    <a:pt x="405" y="2324"/>
                  </a:lnTo>
                  <a:lnTo>
                    <a:pt x="539" y="2358"/>
                  </a:lnTo>
                  <a:lnTo>
                    <a:pt x="775" y="2391"/>
                  </a:lnTo>
                  <a:lnTo>
                    <a:pt x="1280" y="2358"/>
                  </a:lnTo>
                  <a:lnTo>
                    <a:pt x="1819" y="2358"/>
                  </a:lnTo>
                  <a:lnTo>
                    <a:pt x="2122" y="2324"/>
                  </a:lnTo>
                  <a:lnTo>
                    <a:pt x="2357" y="2256"/>
                  </a:lnTo>
                  <a:lnTo>
                    <a:pt x="2425" y="2324"/>
                  </a:lnTo>
                  <a:lnTo>
                    <a:pt x="2492" y="2324"/>
                  </a:lnTo>
                  <a:lnTo>
                    <a:pt x="2559" y="2290"/>
                  </a:lnTo>
                  <a:lnTo>
                    <a:pt x="2559" y="2223"/>
                  </a:lnTo>
                  <a:lnTo>
                    <a:pt x="2526" y="1044"/>
                  </a:lnTo>
                  <a:lnTo>
                    <a:pt x="2526" y="539"/>
                  </a:lnTo>
                  <a:lnTo>
                    <a:pt x="2492" y="270"/>
                  </a:lnTo>
                  <a:lnTo>
                    <a:pt x="2425" y="34"/>
                  </a:lnTo>
                  <a:lnTo>
                    <a:pt x="2391" y="34"/>
                  </a:lnTo>
                  <a:lnTo>
                    <a:pt x="2391" y="68"/>
                  </a:lnTo>
                  <a:lnTo>
                    <a:pt x="2357" y="68"/>
                  </a:lnTo>
                  <a:lnTo>
                    <a:pt x="2290" y="34"/>
                  </a:lnTo>
                  <a:lnTo>
                    <a:pt x="2223" y="1"/>
                  </a:lnTo>
                  <a:lnTo>
                    <a:pt x="2021" y="1"/>
                  </a:lnTo>
                  <a:lnTo>
                    <a:pt x="1617" y="34"/>
                  </a:lnTo>
                  <a:lnTo>
                    <a:pt x="910" y="34"/>
                  </a:lnTo>
                  <a:lnTo>
                    <a:pt x="539" y="68"/>
                  </a:lnTo>
                  <a:lnTo>
                    <a:pt x="203" y="102"/>
                  </a:lnTo>
                  <a:lnTo>
                    <a:pt x="169"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5" name="Google Shape;785;p5"/>
            <p:cNvSpPr/>
            <p:nvPr/>
          </p:nvSpPr>
          <p:spPr>
            <a:xfrm>
              <a:off x="1162508" y="122456"/>
              <a:ext cx="127546" cy="120820"/>
            </a:xfrm>
            <a:custGeom>
              <a:avLst/>
              <a:gdLst/>
              <a:ahLst/>
              <a:cxnLst/>
              <a:rect l="l" t="t" r="r" b="b"/>
              <a:pathLst>
                <a:path w="2560" h="2425" extrusionOk="0">
                  <a:moveTo>
                    <a:pt x="2357" y="0"/>
                  </a:moveTo>
                  <a:lnTo>
                    <a:pt x="2357" y="34"/>
                  </a:lnTo>
                  <a:lnTo>
                    <a:pt x="2324" y="135"/>
                  </a:lnTo>
                  <a:lnTo>
                    <a:pt x="1751" y="68"/>
                  </a:lnTo>
                  <a:lnTo>
                    <a:pt x="1179" y="68"/>
                  </a:lnTo>
                  <a:lnTo>
                    <a:pt x="674" y="34"/>
                  </a:lnTo>
                  <a:lnTo>
                    <a:pt x="405" y="68"/>
                  </a:lnTo>
                  <a:lnTo>
                    <a:pt x="304" y="101"/>
                  </a:lnTo>
                  <a:lnTo>
                    <a:pt x="169" y="169"/>
                  </a:lnTo>
                  <a:lnTo>
                    <a:pt x="169" y="169"/>
                  </a:lnTo>
                  <a:lnTo>
                    <a:pt x="169" y="169"/>
                  </a:lnTo>
                  <a:lnTo>
                    <a:pt x="371" y="270"/>
                  </a:lnTo>
                  <a:lnTo>
                    <a:pt x="573" y="304"/>
                  </a:lnTo>
                  <a:lnTo>
                    <a:pt x="1011" y="270"/>
                  </a:lnTo>
                  <a:lnTo>
                    <a:pt x="1650" y="304"/>
                  </a:lnTo>
                  <a:lnTo>
                    <a:pt x="2324" y="337"/>
                  </a:lnTo>
                  <a:lnTo>
                    <a:pt x="2290" y="708"/>
                  </a:lnTo>
                  <a:lnTo>
                    <a:pt x="2324" y="1078"/>
                  </a:lnTo>
                  <a:lnTo>
                    <a:pt x="2324" y="1583"/>
                  </a:lnTo>
                  <a:lnTo>
                    <a:pt x="2357" y="1852"/>
                  </a:lnTo>
                  <a:lnTo>
                    <a:pt x="2391" y="2088"/>
                  </a:lnTo>
                  <a:lnTo>
                    <a:pt x="2357" y="2088"/>
                  </a:lnTo>
                  <a:lnTo>
                    <a:pt x="1347" y="2122"/>
                  </a:lnTo>
                  <a:lnTo>
                    <a:pt x="809" y="2155"/>
                  </a:lnTo>
                  <a:lnTo>
                    <a:pt x="539" y="2189"/>
                  </a:lnTo>
                  <a:lnTo>
                    <a:pt x="304" y="2223"/>
                  </a:lnTo>
                  <a:lnTo>
                    <a:pt x="270" y="1718"/>
                  </a:lnTo>
                  <a:lnTo>
                    <a:pt x="236" y="1213"/>
                  </a:lnTo>
                  <a:lnTo>
                    <a:pt x="270" y="708"/>
                  </a:lnTo>
                  <a:lnTo>
                    <a:pt x="236" y="438"/>
                  </a:lnTo>
                  <a:lnTo>
                    <a:pt x="203" y="304"/>
                  </a:lnTo>
                  <a:lnTo>
                    <a:pt x="169" y="169"/>
                  </a:lnTo>
                  <a:lnTo>
                    <a:pt x="135" y="203"/>
                  </a:lnTo>
                  <a:lnTo>
                    <a:pt x="68" y="337"/>
                  </a:lnTo>
                  <a:lnTo>
                    <a:pt x="34" y="506"/>
                  </a:lnTo>
                  <a:lnTo>
                    <a:pt x="1" y="876"/>
                  </a:lnTo>
                  <a:lnTo>
                    <a:pt x="34" y="1583"/>
                  </a:lnTo>
                  <a:lnTo>
                    <a:pt x="34" y="1819"/>
                  </a:lnTo>
                  <a:lnTo>
                    <a:pt x="34" y="2054"/>
                  </a:lnTo>
                  <a:lnTo>
                    <a:pt x="34" y="2189"/>
                  </a:lnTo>
                  <a:lnTo>
                    <a:pt x="102" y="2290"/>
                  </a:lnTo>
                  <a:lnTo>
                    <a:pt x="169" y="2391"/>
                  </a:lnTo>
                  <a:lnTo>
                    <a:pt x="270" y="2425"/>
                  </a:lnTo>
                  <a:lnTo>
                    <a:pt x="304" y="2425"/>
                  </a:lnTo>
                  <a:lnTo>
                    <a:pt x="337" y="2391"/>
                  </a:lnTo>
                  <a:lnTo>
                    <a:pt x="337" y="2357"/>
                  </a:lnTo>
                  <a:lnTo>
                    <a:pt x="573" y="2391"/>
                  </a:lnTo>
                  <a:lnTo>
                    <a:pt x="809" y="2425"/>
                  </a:lnTo>
                  <a:lnTo>
                    <a:pt x="1347" y="2391"/>
                  </a:lnTo>
                  <a:lnTo>
                    <a:pt x="2391" y="2324"/>
                  </a:lnTo>
                  <a:lnTo>
                    <a:pt x="2458" y="2290"/>
                  </a:lnTo>
                  <a:lnTo>
                    <a:pt x="2492" y="2324"/>
                  </a:lnTo>
                  <a:lnTo>
                    <a:pt x="2526" y="2324"/>
                  </a:lnTo>
                  <a:lnTo>
                    <a:pt x="2526" y="2290"/>
                  </a:lnTo>
                  <a:lnTo>
                    <a:pt x="2559" y="2021"/>
                  </a:lnTo>
                  <a:lnTo>
                    <a:pt x="2559" y="1751"/>
                  </a:lnTo>
                  <a:lnTo>
                    <a:pt x="2526" y="1246"/>
                  </a:lnTo>
                  <a:lnTo>
                    <a:pt x="2526" y="640"/>
                  </a:lnTo>
                  <a:lnTo>
                    <a:pt x="2492" y="337"/>
                  </a:lnTo>
                  <a:lnTo>
                    <a:pt x="2458" y="34"/>
                  </a:lnTo>
                  <a:lnTo>
                    <a:pt x="242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6" name="Google Shape;786;p5"/>
            <p:cNvSpPr/>
            <p:nvPr/>
          </p:nvSpPr>
          <p:spPr>
            <a:xfrm>
              <a:off x="1387307" y="296885"/>
              <a:ext cx="35274" cy="42000"/>
            </a:xfrm>
            <a:custGeom>
              <a:avLst/>
              <a:gdLst/>
              <a:ahLst/>
              <a:cxnLst/>
              <a:rect l="l" t="t" r="r" b="b"/>
              <a:pathLst>
                <a:path w="708" h="843" extrusionOk="0">
                  <a:moveTo>
                    <a:pt x="202" y="1"/>
                  </a:moveTo>
                  <a:lnTo>
                    <a:pt x="101" y="35"/>
                  </a:lnTo>
                  <a:lnTo>
                    <a:pt x="68" y="136"/>
                  </a:lnTo>
                  <a:lnTo>
                    <a:pt x="0" y="338"/>
                  </a:lnTo>
                  <a:lnTo>
                    <a:pt x="0" y="573"/>
                  </a:lnTo>
                  <a:lnTo>
                    <a:pt x="0" y="742"/>
                  </a:lnTo>
                  <a:lnTo>
                    <a:pt x="34" y="809"/>
                  </a:lnTo>
                  <a:lnTo>
                    <a:pt x="68" y="843"/>
                  </a:lnTo>
                  <a:lnTo>
                    <a:pt x="101" y="843"/>
                  </a:lnTo>
                  <a:lnTo>
                    <a:pt x="404" y="809"/>
                  </a:lnTo>
                  <a:lnTo>
                    <a:pt x="573" y="775"/>
                  </a:lnTo>
                  <a:lnTo>
                    <a:pt x="707" y="708"/>
                  </a:lnTo>
                  <a:lnTo>
                    <a:pt x="707" y="674"/>
                  </a:lnTo>
                  <a:lnTo>
                    <a:pt x="707" y="641"/>
                  </a:lnTo>
                  <a:lnTo>
                    <a:pt x="674" y="573"/>
                  </a:lnTo>
                  <a:lnTo>
                    <a:pt x="438" y="573"/>
                  </a:lnTo>
                  <a:lnTo>
                    <a:pt x="202" y="607"/>
                  </a:lnTo>
                  <a:lnTo>
                    <a:pt x="236" y="304"/>
                  </a:lnTo>
                  <a:lnTo>
                    <a:pt x="270" y="169"/>
                  </a:lnTo>
                  <a:lnTo>
                    <a:pt x="270" y="68"/>
                  </a:lnTo>
                  <a:lnTo>
                    <a:pt x="23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7" name="Google Shape;787;p5"/>
            <p:cNvSpPr/>
            <p:nvPr/>
          </p:nvSpPr>
          <p:spPr>
            <a:xfrm>
              <a:off x="895809" y="444509"/>
              <a:ext cx="36968" cy="45338"/>
            </a:xfrm>
            <a:custGeom>
              <a:avLst/>
              <a:gdLst/>
              <a:ahLst/>
              <a:cxnLst/>
              <a:rect l="l" t="t" r="r" b="b"/>
              <a:pathLst>
                <a:path w="742" h="910" extrusionOk="0">
                  <a:moveTo>
                    <a:pt x="573" y="169"/>
                  </a:moveTo>
                  <a:lnTo>
                    <a:pt x="539" y="236"/>
                  </a:lnTo>
                  <a:lnTo>
                    <a:pt x="505" y="304"/>
                  </a:lnTo>
                  <a:lnTo>
                    <a:pt x="472" y="304"/>
                  </a:lnTo>
                  <a:lnTo>
                    <a:pt x="371" y="337"/>
                  </a:lnTo>
                  <a:lnTo>
                    <a:pt x="270" y="371"/>
                  </a:lnTo>
                  <a:lnTo>
                    <a:pt x="202" y="169"/>
                  </a:lnTo>
                  <a:close/>
                  <a:moveTo>
                    <a:pt x="539" y="506"/>
                  </a:moveTo>
                  <a:lnTo>
                    <a:pt x="573" y="573"/>
                  </a:lnTo>
                  <a:lnTo>
                    <a:pt x="505" y="674"/>
                  </a:lnTo>
                  <a:lnTo>
                    <a:pt x="472" y="708"/>
                  </a:lnTo>
                  <a:lnTo>
                    <a:pt x="270" y="708"/>
                  </a:lnTo>
                  <a:lnTo>
                    <a:pt x="270" y="539"/>
                  </a:lnTo>
                  <a:lnTo>
                    <a:pt x="303" y="539"/>
                  </a:lnTo>
                  <a:lnTo>
                    <a:pt x="472" y="506"/>
                  </a:lnTo>
                  <a:close/>
                  <a:moveTo>
                    <a:pt x="472" y="1"/>
                  </a:moveTo>
                  <a:lnTo>
                    <a:pt x="270" y="68"/>
                  </a:lnTo>
                  <a:lnTo>
                    <a:pt x="101" y="135"/>
                  </a:lnTo>
                  <a:lnTo>
                    <a:pt x="68" y="169"/>
                  </a:lnTo>
                  <a:lnTo>
                    <a:pt x="68" y="203"/>
                  </a:lnTo>
                  <a:lnTo>
                    <a:pt x="101" y="506"/>
                  </a:lnTo>
                  <a:lnTo>
                    <a:pt x="101" y="674"/>
                  </a:lnTo>
                  <a:lnTo>
                    <a:pt x="34" y="674"/>
                  </a:lnTo>
                  <a:lnTo>
                    <a:pt x="0" y="741"/>
                  </a:lnTo>
                  <a:lnTo>
                    <a:pt x="0" y="809"/>
                  </a:lnTo>
                  <a:lnTo>
                    <a:pt x="68" y="876"/>
                  </a:lnTo>
                  <a:lnTo>
                    <a:pt x="270" y="910"/>
                  </a:lnTo>
                  <a:lnTo>
                    <a:pt x="472" y="910"/>
                  </a:lnTo>
                  <a:lnTo>
                    <a:pt x="573" y="876"/>
                  </a:lnTo>
                  <a:lnTo>
                    <a:pt x="640" y="809"/>
                  </a:lnTo>
                  <a:lnTo>
                    <a:pt x="707" y="741"/>
                  </a:lnTo>
                  <a:lnTo>
                    <a:pt x="741" y="640"/>
                  </a:lnTo>
                  <a:lnTo>
                    <a:pt x="741" y="506"/>
                  </a:lnTo>
                  <a:lnTo>
                    <a:pt x="707" y="438"/>
                  </a:lnTo>
                  <a:lnTo>
                    <a:pt x="674" y="371"/>
                  </a:lnTo>
                  <a:lnTo>
                    <a:pt x="707" y="304"/>
                  </a:lnTo>
                  <a:lnTo>
                    <a:pt x="707" y="169"/>
                  </a:lnTo>
                  <a:lnTo>
                    <a:pt x="707" y="68"/>
                  </a:lnTo>
                  <a:lnTo>
                    <a:pt x="640" y="34"/>
                  </a:lnTo>
                  <a:lnTo>
                    <a:pt x="53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8" name="Google Shape;788;p5"/>
            <p:cNvSpPr/>
            <p:nvPr/>
          </p:nvSpPr>
          <p:spPr>
            <a:xfrm>
              <a:off x="583820" y="419349"/>
              <a:ext cx="115787" cy="119175"/>
            </a:xfrm>
            <a:custGeom>
              <a:avLst/>
              <a:gdLst/>
              <a:ahLst/>
              <a:cxnLst/>
              <a:rect l="l" t="t" r="r" b="b"/>
              <a:pathLst>
                <a:path w="2324" h="2392" extrusionOk="0">
                  <a:moveTo>
                    <a:pt x="1515" y="1"/>
                  </a:moveTo>
                  <a:lnTo>
                    <a:pt x="909" y="34"/>
                  </a:lnTo>
                  <a:lnTo>
                    <a:pt x="202" y="34"/>
                  </a:lnTo>
                  <a:lnTo>
                    <a:pt x="0" y="102"/>
                  </a:lnTo>
                  <a:lnTo>
                    <a:pt x="0" y="135"/>
                  </a:lnTo>
                  <a:lnTo>
                    <a:pt x="68" y="203"/>
                  </a:lnTo>
                  <a:lnTo>
                    <a:pt x="169" y="236"/>
                  </a:lnTo>
                  <a:lnTo>
                    <a:pt x="371" y="270"/>
                  </a:lnTo>
                  <a:lnTo>
                    <a:pt x="1414" y="270"/>
                  </a:lnTo>
                  <a:lnTo>
                    <a:pt x="2020" y="236"/>
                  </a:lnTo>
                  <a:lnTo>
                    <a:pt x="1987" y="438"/>
                  </a:lnTo>
                  <a:lnTo>
                    <a:pt x="2020" y="640"/>
                  </a:lnTo>
                  <a:lnTo>
                    <a:pt x="2054" y="1078"/>
                  </a:lnTo>
                  <a:lnTo>
                    <a:pt x="2054" y="1617"/>
                  </a:lnTo>
                  <a:lnTo>
                    <a:pt x="2054" y="1852"/>
                  </a:lnTo>
                  <a:lnTo>
                    <a:pt x="2088" y="2122"/>
                  </a:lnTo>
                  <a:lnTo>
                    <a:pt x="977" y="2155"/>
                  </a:lnTo>
                  <a:lnTo>
                    <a:pt x="539" y="2155"/>
                  </a:lnTo>
                  <a:lnTo>
                    <a:pt x="371" y="2189"/>
                  </a:lnTo>
                  <a:lnTo>
                    <a:pt x="270" y="2223"/>
                  </a:lnTo>
                  <a:lnTo>
                    <a:pt x="202" y="2290"/>
                  </a:lnTo>
                  <a:lnTo>
                    <a:pt x="270" y="2358"/>
                  </a:lnTo>
                  <a:lnTo>
                    <a:pt x="371" y="2391"/>
                  </a:lnTo>
                  <a:lnTo>
                    <a:pt x="1583" y="2391"/>
                  </a:lnTo>
                  <a:lnTo>
                    <a:pt x="2222" y="2358"/>
                  </a:lnTo>
                  <a:lnTo>
                    <a:pt x="2290" y="2324"/>
                  </a:lnTo>
                  <a:lnTo>
                    <a:pt x="2323" y="2290"/>
                  </a:lnTo>
                  <a:lnTo>
                    <a:pt x="2323" y="2223"/>
                  </a:lnTo>
                  <a:lnTo>
                    <a:pt x="2290" y="2155"/>
                  </a:lnTo>
                  <a:lnTo>
                    <a:pt x="2290" y="1886"/>
                  </a:lnTo>
                  <a:lnTo>
                    <a:pt x="2290" y="1617"/>
                  </a:lnTo>
                  <a:lnTo>
                    <a:pt x="2256" y="1078"/>
                  </a:lnTo>
                  <a:lnTo>
                    <a:pt x="2256" y="607"/>
                  </a:lnTo>
                  <a:lnTo>
                    <a:pt x="2222" y="405"/>
                  </a:lnTo>
                  <a:lnTo>
                    <a:pt x="2189" y="203"/>
                  </a:lnTo>
                  <a:lnTo>
                    <a:pt x="2222" y="135"/>
                  </a:lnTo>
                  <a:lnTo>
                    <a:pt x="2222" y="68"/>
                  </a:lnTo>
                  <a:lnTo>
                    <a:pt x="2189" y="34"/>
                  </a:lnTo>
                  <a:lnTo>
                    <a:pt x="212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89" name="Google Shape;789;p5"/>
            <p:cNvSpPr/>
            <p:nvPr/>
          </p:nvSpPr>
          <p:spPr>
            <a:xfrm>
              <a:off x="761637" y="452929"/>
              <a:ext cx="36918" cy="31886"/>
            </a:xfrm>
            <a:custGeom>
              <a:avLst/>
              <a:gdLst/>
              <a:ahLst/>
              <a:cxnLst/>
              <a:rect l="l" t="t" r="r" b="b"/>
              <a:pathLst>
                <a:path w="741" h="640" extrusionOk="0">
                  <a:moveTo>
                    <a:pt x="67" y="0"/>
                  </a:moveTo>
                  <a:lnTo>
                    <a:pt x="0" y="67"/>
                  </a:lnTo>
                  <a:lnTo>
                    <a:pt x="0" y="135"/>
                  </a:lnTo>
                  <a:lnTo>
                    <a:pt x="34" y="168"/>
                  </a:lnTo>
                  <a:lnTo>
                    <a:pt x="67" y="202"/>
                  </a:lnTo>
                  <a:lnTo>
                    <a:pt x="101" y="303"/>
                  </a:lnTo>
                  <a:lnTo>
                    <a:pt x="135" y="438"/>
                  </a:lnTo>
                  <a:lnTo>
                    <a:pt x="202" y="539"/>
                  </a:lnTo>
                  <a:lnTo>
                    <a:pt x="303" y="640"/>
                  </a:lnTo>
                  <a:lnTo>
                    <a:pt x="438" y="640"/>
                  </a:lnTo>
                  <a:lnTo>
                    <a:pt x="471" y="606"/>
                  </a:lnTo>
                  <a:lnTo>
                    <a:pt x="606" y="337"/>
                  </a:lnTo>
                  <a:lnTo>
                    <a:pt x="707" y="236"/>
                  </a:lnTo>
                  <a:lnTo>
                    <a:pt x="741" y="168"/>
                  </a:lnTo>
                  <a:lnTo>
                    <a:pt x="741" y="101"/>
                  </a:lnTo>
                  <a:lnTo>
                    <a:pt x="741" y="67"/>
                  </a:lnTo>
                  <a:lnTo>
                    <a:pt x="707" y="34"/>
                  </a:lnTo>
                  <a:lnTo>
                    <a:pt x="606" y="67"/>
                  </a:lnTo>
                  <a:lnTo>
                    <a:pt x="505" y="135"/>
                  </a:lnTo>
                  <a:lnTo>
                    <a:pt x="404" y="269"/>
                  </a:lnTo>
                  <a:lnTo>
                    <a:pt x="337" y="370"/>
                  </a:lnTo>
                  <a:lnTo>
                    <a:pt x="269" y="236"/>
                  </a:lnTo>
                  <a:lnTo>
                    <a:pt x="236" y="67"/>
                  </a:lnTo>
                  <a:lnTo>
                    <a:pt x="20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0" name="Google Shape;790;p5"/>
            <p:cNvSpPr/>
            <p:nvPr/>
          </p:nvSpPr>
          <p:spPr>
            <a:xfrm>
              <a:off x="434502" y="422736"/>
              <a:ext cx="127546" cy="120820"/>
            </a:xfrm>
            <a:custGeom>
              <a:avLst/>
              <a:gdLst/>
              <a:ahLst/>
              <a:cxnLst/>
              <a:rect l="l" t="t" r="r" b="b"/>
              <a:pathLst>
                <a:path w="2560" h="2425" extrusionOk="0">
                  <a:moveTo>
                    <a:pt x="2391" y="0"/>
                  </a:moveTo>
                  <a:lnTo>
                    <a:pt x="2358" y="34"/>
                  </a:lnTo>
                  <a:lnTo>
                    <a:pt x="2324" y="135"/>
                  </a:lnTo>
                  <a:lnTo>
                    <a:pt x="1751" y="67"/>
                  </a:lnTo>
                  <a:lnTo>
                    <a:pt x="1179" y="67"/>
                  </a:lnTo>
                  <a:lnTo>
                    <a:pt x="640" y="34"/>
                  </a:lnTo>
                  <a:lnTo>
                    <a:pt x="405" y="67"/>
                  </a:lnTo>
                  <a:lnTo>
                    <a:pt x="270" y="101"/>
                  </a:lnTo>
                  <a:lnTo>
                    <a:pt x="169" y="168"/>
                  </a:lnTo>
                  <a:lnTo>
                    <a:pt x="169" y="202"/>
                  </a:lnTo>
                  <a:lnTo>
                    <a:pt x="371" y="269"/>
                  </a:lnTo>
                  <a:lnTo>
                    <a:pt x="573" y="303"/>
                  </a:lnTo>
                  <a:lnTo>
                    <a:pt x="1011" y="269"/>
                  </a:lnTo>
                  <a:lnTo>
                    <a:pt x="1650" y="303"/>
                  </a:lnTo>
                  <a:lnTo>
                    <a:pt x="2324" y="337"/>
                  </a:lnTo>
                  <a:lnTo>
                    <a:pt x="2290" y="707"/>
                  </a:lnTo>
                  <a:lnTo>
                    <a:pt x="2324" y="1077"/>
                  </a:lnTo>
                  <a:lnTo>
                    <a:pt x="2324" y="1582"/>
                  </a:lnTo>
                  <a:lnTo>
                    <a:pt x="2358" y="1852"/>
                  </a:lnTo>
                  <a:lnTo>
                    <a:pt x="2391" y="2087"/>
                  </a:lnTo>
                  <a:lnTo>
                    <a:pt x="2358" y="2087"/>
                  </a:lnTo>
                  <a:lnTo>
                    <a:pt x="1314" y="2121"/>
                  </a:lnTo>
                  <a:lnTo>
                    <a:pt x="809" y="2155"/>
                  </a:lnTo>
                  <a:lnTo>
                    <a:pt x="539" y="2189"/>
                  </a:lnTo>
                  <a:lnTo>
                    <a:pt x="304" y="2256"/>
                  </a:lnTo>
                  <a:lnTo>
                    <a:pt x="270" y="1751"/>
                  </a:lnTo>
                  <a:lnTo>
                    <a:pt x="236" y="1246"/>
                  </a:lnTo>
                  <a:lnTo>
                    <a:pt x="270" y="707"/>
                  </a:lnTo>
                  <a:lnTo>
                    <a:pt x="236" y="438"/>
                  </a:lnTo>
                  <a:lnTo>
                    <a:pt x="203" y="303"/>
                  </a:lnTo>
                  <a:lnTo>
                    <a:pt x="169" y="202"/>
                  </a:lnTo>
                  <a:lnTo>
                    <a:pt x="135" y="202"/>
                  </a:lnTo>
                  <a:lnTo>
                    <a:pt x="68" y="337"/>
                  </a:lnTo>
                  <a:lnTo>
                    <a:pt x="34" y="505"/>
                  </a:lnTo>
                  <a:lnTo>
                    <a:pt x="1" y="875"/>
                  </a:lnTo>
                  <a:lnTo>
                    <a:pt x="34" y="1582"/>
                  </a:lnTo>
                  <a:lnTo>
                    <a:pt x="34" y="1818"/>
                  </a:lnTo>
                  <a:lnTo>
                    <a:pt x="34" y="2054"/>
                  </a:lnTo>
                  <a:lnTo>
                    <a:pt x="34" y="2189"/>
                  </a:lnTo>
                  <a:lnTo>
                    <a:pt x="102" y="2290"/>
                  </a:lnTo>
                  <a:lnTo>
                    <a:pt x="169" y="2391"/>
                  </a:lnTo>
                  <a:lnTo>
                    <a:pt x="270" y="2424"/>
                  </a:lnTo>
                  <a:lnTo>
                    <a:pt x="304" y="2424"/>
                  </a:lnTo>
                  <a:lnTo>
                    <a:pt x="337" y="2391"/>
                  </a:lnTo>
                  <a:lnTo>
                    <a:pt x="337" y="2357"/>
                  </a:lnTo>
                  <a:lnTo>
                    <a:pt x="573" y="2391"/>
                  </a:lnTo>
                  <a:lnTo>
                    <a:pt x="809" y="2424"/>
                  </a:lnTo>
                  <a:lnTo>
                    <a:pt x="1347" y="2391"/>
                  </a:lnTo>
                  <a:lnTo>
                    <a:pt x="2391" y="2323"/>
                  </a:lnTo>
                  <a:lnTo>
                    <a:pt x="2459" y="2290"/>
                  </a:lnTo>
                  <a:lnTo>
                    <a:pt x="2492" y="2323"/>
                  </a:lnTo>
                  <a:lnTo>
                    <a:pt x="2526" y="2323"/>
                  </a:lnTo>
                  <a:lnTo>
                    <a:pt x="2526" y="2290"/>
                  </a:lnTo>
                  <a:lnTo>
                    <a:pt x="2560" y="2020"/>
                  </a:lnTo>
                  <a:lnTo>
                    <a:pt x="2560" y="1784"/>
                  </a:lnTo>
                  <a:lnTo>
                    <a:pt x="2526" y="1246"/>
                  </a:lnTo>
                  <a:lnTo>
                    <a:pt x="2526" y="640"/>
                  </a:lnTo>
                  <a:lnTo>
                    <a:pt x="2492" y="337"/>
                  </a:lnTo>
                  <a:lnTo>
                    <a:pt x="2459" y="34"/>
                  </a:lnTo>
                  <a:lnTo>
                    <a:pt x="242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1" name="Google Shape;791;p5"/>
            <p:cNvSpPr/>
            <p:nvPr/>
          </p:nvSpPr>
          <p:spPr>
            <a:xfrm>
              <a:off x="624077" y="461299"/>
              <a:ext cx="30242" cy="30242"/>
            </a:xfrm>
            <a:custGeom>
              <a:avLst/>
              <a:gdLst/>
              <a:ahLst/>
              <a:cxnLst/>
              <a:rect l="l" t="t" r="r" b="b"/>
              <a:pathLst>
                <a:path w="607" h="607" extrusionOk="0">
                  <a:moveTo>
                    <a:pt x="236" y="0"/>
                  </a:moveTo>
                  <a:lnTo>
                    <a:pt x="135" y="68"/>
                  </a:lnTo>
                  <a:lnTo>
                    <a:pt x="68" y="135"/>
                  </a:lnTo>
                  <a:lnTo>
                    <a:pt x="0" y="202"/>
                  </a:lnTo>
                  <a:lnTo>
                    <a:pt x="0" y="303"/>
                  </a:lnTo>
                  <a:lnTo>
                    <a:pt x="0" y="404"/>
                  </a:lnTo>
                  <a:lnTo>
                    <a:pt x="68" y="505"/>
                  </a:lnTo>
                  <a:lnTo>
                    <a:pt x="135" y="573"/>
                  </a:lnTo>
                  <a:lnTo>
                    <a:pt x="236" y="606"/>
                  </a:lnTo>
                  <a:lnTo>
                    <a:pt x="371" y="606"/>
                  </a:lnTo>
                  <a:lnTo>
                    <a:pt x="438" y="573"/>
                  </a:lnTo>
                  <a:lnTo>
                    <a:pt x="539" y="539"/>
                  </a:lnTo>
                  <a:lnTo>
                    <a:pt x="573" y="438"/>
                  </a:lnTo>
                  <a:lnTo>
                    <a:pt x="539" y="404"/>
                  </a:lnTo>
                  <a:lnTo>
                    <a:pt x="505" y="371"/>
                  </a:lnTo>
                  <a:lnTo>
                    <a:pt x="438" y="337"/>
                  </a:lnTo>
                  <a:lnTo>
                    <a:pt x="371" y="371"/>
                  </a:lnTo>
                  <a:lnTo>
                    <a:pt x="303" y="404"/>
                  </a:lnTo>
                  <a:lnTo>
                    <a:pt x="202" y="371"/>
                  </a:lnTo>
                  <a:lnTo>
                    <a:pt x="202" y="337"/>
                  </a:lnTo>
                  <a:lnTo>
                    <a:pt x="202" y="303"/>
                  </a:lnTo>
                  <a:lnTo>
                    <a:pt x="202" y="236"/>
                  </a:lnTo>
                  <a:lnTo>
                    <a:pt x="236" y="202"/>
                  </a:lnTo>
                  <a:lnTo>
                    <a:pt x="337" y="169"/>
                  </a:lnTo>
                  <a:lnTo>
                    <a:pt x="472" y="169"/>
                  </a:lnTo>
                  <a:lnTo>
                    <a:pt x="606" y="135"/>
                  </a:lnTo>
                  <a:lnTo>
                    <a:pt x="606" y="101"/>
                  </a:lnTo>
                  <a:lnTo>
                    <a:pt x="606" y="68"/>
                  </a:lnTo>
                  <a:lnTo>
                    <a:pt x="53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2" name="Google Shape;792;p5"/>
            <p:cNvSpPr/>
            <p:nvPr/>
          </p:nvSpPr>
          <p:spPr>
            <a:xfrm>
              <a:off x="1476191" y="246564"/>
              <a:ext cx="110755" cy="122514"/>
            </a:xfrm>
            <a:custGeom>
              <a:avLst/>
              <a:gdLst/>
              <a:ahLst/>
              <a:cxnLst/>
              <a:rect l="l" t="t" r="r" b="b"/>
              <a:pathLst>
                <a:path w="2223" h="2459" extrusionOk="0">
                  <a:moveTo>
                    <a:pt x="1751" y="1"/>
                  </a:moveTo>
                  <a:lnTo>
                    <a:pt x="1280" y="68"/>
                  </a:lnTo>
                  <a:lnTo>
                    <a:pt x="674" y="68"/>
                  </a:lnTo>
                  <a:lnTo>
                    <a:pt x="68" y="102"/>
                  </a:lnTo>
                  <a:lnTo>
                    <a:pt x="1" y="136"/>
                  </a:lnTo>
                  <a:lnTo>
                    <a:pt x="1" y="203"/>
                  </a:lnTo>
                  <a:lnTo>
                    <a:pt x="1" y="237"/>
                  </a:lnTo>
                  <a:lnTo>
                    <a:pt x="34" y="304"/>
                  </a:lnTo>
                  <a:lnTo>
                    <a:pt x="1" y="506"/>
                  </a:lnTo>
                  <a:lnTo>
                    <a:pt x="1" y="742"/>
                  </a:lnTo>
                  <a:lnTo>
                    <a:pt x="34" y="1179"/>
                  </a:lnTo>
                  <a:lnTo>
                    <a:pt x="34" y="1718"/>
                  </a:lnTo>
                  <a:lnTo>
                    <a:pt x="34" y="2021"/>
                  </a:lnTo>
                  <a:lnTo>
                    <a:pt x="68" y="2290"/>
                  </a:lnTo>
                  <a:lnTo>
                    <a:pt x="68" y="2324"/>
                  </a:lnTo>
                  <a:lnTo>
                    <a:pt x="68" y="2391"/>
                  </a:lnTo>
                  <a:lnTo>
                    <a:pt x="102" y="2459"/>
                  </a:lnTo>
                  <a:lnTo>
                    <a:pt x="169" y="2459"/>
                  </a:lnTo>
                  <a:lnTo>
                    <a:pt x="809" y="2425"/>
                  </a:lnTo>
                  <a:lnTo>
                    <a:pt x="1415" y="2391"/>
                  </a:lnTo>
                  <a:lnTo>
                    <a:pt x="1819" y="2391"/>
                  </a:lnTo>
                  <a:lnTo>
                    <a:pt x="2021" y="2324"/>
                  </a:lnTo>
                  <a:lnTo>
                    <a:pt x="2122" y="2290"/>
                  </a:lnTo>
                  <a:lnTo>
                    <a:pt x="2189" y="2223"/>
                  </a:lnTo>
                  <a:lnTo>
                    <a:pt x="2088" y="2156"/>
                  </a:lnTo>
                  <a:lnTo>
                    <a:pt x="2021" y="2122"/>
                  </a:lnTo>
                  <a:lnTo>
                    <a:pt x="1819" y="2122"/>
                  </a:lnTo>
                  <a:lnTo>
                    <a:pt x="1415" y="2156"/>
                  </a:lnTo>
                  <a:lnTo>
                    <a:pt x="270" y="2223"/>
                  </a:lnTo>
                  <a:lnTo>
                    <a:pt x="270" y="1954"/>
                  </a:lnTo>
                  <a:lnTo>
                    <a:pt x="270" y="1684"/>
                  </a:lnTo>
                  <a:lnTo>
                    <a:pt x="236" y="1179"/>
                  </a:lnTo>
                  <a:lnTo>
                    <a:pt x="236" y="742"/>
                  </a:lnTo>
                  <a:lnTo>
                    <a:pt x="236" y="540"/>
                  </a:lnTo>
                  <a:lnTo>
                    <a:pt x="203" y="304"/>
                  </a:lnTo>
                  <a:lnTo>
                    <a:pt x="809" y="304"/>
                  </a:lnTo>
                  <a:lnTo>
                    <a:pt x="1448" y="270"/>
                  </a:lnTo>
                  <a:lnTo>
                    <a:pt x="1852" y="237"/>
                  </a:lnTo>
                  <a:lnTo>
                    <a:pt x="2054" y="169"/>
                  </a:lnTo>
                  <a:lnTo>
                    <a:pt x="2122" y="136"/>
                  </a:lnTo>
                  <a:lnTo>
                    <a:pt x="2223" y="68"/>
                  </a:lnTo>
                  <a:lnTo>
                    <a:pt x="2223" y="35"/>
                  </a:lnTo>
                  <a:lnTo>
                    <a:pt x="198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3" name="Google Shape;793;p5"/>
            <p:cNvSpPr/>
            <p:nvPr/>
          </p:nvSpPr>
          <p:spPr>
            <a:xfrm>
              <a:off x="1856984" y="93958"/>
              <a:ext cx="135916" cy="253347"/>
            </a:xfrm>
            <a:custGeom>
              <a:avLst/>
              <a:gdLst/>
              <a:ahLst/>
              <a:cxnLst/>
              <a:rect l="l" t="t" r="r" b="b"/>
              <a:pathLst>
                <a:path w="2728" h="5085" extrusionOk="0">
                  <a:moveTo>
                    <a:pt x="2391" y="202"/>
                  </a:moveTo>
                  <a:lnTo>
                    <a:pt x="2357" y="471"/>
                  </a:lnTo>
                  <a:lnTo>
                    <a:pt x="2323" y="741"/>
                  </a:lnTo>
                  <a:lnTo>
                    <a:pt x="2357" y="1313"/>
                  </a:lnTo>
                  <a:lnTo>
                    <a:pt x="2391" y="1886"/>
                  </a:lnTo>
                  <a:lnTo>
                    <a:pt x="2424" y="2424"/>
                  </a:lnTo>
                  <a:lnTo>
                    <a:pt x="2458" y="3636"/>
                  </a:lnTo>
                  <a:lnTo>
                    <a:pt x="2424" y="4848"/>
                  </a:lnTo>
                  <a:lnTo>
                    <a:pt x="1785" y="4848"/>
                  </a:lnTo>
                  <a:lnTo>
                    <a:pt x="1448" y="4815"/>
                  </a:lnTo>
                  <a:lnTo>
                    <a:pt x="1280" y="4848"/>
                  </a:lnTo>
                  <a:lnTo>
                    <a:pt x="1111" y="4882"/>
                  </a:lnTo>
                  <a:lnTo>
                    <a:pt x="1111" y="4242"/>
                  </a:lnTo>
                  <a:lnTo>
                    <a:pt x="1078" y="3636"/>
                  </a:lnTo>
                  <a:lnTo>
                    <a:pt x="943" y="2391"/>
                  </a:lnTo>
                  <a:lnTo>
                    <a:pt x="977" y="2323"/>
                  </a:lnTo>
                  <a:lnTo>
                    <a:pt x="977" y="2256"/>
                  </a:lnTo>
                  <a:lnTo>
                    <a:pt x="943" y="2222"/>
                  </a:lnTo>
                  <a:lnTo>
                    <a:pt x="842" y="2189"/>
                  </a:lnTo>
                  <a:lnTo>
                    <a:pt x="337" y="2323"/>
                  </a:lnTo>
                  <a:lnTo>
                    <a:pt x="303" y="1751"/>
                  </a:lnTo>
                  <a:lnTo>
                    <a:pt x="236" y="1212"/>
                  </a:lnTo>
                  <a:lnTo>
                    <a:pt x="236" y="741"/>
                  </a:lnTo>
                  <a:lnTo>
                    <a:pt x="202" y="505"/>
                  </a:lnTo>
                  <a:lnTo>
                    <a:pt x="169" y="269"/>
                  </a:lnTo>
                  <a:lnTo>
                    <a:pt x="741" y="303"/>
                  </a:lnTo>
                  <a:lnTo>
                    <a:pt x="1280" y="269"/>
                  </a:lnTo>
                  <a:lnTo>
                    <a:pt x="2391" y="202"/>
                  </a:lnTo>
                  <a:close/>
                  <a:moveTo>
                    <a:pt x="2391" y="0"/>
                  </a:moveTo>
                  <a:lnTo>
                    <a:pt x="1280" y="34"/>
                  </a:lnTo>
                  <a:lnTo>
                    <a:pt x="707" y="67"/>
                  </a:lnTo>
                  <a:lnTo>
                    <a:pt x="169" y="135"/>
                  </a:lnTo>
                  <a:lnTo>
                    <a:pt x="135" y="168"/>
                  </a:lnTo>
                  <a:lnTo>
                    <a:pt x="101" y="168"/>
                  </a:lnTo>
                  <a:lnTo>
                    <a:pt x="68" y="202"/>
                  </a:lnTo>
                  <a:lnTo>
                    <a:pt x="0" y="438"/>
                  </a:lnTo>
                  <a:lnTo>
                    <a:pt x="0" y="707"/>
                  </a:lnTo>
                  <a:lnTo>
                    <a:pt x="0" y="1212"/>
                  </a:lnTo>
                  <a:lnTo>
                    <a:pt x="34" y="1818"/>
                  </a:lnTo>
                  <a:lnTo>
                    <a:pt x="68" y="2121"/>
                  </a:lnTo>
                  <a:lnTo>
                    <a:pt x="135" y="2424"/>
                  </a:lnTo>
                  <a:lnTo>
                    <a:pt x="135" y="2458"/>
                  </a:lnTo>
                  <a:lnTo>
                    <a:pt x="202" y="2492"/>
                  </a:lnTo>
                  <a:lnTo>
                    <a:pt x="303" y="2492"/>
                  </a:lnTo>
                  <a:lnTo>
                    <a:pt x="808" y="2424"/>
                  </a:lnTo>
                  <a:lnTo>
                    <a:pt x="842" y="3704"/>
                  </a:lnTo>
                  <a:lnTo>
                    <a:pt x="876" y="4377"/>
                  </a:lnTo>
                  <a:lnTo>
                    <a:pt x="943" y="5017"/>
                  </a:lnTo>
                  <a:lnTo>
                    <a:pt x="977" y="5050"/>
                  </a:lnTo>
                  <a:lnTo>
                    <a:pt x="1044" y="5084"/>
                  </a:lnTo>
                  <a:lnTo>
                    <a:pt x="1078" y="5050"/>
                  </a:lnTo>
                  <a:lnTo>
                    <a:pt x="1111" y="4983"/>
                  </a:lnTo>
                  <a:lnTo>
                    <a:pt x="1246" y="5017"/>
                  </a:lnTo>
                  <a:lnTo>
                    <a:pt x="1381" y="5050"/>
                  </a:lnTo>
                  <a:lnTo>
                    <a:pt x="1684" y="5050"/>
                  </a:lnTo>
                  <a:lnTo>
                    <a:pt x="2088" y="5084"/>
                  </a:lnTo>
                  <a:lnTo>
                    <a:pt x="2458" y="5050"/>
                  </a:lnTo>
                  <a:lnTo>
                    <a:pt x="2559" y="5084"/>
                  </a:lnTo>
                  <a:lnTo>
                    <a:pt x="2626" y="5050"/>
                  </a:lnTo>
                  <a:lnTo>
                    <a:pt x="2694" y="5017"/>
                  </a:lnTo>
                  <a:lnTo>
                    <a:pt x="2727" y="4949"/>
                  </a:lnTo>
                  <a:lnTo>
                    <a:pt x="2727" y="4882"/>
                  </a:lnTo>
                  <a:lnTo>
                    <a:pt x="2660" y="4848"/>
                  </a:lnTo>
                  <a:lnTo>
                    <a:pt x="2660" y="3636"/>
                  </a:lnTo>
                  <a:lnTo>
                    <a:pt x="2626" y="2424"/>
                  </a:lnTo>
                  <a:lnTo>
                    <a:pt x="2626" y="1280"/>
                  </a:lnTo>
                  <a:lnTo>
                    <a:pt x="2593" y="707"/>
                  </a:lnTo>
                  <a:lnTo>
                    <a:pt x="2525" y="438"/>
                  </a:lnTo>
                  <a:lnTo>
                    <a:pt x="2458" y="168"/>
                  </a:lnTo>
                  <a:lnTo>
                    <a:pt x="2458" y="101"/>
                  </a:lnTo>
                  <a:lnTo>
                    <a:pt x="2458" y="67"/>
                  </a:lnTo>
                  <a:lnTo>
                    <a:pt x="24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4" name="Google Shape;794;p5"/>
            <p:cNvSpPr/>
            <p:nvPr/>
          </p:nvSpPr>
          <p:spPr>
            <a:xfrm>
              <a:off x="1756343" y="234856"/>
              <a:ext cx="122464" cy="120820"/>
            </a:xfrm>
            <a:custGeom>
              <a:avLst/>
              <a:gdLst/>
              <a:ahLst/>
              <a:cxnLst/>
              <a:rect l="l" t="t" r="r" b="b"/>
              <a:pathLst>
                <a:path w="2458" h="2425" extrusionOk="0">
                  <a:moveTo>
                    <a:pt x="2256" y="202"/>
                  </a:moveTo>
                  <a:lnTo>
                    <a:pt x="2222" y="640"/>
                  </a:lnTo>
                  <a:lnTo>
                    <a:pt x="2222" y="1078"/>
                  </a:lnTo>
                  <a:lnTo>
                    <a:pt x="2222" y="1616"/>
                  </a:lnTo>
                  <a:lnTo>
                    <a:pt x="2189" y="2155"/>
                  </a:lnTo>
                  <a:lnTo>
                    <a:pt x="1919" y="2121"/>
                  </a:lnTo>
                  <a:lnTo>
                    <a:pt x="1650" y="2088"/>
                  </a:lnTo>
                  <a:lnTo>
                    <a:pt x="1111" y="2121"/>
                  </a:lnTo>
                  <a:lnTo>
                    <a:pt x="674" y="2155"/>
                  </a:lnTo>
                  <a:lnTo>
                    <a:pt x="472" y="2155"/>
                  </a:lnTo>
                  <a:lnTo>
                    <a:pt x="270" y="2222"/>
                  </a:lnTo>
                  <a:lnTo>
                    <a:pt x="236" y="1684"/>
                  </a:lnTo>
                  <a:lnTo>
                    <a:pt x="202" y="1179"/>
                  </a:lnTo>
                  <a:lnTo>
                    <a:pt x="202" y="741"/>
                  </a:lnTo>
                  <a:lnTo>
                    <a:pt x="169" y="303"/>
                  </a:lnTo>
                  <a:lnTo>
                    <a:pt x="1212" y="270"/>
                  </a:lnTo>
                  <a:lnTo>
                    <a:pt x="1751" y="236"/>
                  </a:lnTo>
                  <a:lnTo>
                    <a:pt x="2256" y="202"/>
                  </a:lnTo>
                  <a:close/>
                  <a:moveTo>
                    <a:pt x="1751" y="0"/>
                  </a:moveTo>
                  <a:lnTo>
                    <a:pt x="1212" y="34"/>
                  </a:lnTo>
                  <a:lnTo>
                    <a:pt x="169" y="101"/>
                  </a:lnTo>
                  <a:lnTo>
                    <a:pt x="101" y="101"/>
                  </a:lnTo>
                  <a:lnTo>
                    <a:pt x="67" y="135"/>
                  </a:lnTo>
                  <a:lnTo>
                    <a:pt x="34" y="169"/>
                  </a:lnTo>
                  <a:lnTo>
                    <a:pt x="0" y="472"/>
                  </a:lnTo>
                  <a:lnTo>
                    <a:pt x="0" y="741"/>
                  </a:lnTo>
                  <a:lnTo>
                    <a:pt x="0" y="1347"/>
                  </a:lnTo>
                  <a:lnTo>
                    <a:pt x="34" y="1852"/>
                  </a:lnTo>
                  <a:lnTo>
                    <a:pt x="34" y="2121"/>
                  </a:lnTo>
                  <a:lnTo>
                    <a:pt x="101" y="2357"/>
                  </a:lnTo>
                  <a:lnTo>
                    <a:pt x="101" y="2391"/>
                  </a:lnTo>
                  <a:lnTo>
                    <a:pt x="169" y="2424"/>
                  </a:lnTo>
                  <a:lnTo>
                    <a:pt x="202" y="2424"/>
                  </a:lnTo>
                  <a:lnTo>
                    <a:pt x="236" y="2391"/>
                  </a:lnTo>
                  <a:lnTo>
                    <a:pt x="741" y="2391"/>
                  </a:lnTo>
                  <a:lnTo>
                    <a:pt x="1280" y="2357"/>
                  </a:lnTo>
                  <a:lnTo>
                    <a:pt x="1751" y="2357"/>
                  </a:lnTo>
                  <a:lnTo>
                    <a:pt x="1987" y="2323"/>
                  </a:lnTo>
                  <a:lnTo>
                    <a:pt x="2222" y="2290"/>
                  </a:lnTo>
                  <a:lnTo>
                    <a:pt x="2323" y="2290"/>
                  </a:lnTo>
                  <a:lnTo>
                    <a:pt x="2357" y="2256"/>
                  </a:lnTo>
                  <a:lnTo>
                    <a:pt x="2357" y="2222"/>
                  </a:lnTo>
                  <a:lnTo>
                    <a:pt x="2424" y="1953"/>
                  </a:lnTo>
                  <a:lnTo>
                    <a:pt x="2458" y="1650"/>
                  </a:lnTo>
                  <a:lnTo>
                    <a:pt x="2458" y="1044"/>
                  </a:lnTo>
                  <a:lnTo>
                    <a:pt x="2424" y="573"/>
                  </a:lnTo>
                  <a:lnTo>
                    <a:pt x="2424" y="337"/>
                  </a:lnTo>
                  <a:lnTo>
                    <a:pt x="2357" y="101"/>
                  </a:lnTo>
                  <a:lnTo>
                    <a:pt x="2323" y="34"/>
                  </a:lnTo>
                  <a:lnTo>
                    <a:pt x="22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5" name="Google Shape;795;p5"/>
            <p:cNvSpPr/>
            <p:nvPr/>
          </p:nvSpPr>
          <p:spPr>
            <a:xfrm>
              <a:off x="1640605" y="-7"/>
              <a:ext cx="129190" cy="88983"/>
            </a:xfrm>
            <a:custGeom>
              <a:avLst/>
              <a:gdLst/>
              <a:ahLst/>
              <a:cxnLst/>
              <a:rect l="l" t="t" r="r" b="b"/>
              <a:pathLst>
                <a:path w="2593" h="1786" extrusionOk="0">
                  <a:moveTo>
                    <a:pt x="34" y="1"/>
                  </a:moveTo>
                  <a:lnTo>
                    <a:pt x="0" y="236"/>
                  </a:lnTo>
                  <a:lnTo>
                    <a:pt x="34" y="472"/>
                  </a:lnTo>
                  <a:lnTo>
                    <a:pt x="34" y="943"/>
                  </a:lnTo>
                  <a:lnTo>
                    <a:pt x="34" y="1145"/>
                  </a:lnTo>
                  <a:lnTo>
                    <a:pt x="34" y="1415"/>
                  </a:lnTo>
                  <a:lnTo>
                    <a:pt x="67" y="1516"/>
                  </a:lnTo>
                  <a:lnTo>
                    <a:pt x="101" y="1650"/>
                  </a:lnTo>
                  <a:lnTo>
                    <a:pt x="168" y="1718"/>
                  </a:lnTo>
                  <a:lnTo>
                    <a:pt x="269" y="1785"/>
                  </a:lnTo>
                  <a:lnTo>
                    <a:pt x="303" y="1751"/>
                  </a:lnTo>
                  <a:lnTo>
                    <a:pt x="337" y="1718"/>
                  </a:lnTo>
                  <a:lnTo>
                    <a:pt x="572" y="1751"/>
                  </a:lnTo>
                  <a:lnTo>
                    <a:pt x="1347" y="1751"/>
                  </a:lnTo>
                  <a:lnTo>
                    <a:pt x="2390" y="1650"/>
                  </a:lnTo>
                  <a:lnTo>
                    <a:pt x="2525" y="1650"/>
                  </a:lnTo>
                  <a:lnTo>
                    <a:pt x="2559" y="1617"/>
                  </a:lnTo>
                  <a:lnTo>
                    <a:pt x="2593" y="1381"/>
                  </a:lnTo>
                  <a:lnTo>
                    <a:pt x="2559" y="1112"/>
                  </a:lnTo>
                  <a:lnTo>
                    <a:pt x="2525" y="607"/>
                  </a:lnTo>
                  <a:lnTo>
                    <a:pt x="2525" y="1"/>
                  </a:lnTo>
                  <a:lnTo>
                    <a:pt x="2323" y="1"/>
                  </a:lnTo>
                  <a:lnTo>
                    <a:pt x="2323" y="438"/>
                  </a:lnTo>
                  <a:lnTo>
                    <a:pt x="2323" y="943"/>
                  </a:lnTo>
                  <a:lnTo>
                    <a:pt x="2357" y="1179"/>
                  </a:lnTo>
                  <a:lnTo>
                    <a:pt x="2390" y="1448"/>
                  </a:lnTo>
                  <a:lnTo>
                    <a:pt x="1347" y="1448"/>
                  </a:lnTo>
                  <a:lnTo>
                    <a:pt x="808" y="1482"/>
                  </a:lnTo>
                  <a:lnTo>
                    <a:pt x="572" y="1516"/>
                  </a:lnTo>
                  <a:lnTo>
                    <a:pt x="303" y="1583"/>
                  </a:lnTo>
                  <a:lnTo>
                    <a:pt x="269" y="1078"/>
                  </a:lnTo>
                  <a:lnTo>
                    <a:pt x="236" y="573"/>
                  </a:lnTo>
                  <a:lnTo>
                    <a:pt x="2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6" name="Google Shape;796;p5"/>
            <p:cNvSpPr/>
            <p:nvPr/>
          </p:nvSpPr>
          <p:spPr>
            <a:xfrm>
              <a:off x="1910643" y="162713"/>
              <a:ext cx="52065" cy="45338"/>
            </a:xfrm>
            <a:custGeom>
              <a:avLst/>
              <a:gdLst/>
              <a:ahLst/>
              <a:cxnLst/>
              <a:rect l="l" t="t" r="r" b="b"/>
              <a:pathLst>
                <a:path w="1045" h="910" extrusionOk="0">
                  <a:moveTo>
                    <a:pt x="876" y="1"/>
                  </a:moveTo>
                  <a:lnTo>
                    <a:pt x="842" y="34"/>
                  </a:lnTo>
                  <a:lnTo>
                    <a:pt x="842" y="102"/>
                  </a:lnTo>
                  <a:lnTo>
                    <a:pt x="842" y="236"/>
                  </a:lnTo>
                  <a:lnTo>
                    <a:pt x="809" y="337"/>
                  </a:lnTo>
                  <a:lnTo>
                    <a:pt x="741" y="405"/>
                  </a:lnTo>
                  <a:lnTo>
                    <a:pt x="607" y="472"/>
                  </a:lnTo>
                  <a:lnTo>
                    <a:pt x="371" y="472"/>
                  </a:lnTo>
                  <a:lnTo>
                    <a:pt x="371" y="405"/>
                  </a:lnTo>
                  <a:lnTo>
                    <a:pt x="371" y="337"/>
                  </a:lnTo>
                  <a:lnTo>
                    <a:pt x="405" y="270"/>
                  </a:lnTo>
                  <a:lnTo>
                    <a:pt x="405" y="236"/>
                  </a:lnTo>
                  <a:lnTo>
                    <a:pt x="371" y="203"/>
                  </a:lnTo>
                  <a:lnTo>
                    <a:pt x="337" y="236"/>
                  </a:lnTo>
                  <a:lnTo>
                    <a:pt x="203" y="304"/>
                  </a:lnTo>
                  <a:lnTo>
                    <a:pt x="68" y="371"/>
                  </a:lnTo>
                  <a:lnTo>
                    <a:pt x="1" y="405"/>
                  </a:lnTo>
                  <a:lnTo>
                    <a:pt x="1" y="472"/>
                  </a:lnTo>
                  <a:lnTo>
                    <a:pt x="169" y="842"/>
                  </a:lnTo>
                  <a:lnTo>
                    <a:pt x="203" y="876"/>
                  </a:lnTo>
                  <a:lnTo>
                    <a:pt x="270" y="910"/>
                  </a:lnTo>
                  <a:lnTo>
                    <a:pt x="337" y="876"/>
                  </a:lnTo>
                  <a:lnTo>
                    <a:pt x="371" y="876"/>
                  </a:lnTo>
                  <a:lnTo>
                    <a:pt x="371" y="809"/>
                  </a:lnTo>
                  <a:lnTo>
                    <a:pt x="371" y="674"/>
                  </a:lnTo>
                  <a:lnTo>
                    <a:pt x="607" y="674"/>
                  </a:lnTo>
                  <a:lnTo>
                    <a:pt x="775" y="607"/>
                  </a:lnTo>
                  <a:lnTo>
                    <a:pt x="910" y="506"/>
                  </a:lnTo>
                  <a:lnTo>
                    <a:pt x="1011" y="371"/>
                  </a:lnTo>
                  <a:lnTo>
                    <a:pt x="1044" y="203"/>
                  </a:lnTo>
                  <a:lnTo>
                    <a:pt x="1011" y="34"/>
                  </a:lnTo>
                  <a:lnTo>
                    <a:pt x="97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7" name="Google Shape;797;p5"/>
            <p:cNvSpPr/>
            <p:nvPr/>
          </p:nvSpPr>
          <p:spPr>
            <a:xfrm>
              <a:off x="1721118" y="100634"/>
              <a:ext cx="125852" cy="119175"/>
            </a:xfrm>
            <a:custGeom>
              <a:avLst/>
              <a:gdLst/>
              <a:ahLst/>
              <a:cxnLst/>
              <a:rect l="l" t="t" r="r" b="b"/>
              <a:pathLst>
                <a:path w="2526" h="2392" extrusionOk="0">
                  <a:moveTo>
                    <a:pt x="2256" y="236"/>
                  </a:moveTo>
                  <a:lnTo>
                    <a:pt x="2256" y="674"/>
                  </a:lnTo>
                  <a:lnTo>
                    <a:pt x="2290" y="1078"/>
                  </a:lnTo>
                  <a:lnTo>
                    <a:pt x="2290" y="1617"/>
                  </a:lnTo>
                  <a:lnTo>
                    <a:pt x="2323" y="2122"/>
                  </a:lnTo>
                  <a:lnTo>
                    <a:pt x="2121" y="2088"/>
                  </a:lnTo>
                  <a:lnTo>
                    <a:pt x="1886" y="2088"/>
                  </a:lnTo>
                  <a:lnTo>
                    <a:pt x="1448" y="2122"/>
                  </a:lnTo>
                  <a:lnTo>
                    <a:pt x="909" y="2122"/>
                  </a:lnTo>
                  <a:lnTo>
                    <a:pt x="640" y="2156"/>
                  </a:lnTo>
                  <a:lnTo>
                    <a:pt x="370" y="2223"/>
                  </a:lnTo>
                  <a:lnTo>
                    <a:pt x="337" y="1684"/>
                  </a:lnTo>
                  <a:lnTo>
                    <a:pt x="269" y="1146"/>
                  </a:lnTo>
                  <a:lnTo>
                    <a:pt x="236" y="708"/>
                  </a:lnTo>
                  <a:lnTo>
                    <a:pt x="168" y="270"/>
                  </a:lnTo>
                  <a:lnTo>
                    <a:pt x="673" y="304"/>
                  </a:lnTo>
                  <a:lnTo>
                    <a:pt x="1212" y="270"/>
                  </a:lnTo>
                  <a:lnTo>
                    <a:pt x="2256" y="236"/>
                  </a:lnTo>
                  <a:close/>
                  <a:moveTo>
                    <a:pt x="2256" y="1"/>
                  </a:moveTo>
                  <a:lnTo>
                    <a:pt x="1212" y="34"/>
                  </a:lnTo>
                  <a:lnTo>
                    <a:pt x="673" y="34"/>
                  </a:lnTo>
                  <a:lnTo>
                    <a:pt x="135" y="102"/>
                  </a:lnTo>
                  <a:lnTo>
                    <a:pt x="67" y="135"/>
                  </a:lnTo>
                  <a:lnTo>
                    <a:pt x="67" y="203"/>
                  </a:lnTo>
                  <a:lnTo>
                    <a:pt x="34" y="438"/>
                  </a:lnTo>
                  <a:lnTo>
                    <a:pt x="0" y="674"/>
                  </a:lnTo>
                  <a:lnTo>
                    <a:pt x="34" y="1146"/>
                  </a:lnTo>
                  <a:lnTo>
                    <a:pt x="101" y="1752"/>
                  </a:lnTo>
                  <a:lnTo>
                    <a:pt x="135" y="2021"/>
                  </a:lnTo>
                  <a:lnTo>
                    <a:pt x="236" y="2324"/>
                  </a:lnTo>
                  <a:lnTo>
                    <a:pt x="236" y="2358"/>
                  </a:lnTo>
                  <a:lnTo>
                    <a:pt x="370" y="2358"/>
                  </a:lnTo>
                  <a:lnTo>
                    <a:pt x="606" y="2391"/>
                  </a:lnTo>
                  <a:lnTo>
                    <a:pt x="842" y="2391"/>
                  </a:lnTo>
                  <a:lnTo>
                    <a:pt x="1313" y="2358"/>
                  </a:lnTo>
                  <a:lnTo>
                    <a:pt x="2088" y="2358"/>
                  </a:lnTo>
                  <a:lnTo>
                    <a:pt x="2357" y="2290"/>
                  </a:lnTo>
                  <a:lnTo>
                    <a:pt x="2391" y="2324"/>
                  </a:lnTo>
                  <a:lnTo>
                    <a:pt x="2492" y="2324"/>
                  </a:lnTo>
                  <a:lnTo>
                    <a:pt x="2492" y="2290"/>
                  </a:lnTo>
                  <a:lnTo>
                    <a:pt x="2525" y="2021"/>
                  </a:lnTo>
                  <a:lnTo>
                    <a:pt x="2525" y="1752"/>
                  </a:lnTo>
                  <a:lnTo>
                    <a:pt x="2492" y="1247"/>
                  </a:lnTo>
                  <a:lnTo>
                    <a:pt x="2458" y="641"/>
                  </a:lnTo>
                  <a:lnTo>
                    <a:pt x="2424" y="371"/>
                  </a:lnTo>
                  <a:lnTo>
                    <a:pt x="2357" y="68"/>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8" name="Google Shape;798;p5"/>
            <p:cNvSpPr/>
            <p:nvPr/>
          </p:nvSpPr>
          <p:spPr>
            <a:xfrm>
              <a:off x="1581864" y="102328"/>
              <a:ext cx="124207" cy="135916"/>
            </a:xfrm>
            <a:custGeom>
              <a:avLst/>
              <a:gdLst/>
              <a:ahLst/>
              <a:cxnLst/>
              <a:rect l="l" t="t" r="r" b="b"/>
              <a:pathLst>
                <a:path w="2493" h="2728" extrusionOk="0">
                  <a:moveTo>
                    <a:pt x="2290" y="236"/>
                  </a:moveTo>
                  <a:lnTo>
                    <a:pt x="2223" y="741"/>
                  </a:lnTo>
                  <a:lnTo>
                    <a:pt x="2223" y="1280"/>
                  </a:lnTo>
                  <a:lnTo>
                    <a:pt x="2223" y="1819"/>
                  </a:lnTo>
                  <a:lnTo>
                    <a:pt x="2290" y="2324"/>
                  </a:lnTo>
                  <a:lnTo>
                    <a:pt x="2324" y="2391"/>
                  </a:lnTo>
                  <a:lnTo>
                    <a:pt x="2324" y="2391"/>
                  </a:lnTo>
                  <a:lnTo>
                    <a:pt x="2290" y="2357"/>
                  </a:lnTo>
                  <a:lnTo>
                    <a:pt x="1819" y="2357"/>
                  </a:lnTo>
                  <a:lnTo>
                    <a:pt x="1347" y="2391"/>
                  </a:lnTo>
                  <a:lnTo>
                    <a:pt x="371" y="2391"/>
                  </a:lnTo>
                  <a:lnTo>
                    <a:pt x="270" y="1314"/>
                  </a:lnTo>
                  <a:lnTo>
                    <a:pt x="203" y="270"/>
                  </a:lnTo>
                  <a:lnTo>
                    <a:pt x="203" y="270"/>
                  </a:lnTo>
                  <a:lnTo>
                    <a:pt x="708" y="303"/>
                  </a:lnTo>
                  <a:lnTo>
                    <a:pt x="1246" y="303"/>
                  </a:lnTo>
                  <a:lnTo>
                    <a:pt x="2290" y="236"/>
                  </a:lnTo>
                  <a:close/>
                  <a:moveTo>
                    <a:pt x="2324" y="0"/>
                  </a:moveTo>
                  <a:lnTo>
                    <a:pt x="1785" y="34"/>
                  </a:lnTo>
                  <a:lnTo>
                    <a:pt x="1246" y="68"/>
                  </a:lnTo>
                  <a:lnTo>
                    <a:pt x="708" y="68"/>
                  </a:lnTo>
                  <a:lnTo>
                    <a:pt x="169" y="101"/>
                  </a:lnTo>
                  <a:lnTo>
                    <a:pt x="102" y="135"/>
                  </a:lnTo>
                  <a:lnTo>
                    <a:pt x="102" y="169"/>
                  </a:lnTo>
                  <a:lnTo>
                    <a:pt x="68" y="202"/>
                  </a:lnTo>
                  <a:lnTo>
                    <a:pt x="34" y="236"/>
                  </a:lnTo>
                  <a:lnTo>
                    <a:pt x="1" y="842"/>
                  </a:lnTo>
                  <a:lnTo>
                    <a:pt x="34" y="1448"/>
                  </a:lnTo>
                  <a:lnTo>
                    <a:pt x="102" y="2054"/>
                  </a:lnTo>
                  <a:lnTo>
                    <a:pt x="203" y="2627"/>
                  </a:lnTo>
                  <a:lnTo>
                    <a:pt x="236" y="2694"/>
                  </a:lnTo>
                  <a:lnTo>
                    <a:pt x="304" y="2728"/>
                  </a:lnTo>
                  <a:lnTo>
                    <a:pt x="371" y="2660"/>
                  </a:lnTo>
                  <a:lnTo>
                    <a:pt x="405" y="2593"/>
                  </a:lnTo>
                  <a:lnTo>
                    <a:pt x="405" y="2526"/>
                  </a:lnTo>
                  <a:lnTo>
                    <a:pt x="876" y="2593"/>
                  </a:lnTo>
                  <a:lnTo>
                    <a:pt x="1347" y="2627"/>
                  </a:lnTo>
                  <a:lnTo>
                    <a:pt x="1852" y="2627"/>
                  </a:lnTo>
                  <a:lnTo>
                    <a:pt x="2088" y="2559"/>
                  </a:lnTo>
                  <a:lnTo>
                    <a:pt x="2290" y="2526"/>
                  </a:lnTo>
                  <a:lnTo>
                    <a:pt x="2357" y="2458"/>
                  </a:lnTo>
                  <a:lnTo>
                    <a:pt x="2324" y="2391"/>
                  </a:lnTo>
                  <a:lnTo>
                    <a:pt x="2324" y="2391"/>
                  </a:lnTo>
                  <a:lnTo>
                    <a:pt x="2391" y="2425"/>
                  </a:lnTo>
                  <a:lnTo>
                    <a:pt x="2425" y="2425"/>
                  </a:lnTo>
                  <a:lnTo>
                    <a:pt x="2458" y="2391"/>
                  </a:lnTo>
                  <a:lnTo>
                    <a:pt x="2458" y="2324"/>
                  </a:lnTo>
                  <a:lnTo>
                    <a:pt x="2492" y="1819"/>
                  </a:lnTo>
                  <a:lnTo>
                    <a:pt x="2492" y="1280"/>
                  </a:lnTo>
                  <a:lnTo>
                    <a:pt x="2458" y="708"/>
                  </a:lnTo>
                  <a:lnTo>
                    <a:pt x="2391" y="202"/>
                  </a:lnTo>
                  <a:lnTo>
                    <a:pt x="2425" y="135"/>
                  </a:lnTo>
                  <a:lnTo>
                    <a:pt x="2425" y="68"/>
                  </a:lnTo>
                  <a:lnTo>
                    <a:pt x="2391" y="34"/>
                  </a:lnTo>
                  <a:lnTo>
                    <a:pt x="23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799" name="Google Shape;799;p5"/>
            <p:cNvSpPr/>
            <p:nvPr/>
          </p:nvSpPr>
          <p:spPr>
            <a:xfrm>
              <a:off x="1612057" y="239888"/>
              <a:ext cx="129240" cy="120820"/>
            </a:xfrm>
            <a:custGeom>
              <a:avLst/>
              <a:gdLst/>
              <a:ahLst/>
              <a:cxnLst/>
              <a:rect l="l" t="t" r="r" b="b"/>
              <a:pathLst>
                <a:path w="2594" h="2425" extrusionOk="0">
                  <a:moveTo>
                    <a:pt x="1819" y="0"/>
                  </a:moveTo>
                  <a:lnTo>
                    <a:pt x="1280" y="68"/>
                  </a:lnTo>
                  <a:lnTo>
                    <a:pt x="708" y="101"/>
                  </a:lnTo>
                  <a:lnTo>
                    <a:pt x="135" y="202"/>
                  </a:lnTo>
                  <a:lnTo>
                    <a:pt x="135" y="135"/>
                  </a:lnTo>
                  <a:lnTo>
                    <a:pt x="102" y="101"/>
                  </a:lnTo>
                  <a:lnTo>
                    <a:pt x="34" y="101"/>
                  </a:lnTo>
                  <a:lnTo>
                    <a:pt x="1" y="135"/>
                  </a:lnTo>
                  <a:lnTo>
                    <a:pt x="1" y="438"/>
                  </a:lnTo>
                  <a:lnTo>
                    <a:pt x="1" y="741"/>
                  </a:lnTo>
                  <a:lnTo>
                    <a:pt x="34" y="1347"/>
                  </a:lnTo>
                  <a:lnTo>
                    <a:pt x="34" y="1852"/>
                  </a:lnTo>
                  <a:lnTo>
                    <a:pt x="68" y="2121"/>
                  </a:lnTo>
                  <a:lnTo>
                    <a:pt x="102" y="2391"/>
                  </a:lnTo>
                  <a:lnTo>
                    <a:pt x="135" y="2391"/>
                  </a:lnTo>
                  <a:lnTo>
                    <a:pt x="169" y="2424"/>
                  </a:lnTo>
                  <a:lnTo>
                    <a:pt x="203" y="2391"/>
                  </a:lnTo>
                  <a:lnTo>
                    <a:pt x="1314" y="2391"/>
                  </a:lnTo>
                  <a:lnTo>
                    <a:pt x="1819" y="2357"/>
                  </a:lnTo>
                  <a:lnTo>
                    <a:pt x="2088" y="2323"/>
                  </a:lnTo>
                  <a:lnTo>
                    <a:pt x="2324" y="2290"/>
                  </a:lnTo>
                  <a:lnTo>
                    <a:pt x="2357" y="2323"/>
                  </a:lnTo>
                  <a:lnTo>
                    <a:pt x="2391" y="2323"/>
                  </a:lnTo>
                  <a:lnTo>
                    <a:pt x="2492" y="2290"/>
                  </a:lnTo>
                  <a:lnTo>
                    <a:pt x="2559" y="2189"/>
                  </a:lnTo>
                  <a:lnTo>
                    <a:pt x="2593" y="2088"/>
                  </a:lnTo>
                  <a:lnTo>
                    <a:pt x="2593" y="1953"/>
                  </a:lnTo>
                  <a:lnTo>
                    <a:pt x="2559" y="1717"/>
                  </a:lnTo>
                  <a:lnTo>
                    <a:pt x="2559" y="1482"/>
                  </a:lnTo>
                  <a:lnTo>
                    <a:pt x="2526" y="775"/>
                  </a:lnTo>
                  <a:lnTo>
                    <a:pt x="2458" y="404"/>
                  </a:lnTo>
                  <a:lnTo>
                    <a:pt x="2425" y="236"/>
                  </a:lnTo>
                  <a:lnTo>
                    <a:pt x="2324" y="101"/>
                  </a:lnTo>
                  <a:lnTo>
                    <a:pt x="2256" y="202"/>
                  </a:lnTo>
                  <a:lnTo>
                    <a:pt x="2256" y="337"/>
                  </a:lnTo>
                  <a:lnTo>
                    <a:pt x="2256" y="606"/>
                  </a:lnTo>
                  <a:lnTo>
                    <a:pt x="2324" y="1145"/>
                  </a:lnTo>
                  <a:lnTo>
                    <a:pt x="2324" y="1650"/>
                  </a:lnTo>
                  <a:lnTo>
                    <a:pt x="2324" y="2155"/>
                  </a:lnTo>
                  <a:lnTo>
                    <a:pt x="2088" y="2121"/>
                  </a:lnTo>
                  <a:lnTo>
                    <a:pt x="1819" y="2088"/>
                  </a:lnTo>
                  <a:lnTo>
                    <a:pt x="1314" y="2121"/>
                  </a:lnTo>
                  <a:lnTo>
                    <a:pt x="270" y="2189"/>
                  </a:lnTo>
                  <a:lnTo>
                    <a:pt x="236" y="2189"/>
                  </a:lnTo>
                  <a:lnTo>
                    <a:pt x="270" y="1919"/>
                  </a:lnTo>
                  <a:lnTo>
                    <a:pt x="270" y="1684"/>
                  </a:lnTo>
                  <a:lnTo>
                    <a:pt x="236" y="1179"/>
                  </a:lnTo>
                  <a:lnTo>
                    <a:pt x="203" y="775"/>
                  </a:lnTo>
                  <a:lnTo>
                    <a:pt x="169" y="404"/>
                  </a:lnTo>
                  <a:lnTo>
                    <a:pt x="809" y="337"/>
                  </a:lnTo>
                  <a:lnTo>
                    <a:pt x="1448" y="270"/>
                  </a:lnTo>
                  <a:lnTo>
                    <a:pt x="1886" y="236"/>
                  </a:lnTo>
                  <a:lnTo>
                    <a:pt x="2088" y="202"/>
                  </a:lnTo>
                  <a:lnTo>
                    <a:pt x="2290" y="101"/>
                  </a:lnTo>
                  <a:lnTo>
                    <a:pt x="2290" y="68"/>
                  </a:lnTo>
                  <a:lnTo>
                    <a:pt x="2189" y="34"/>
                  </a:lnTo>
                  <a:lnTo>
                    <a:pt x="205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0" name="Google Shape;800;p5"/>
            <p:cNvSpPr/>
            <p:nvPr/>
          </p:nvSpPr>
          <p:spPr>
            <a:xfrm>
              <a:off x="1781503" y="598859"/>
              <a:ext cx="43645" cy="25210"/>
            </a:xfrm>
            <a:custGeom>
              <a:avLst/>
              <a:gdLst/>
              <a:ahLst/>
              <a:cxnLst/>
              <a:rect l="l" t="t" r="r" b="b"/>
              <a:pathLst>
                <a:path w="876" h="506" extrusionOk="0">
                  <a:moveTo>
                    <a:pt x="707" y="0"/>
                  </a:moveTo>
                  <a:lnTo>
                    <a:pt x="539" y="169"/>
                  </a:lnTo>
                  <a:lnTo>
                    <a:pt x="404" y="303"/>
                  </a:lnTo>
                  <a:lnTo>
                    <a:pt x="270" y="169"/>
                  </a:lnTo>
                  <a:lnTo>
                    <a:pt x="169" y="34"/>
                  </a:lnTo>
                  <a:lnTo>
                    <a:pt x="34" y="34"/>
                  </a:lnTo>
                  <a:lnTo>
                    <a:pt x="0" y="101"/>
                  </a:lnTo>
                  <a:lnTo>
                    <a:pt x="34" y="169"/>
                  </a:lnTo>
                  <a:lnTo>
                    <a:pt x="135" y="303"/>
                  </a:lnTo>
                  <a:lnTo>
                    <a:pt x="270" y="472"/>
                  </a:lnTo>
                  <a:lnTo>
                    <a:pt x="303" y="505"/>
                  </a:lnTo>
                  <a:lnTo>
                    <a:pt x="337" y="505"/>
                  </a:lnTo>
                  <a:lnTo>
                    <a:pt x="404" y="472"/>
                  </a:lnTo>
                  <a:lnTo>
                    <a:pt x="438" y="472"/>
                  </a:lnTo>
                  <a:lnTo>
                    <a:pt x="472" y="438"/>
                  </a:lnTo>
                  <a:lnTo>
                    <a:pt x="674" y="303"/>
                  </a:lnTo>
                  <a:lnTo>
                    <a:pt x="842" y="169"/>
                  </a:lnTo>
                  <a:lnTo>
                    <a:pt x="876" y="101"/>
                  </a:lnTo>
                  <a:lnTo>
                    <a:pt x="842" y="34"/>
                  </a:lnTo>
                  <a:lnTo>
                    <a:pt x="77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1" name="Google Shape;801;p5"/>
            <p:cNvSpPr/>
            <p:nvPr/>
          </p:nvSpPr>
          <p:spPr>
            <a:xfrm>
              <a:off x="1243022" y="303611"/>
              <a:ext cx="40306" cy="42000"/>
            </a:xfrm>
            <a:custGeom>
              <a:avLst/>
              <a:gdLst/>
              <a:ahLst/>
              <a:cxnLst/>
              <a:rect l="l" t="t" r="r" b="b"/>
              <a:pathLst>
                <a:path w="809" h="843" extrusionOk="0">
                  <a:moveTo>
                    <a:pt x="34" y="1"/>
                  </a:moveTo>
                  <a:lnTo>
                    <a:pt x="1" y="135"/>
                  </a:lnTo>
                  <a:lnTo>
                    <a:pt x="1" y="270"/>
                  </a:lnTo>
                  <a:lnTo>
                    <a:pt x="1" y="640"/>
                  </a:lnTo>
                  <a:lnTo>
                    <a:pt x="34" y="708"/>
                  </a:lnTo>
                  <a:lnTo>
                    <a:pt x="68" y="741"/>
                  </a:lnTo>
                  <a:lnTo>
                    <a:pt x="135" y="741"/>
                  </a:lnTo>
                  <a:lnTo>
                    <a:pt x="169" y="708"/>
                  </a:lnTo>
                  <a:lnTo>
                    <a:pt x="371" y="506"/>
                  </a:lnTo>
                  <a:lnTo>
                    <a:pt x="371" y="539"/>
                  </a:lnTo>
                  <a:lnTo>
                    <a:pt x="405" y="607"/>
                  </a:lnTo>
                  <a:lnTo>
                    <a:pt x="472" y="708"/>
                  </a:lnTo>
                  <a:lnTo>
                    <a:pt x="573" y="809"/>
                  </a:lnTo>
                  <a:lnTo>
                    <a:pt x="607" y="842"/>
                  </a:lnTo>
                  <a:lnTo>
                    <a:pt x="674" y="842"/>
                  </a:lnTo>
                  <a:lnTo>
                    <a:pt x="708" y="775"/>
                  </a:lnTo>
                  <a:lnTo>
                    <a:pt x="708" y="741"/>
                  </a:lnTo>
                  <a:lnTo>
                    <a:pt x="640" y="640"/>
                  </a:lnTo>
                  <a:lnTo>
                    <a:pt x="539" y="506"/>
                  </a:lnTo>
                  <a:lnTo>
                    <a:pt x="472" y="472"/>
                  </a:lnTo>
                  <a:lnTo>
                    <a:pt x="438" y="472"/>
                  </a:lnTo>
                  <a:lnTo>
                    <a:pt x="506" y="405"/>
                  </a:lnTo>
                  <a:lnTo>
                    <a:pt x="640" y="270"/>
                  </a:lnTo>
                  <a:lnTo>
                    <a:pt x="674" y="304"/>
                  </a:lnTo>
                  <a:lnTo>
                    <a:pt x="741" y="270"/>
                  </a:lnTo>
                  <a:lnTo>
                    <a:pt x="809" y="203"/>
                  </a:lnTo>
                  <a:lnTo>
                    <a:pt x="809" y="169"/>
                  </a:lnTo>
                  <a:lnTo>
                    <a:pt x="775" y="102"/>
                  </a:lnTo>
                  <a:lnTo>
                    <a:pt x="741" y="68"/>
                  </a:lnTo>
                  <a:lnTo>
                    <a:pt x="573" y="68"/>
                  </a:lnTo>
                  <a:lnTo>
                    <a:pt x="438" y="169"/>
                  </a:lnTo>
                  <a:lnTo>
                    <a:pt x="337" y="304"/>
                  </a:lnTo>
                  <a:lnTo>
                    <a:pt x="169" y="472"/>
                  </a:lnTo>
                  <a:lnTo>
                    <a:pt x="135" y="304"/>
                  </a:lnTo>
                  <a:lnTo>
                    <a:pt x="135" y="135"/>
                  </a:lnTo>
                  <a:lnTo>
                    <a:pt x="102" y="68"/>
                  </a:lnTo>
                  <a:lnTo>
                    <a:pt x="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2" name="Google Shape;802;p5"/>
            <p:cNvSpPr/>
            <p:nvPr/>
          </p:nvSpPr>
          <p:spPr>
            <a:xfrm>
              <a:off x="1196089" y="254984"/>
              <a:ext cx="124158" cy="130884"/>
            </a:xfrm>
            <a:custGeom>
              <a:avLst/>
              <a:gdLst/>
              <a:ahLst/>
              <a:cxnLst/>
              <a:rect l="l" t="t" r="r" b="b"/>
              <a:pathLst>
                <a:path w="2492" h="2627" extrusionOk="0">
                  <a:moveTo>
                    <a:pt x="2222" y="135"/>
                  </a:moveTo>
                  <a:lnTo>
                    <a:pt x="2222" y="1212"/>
                  </a:lnTo>
                  <a:lnTo>
                    <a:pt x="2188" y="2290"/>
                  </a:lnTo>
                  <a:lnTo>
                    <a:pt x="1717" y="2323"/>
                  </a:lnTo>
                  <a:lnTo>
                    <a:pt x="1212" y="2357"/>
                  </a:lnTo>
                  <a:lnTo>
                    <a:pt x="774" y="2357"/>
                  </a:lnTo>
                  <a:lnTo>
                    <a:pt x="539" y="2391"/>
                  </a:lnTo>
                  <a:lnTo>
                    <a:pt x="303" y="2424"/>
                  </a:lnTo>
                  <a:lnTo>
                    <a:pt x="269" y="2424"/>
                  </a:lnTo>
                  <a:lnTo>
                    <a:pt x="269" y="2391"/>
                  </a:lnTo>
                  <a:lnTo>
                    <a:pt x="303" y="1886"/>
                  </a:lnTo>
                  <a:lnTo>
                    <a:pt x="269" y="1347"/>
                  </a:lnTo>
                  <a:lnTo>
                    <a:pt x="236" y="808"/>
                  </a:lnTo>
                  <a:lnTo>
                    <a:pt x="135" y="270"/>
                  </a:lnTo>
                  <a:lnTo>
                    <a:pt x="1178" y="270"/>
                  </a:lnTo>
                  <a:lnTo>
                    <a:pt x="1683" y="236"/>
                  </a:lnTo>
                  <a:lnTo>
                    <a:pt x="2222" y="135"/>
                  </a:lnTo>
                  <a:close/>
                  <a:moveTo>
                    <a:pt x="1683" y="0"/>
                  </a:moveTo>
                  <a:lnTo>
                    <a:pt x="1145" y="34"/>
                  </a:lnTo>
                  <a:lnTo>
                    <a:pt x="606" y="68"/>
                  </a:lnTo>
                  <a:lnTo>
                    <a:pt x="67" y="68"/>
                  </a:lnTo>
                  <a:lnTo>
                    <a:pt x="0" y="101"/>
                  </a:lnTo>
                  <a:lnTo>
                    <a:pt x="0" y="135"/>
                  </a:lnTo>
                  <a:lnTo>
                    <a:pt x="0" y="202"/>
                  </a:lnTo>
                  <a:lnTo>
                    <a:pt x="34" y="270"/>
                  </a:lnTo>
                  <a:lnTo>
                    <a:pt x="0" y="775"/>
                  </a:lnTo>
                  <a:lnTo>
                    <a:pt x="34" y="1347"/>
                  </a:lnTo>
                  <a:lnTo>
                    <a:pt x="67" y="1886"/>
                  </a:lnTo>
                  <a:lnTo>
                    <a:pt x="101" y="2391"/>
                  </a:lnTo>
                  <a:lnTo>
                    <a:pt x="135" y="2458"/>
                  </a:lnTo>
                  <a:lnTo>
                    <a:pt x="168" y="2458"/>
                  </a:lnTo>
                  <a:lnTo>
                    <a:pt x="202" y="2492"/>
                  </a:lnTo>
                  <a:lnTo>
                    <a:pt x="236" y="2458"/>
                  </a:lnTo>
                  <a:lnTo>
                    <a:pt x="236" y="2525"/>
                  </a:lnTo>
                  <a:lnTo>
                    <a:pt x="303" y="2559"/>
                  </a:lnTo>
                  <a:lnTo>
                    <a:pt x="539" y="2593"/>
                  </a:lnTo>
                  <a:lnTo>
                    <a:pt x="774" y="2626"/>
                  </a:lnTo>
                  <a:lnTo>
                    <a:pt x="1246" y="2626"/>
                  </a:lnTo>
                  <a:lnTo>
                    <a:pt x="1751" y="2525"/>
                  </a:lnTo>
                  <a:lnTo>
                    <a:pt x="2188" y="2424"/>
                  </a:lnTo>
                  <a:lnTo>
                    <a:pt x="2188" y="2492"/>
                  </a:lnTo>
                  <a:lnTo>
                    <a:pt x="2222" y="2559"/>
                  </a:lnTo>
                  <a:lnTo>
                    <a:pt x="2289" y="2593"/>
                  </a:lnTo>
                  <a:lnTo>
                    <a:pt x="2357" y="2593"/>
                  </a:lnTo>
                  <a:lnTo>
                    <a:pt x="2424" y="2525"/>
                  </a:lnTo>
                  <a:lnTo>
                    <a:pt x="2458" y="1919"/>
                  </a:lnTo>
                  <a:lnTo>
                    <a:pt x="2491" y="1313"/>
                  </a:lnTo>
                  <a:lnTo>
                    <a:pt x="2458" y="707"/>
                  </a:lnTo>
                  <a:lnTo>
                    <a:pt x="2357" y="101"/>
                  </a:lnTo>
                  <a:lnTo>
                    <a:pt x="2357" y="68"/>
                  </a:lnTo>
                  <a:lnTo>
                    <a:pt x="2323" y="68"/>
                  </a:lnTo>
                  <a:lnTo>
                    <a:pt x="228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3" name="Google Shape;803;p5"/>
            <p:cNvSpPr/>
            <p:nvPr/>
          </p:nvSpPr>
          <p:spPr>
            <a:xfrm>
              <a:off x="1170928" y="436139"/>
              <a:ext cx="45338" cy="38612"/>
            </a:xfrm>
            <a:custGeom>
              <a:avLst/>
              <a:gdLst/>
              <a:ahLst/>
              <a:cxnLst/>
              <a:rect l="l" t="t" r="r" b="b"/>
              <a:pathLst>
                <a:path w="910" h="775" extrusionOk="0">
                  <a:moveTo>
                    <a:pt x="67" y="0"/>
                  </a:moveTo>
                  <a:lnTo>
                    <a:pt x="0" y="34"/>
                  </a:lnTo>
                  <a:lnTo>
                    <a:pt x="0" y="101"/>
                  </a:lnTo>
                  <a:lnTo>
                    <a:pt x="0" y="674"/>
                  </a:lnTo>
                  <a:lnTo>
                    <a:pt x="34" y="741"/>
                  </a:lnTo>
                  <a:lnTo>
                    <a:pt x="168" y="741"/>
                  </a:lnTo>
                  <a:lnTo>
                    <a:pt x="202" y="674"/>
                  </a:lnTo>
                  <a:lnTo>
                    <a:pt x="202" y="438"/>
                  </a:lnTo>
                  <a:lnTo>
                    <a:pt x="303" y="606"/>
                  </a:lnTo>
                  <a:lnTo>
                    <a:pt x="370" y="640"/>
                  </a:lnTo>
                  <a:lnTo>
                    <a:pt x="404" y="640"/>
                  </a:lnTo>
                  <a:lnTo>
                    <a:pt x="438" y="606"/>
                  </a:lnTo>
                  <a:lnTo>
                    <a:pt x="640" y="404"/>
                  </a:lnTo>
                  <a:lnTo>
                    <a:pt x="673" y="573"/>
                  </a:lnTo>
                  <a:lnTo>
                    <a:pt x="741" y="741"/>
                  </a:lnTo>
                  <a:lnTo>
                    <a:pt x="808" y="775"/>
                  </a:lnTo>
                  <a:lnTo>
                    <a:pt x="875" y="741"/>
                  </a:lnTo>
                  <a:lnTo>
                    <a:pt x="909" y="707"/>
                  </a:lnTo>
                  <a:lnTo>
                    <a:pt x="909" y="640"/>
                  </a:lnTo>
                  <a:lnTo>
                    <a:pt x="842" y="404"/>
                  </a:lnTo>
                  <a:lnTo>
                    <a:pt x="842" y="270"/>
                  </a:lnTo>
                  <a:lnTo>
                    <a:pt x="842" y="135"/>
                  </a:lnTo>
                  <a:lnTo>
                    <a:pt x="842" y="68"/>
                  </a:lnTo>
                  <a:lnTo>
                    <a:pt x="808" y="34"/>
                  </a:lnTo>
                  <a:lnTo>
                    <a:pt x="741" y="34"/>
                  </a:lnTo>
                  <a:lnTo>
                    <a:pt x="673" y="68"/>
                  </a:lnTo>
                  <a:lnTo>
                    <a:pt x="404" y="371"/>
                  </a:lnTo>
                  <a:lnTo>
                    <a:pt x="168" y="34"/>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4" name="Google Shape;804;p5"/>
            <p:cNvSpPr/>
            <p:nvPr/>
          </p:nvSpPr>
          <p:spPr>
            <a:xfrm>
              <a:off x="1412468" y="385818"/>
              <a:ext cx="127496" cy="119126"/>
            </a:xfrm>
            <a:custGeom>
              <a:avLst/>
              <a:gdLst/>
              <a:ahLst/>
              <a:cxnLst/>
              <a:rect l="l" t="t" r="r" b="b"/>
              <a:pathLst>
                <a:path w="2559" h="2391" extrusionOk="0">
                  <a:moveTo>
                    <a:pt x="101" y="0"/>
                  </a:moveTo>
                  <a:lnTo>
                    <a:pt x="101" y="34"/>
                  </a:lnTo>
                  <a:lnTo>
                    <a:pt x="34" y="303"/>
                  </a:lnTo>
                  <a:lnTo>
                    <a:pt x="0" y="539"/>
                  </a:lnTo>
                  <a:lnTo>
                    <a:pt x="34" y="1078"/>
                  </a:lnTo>
                  <a:lnTo>
                    <a:pt x="68" y="1684"/>
                  </a:lnTo>
                  <a:lnTo>
                    <a:pt x="101" y="1987"/>
                  </a:lnTo>
                  <a:lnTo>
                    <a:pt x="169" y="2290"/>
                  </a:lnTo>
                  <a:lnTo>
                    <a:pt x="202" y="2323"/>
                  </a:lnTo>
                  <a:lnTo>
                    <a:pt x="270" y="2357"/>
                  </a:lnTo>
                  <a:lnTo>
                    <a:pt x="303" y="2323"/>
                  </a:lnTo>
                  <a:lnTo>
                    <a:pt x="337" y="2256"/>
                  </a:lnTo>
                  <a:lnTo>
                    <a:pt x="337" y="1953"/>
                  </a:lnTo>
                  <a:lnTo>
                    <a:pt x="303" y="1650"/>
                  </a:lnTo>
                  <a:lnTo>
                    <a:pt x="236" y="1078"/>
                  </a:lnTo>
                  <a:lnTo>
                    <a:pt x="236" y="640"/>
                  </a:lnTo>
                  <a:lnTo>
                    <a:pt x="202" y="202"/>
                  </a:lnTo>
                  <a:lnTo>
                    <a:pt x="438" y="236"/>
                  </a:lnTo>
                  <a:lnTo>
                    <a:pt x="1145" y="236"/>
                  </a:lnTo>
                  <a:lnTo>
                    <a:pt x="2222" y="169"/>
                  </a:lnTo>
                  <a:lnTo>
                    <a:pt x="2256" y="236"/>
                  </a:lnTo>
                  <a:lnTo>
                    <a:pt x="2357" y="236"/>
                  </a:lnTo>
                  <a:lnTo>
                    <a:pt x="2323" y="573"/>
                  </a:lnTo>
                  <a:lnTo>
                    <a:pt x="2323" y="876"/>
                  </a:lnTo>
                  <a:lnTo>
                    <a:pt x="2357" y="2054"/>
                  </a:lnTo>
                  <a:lnTo>
                    <a:pt x="1886" y="2054"/>
                  </a:lnTo>
                  <a:lnTo>
                    <a:pt x="1414" y="2088"/>
                  </a:lnTo>
                  <a:lnTo>
                    <a:pt x="707" y="2088"/>
                  </a:lnTo>
                  <a:lnTo>
                    <a:pt x="539" y="2121"/>
                  </a:lnTo>
                  <a:lnTo>
                    <a:pt x="438" y="2189"/>
                  </a:lnTo>
                  <a:lnTo>
                    <a:pt x="337" y="2256"/>
                  </a:lnTo>
                  <a:lnTo>
                    <a:pt x="438" y="2323"/>
                  </a:lnTo>
                  <a:lnTo>
                    <a:pt x="539" y="2357"/>
                  </a:lnTo>
                  <a:lnTo>
                    <a:pt x="775" y="2391"/>
                  </a:lnTo>
                  <a:lnTo>
                    <a:pt x="1280" y="2357"/>
                  </a:lnTo>
                  <a:lnTo>
                    <a:pt x="1818" y="2357"/>
                  </a:lnTo>
                  <a:lnTo>
                    <a:pt x="2121" y="2323"/>
                  </a:lnTo>
                  <a:lnTo>
                    <a:pt x="2391" y="2256"/>
                  </a:lnTo>
                  <a:lnTo>
                    <a:pt x="2424" y="2323"/>
                  </a:lnTo>
                  <a:lnTo>
                    <a:pt x="2492" y="2323"/>
                  </a:lnTo>
                  <a:lnTo>
                    <a:pt x="2559" y="2290"/>
                  </a:lnTo>
                  <a:lnTo>
                    <a:pt x="2559" y="2222"/>
                  </a:lnTo>
                  <a:lnTo>
                    <a:pt x="2525" y="1044"/>
                  </a:lnTo>
                  <a:lnTo>
                    <a:pt x="2525" y="539"/>
                  </a:lnTo>
                  <a:lnTo>
                    <a:pt x="2492" y="270"/>
                  </a:lnTo>
                  <a:lnTo>
                    <a:pt x="2458" y="34"/>
                  </a:lnTo>
                  <a:lnTo>
                    <a:pt x="2424" y="34"/>
                  </a:lnTo>
                  <a:lnTo>
                    <a:pt x="2391" y="68"/>
                  </a:lnTo>
                  <a:lnTo>
                    <a:pt x="2323" y="34"/>
                  </a:lnTo>
                  <a:lnTo>
                    <a:pt x="2222" y="0"/>
                  </a:lnTo>
                  <a:lnTo>
                    <a:pt x="2020" y="0"/>
                  </a:lnTo>
                  <a:lnTo>
                    <a:pt x="1616" y="34"/>
                  </a:lnTo>
                  <a:lnTo>
                    <a:pt x="909" y="34"/>
                  </a:lnTo>
                  <a:lnTo>
                    <a:pt x="539" y="68"/>
                  </a:lnTo>
                  <a:lnTo>
                    <a:pt x="202" y="101"/>
                  </a:lnTo>
                  <a:lnTo>
                    <a:pt x="202"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5" name="Google Shape;805;p5"/>
            <p:cNvSpPr/>
            <p:nvPr/>
          </p:nvSpPr>
          <p:spPr>
            <a:xfrm>
              <a:off x="1479529" y="155987"/>
              <a:ext cx="45338" cy="35274"/>
            </a:xfrm>
            <a:custGeom>
              <a:avLst/>
              <a:gdLst/>
              <a:ahLst/>
              <a:cxnLst/>
              <a:rect l="l" t="t" r="r" b="b"/>
              <a:pathLst>
                <a:path w="910" h="708" extrusionOk="0">
                  <a:moveTo>
                    <a:pt x="607" y="169"/>
                  </a:moveTo>
                  <a:lnTo>
                    <a:pt x="742" y="203"/>
                  </a:lnTo>
                  <a:lnTo>
                    <a:pt x="641" y="304"/>
                  </a:lnTo>
                  <a:lnTo>
                    <a:pt x="540" y="371"/>
                  </a:lnTo>
                  <a:lnTo>
                    <a:pt x="270" y="371"/>
                  </a:lnTo>
                  <a:lnTo>
                    <a:pt x="270" y="203"/>
                  </a:lnTo>
                  <a:lnTo>
                    <a:pt x="371" y="169"/>
                  </a:lnTo>
                  <a:close/>
                  <a:moveTo>
                    <a:pt x="506" y="1"/>
                  </a:moveTo>
                  <a:lnTo>
                    <a:pt x="371" y="35"/>
                  </a:lnTo>
                  <a:lnTo>
                    <a:pt x="270" y="102"/>
                  </a:lnTo>
                  <a:lnTo>
                    <a:pt x="203" y="68"/>
                  </a:lnTo>
                  <a:lnTo>
                    <a:pt x="169" y="68"/>
                  </a:lnTo>
                  <a:lnTo>
                    <a:pt x="136" y="102"/>
                  </a:lnTo>
                  <a:lnTo>
                    <a:pt x="102" y="203"/>
                  </a:lnTo>
                  <a:lnTo>
                    <a:pt x="102" y="338"/>
                  </a:lnTo>
                  <a:lnTo>
                    <a:pt x="35" y="371"/>
                  </a:lnTo>
                  <a:lnTo>
                    <a:pt x="1" y="439"/>
                  </a:lnTo>
                  <a:lnTo>
                    <a:pt x="35" y="506"/>
                  </a:lnTo>
                  <a:lnTo>
                    <a:pt x="102" y="540"/>
                  </a:lnTo>
                  <a:lnTo>
                    <a:pt x="102" y="607"/>
                  </a:lnTo>
                  <a:lnTo>
                    <a:pt x="136" y="674"/>
                  </a:lnTo>
                  <a:lnTo>
                    <a:pt x="169" y="708"/>
                  </a:lnTo>
                  <a:lnTo>
                    <a:pt x="203" y="708"/>
                  </a:lnTo>
                  <a:lnTo>
                    <a:pt x="237" y="674"/>
                  </a:lnTo>
                  <a:lnTo>
                    <a:pt x="270" y="641"/>
                  </a:lnTo>
                  <a:lnTo>
                    <a:pt x="304" y="607"/>
                  </a:lnTo>
                  <a:lnTo>
                    <a:pt x="270" y="540"/>
                  </a:lnTo>
                  <a:lnTo>
                    <a:pt x="506" y="540"/>
                  </a:lnTo>
                  <a:lnTo>
                    <a:pt x="708" y="472"/>
                  </a:lnTo>
                  <a:lnTo>
                    <a:pt x="775" y="439"/>
                  </a:lnTo>
                  <a:lnTo>
                    <a:pt x="843" y="371"/>
                  </a:lnTo>
                  <a:lnTo>
                    <a:pt x="876" y="270"/>
                  </a:lnTo>
                  <a:lnTo>
                    <a:pt x="910" y="169"/>
                  </a:lnTo>
                  <a:lnTo>
                    <a:pt x="910" y="102"/>
                  </a:lnTo>
                  <a:lnTo>
                    <a:pt x="876" y="102"/>
                  </a:lnTo>
                  <a:lnTo>
                    <a:pt x="6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6" name="Google Shape;806;p5"/>
            <p:cNvSpPr/>
            <p:nvPr/>
          </p:nvSpPr>
          <p:spPr>
            <a:xfrm>
              <a:off x="1442660" y="533442"/>
              <a:ext cx="11758" cy="130884"/>
            </a:xfrm>
            <a:custGeom>
              <a:avLst/>
              <a:gdLst/>
              <a:ahLst/>
              <a:cxnLst/>
              <a:rect l="l" t="t" r="r" b="b"/>
              <a:pathLst>
                <a:path w="236" h="2627" extrusionOk="0">
                  <a:moveTo>
                    <a:pt x="68" y="0"/>
                  </a:moveTo>
                  <a:lnTo>
                    <a:pt x="0" y="236"/>
                  </a:lnTo>
                  <a:lnTo>
                    <a:pt x="0" y="472"/>
                  </a:lnTo>
                  <a:lnTo>
                    <a:pt x="0" y="977"/>
                  </a:lnTo>
                  <a:lnTo>
                    <a:pt x="0" y="1785"/>
                  </a:lnTo>
                  <a:lnTo>
                    <a:pt x="0" y="2155"/>
                  </a:lnTo>
                  <a:lnTo>
                    <a:pt x="34" y="2559"/>
                  </a:lnTo>
                  <a:lnTo>
                    <a:pt x="68" y="2593"/>
                  </a:lnTo>
                  <a:lnTo>
                    <a:pt x="101" y="2626"/>
                  </a:lnTo>
                  <a:lnTo>
                    <a:pt x="169" y="2626"/>
                  </a:lnTo>
                  <a:lnTo>
                    <a:pt x="202" y="2559"/>
                  </a:lnTo>
                  <a:lnTo>
                    <a:pt x="202" y="2256"/>
                  </a:lnTo>
                  <a:lnTo>
                    <a:pt x="236" y="1953"/>
                  </a:lnTo>
                  <a:lnTo>
                    <a:pt x="202" y="1381"/>
                  </a:lnTo>
                  <a:lnTo>
                    <a:pt x="202" y="674"/>
                  </a:lnTo>
                  <a:lnTo>
                    <a:pt x="202" y="337"/>
                  </a:lnTo>
                  <a:lnTo>
                    <a:pt x="169" y="169"/>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7" name="Google Shape;807;p5"/>
            <p:cNvSpPr/>
            <p:nvPr/>
          </p:nvSpPr>
          <p:spPr>
            <a:xfrm>
              <a:off x="1647281" y="600503"/>
              <a:ext cx="21872" cy="33630"/>
            </a:xfrm>
            <a:custGeom>
              <a:avLst/>
              <a:gdLst/>
              <a:ahLst/>
              <a:cxnLst/>
              <a:rect l="l" t="t" r="r" b="b"/>
              <a:pathLst>
                <a:path w="439" h="675" extrusionOk="0">
                  <a:moveTo>
                    <a:pt x="270" y="1"/>
                  </a:moveTo>
                  <a:lnTo>
                    <a:pt x="203" y="68"/>
                  </a:lnTo>
                  <a:lnTo>
                    <a:pt x="135" y="136"/>
                  </a:lnTo>
                  <a:lnTo>
                    <a:pt x="34" y="237"/>
                  </a:lnTo>
                  <a:lnTo>
                    <a:pt x="1" y="371"/>
                  </a:lnTo>
                  <a:lnTo>
                    <a:pt x="34" y="405"/>
                  </a:lnTo>
                  <a:lnTo>
                    <a:pt x="34" y="439"/>
                  </a:lnTo>
                  <a:lnTo>
                    <a:pt x="135" y="439"/>
                  </a:lnTo>
                  <a:lnTo>
                    <a:pt x="169" y="506"/>
                  </a:lnTo>
                  <a:lnTo>
                    <a:pt x="304" y="641"/>
                  </a:lnTo>
                  <a:lnTo>
                    <a:pt x="371" y="674"/>
                  </a:lnTo>
                  <a:lnTo>
                    <a:pt x="438" y="641"/>
                  </a:lnTo>
                  <a:lnTo>
                    <a:pt x="438" y="607"/>
                  </a:lnTo>
                  <a:lnTo>
                    <a:pt x="438" y="540"/>
                  </a:lnTo>
                  <a:lnTo>
                    <a:pt x="337" y="439"/>
                  </a:lnTo>
                  <a:lnTo>
                    <a:pt x="236" y="338"/>
                  </a:lnTo>
                  <a:lnTo>
                    <a:pt x="405" y="169"/>
                  </a:lnTo>
                  <a:lnTo>
                    <a:pt x="438" y="136"/>
                  </a:lnTo>
                  <a:lnTo>
                    <a:pt x="438" y="68"/>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8" name="Google Shape;808;p5"/>
            <p:cNvSpPr/>
            <p:nvPr/>
          </p:nvSpPr>
          <p:spPr>
            <a:xfrm>
              <a:off x="1553366" y="375754"/>
              <a:ext cx="124158" cy="134222"/>
            </a:xfrm>
            <a:custGeom>
              <a:avLst/>
              <a:gdLst/>
              <a:ahLst/>
              <a:cxnLst/>
              <a:rect l="l" t="t" r="r" b="b"/>
              <a:pathLst>
                <a:path w="2492" h="2694" extrusionOk="0">
                  <a:moveTo>
                    <a:pt x="2290" y="202"/>
                  </a:moveTo>
                  <a:lnTo>
                    <a:pt x="2222" y="707"/>
                  </a:lnTo>
                  <a:lnTo>
                    <a:pt x="2222" y="1246"/>
                  </a:lnTo>
                  <a:lnTo>
                    <a:pt x="2256" y="1785"/>
                  </a:lnTo>
                  <a:lnTo>
                    <a:pt x="2290" y="2323"/>
                  </a:lnTo>
                  <a:lnTo>
                    <a:pt x="2323" y="2357"/>
                  </a:lnTo>
                  <a:lnTo>
                    <a:pt x="2290" y="2357"/>
                  </a:lnTo>
                  <a:lnTo>
                    <a:pt x="2054" y="2323"/>
                  </a:lnTo>
                  <a:lnTo>
                    <a:pt x="1818" y="2323"/>
                  </a:lnTo>
                  <a:lnTo>
                    <a:pt x="1347" y="2357"/>
                  </a:lnTo>
                  <a:lnTo>
                    <a:pt x="371" y="2357"/>
                  </a:lnTo>
                  <a:lnTo>
                    <a:pt x="270" y="1313"/>
                  </a:lnTo>
                  <a:lnTo>
                    <a:pt x="202" y="236"/>
                  </a:lnTo>
                  <a:lnTo>
                    <a:pt x="707" y="270"/>
                  </a:lnTo>
                  <a:lnTo>
                    <a:pt x="1246" y="270"/>
                  </a:lnTo>
                  <a:lnTo>
                    <a:pt x="2290" y="202"/>
                  </a:lnTo>
                  <a:close/>
                  <a:moveTo>
                    <a:pt x="2323" y="0"/>
                  </a:moveTo>
                  <a:lnTo>
                    <a:pt x="1785" y="34"/>
                  </a:lnTo>
                  <a:lnTo>
                    <a:pt x="707" y="34"/>
                  </a:lnTo>
                  <a:lnTo>
                    <a:pt x="169" y="68"/>
                  </a:lnTo>
                  <a:lnTo>
                    <a:pt x="101" y="101"/>
                  </a:lnTo>
                  <a:lnTo>
                    <a:pt x="101" y="169"/>
                  </a:lnTo>
                  <a:lnTo>
                    <a:pt x="68" y="169"/>
                  </a:lnTo>
                  <a:lnTo>
                    <a:pt x="34" y="202"/>
                  </a:lnTo>
                  <a:lnTo>
                    <a:pt x="0" y="808"/>
                  </a:lnTo>
                  <a:lnTo>
                    <a:pt x="34" y="1414"/>
                  </a:lnTo>
                  <a:lnTo>
                    <a:pt x="101" y="2020"/>
                  </a:lnTo>
                  <a:lnTo>
                    <a:pt x="202" y="2626"/>
                  </a:lnTo>
                  <a:lnTo>
                    <a:pt x="236" y="2660"/>
                  </a:lnTo>
                  <a:lnTo>
                    <a:pt x="303" y="2694"/>
                  </a:lnTo>
                  <a:lnTo>
                    <a:pt x="404" y="2660"/>
                  </a:lnTo>
                  <a:lnTo>
                    <a:pt x="404" y="2559"/>
                  </a:lnTo>
                  <a:lnTo>
                    <a:pt x="404" y="2492"/>
                  </a:lnTo>
                  <a:lnTo>
                    <a:pt x="876" y="2593"/>
                  </a:lnTo>
                  <a:lnTo>
                    <a:pt x="1852" y="2593"/>
                  </a:lnTo>
                  <a:lnTo>
                    <a:pt x="2088" y="2559"/>
                  </a:lnTo>
                  <a:lnTo>
                    <a:pt x="2290" y="2492"/>
                  </a:lnTo>
                  <a:lnTo>
                    <a:pt x="2357" y="2458"/>
                  </a:lnTo>
                  <a:lnTo>
                    <a:pt x="2357" y="2391"/>
                  </a:lnTo>
                  <a:lnTo>
                    <a:pt x="2424" y="2391"/>
                  </a:lnTo>
                  <a:lnTo>
                    <a:pt x="2458" y="2357"/>
                  </a:lnTo>
                  <a:lnTo>
                    <a:pt x="2492" y="2323"/>
                  </a:lnTo>
                  <a:lnTo>
                    <a:pt x="2492" y="1785"/>
                  </a:lnTo>
                  <a:lnTo>
                    <a:pt x="2492" y="1246"/>
                  </a:lnTo>
                  <a:lnTo>
                    <a:pt x="2458" y="707"/>
                  </a:lnTo>
                  <a:lnTo>
                    <a:pt x="2391" y="169"/>
                  </a:lnTo>
                  <a:lnTo>
                    <a:pt x="2424" y="101"/>
                  </a:lnTo>
                  <a:lnTo>
                    <a:pt x="2424" y="68"/>
                  </a:lnTo>
                  <a:lnTo>
                    <a:pt x="239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09" name="Google Shape;809;p5"/>
            <p:cNvSpPr/>
            <p:nvPr/>
          </p:nvSpPr>
          <p:spPr>
            <a:xfrm>
              <a:off x="1447692" y="514958"/>
              <a:ext cx="129190" cy="151012"/>
            </a:xfrm>
            <a:custGeom>
              <a:avLst/>
              <a:gdLst/>
              <a:ahLst/>
              <a:cxnLst/>
              <a:rect l="l" t="t" r="r" b="b"/>
              <a:pathLst>
                <a:path w="2593" h="3031" extrusionOk="0">
                  <a:moveTo>
                    <a:pt x="2424" y="1"/>
                  </a:moveTo>
                  <a:lnTo>
                    <a:pt x="2391" y="34"/>
                  </a:lnTo>
                  <a:lnTo>
                    <a:pt x="2357" y="68"/>
                  </a:lnTo>
                  <a:lnTo>
                    <a:pt x="2054" y="68"/>
                  </a:lnTo>
                  <a:lnTo>
                    <a:pt x="1785" y="102"/>
                  </a:lnTo>
                  <a:lnTo>
                    <a:pt x="1212" y="203"/>
                  </a:lnTo>
                  <a:lnTo>
                    <a:pt x="909" y="203"/>
                  </a:lnTo>
                  <a:lnTo>
                    <a:pt x="606" y="135"/>
                  </a:lnTo>
                  <a:lnTo>
                    <a:pt x="303" y="135"/>
                  </a:lnTo>
                  <a:lnTo>
                    <a:pt x="169" y="169"/>
                  </a:lnTo>
                  <a:lnTo>
                    <a:pt x="34" y="236"/>
                  </a:lnTo>
                  <a:lnTo>
                    <a:pt x="0" y="270"/>
                  </a:lnTo>
                  <a:lnTo>
                    <a:pt x="0" y="304"/>
                  </a:lnTo>
                  <a:lnTo>
                    <a:pt x="68" y="338"/>
                  </a:lnTo>
                  <a:lnTo>
                    <a:pt x="303" y="371"/>
                  </a:lnTo>
                  <a:lnTo>
                    <a:pt x="539" y="405"/>
                  </a:lnTo>
                  <a:lnTo>
                    <a:pt x="1044" y="439"/>
                  </a:lnTo>
                  <a:lnTo>
                    <a:pt x="1381" y="439"/>
                  </a:lnTo>
                  <a:lnTo>
                    <a:pt x="1684" y="371"/>
                  </a:lnTo>
                  <a:lnTo>
                    <a:pt x="2020" y="304"/>
                  </a:lnTo>
                  <a:lnTo>
                    <a:pt x="2357" y="304"/>
                  </a:lnTo>
                  <a:lnTo>
                    <a:pt x="2323" y="809"/>
                  </a:lnTo>
                  <a:lnTo>
                    <a:pt x="2357" y="1314"/>
                  </a:lnTo>
                  <a:lnTo>
                    <a:pt x="2357" y="1954"/>
                  </a:lnTo>
                  <a:lnTo>
                    <a:pt x="2357" y="2290"/>
                  </a:lnTo>
                  <a:lnTo>
                    <a:pt x="2424" y="2627"/>
                  </a:lnTo>
                  <a:lnTo>
                    <a:pt x="2357" y="2593"/>
                  </a:lnTo>
                  <a:lnTo>
                    <a:pt x="1751" y="2661"/>
                  </a:lnTo>
                  <a:lnTo>
                    <a:pt x="1111" y="2728"/>
                  </a:lnTo>
                  <a:lnTo>
                    <a:pt x="606" y="2795"/>
                  </a:lnTo>
                  <a:lnTo>
                    <a:pt x="337" y="2863"/>
                  </a:lnTo>
                  <a:lnTo>
                    <a:pt x="101" y="2964"/>
                  </a:lnTo>
                  <a:lnTo>
                    <a:pt x="371" y="3031"/>
                  </a:lnTo>
                  <a:lnTo>
                    <a:pt x="606" y="2997"/>
                  </a:lnTo>
                  <a:lnTo>
                    <a:pt x="1111" y="2930"/>
                  </a:lnTo>
                  <a:lnTo>
                    <a:pt x="1751" y="2863"/>
                  </a:lnTo>
                  <a:lnTo>
                    <a:pt x="2357" y="2795"/>
                  </a:lnTo>
                  <a:lnTo>
                    <a:pt x="2424" y="2762"/>
                  </a:lnTo>
                  <a:lnTo>
                    <a:pt x="2458" y="2728"/>
                  </a:lnTo>
                  <a:lnTo>
                    <a:pt x="2458" y="2762"/>
                  </a:lnTo>
                  <a:lnTo>
                    <a:pt x="2525" y="2762"/>
                  </a:lnTo>
                  <a:lnTo>
                    <a:pt x="2559" y="2728"/>
                  </a:lnTo>
                  <a:lnTo>
                    <a:pt x="2593" y="2425"/>
                  </a:lnTo>
                  <a:lnTo>
                    <a:pt x="2593" y="2122"/>
                  </a:lnTo>
                  <a:lnTo>
                    <a:pt x="2593" y="1516"/>
                  </a:lnTo>
                  <a:lnTo>
                    <a:pt x="2559" y="775"/>
                  </a:lnTo>
                  <a:lnTo>
                    <a:pt x="2559" y="439"/>
                  </a:lnTo>
                  <a:lnTo>
                    <a:pt x="2492" y="68"/>
                  </a:lnTo>
                  <a:lnTo>
                    <a:pt x="2492" y="34"/>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0" name="Google Shape;810;p5"/>
            <p:cNvSpPr/>
            <p:nvPr/>
          </p:nvSpPr>
          <p:spPr>
            <a:xfrm>
              <a:off x="578788" y="536780"/>
              <a:ext cx="682768" cy="164414"/>
            </a:xfrm>
            <a:custGeom>
              <a:avLst/>
              <a:gdLst/>
              <a:ahLst/>
              <a:cxnLst/>
              <a:rect l="l" t="t" r="r" b="b"/>
              <a:pathLst>
                <a:path w="13704" h="3300" extrusionOk="0">
                  <a:moveTo>
                    <a:pt x="13366" y="337"/>
                  </a:moveTo>
                  <a:lnTo>
                    <a:pt x="13366" y="674"/>
                  </a:lnTo>
                  <a:lnTo>
                    <a:pt x="13366" y="1011"/>
                  </a:lnTo>
                  <a:lnTo>
                    <a:pt x="13434" y="2593"/>
                  </a:lnTo>
                  <a:lnTo>
                    <a:pt x="13400" y="2559"/>
                  </a:lnTo>
                  <a:lnTo>
                    <a:pt x="13030" y="2492"/>
                  </a:lnTo>
                  <a:lnTo>
                    <a:pt x="12659" y="2458"/>
                  </a:lnTo>
                  <a:lnTo>
                    <a:pt x="11986" y="2458"/>
                  </a:lnTo>
                  <a:lnTo>
                    <a:pt x="11279" y="2526"/>
                  </a:lnTo>
                  <a:lnTo>
                    <a:pt x="10572" y="2627"/>
                  </a:lnTo>
                  <a:lnTo>
                    <a:pt x="9697" y="2728"/>
                  </a:lnTo>
                  <a:lnTo>
                    <a:pt x="8855" y="2795"/>
                  </a:lnTo>
                  <a:lnTo>
                    <a:pt x="7171" y="2862"/>
                  </a:lnTo>
                  <a:lnTo>
                    <a:pt x="5488" y="2896"/>
                  </a:lnTo>
                  <a:lnTo>
                    <a:pt x="3805" y="2930"/>
                  </a:lnTo>
                  <a:lnTo>
                    <a:pt x="2088" y="2963"/>
                  </a:lnTo>
                  <a:lnTo>
                    <a:pt x="1246" y="2997"/>
                  </a:lnTo>
                  <a:lnTo>
                    <a:pt x="438" y="3064"/>
                  </a:lnTo>
                  <a:lnTo>
                    <a:pt x="404" y="2761"/>
                  </a:lnTo>
                  <a:lnTo>
                    <a:pt x="371" y="2425"/>
                  </a:lnTo>
                  <a:lnTo>
                    <a:pt x="270" y="1751"/>
                  </a:lnTo>
                  <a:lnTo>
                    <a:pt x="202" y="1145"/>
                  </a:lnTo>
                  <a:lnTo>
                    <a:pt x="135" y="842"/>
                  </a:lnTo>
                  <a:lnTo>
                    <a:pt x="68" y="573"/>
                  </a:lnTo>
                  <a:lnTo>
                    <a:pt x="1751" y="573"/>
                  </a:lnTo>
                  <a:lnTo>
                    <a:pt x="3434" y="539"/>
                  </a:lnTo>
                  <a:lnTo>
                    <a:pt x="6801" y="438"/>
                  </a:lnTo>
                  <a:lnTo>
                    <a:pt x="13366" y="337"/>
                  </a:lnTo>
                  <a:close/>
                  <a:moveTo>
                    <a:pt x="13467" y="1"/>
                  </a:moveTo>
                  <a:lnTo>
                    <a:pt x="13400" y="68"/>
                  </a:lnTo>
                  <a:lnTo>
                    <a:pt x="6801" y="236"/>
                  </a:lnTo>
                  <a:lnTo>
                    <a:pt x="3434" y="270"/>
                  </a:lnTo>
                  <a:lnTo>
                    <a:pt x="1751" y="304"/>
                  </a:lnTo>
                  <a:lnTo>
                    <a:pt x="68" y="371"/>
                  </a:lnTo>
                  <a:lnTo>
                    <a:pt x="34" y="405"/>
                  </a:lnTo>
                  <a:lnTo>
                    <a:pt x="0" y="438"/>
                  </a:lnTo>
                  <a:lnTo>
                    <a:pt x="0" y="506"/>
                  </a:lnTo>
                  <a:lnTo>
                    <a:pt x="0" y="842"/>
                  </a:lnTo>
                  <a:lnTo>
                    <a:pt x="0" y="1145"/>
                  </a:lnTo>
                  <a:lnTo>
                    <a:pt x="68" y="1751"/>
                  </a:lnTo>
                  <a:lnTo>
                    <a:pt x="135" y="2526"/>
                  </a:lnTo>
                  <a:lnTo>
                    <a:pt x="169" y="2896"/>
                  </a:lnTo>
                  <a:lnTo>
                    <a:pt x="270" y="3266"/>
                  </a:lnTo>
                  <a:lnTo>
                    <a:pt x="303" y="3300"/>
                  </a:lnTo>
                  <a:lnTo>
                    <a:pt x="337" y="3300"/>
                  </a:lnTo>
                  <a:lnTo>
                    <a:pt x="404" y="3266"/>
                  </a:lnTo>
                  <a:lnTo>
                    <a:pt x="404" y="3233"/>
                  </a:lnTo>
                  <a:lnTo>
                    <a:pt x="1212" y="3266"/>
                  </a:lnTo>
                  <a:lnTo>
                    <a:pt x="2054" y="3266"/>
                  </a:lnTo>
                  <a:lnTo>
                    <a:pt x="3670" y="3233"/>
                  </a:lnTo>
                  <a:lnTo>
                    <a:pt x="6936" y="3098"/>
                  </a:lnTo>
                  <a:lnTo>
                    <a:pt x="8518" y="3031"/>
                  </a:lnTo>
                  <a:lnTo>
                    <a:pt x="9326" y="2997"/>
                  </a:lnTo>
                  <a:lnTo>
                    <a:pt x="10101" y="2930"/>
                  </a:lnTo>
                  <a:lnTo>
                    <a:pt x="10909" y="2829"/>
                  </a:lnTo>
                  <a:lnTo>
                    <a:pt x="11717" y="2728"/>
                  </a:lnTo>
                  <a:lnTo>
                    <a:pt x="12525" y="2728"/>
                  </a:lnTo>
                  <a:lnTo>
                    <a:pt x="12929" y="2761"/>
                  </a:lnTo>
                  <a:lnTo>
                    <a:pt x="13333" y="2795"/>
                  </a:lnTo>
                  <a:lnTo>
                    <a:pt x="13434" y="2795"/>
                  </a:lnTo>
                  <a:lnTo>
                    <a:pt x="13467" y="2694"/>
                  </a:lnTo>
                  <a:lnTo>
                    <a:pt x="13535" y="2728"/>
                  </a:lnTo>
                  <a:lnTo>
                    <a:pt x="13602" y="2728"/>
                  </a:lnTo>
                  <a:lnTo>
                    <a:pt x="13669" y="2660"/>
                  </a:lnTo>
                  <a:lnTo>
                    <a:pt x="13703" y="2593"/>
                  </a:lnTo>
                  <a:lnTo>
                    <a:pt x="13636" y="1179"/>
                  </a:lnTo>
                  <a:lnTo>
                    <a:pt x="13636" y="741"/>
                  </a:lnTo>
                  <a:lnTo>
                    <a:pt x="13636" y="539"/>
                  </a:lnTo>
                  <a:lnTo>
                    <a:pt x="13602" y="304"/>
                  </a:lnTo>
                  <a:lnTo>
                    <a:pt x="13636" y="270"/>
                  </a:lnTo>
                  <a:lnTo>
                    <a:pt x="13669" y="169"/>
                  </a:lnTo>
                  <a:lnTo>
                    <a:pt x="13602" y="102"/>
                  </a:lnTo>
                  <a:lnTo>
                    <a:pt x="13535" y="68"/>
                  </a:lnTo>
                  <a:lnTo>
                    <a:pt x="13501" y="68"/>
                  </a:lnTo>
                  <a:lnTo>
                    <a:pt x="1346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1" name="Google Shape;811;p5"/>
            <p:cNvSpPr/>
            <p:nvPr/>
          </p:nvSpPr>
          <p:spPr>
            <a:xfrm>
              <a:off x="1454369" y="409284"/>
              <a:ext cx="35274" cy="31936"/>
            </a:xfrm>
            <a:custGeom>
              <a:avLst/>
              <a:gdLst/>
              <a:ahLst/>
              <a:cxnLst/>
              <a:rect l="l" t="t" r="r" b="b"/>
              <a:pathLst>
                <a:path w="708" h="641" extrusionOk="0">
                  <a:moveTo>
                    <a:pt x="68" y="1"/>
                  </a:moveTo>
                  <a:lnTo>
                    <a:pt x="1" y="34"/>
                  </a:lnTo>
                  <a:lnTo>
                    <a:pt x="1" y="68"/>
                  </a:lnTo>
                  <a:lnTo>
                    <a:pt x="35" y="102"/>
                  </a:lnTo>
                  <a:lnTo>
                    <a:pt x="169" y="203"/>
                  </a:lnTo>
                  <a:lnTo>
                    <a:pt x="371" y="270"/>
                  </a:lnTo>
                  <a:lnTo>
                    <a:pt x="102" y="472"/>
                  </a:lnTo>
                  <a:lnTo>
                    <a:pt x="68" y="539"/>
                  </a:lnTo>
                  <a:lnTo>
                    <a:pt x="102" y="607"/>
                  </a:lnTo>
                  <a:lnTo>
                    <a:pt x="169" y="640"/>
                  </a:lnTo>
                  <a:lnTo>
                    <a:pt x="237" y="640"/>
                  </a:lnTo>
                  <a:lnTo>
                    <a:pt x="439" y="472"/>
                  </a:lnTo>
                  <a:lnTo>
                    <a:pt x="641" y="304"/>
                  </a:lnTo>
                  <a:lnTo>
                    <a:pt x="674" y="270"/>
                  </a:lnTo>
                  <a:lnTo>
                    <a:pt x="708" y="203"/>
                  </a:lnTo>
                  <a:lnTo>
                    <a:pt x="674" y="169"/>
                  </a:lnTo>
                  <a:lnTo>
                    <a:pt x="607" y="135"/>
                  </a:lnTo>
                  <a:lnTo>
                    <a:pt x="338" y="34"/>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2" name="Google Shape;812;p5"/>
            <p:cNvSpPr/>
            <p:nvPr/>
          </p:nvSpPr>
          <p:spPr>
            <a:xfrm>
              <a:off x="50" y="439477"/>
              <a:ext cx="139304" cy="130884"/>
            </a:xfrm>
            <a:custGeom>
              <a:avLst/>
              <a:gdLst/>
              <a:ahLst/>
              <a:cxnLst/>
              <a:rect l="l" t="t" r="r" b="b"/>
              <a:pathLst>
                <a:path w="2796" h="2627" extrusionOk="0">
                  <a:moveTo>
                    <a:pt x="2627" y="1"/>
                  </a:moveTo>
                  <a:lnTo>
                    <a:pt x="2593" y="34"/>
                  </a:lnTo>
                  <a:lnTo>
                    <a:pt x="2560" y="68"/>
                  </a:lnTo>
                  <a:lnTo>
                    <a:pt x="2492" y="236"/>
                  </a:lnTo>
                  <a:lnTo>
                    <a:pt x="1819" y="169"/>
                  </a:lnTo>
                  <a:lnTo>
                    <a:pt x="1145" y="135"/>
                  </a:lnTo>
                  <a:lnTo>
                    <a:pt x="573" y="135"/>
                  </a:lnTo>
                  <a:lnTo>
                    <a:pt x="1" y="169"/>
                  </a:lnTo>
                  <a:lnTo>
                    <a:pt x="1" y="371"/>
                  </a:lnTo>
                  <a:lnTo>
                    <a:pt x="1684" y="371"/>
                  </a:lnTo>
                  <a:lnTo>
                    <a:pt x="2458" y="405"/>
                  </a:lnTo>
                  <a:lnTo>
                    <a:pt x="2425" y="876"/>
                  </a:lnTo>
                  <a:lnTo>
                    <a:pt x="2458" y="1347"/>
                  </a:lnTo>
                  <a:lnTo>
                    <a:pt x="2526" y="2257"/>
                  </a:lnTo>
                  <a:lnTo>
                    <a:pt x="1953" y="2324"/>
                  </a:lnTo>
                  <a:lnTo>
                    <a:pt x="1179" y="2358"/>
                  </a:lnTo>
                  <a:lnTo>
                    <a:pt x="472" y="2391"/>
                  </a:lnTo>
                  <a:lnTo>
                    <a:pt x="169" y="2358"/>
                  </a:lnTo>
                  <a:lnTo>
                    <a:pt x="1" y="2324"/>
                  </a:lnTo>
                  <a:lnTo>
                    <a:pt x="1" y="2492"/>
                  </a:lnTo>
                  <a:lnTo>
                    <a:pt x="640" y="2593"/>
                  </a:lnTo>
                  <a:lnTo>
                    <a:pt x="1314" y="2627"/>
                  </a:lnTo>
                  <a:lnTo>
                    <a:pt x="1987" y="2560"/>
                  </a:lnTo>
                  <a:lnTo>
                    <a:pt x="2627" y="2459"/>
                  </a:lnTo>
                  <a:lnTo>
                    <a:pt x="2728" y="2459"/>
                  </a:lnTo>
                  <a:lnTo>
                    <a:pt x="2795" y="2391"/>
                  </a:lnTo>
                  <a:lnTo>
                    <a:pt x="2795" y="2324"/>
                  </a:lnTo>
                  <a:lnTo>
                    <a:pt x="2728" y="1718"/>
                  </a:lnTo>
                  <a:lnTo>
                    <a:pt x="2694" y="1112"/>
                  </a:lnTo>
                  <a:lnTo>
                    <a:pt x="2728" y="573"/>
                  </a:lnTo>
                  <a:lnTo>
                    <a:pt x="2728" y="337"/>
                  </a:lnTo>
                  <a:lnTo>
                    <a:pt x="2694" y="68"/>
                  </a:lnTo>
                  <a:lnTo>
                    <a:pt x="2661" y="34"/>
                  </a:lnTo>
                  <a:lnTo>
                    <a:pt x="262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3" name="Google Shape;813;p5"/>
            <p:cNvSpPr/>
            <p:nvPr/>
          </p:nvSpPr>
          <p:spPr>
            <a:xfrm>
              <a:off x="261718" y="-7"/>
              <a:ext cx="120869" cy="20178"/>
            </a:xfrm>
            <a:custGeom>
              <a:avLst/>
              <a:gdLst/>
              <a:ahLst/>
              <a:cxnLst/>
              <a:rect l="l" t="t" r="r" b="b"/>
              <a:pathLst>
                <a:path w="2426" h="405" extrusionOk="0">
                  <a:moveTo>
                    <a:pt x="2189" y="1"/>
                  </a:moveTo>
                  <a:lnTo>
                    <a:pt x="2223" y="169"/>
                  </a:lnTo>
                  <a:lnTo>
                    <a:pt x="1684" y="169"/>
                  </a:lnTo>
                  <a:lnTo>
                    <a:pt x="1112" y="203"/>
                  </a:lnTo>
                  <a:lnTo>
                    <a:pt x="540" y="169"/>
                  </a:lnTo>
                  <a:lnTo>
                    <a:pt x="270" y="169"/>
                  </a:lnTo>
                  <a:lnTo>
                    <a:pt x="1" y="236"/>
                  </a:lnTo>
                  <a:lnTo>
                    <a:pt x="237" y="304"/>
                  </a:lnTo>
                  <a:lnTo>
                    <a:pt x="472" y="337"/>
                  </a:lnTo>
                  <a:lnTo>
                    <a:pt x="977" y="371"/>
                  </a:lnTo>
                  <a:lnTo>
                    <a:pt x="1651" y="405"/>
                  </a:lnTo>
                  <a:lnTo>
                    <a:pt x="1954" y="371"/>
                  </a:lnTo>
                  <a:lnTo>
                    <a:pt x="2290" y="270"/>
                  </a:lnTo>
                  <a:lnTo>
                    <a:pt x="2358" y="270"/>
                  </a:lnTo>
                  <a:lnTo>
                    <a:pt x="2391" y="236"/>
                  </a:lnTo>
                  <a:lnTo>
                    <a:pt x="2425" y="203"/>
                  </a:lnTo>
                  <a:lnTo>
                    <a:pt x="239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4" name="Google Shape;814;p5"/>
            <p:cNvSpPr/>
            <p:nvPr/>
          </p:nvSpPr>
          <p:spPr>
            <a:xfrm>
              <a:off x="50" y="578731"/>
              <a:ext cx="107417" cy="139254"/>
            </a:xfrm>
            <a:custGeom>
              <a:avLst/>
              <a:gdLst/>
              <a:ahLst/>
              <a:cxnLst/>
              <a:rect l="l" t="t" r="r" b="b"/>
              <a:pathLst>
                <a:path w="2156" h="2795" extrusionOk="0">
                  <a:moveTo>
                    <a:pt x="1583" y="0"/>
                  </a:moveTo>
                  <a:lnTo>
                    <a:pt x="1179" y="34"/>
                  </a:lnTo>
                  <a:lnTo>
                    <a:pt x="607" y="68"/>
                  </a:lnTo>
                  <a:lnTo>
                    <a:pt x="304" y="68"/>
                  </a:lnTo>
                  <a:lnTo>
                    <a:pt x="1" y="101"/>
                  </a:lnTo>
                  <a:lnTo>
                    <a:pt x="1" y="270"/>
                  </a:lnTo>
                  <a:lnTo>
                    <a:pt x="741" y="270"/>
                  </a:lnTo>
                  <a:lnTo>
                    <a:pt x="1785" y="202"/>
                  </a:lnTo>
                  <a:lnTo>
                    <a:pt x="1819" y="236"/>
                  </a:lnTo>
                  <a:lnTo>
                    <a:pt x="1886" y="236"/>
                  </a:lnTo>
                  <a:lnTo>
                    <a:pt x="1886" y="270"/>
                  </a:lnTo>
                  <a:lnTo>
                    <a:pt x="1920" y="236"/>
                  </a:lnTo>
                  <a:lnTo>
                    <a:pt x="1886" y="573"/>
                  </a:lnTo>
                  <a:lnTo>
                    <a:pt x="1886" y="909"/>
                  </a:lnTo>
                  <a:lnTo>
                    <a:pt x="1920" y="1684"/>
                  </a:lnTo>
                  <a:lnTo>
                    <a:pt x="1953" y="2458"/>
                  </a:lnTo>
                  <a:lnTo>
                    <a:pt x="1482" y="2458"/>
                  </a:lnTo>
                  <a:lnTo>
                    <a:pt x="1011" y="2492"/>
                  </a:lnTo>
                  <a:lnTo>
                    <a:pt x="506" y="2492"/>
                  </a:lnTo>
                  <a:lnTo>
                    <a:pt x="236" y="2525"/>
                  </a:lnTo>
                  <a:lnTo>
                    <a:pt x="102" y="2559"/>
                  </a:lnTo>
                  <a:lnTo>
                    <a:pt x="1" y="2593"/>
                  </a:lnTo>
                  <a:lnTo>
                    <a:pt x="1" y="2727"/>
                  </a:lnTo>
                  <a:lnTo>
                    <a:pt x="102" y="2761"/>
                  </a:lnTo>
                  <a:lnTo>
                    <a:pt x="203" y="2795"/>
                  </a:lnTo>
                  <a:lnTo>
                    <a:pt x="438" y="2795"/>
                  </a:lnTo>
                  <a:lnTo>
                    <a:pt x="876" y="2761"/>
                  </a:lnTo>
                  <a:lnTo>
                    <a:pt x="1415" y="2761"/>
                  </a:lnTo>
                  <a:lnTo>
                    <a:pt x="1718" y="2727"/>
                  </a:lnTo>
                  <a:lnTo>
                    <a:pt x="1987" y="2694"/>
                  </a:lnTo>
                  <a:lnTo>
                    <a:pt x="2021" y="2727"/>
                  </a:lnTo>
                  <a:lnTo>
                    <a:pt x="2088" y="2727"/>
                  </a:lnTo>
                  <a:lnTo>
                    <a:pt x="2155" y="2694"/>
                  </a:lnTo>
                  <a:lnTo>
                    <a:pt x="2155" y="2626"/>
                  </a:lnTo>
                  <a:lnTo>
                    <a:pt x="2088" y="1078"/>
                  </a:lnTo>
                  <a:lnTo>
                    <a:pt x="2088" y="539"/>
                  </a:lnTo>
                  <a:lnTo>
                    <a:pt x="2088" y="303"/>
                  </a:lnTo>
                  <a:lnTo>
                    <a:pt x="2021" y="68"/>
                  </a:lnTo>
                  <a:lnTo>
                    <a:pt x="2021" y="34"/>
                  </a:lnTo>
                  <a:lnTo>
                    <a:pt x="1987" y="68"/>
                  </a:lnTo>
                  <a:lnTo>
                    <a:pt x="1987" y="101"/>
                  </a:lnTo>
                  <a:lnTo>
                    <a:pt x="1953" y="68"/>
                  </a:lnTo>
                  <a:lnTo>
                    <a:pt x="1886" y="34"/>
                  </a:lnTo>
                  <a:lnTo>
                    <a:pt x="178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5" name="Google Shape;815;p5"/>
            <p:cNvSpPr/>
            <p:nvPr/>
          </p:nvSpPr>
          <p:spPr>
            <a:xfrm>
              <a:off x="154400" y="432801"/>
              <a:ext cx="124158" cy="134222"/>
            </a:xfrm>
            <a:custGeom>
              <a:avLst/>
              <a:gdLst/>
              <a:ahLst/>
              <a:cxnLst/>
              <a:rect l="l" t="t" r="r" b="b"/>
              <a:pathLst>
                <a:path w="2492" h="2694" extrusionOk="0">
                  <a:moveTo>
                    <a:pt x="2290" y="202"/>
                  </a:moveTo>
                  <a:lnTo>
                    <a:pt x="2222" y="707"/>
                  </a:lnTo>
                  <a:lnTo>
                    <a:pt x="2189" y="1246"/>
                  </a:lnTo>
                  <a:lnTo>
                    <a:pt x="2222" y="1784"/>
                  </a:lnTo>
                  <a:lnTo>
                    <a:pt x="2290" y="2323"/>
                  </a:lnTo>
                  <a:lnTo>
                    <a:pt x="1818" y="2323"/>
                  </a:lnTo>
                  <a:lnTo>
                    <a:pt x="1347" y="2357"/>
                  </a:lnTo>
                  <a:lnTo>
                    <a:pt x="371" y="2357"/>
                  </a:lnTo>
                  <a:lnTo>
                    <a:pt x="270" y="1279"/>
                  </a:lnTo>
                  <a:lnTo>
                    <a:pt x="169" y="236"/>
                  </a:lnTo>
                  <a:lnTo>
                    <a:pt x="707" y="269"/>
                  </a:lnTo>
                  <a:lnTo>
                    <a:pt x="1246" y="269"/>
                  </a:lnTo>
                  <a:lnTo>
                    <a:pt x="2290" y="202"/>
                  </a:lnTo>
                  <a:close/>
                  <a:moveTo>
                    <a:pt x="1751" y="0"/>
                  </a:moveTo>
                  <a:lnTo>
                    <a:pt x="1212" y="34"/>
                  </a:lnTo>
                  <a:lnTo>
                    <a:pt x="674" y="34"/>
                  </a:lnTo>
                  <a:lnTo>
                    <a:pt x="135" y="67"/>
                  </a:lnTo>
                  <a:lnTo>
                    <a:pt x="101" y="101"/>
                  </a:lnTo>
                  <a:lnTo>
                    <a:pt x="68" y="135"/>
                  </a:lnTo>
                  <a:lnTo>
                    <a:pt x="34" y="168"/>
                  </a:lnTo>
                  <a:lnTo>
                    <a:pt x="34" y="202"/>
                  </a:lnTo>
                  <a:lnTo>
                    <a:pt x="0" y="808"/>
                  </a:lnTo>
                  <a:lnTo>
                    <a:pt x="0" y="1414"/>
                  </a:lnTo>
                  <a:lnTo>
                    <a:pt x="68" y="2020"/>
                  </a:lnTo>
                  <a:lnTo>
                    <a:pt x="169" y="2626"/>
                  </a:lnTo>
                  <a:lnTo>
                    <a:pt x="236" y="2660"/>
                  </a:lnTo>
                  <a:lnTo>
                    <a:pt x="303" y="2694"/>
                  </a:lnTo>
                  <a:lnTo>
                    <a:pt x="371" y="2660"/>
                  </a:lnTo>
                  <a:lnTo>
                    <a:pt x="404" y="2559"/>
                  </a:lnTo>
                  <a:lnTo>
                    <a:pt x="371" y="2492"/>
                  </a:lnTo>
                  <a:lnTo>
                    <a:pt x="842" y="2559"/>
                  </a:lnTo>
                  <a:lnTo>
                    <a:pt x="1347" y="2593"/>
                  </a:lnTo>
                  <a:lnTo>
                    <a:pt x="1818" y="2593"/>
                  </a:lnTo>
                  <a:lnTo>
                    <a:pt x="2054" y="2559"/>
                  </a:lnTo>
                  <a:lnTo>
                    <a:pt x="2290" y="2492"/>
                  </a:lnTo>
                  <a:lnTo>
                    <a:pt x="2323" y="2458"/>
                  </a:lnTo>
                  <a:lnTo>
                    <a:pt x="2323" y="2391"/>
                  </a:lnTo>
                  <a:lnTo>
                    <a:pt x="2424" y="2391"/>
                  </a:lnTo>
                  <a:lnTo>
                    <a:pt x="2458" y="2357"/>
                  </a:lnTo>
                  <a:lnTo>
                    <a:pt x="2458" y="2290"/>
                  </a:lnTo>
                  <a:lnTo>
                    <a:pt x="2492" y="1784"/>
                  </a:lnTo>
                  <a:lnTo>
                    <a:pt x="2458" y="1246"/>
                  </a:lnTo>
                  <a:lnTo>
                    <a:pt x="2424" y="707"/>
                  </a:lnTo>
                  <a:lnTo>
                    <a:pt x="2357" y="168"/>
                  </a:lnTo>
                  <a:lnTo>
                    <a:pt x="2391" y="101"/>
                  </a:lnTo>
                  <a:lnTo>
                    <a:pt x="2391" y="67"/>
                  </a:lnTo>
                  <a:lnTo>
                    <a:pt x="235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6" name="Google Shape;816;p5"/>
            <p:cNvSpPr/>
            <p:nvPr/>
          </p:nvSpPr>
          <p:spPr>
            <a:xfrm>
              <a:off x="1585252" y="248258"/>
              <a:ext cx="13452" cy="115787"/>
            </a:xfrm>
            <a:custGeom>
              <a:avLst/>
              <a:gdLst/>
              <a:ahLst/>
              <a:cxnLst/>
              <a:rect l="l" t="t" r="r" b="b"/>
              <a:pathLst>
                <a:path w="270" h="2324" extrusionOk="0">
                  <a:moveTo>
                    <a:pt x="67" y="1"/>
                  </a:moveTo>
                  <a:lnTo>
                    <a:pt x="34" y="34"/>
                  </a:lnTo>
                  <a:lnTo>
                    <a:pt x="34" y="304"/>
                  </a:lnTo>
                  <a:lnTo>
                    <a:pt x="34" y="539"/>
                  </a:lnTo>
                  <a:lnTo>
                    <a:pt x="34" y="1078"/>
                  </a:lnTo>
                  <a:lnTo>
                    <a:pt x="0" y="1684"/>
                  </a:lnTo>
                  <a:lnTo>
                    <a:pt x="0" y="1987"/>
                  </a:lnTo>
                  <a:lnTo>
                    <a:pt x="34" y="2256"/>
                  </a:lnTo>
                  <a:lnTo>
                    <a:pt x="67" y="2324"/>
                  </a:lnTo>
                  <a:lnTo>
                    <a:pt x="168" y="2324"/>
                  </a:lnTo>
                  <a:lnTo>
                    <a:pt x="202" y="2290"/>
                  </a:lnTo>
                  <a:lnTo>
                    <a:pt x="236" y="1987"/>
                  </a:lnTo>
                  <a:lnTo>
                    <a:pt x="269" y="1684"/>
                  </a:lnTo>
                  <a:lnTo>
                    <a:pt x="236" y="1078"/>
                  </a:lnTo>
                  <a:lnTo>
                    <a:pt x="236" y="539"/>
                  </a:lnTo>
                  <a:lnTo>
                    <a:pt x="202" y="270"/>
                  </a:lnTo>
                  <a:lnTo>
                    <a:pt x="135" y="34"/>
                  </a:lnTo>
                  <a:lnTo>
                    <a:pt x="1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7" name="Google Shape;817;p5"/>
            <p:cNvSpPr/>
            <p:nvPr/>
          </p:nvSpPr>
          <p:spPr>
            <a:xfrm>
              <a:off x="538531" y="325433"/>
              <a:ext cx="36918" cy="52065"/>
            </a:xfrm>
            <a:custGeom>
              <a:avLst/>
              <a:gdLst/>
              <a:ahLst/>
              <a:cxnLst/>
              <a:rect l="l" t="t" r="r" b="b"/>
              <a:pathLst>
                <a:path w="741" h="1045" extrusionOk="0">
                  <a:moveTo>
                    <a:pt x="438" y="270"/>
                  </a:moveTo>
                  <a:lnTo>
                    <a:pt x="539" y="303"/>
                  </a:lnTo>
                  <a:lnTo>
                    <a:pt x="573" y="371"/>
                  </a:lnTo>
                  <a:lnTo>
                    <a:pt x="606" y="438"/>
                  </a:lnTo>
                  <a:lnTo>
                    <a:pt x="606" y="606"/>
                  </a:lnTo>
                  <a:lnTo>
                    <a:pt x="539" y="674"/>
                  </a:lnTo>
                  <a:lnTo>
                    <a:pt x="505" y="741"/>
                  </a:lnTo>
                  <a:lnTo>
                    <a:pt x="337" y="842"/>
                  </a:lnTo>
                  <a:lnTo>
                    <a:pt x="303" y="842"/>
                  </a:lnTo>
                  <a:lnTo>
                    <a:pt x="270" y="472"/>
                  </a:lnTo>
                  <a:lnTo>
                    <a:pt x="303" y="270"/>
                  </a:lnTo>
                  <a:lnTo>
                    <a:pt x="337" y="303"/>
                  </a:lnTo>
                  <a:lnTo>
                    <a:pt x="438" y="270"/>
                  </a:lnTo>
                  <a:close/>
                  <a:moveTo>
                    <a:pt x="270" y="0"/>
                  </a:moveTo>
                  <a:lnTo>
                    <a:pt x="270" y="34"/>
                  </a:lnTo>
                  <a:lnTo>
                    <a:pt x="202" y="101"/>
                  </a:lnTo>
                  <a:lnTo>
                    <a:pt x="135" y="202"/>
                  </a:lnTo>
                  <a:lnTo>
                    <a:pt x="101" y="404"/>
                  </a:lnTo>
                  <a:lnTo>
                    <a:pt x="101" y="640"/>
                  </a:lnTo>
                  <a:lnTo>
                    <a:pt x="135" y="876"/>
                  </a:lnTo>
                  <a:lnTo>
                    <a:pt x="34" y="876"/>
                  </a:lnTo>
                  <a:lnTo>
                    <a:pt x="0" y="909"/>
                  </a:lnTo>
                  <a:lnTo>
                    <a:pt x="0" y="943"/>
                  </a:lnTo>
                  <a:lnTo>
                    <a:pt x="0" y="1010"/>
                  </a:lnTo>
                  <a:lnTo>
                    <a:pt x="34" y="1010"/>
                  </a:lnTo>
                  <a:lnTo>
                    <a:pt x="135" y="1044"/>
                  </a:lnTo>
                  <a:lnTo>
                    <a:pt x="236" y="1044"/>
                  </a:lnTo>
                  <a:lnTo>
                    <a:pt x="337" y="1010"/>
                  </a:lnTo>
                  <a:lnTo>
                    <a:pt x="438" y="977"/>
                  </a:lnTo>
                  <a:lnTo>
                    <a:pt x="606" y="808"/>
                  </a:lnTo>
                  <a:lnTo>
                    <a:pt x="741" y="640"/>
                  </a:lnTo>
                  <a:lnTo>
                    <a:pt x="741" y="539"/>
                  </a:lnTo>
                  <a:lnTo>
                    <a:pt x="741" y="438"/>
                  </a:lnTo>
                  <a:lnTo>
                    <a:pt x="707" y="337"/>
                  </a:lnTo>
                  <a:lnTo>
                    <a:pt x="674" y="236"/>
                  </a:lnTo>
                  <a:lnTo>
                    <a:pt x="606" y="169"/>
                  </a:lnTo>
                  <a:lnTo>
                    <a:pt x="303" y="169"/>
                  </a:lnTo>
                  <a:lnTo>
                    <a:pt x="303" y="34"/>
                  </a:lnTo>
                  <a:lnTo>
                    <a:pt x="27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8" name="Google Shape;818;p5"/>
            <p:cNvSpPr/>
            <p:nvPr/>
          </p:nvSpPr>
          <p:spPr>
            <a:xfrm>
              <a:off x="260073" y="566973"/>
              <a:ext cx="125852" cy="137610"/>
            </a:xfrm>
            <a:custGeom>
              <a:avLst/>
              <a:gdLst/>
              <a:ahLst/>
              <a:cxnLst/>
              <a:rect l="l" t="t" r="r" b="b"/>
              <a:pathLst>
                <a:path w="2526" h="2762" extrusionOk="0">
                  <a:moveTo>
                    <a:pt x="2256" y="236"/>
                  </a:moveTo>
                  <a:lnTo>
                    <a:pt x="2256" y="640"/>
                  </a:lnTo>
                  <a:lnTo>
                    <a:pt x="2290" y="1078"/>
                  </a:lnTo>
                  <a:lnTo>
                    <a:pt x="2290" y="1785"/>
                  </a:lnTo>
                  <a:lnTo>
                    <a:pt x="2323" y="2492"/>
                  </a:lnTo>
                  <a:lnTo>
                    <a:pt x="1448" y="2492"/>
                  </a:lnTo>
                  <a:lnTo>
                    <a:pt x="909" y="2526"/>
                  </a:lnTo>
                  <a:lnTo>
                    <a:pt x="640" y="2559"/>
                  </a:lnTo>
                  <a:lnTo>
                    <a:pt x="371" y="2593"/>
                  </a:lnTo>
                  <a:lnTo>
                    <a:pt x="337" y="1886"/>
                  </a:lnTo>
                  <a:lnTo>
                    <a:pt x="236" y="1145"/>
                  </a:lnTo>
                  <a:lnTo>
                    <a:pt x="202" y="708"/>
                  </a:lnTo>
                  <a:lnTo>
                    <a:pt x="135" y="270"/>
                  </a:lnTo>
                  <a:lnTo>
                    <a:pt x="1179" y="270"/>
                  </a:lnTo>
                  <a:lnTo>
                    <a:pt x="2256" y="236"/>
                  </a:lnTo>
                  <a:close/>
                  <a:moveTo>
                    <a:pt x="2222" y="1"/>
                  </a:moveTo>
                  <a:lnTo>
                    <a:pt x="1179" y="34"/>
                  </a:lnTo>
                  <a:lnTo>
                    <a:pt x="640" y="34"/>
                  </a:lnTo>
                  <a:lnTo>
                    <a:pt x="135" y="68"/>
                  </a:lnTo>
                  <a:lnTo>
                    <a:pt x="68" y="135"/>
                  </a:lnTo>
                  <a:lnTo>
                    <a:pt x="34" y="203"/>
                  </a:lnTo>
                  <a:lnTo>
                    <a:pt x="0" y="438"/>
                  </a:lnTo>
                  <a:lnTo>
                    <a:pt x="0" y="674"/>
                  </a:lnTo>
                  <a:lnTo>
                    <a:pt x="34" y="1145"/>
                  </a:lnTo>
                  <a:lnTo>
                    <a:pt x="101" y="1920"/>
                  </a:lnTo>
                  <a:lnTo>
                    <a:pt x="135" y="2357"/>
                  </a:lnTo>
                  <a:lnTo>
                    <a:pt x="236" y="2694"/>
                  </a:lnTo>
                  <a:lnTo>
                    <a:pt x="236" y="2728"/>
                  </a:lnTo>
                  <a:lnTo>
                    <a:pt x="270" y="2761"/>
                  </a:lnTo>
                  <a:lnTo>
                    <a:pt x="337" y="2728"/>
                  </a:lnTo>
                  <a:lnTo>
                    <a:pt x="371" y="2728"/>
                  </a:lnTo>
                  <a:lnTo>
                    <a:pt x="606" y="2761"/>
                  </a:lnTo>
                  <a:lnTo>
                    <a:pt x="842" y="2761"/>
                  </a:lnTo>
                  <a:lnTo>
                    <a:pt x="1313" y="2728"/>
                  </a:lnTo>
                  <a:lnTo>
                    <a:pt x="2088" y="2728"/>
                  </a:lnTo>
                  <a:lnTo>
                    <a:pt x="2357" y="2694"/>
                  </a:lnTo>
                  <a:lnTo>
                    <a:pt x="2492" y="2694"/>
                  </a:lnTo>
                  <a:lnTo>
                    <a:pt x="2492" y="2660"/>
                  </a:lnTo>
                  <a:lnTo>
                    <a:pt x="2525" y="2324"/>
                  </a:lnTo>
                  <a:lnTo>
                    <a:pt x="2525" y="1953"/>
                  </a:lnTo>
                  <a:lnTo>
                    <a:pt x="2492" y="1246"/>
                  </a:lnTo>
                  <a:lnTo>
                    <a:pt x="2458" y="640"/>
                  </a:lnTo>
                  <a:lnTo>
                    <a:pt x="2424" y="337"/>
                  </a:lnTo>
                  <a:lnTo>
                    <a:pt x="2357" y="68"/>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19" name="Google Shape;819;p5"/>
            <p:cNvSpPr/>
            <p:nvPr/>
          </p:nvSpPr>
          <p:spPr>
            <a:xfrm>
              <a:off x="494887" y="283483"/>
              <a:ext cx="124207" cy="130884"/>
            </a:xfrm>
            <a:custGeom>
              <a:avLst/>
              <a:gdLst/>
              <a:ahLst/>
              <a:cxnLst/>
              <a:rect l="l" t="t" r="r" b="b"/>
              <a:pathLst>
                <a:path w="2493" h="2627" extrusionOk="0">
                  <a:moveTo>
                    <a:pt x="2223" y="135"/>
                  </a:moveTo>
                  <a:lnTo>
                    <a:pt x="2257" y="1213"/>
                  </a:lnTo>
                  <a:lnTo>
                    <a:pt x="2223" y="2290"/>
                  </a:lnTo>
                  <a:lnTo>
                    <a:pt x="1752" y="2324"/>
                  </a:lnTo>
                  <a:lnTo>
                    <a:pt x="1247" y="2357"/>
                  </a:lnTo>
                  <a:lnTo>
                    <a:pt x="775" y="2357"/>
                  </a:lnTo>
                  <a:lnTo>
                    <a:pt x="539" y="2391"/>
                  </a:lnTo>
                  <a:lnTo>
                    <a:pt x="337" y="2425"/>
                  </a:lnTo>
                  <a:lnTo>
                    <a:pt x="304" y="2425"/>
                  </a:lnTo>
                  <a:lnTo>
                    <a:pt x="304" y="2391"/>
                  </a:lnTo>
                  <a:lnTo>
                    <a:pt x="337" y="1886"/>
                  </a:lnTo>
                  <a:lnTo>
                    <a:pt x="304" y="1347"/>
                  </a:lnTo>
                  <a:lnTo>
                    <a:pt x="236" y="809"/>
                  </a:lnTo>
                  <a:lnTo>
                    <a:pt x="135" y="270"/>
                  </a:lnTo>
                  <a:lnTo>
                    <a:pt x="1213" y="270"/>
                  </a:lnTo>
                  <a:lnTo>
                    <a:pt x="1718" y="236"/>
                  </a:lnTo>
                  <a:lnTo>
                    <a:pt x="2223" y="135"/>
                  </a:lnTo>
                  <a:close/>
                  <a:moveTo>
                    <a:pt x="1718" y="1"/>
                  </a:moveTo>
                  <a:lnTo>
                    <a:pt x="1179" y="34"/>
                  </a:lnTo>
                  <a:lnTo>
                    <a:pt x="640" y="68"/>
                  </a:lnTo>
                  <a:lnTo>
                    <a:pt x="102" y="68"/>
                  </a:lnTo>
                  <a:lnTo>
                    <a:pt x="34" y="102"/>
                  </a:lnTo>
                  <a:lnTo>
                    <a:pt x="1" y="135"/>
                  </a:lnTo>
                  <a:lnTo>
                    <a:pt x="1" y="203"/>
                  </a:lnTo>
                  <a:lnTo>
                    <a:pt x="34" y="270"/>
                  </a:lnTo>
                  <a:lnTo>
                    <a:pt x="34" y="775"/>
                  </a:lnTo>
                  <a:lnTo>
                    <a:pt x="34" y="1347"/>
                  </a:lnTo>
                  <a:lnTo>
                    <a:pt x="68" y="1886"/>
                  </a:lnTo>
                  <a:lnTo>
                    <a:pt x="135" y="2391"/>
                  </a:lnTo>
                  <a:lnTo>
                    <a:pt x="169" y="2458"/>
                  </a:lnTo>
                  <a:lnTo>
                    <a:pt x="203" y="2458"/>
                  </a:lnTo>
                  <a:lnTo>
                    <a:pt x="236" y="2492"/>
                  </a:lnTo>
                  <a:lnTo>
                    <a:pt x="270" y="2458"/>
                  </a:lnTo>
                  <a:lnTo>
                    <a:pt x="270" y="2526"/>
                  </a:lnTo>
                  <a:lnTo>
                    <a:pt x="337" y="2559"/>
                  </a:lnTo>
                  <a:lnTo>
                    <a:pt x="539" y="2593"/>
                  </a:lnTo>
                  <a:lnTo>
                    <a:pt x="775" y="2627"/>
                  </a:lnTo>
                  <a:lnTo>
                    <a:pt x="1280" y="2593"/>
                  </a:lnTo>
                  <a:lnTo>
                    <a:pt x="1752" y="2526"/>
                  </a:lnTo>
                  <a:lnTo>
                    <a:pt x="2223" y="2425"/>
                  </a:lnTo>
                  <a:lnTo>
                    <a:pt x="2223" y="2492"/>
                  </a:lnTo>
                  <a:lnTo>
                    <a:pt x="2257" y="2559"/>
                  </a:lnTo>
                  <a:lnTo>
                    <a:pt x="2324" y="2593"/>
                  </a:lnTo>
                  <a:lnTo>
                    <a:pt x="2391" y="2593"/>
                  </a:lnTo>
                  <a:lnTo>
                    <a:pt x="2425" y="2526"/>
                  </a:lnTo>
                  <a:lnTo>
                    <a:pt x="2492" y="1920"/>
                  </a:lnTo>
                  <a:lnTo>
                    <a:pt x="2492" y="1314"/>
                  </a:lnTo>
                  <a:lnTo>
                    <a:pt x="2492" y="708"/>
                  </a:lnTo>
                  <a:lnTo>
                    <a:pt x="2391" y="102"/>
                  </a:lnTo>
                  <a:lnTo>
                    <a:pt x="2391" y="68"/>
                  </a:lnTo>
                  <a:lnTo>
                    <a:pt x="2324" y="68"/>
                  </a:lnTo>
                  <a:lnTo>
                    <a:pt x="23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0" name="Google Shape;820;p5"/>
            <p:cNvSpPr/>
            <p:nvPr/>
          </p:nvSpPr>
          <p:spPr>
            <a:xfrm>
              <a:off x="575400" y="424381"/>
              <a:ext cx="16840" cy="115787"/>
            </a:xfrm>
            <a:custGeom>
              <a:avLst/>
              <a:gdLst/>
              <a:ahLst/>
              <a:cxnLst/>
              <a:rect l="l" t="t" r="r" b="b"/>
              <a:pathLst>
                <a:path w="338" h="2324" extrusionOk="0">
                  <a:moveTo>
                    <a:pt x="68" y="1"/>
                  </a:moveTo>
                  <a:lnTo>
                    <a:pt x="35" y="34"/>
                  </a:lnTo>
                  <a:lnTo>
                    <a:pt x="1" y="304"/>
                  </a:lnTo>
                  <a:lnTo>
                    <a:pt x="1" y="573"/>
                  </a:lnTo>
                  <a:lnTo>
                    <a:pt x="35" y="1078"/>
                  </a:lnTo>
                  <a:lnTo>
                    <a:pt x="68" y="1684"/>
                  </a:lnTo>
                  <a:lnTo>
                    <a:pt x="102" y="1987"/>
                  </a:lnTo>
                  <a:lnTo>
                    <a:pt x="169" y="2290"/>
                  </a:lnTo>
                  <a:lnTo>
                    <a:pt x="203" y="2324"/>
                  </a:lnTo>
                  <a:lnTo>
                    <a:pt x="304" y="2324"/>
                  </a:lnTo>
                  <a:lnTo>
                    <a:pt x="304" y="2257"/>
                  </a:lnTo>
                  <a:lnTo>
                    <a:pt x="338" y="1987"/>
                  </a:lnTo>
                  <a:lnTo>
                    <a:pt x="304" y="1684"/>
                  </a:lnTo>
                  <a:lnTo>
                    <a:pt x="237" y="1078"/>
                  </a:lnTo>
                  <a:lnTo>
                    <a:pt x="203" y="539"/>
                  </a:lnTo>
                  <a:lnTo>
                    <a:pt x="169" y="304"/>
                  </a:lnTo>
                  <a:lnTo>
                    <a:pt x="136" y="34"/>
                  </a:lnTo>
                  <a:lnTo>
                    <a:pt x="13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1" name="Google Shape;821;p5"/>
            <p:cNvSpPr/>
            <p:nvPr/>
          </p:nvSpPr>
          <p:spPr>
            <a:xfrm>
              <a:off x="342281" y="469669"/>
              <a:ext cx="36918" cy="43694"/>
            </a:xfrm>
            <a:custGeom>
              <a:avLst/>
              <a:gdLst/>
              <a:ahLst/>
              <a:cxnLst/>
              <a:rect l="l" t="t" r="r" b="b"/>
              <a:pathLst>
                <a:path w="741" h="877" extrusionOk="0">
                  <a:moveTo>
                    <a:pt x="101" y="1"/>
                  </a:moveTo>
                  <a:lnTo>
                    <a:pt x="34" y="34"/>
                  </a:lnTo>
                  <a:lnTo>
                    <a:pt x="0" y="68"/>
                  </a:lnTo>
                  <a:lnTo>
                    <a:pt x="0" y="102"/>
                  </a:lnTo>
                  <a:lnTo>
                    <a:pt x="34" y="169"/>
                  </a:lnTo>
                  <a:lnTo>
                    <a:pt x="135" y="203"/>
                  </a:lnTo>
                  <a:lnTo>
                    <a:pt x="337" y="270"/>
                  </a:lnTo>
                  <a:lnTo>
                    <a:pt x="168" y="472"/>
                  </a:lnTo>
                  <a:lnTo>
                    <a:pt x="34" y="708"/>
                  </a:lnTo>
                  <a:lnTo>
                    <a:pt x="0" y="775"/>
                  </a:lnTo>
                  <a:lnTo>
                    <a:pt x="34" y="842"/>
                  </a:lnTo>
                  <a:lnTo>
                    <a:pt x="101" y="876"/>
                  </a:lnTo>
                  <a:lnTo>
                    <a:pt x="168" y="876"/>
                  </a:lnTo>
                  <a:lnTo>
                    <a:pt x="505" y="775"/>
                  </a:lnTo>
                  <a:lnTo>
                    <a:pt x="673" y="741"/>
                  </a:lnTo>
                  <a:lnTo>
                    <a:pt x="707" y="708"/>
                  </a:lnTo>
                  <a:lnTo>
                    <a:pt x="741" y="640"/>
                  </a:lnTo>
                  <a:lnTo>
                    <a:pt x="741" y="573"/>
                  </a:lnTo>
                  <a:lnTo>
                    <a:pt x="673" y="539"/>
                  </a:lnTo>
                  <a:lnTo>
                    <a:pt x="640" y="539"/>
                  </a:lnTo>
                  <a:lnTo>
                    <a:pt x="505" y="573"/>
                  </a:lnTo>
                  <a:lnTo>
                    <a:pt x="370" y="607"/>
                  </a:lnTo>
                  <a:lnTo>
                    <a:pt x="640" y="236"/>
                  </a:lnTo>
                  <a:lnTo>
                    <a:pt x="673" y="169"/>
                  </a:lnTo>
                  <a:lnTo>
                    <a:pt x="640" y="135"/>
                  </a:lnTo>
                  <a:lnTo>
                    <a:pt x="606" y="102"/>
                  </a:lnTo>
                  <a:lnTo>
                    <a:pt x="539" y="68"/>
                  </a:lnTo>
                  <a:lnTo>
                    <a:pt x="236" y="34"/>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2" name="Google Shape;822;p5"/>
            <p:cNvSpPr/>
            <p:nvPr/>
          </p:nvSpPr>
          <p:spPr>
            <a:xfrm>
              <a:off x="293604" y="429413"/>
              <a:ext cx="125852" cy="119175"/>
            </a:xfrm>
            <a:custGeom>
              <a:avLst/>
              <a:gdLst/>
              <a:ahLst/>
              <a:cxnLst/>
              <a:rect l="l" t="t" r="r" b="b"/>
              <a:pathLst>
                <a:path w="2526" h="2392" extrusionOk="0">
                  <a:moveTo>
                    <a:pt x="2256" y="236"/>
                  </a:moveTo>
                  <a:lnTo>
                    <a:pt x="2256" y="674"/>
                  </a:lnTo>
                  <a:lnTo>
                    <a:pt x="2290" y="1112"/>
                  </a:lnTo>
                  <a:lnTo>
                    <a:pt x="2290" y="1617"/>
                  </a:lnTo>
                  <a:lnTo>
                    <a:pt x="2324" y="2122"/>
                  </a:lnTo>
                  <a:lnTo>
                    <a:pt x="1448" y="2122"/>
                  </a:lnTo>
                  <a:lnTo>
                    <a:pt x="910" y="2156"/>
                  </a:lnTo>
                  <a:lnTo>
                    <a:pt x="640" y="2156"/>
                  </a:lnTo>
                  <a:lnTo>
                    <a:pt x="371" y="2223"/>
                  </a:lnTo>
                  <a:lnTo>
                    <a:pt x="304" y="1684"/>
                  </a:lnTo>
                  <a:lnTo>
                    <a:pt x="236" y="1145"/>
                  </a:lnTo>
                  <a:lnTo>
                    <a:pt x="203" y="708"/>
                  </a:lnTo>
                  <a:lnTo>
                    <a:pt x="169" y="270"/>
                  </a:lnTo>
                  <a:lnTo>
                    <a:pt x="169" y="270"/>
                  </a:lnTo>
                  <a:lnTo>
                    <a:pt x="674" y="304"/>
                  </a:lnTo>
                  <a:lnTo>
                    <a:pt x="1213" y="270"/>
                  </a:lnTo>
                  <a:lnTo>
                    <a:pt x="2256" y="236"/>
                  </a:lnTo>
                  <a:close/>
                  <a:moveTo>
                    <a:pt x="2256" y="1"/>
                  </a:moveTo>
                  <a:lnTo>
                    <a:pt x="1179" y="34"/>
                  </a:lnTo>
                  <a:lnTo>
                    <a:pt x="674" y="68"/>
                  </a:lnTo>
                  <a:lnTo>
                    <a:pt x="135" y="102"/>
                  </a:lnTo>
                  <a:lnTo>
                    <a:pt x="68" y="135"/>
                  </a:lnTo>
                  <a:lnTo>
                    <a:pt x="34" y="203"/>
                  </a:lnTo>
                  <a:lnTo>
                    <a:pt x="1" y="438"/>
                  </a:lnTo>
                  <a:lnTo>
                    <a:pt x="1" y="674"/>
                  </a:lnTo>
                  <a:lnTo>
                    <a:pt x="34" y="1179"/>
                  </a:lnTo>
                  <a:lnTo>
                    <a:pt x="102" y="1751"/>
                  </a:lnTo>
                  <a:lnTo>
                    <a:pt x="135" y="2055"/>
                  </a:lnTo>
                  <a:lnTo>
                    <a:pt x="203" y="2324"/>
                  </a:lnTo>
                  <a:lnTo>
                    <a:pt x="236" y="2358"/>
                  </a:lnTo>
                  <a:lnTo>
                    <a:pt x="371" y="2358"/>
                  </a:lnTo>
                  <a:lnTo>
                    <a:pt x="573" y="2391"/>
                  </a:lnTo>
                  <a:lnTo>
                    <a:pt x="842" y="2391"/>
                  </a:lnTo>
                  <a:lnTo>
                    <a:pt x="1314" y="2358"/>
                  </a:lnTo>
                  <a:lnTo>
                    <a:pt x="2088" y="2358"/>
                  </a:lnTo>
                  <a:lnTo>
                    <a:pt x="2357" y="2324"/>
                  </a:lnTo>
                  <a:lnTo>
                    <a:pt x="2458" y="2324"/>
                  </a:lnTo>
                  <a:lnTo>
                    <a:pt x="2492" y="2290"/>
                  </a:lnTo>
                  <a:lnTo>
                    <a:pt x="2526" y="2021"/>
                  </a:lnTo>
                  <a:lnTo>
                    <a:pt x="2526" y="1785"/>
                  </a:lnTo>
                  <a:lnTo>
                    <a:pt x="2492" y="1246"/>
                  </a:lnTo>
                  <a:lnTo>
                    <a:pt x="2458" y="674"/>
                  </a:lnTo>
                  <a:lnTo>
                    <a:pt x="2425" y="371"/>
                  </a:lnTo>
                  <a:lnTo>
                    <a:pt x="2357" y="68"/>
                  </a:lnTo>
                  <a:lnTo>
                    <a:pt x="2324" y="34"/>
                  </a:lnTo>
                  <a:lnTo>
                    <a:pt x="2290" y="34"/>
                  </a:lnTo>
                  <a:lnTo>
                    <a:pt x="22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3" name="Google Shape;823;p5"/>
            <p:cNvSpPr/>
            <p:nvPr/>
          </p:nvSpPr>
          <p:spPr>
            <a:xfrm>
              <a:off x="1134010" y="394188"/>
              <a:ext cx="129190" cy="120820"/>
            </a:xfrm>
            <a:custGeom>
              <a:avLst/>
              <a:gdLst/>
              <a:ahLst/>
              <a:cxnLst/>
              <a:rect l="l" t="t" r="r" b="b"/>
              <a:pathLst>
                <a:path w="2593" h="2425" extrusionOk="0">
                  <a:moveTo>
                    <a:pt x="2391" y="1"/>
                  </a:moveTo>
                  <a:lnTo>
                    <a:pt x="2357" y="34"/>
                  </a:lnTo>
                  <a:lnTo>
                    <a:pt x="2323" y="135"/>
                  </a:lnTo>
                  <a:lnTo>
                    <a:pt x="1751" y="102"/>
                  </a:lnTo>
                  <a:lnTo>
                    <a:pt x="1179" y="68"/>
                  </a:lnTo>
                  <a:lnTo>
                    <a:pt x="674" y="34"/>
                  </a:lnTo>
                  <a:lnTo>
                    <a:pt x="404" y="68"/>
                  </a:lnTo>
                  <a:lnTo>
                    <a:pt x="303" y="135"/>
                  </a:lnTo>
                  <a:lnTo>
                    <a:pt x="202" y="169"/>
                  </a:lnTo>
                  <a:lnTo>
                    <a:pt x="202" y="203"/>
                  </a:lnTo>
                  <a:lnTo>
                    <a:pt x="371" y="270"/>
                  </a:lnTo>
                  <a:lnTo>
                    <a:pt x="573" y="304"/>
                  </a:lnTo>
                  <a:lnTo>
                    <a:pt x="1684" y="304"/>
                  </a:lnTo>
                  <a:lnTo>
                    <a:pt x="2323" y="337"/>
                  </a:lnTo>
                  <a:lnTo>
                    <a:pt x="2323" y="708"/>
                  </a:lnTo>
                  <a:lnTo>
                    <a:pt x="2323" y="1078"/>
                  </a:lnTo>
                  <a:lnTo>
                    <a:pt x="2323" y="1583"/>
                  </a:lnTo>
                  <a:lnTo>
                    <a:pt x="2357" y="1852"/>
                  </a:lnTo>
                  <a:lnTo>
                    <a:pt x="2387" y="2088"/>
                  </a:lnTo>
                  <a:lnTo>
                    <a:pt x="2387" y="2088"/>
                  </a:lnTo>
                  <a:lnTo>
                    <a:pt x="1347" y="2122"/>
                  </a:lnTo>
                  <a:lnTo>
                    <a:pt x="808" y="2155"/>
                  </a:lnTo>
                  <a:lnTo>
                    <a:pt x="539" y="2189"/>
                  </a:lnTo>
                  <a:lnTo>
                    <a:pt x="303" y="2256"/>
                  </a:lnTo>
                  <a:lnTo>
                    <a:pt x="270" y="1751"/>
                  </a:lnTo>
                  <a:lnTo>
                    <a:pt x="236" y="1246"/>
                  </a:lnTo>
                  <a:lnTo>
                    <a:pt x="270" y="708"/>
                  </a:lnTo>
                  <a:lnTo>
                    <a:pt x="236" y="438"/>
                  </a:lnTo>
                  <a:lnTo>
                    <a:pt x="202" y="304"/>
                  </a:lnTo>
                  <a:lnTo>
                    <a:pt x="169" y="203"/>
                  </a:lnTo>
                  <a:lnTo>
                    <a:pt x="68" y="337"/>
                  </a:lnTo>
                  <a:lnTo>
                    <a:pt x="34" y="506"/>
                  </a:lnTo>
                  <a:lnTo>
                    <a:pt x="0" y="876"/>
                  </a:lnTo>
                  <a:lnTo>
                    <a:pt x="34" y="1583"/>
                  </a:lnTo>
                  <a:lnTo>
                    <a:pt x="34" y="1819"/>
                  </a:lnTo>
                  <a:lnTo>
                    <a:pt x="34" y="2088"/>
                  </a:lnTo>
                  <a:lnTo>
                    <a:pt x="68" y="2189"/>
                  </a:lnTo>
                  <a:lnTo>
                    <a:pt x="101" y="2290"/>
                  </a:lnTo>
                  <a:lnTo>
                    <a:pt x="169" y="2391"/>
                  </a:lnTo>
                  <a:lnTo>
                    <a:pt x="270" y="2425"/>
                  </a:lnTo>
                  <a:lnTo>
                    <a:pt x="303" y="2425"/>
                  </a:lnTo>
                  <a:lnTo>
                    <a:pt x="337" y="2391"/>
                  </a:lnTo>
                  <a:lnTo>
                    <a:pt x="337" y="2357"/>
                  </a:lnTo>
                  <a:lnTo>
                    <a:pt x="573" y="2391"/>
                  </a:lnTo>
                  <a:lnTo>
                    <a:pt x="842" y="2425"/>
                  </a:lnTo>
                  <a:lnTo>
                    <a:pt x="1347" y="2391"/>
                  </a:lnTo>
                  <a:lnTo>
                    <a:pt x="2391" y="2324"/>
                  </a:lnTo>
                  <a:lnTo>
                    <a:pt x="2458" y="2290"/>
                  </a:lnTo>
                  <a:lnTo>
                    <a:pt x="2492" y="2324"/>
                  </a:lnTo>
                  <a:lnTo>
                    <a:pt x="2525" y="2324"/>
                  </a:lnTo>
                  <a:lnTo>
                    <a:pt x="2559" y="2290"/>
                  </a:lnTo>
                  <a:lnTo>
                    <a:pt x="2593" y="2021"/>
                  </a:lnTo>
                  <a:lnTo>
                    <a:pt x="2559" y="1785"/>
                  </a:lnTo>
                  <a:lnTo>
                    <a:pt x="2525" y="1246"/>
                  </a:lnTo>
                  <a:lnTo>
                    <a:pt x="2525" y="640"/>
                  </a:lnTo>
                  <a:lnTo>
                    <a:pt x="2492" y="337"/>
                  </a:lnTo>
                  <a:lnTo>
                    <a:pt x="2458" y="34"/>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4" name="Google Shape;824;p5"/>
            <p:cNvSpPr/>
            <p:nvPr/>
          </p:nvSpPr>
          <p:spPr>
            <a:xfrm>
              <a:off x="1598655" y="572005"/>
              <a:ext cx="129190" cy="83901"/>
            </a:xfrm>
            <a:custGeom>
              <a:avLst/>
              <a:gdLst/>
              <a:ahLst/>
              <a:cxnLst/>
              <a:rect l="l" t="t" r="r" b="b"/>
              <a:pathLst>
                <a:path w="2593" h="1684" extrusionOk="0">
                  <a:moveTo>
                    <a:pt x="2222" y="304"/>
                  </a:moveTo>
                  <a:lnTo>
                    <a:pt x="2290" y="910"/>
                  </a:lnTo>
                  <a:lnTo>
                    <a:pt x="2357" y="1381"/>
                  </a:lnTo>
                  <a:lnTo>
                    <a:pt x="2121" y="1347"/>
                  </a:lnTo>
                  <a:lnTo>
                    <a:pt x="1886" y="1347"/>
                  </a:lnTo>
                  <a:lnTo>
                    <a:pt x="1414" y="1381"/>
                  </a:lnTo>
                  <a:lnTo>
                    <a:pt x="808" y="1381"/>
                  </a:lnTo>
                  <a:lnTo>
                    <a:pt x="539" y="1415"/>
                  </a:lnTo>
                  <a:lnTo>
                    <a:pt x="270" y="1482"/>
                  </a:lnTo>
                  <a:lnTo>
                    <a:pt x="236" y="876"/>
                  </a:lnTo>
                  <a:lnTo>
                    <a:pt x="202" y="573"/>
                  </a:lnTo>
                  <a:lnTo>
                    <a:pt x="202" y="438"/>
                  </a:lnTo>
                  <a:lnTo>
                    <a:pt x="169" y="304"/>
                  </a:lnTo>
                  <a:lnTo>
                    <a:pt x="404" y="371"/>
                  </a:lnTo>
                  <a:lnTo>
                    <a:pt x="674" y="405"/>
                  </a:lnTo>
                  <a:lnTo>
                    <a:pt x="1684" y="405"/>
                  </a:lnTo>
                  <a:lnTo>
                    <a:pt x="1953" y="371"/>
                  </a:lnTo>
                  <a:lnTo>
                    <a:pt x="2222" y="304"/>
                  </a:lnTo>
                  <a:close/>
                  <a:moveTo>
                    <a:pt x="2256" y="1"/>
                  </a:moveTo>
                  <a:lnTo>
                    <a:pt x="2222" y="34"/>
                  </a:lnTo>
                  <a:lnTo>
                    <a:pt x="2222" y="68"/>
                  </a:lnTo>
                  <a:lnTo>
                    <a:pt x="2222" y="169"/>
                  </a:lnTo>
                  <a:lnTo>
                    <a:pt x="1785" y="169"/>
                  </a:lnTo>
                  <a:lnTo>
                    <a:pt x="1347" y="203"/>
                  </a:lnTo>
                  <a:lnTo>
                    <a:pt x="438" y="203"/>
                  </a:lnTo>
                  <a:lnTo>
                    <a:pt x="135" y="236"/>
                  </a:lnTo>
                  <a:lnTo>
                    <a:pt x="101" y="236"/>
                  </a:lnTo>
                  <a:lnTo>
                    <a:pt x="68" y="270"/>
                  </a:lnTo>
                  <a:lnTo>
                    <a:pt x="34" y="371"/>
                  </a:lnTo>
                  <a:lnTo>
                    <a:pt x="0" y="506"/>
                  </a:lnTo>
                  <a:lnTo>
                    <a:pt x="34" y="775"/>
                  </a:lnTo>
                  <a:lnTo>
                    <a:pt x="34" y="1549"/>
                  </a:lnTo>
                  <a:lnTo>
                    <a:pt x="68" y="1617"/>
                  </a:lnTo>
                  <a:lnTo>
                    <a:pt x="135" y="1650"/>
                  </a:lnTo>
                  <a:lnTo>
                    <a:pt x="202" y="1617"/>
                  </a:lnTo>
                  <a:lnTo>
                    <a:pt x="236" y="1583"/>
                  </a:lnTo>
                  <a:lnTo>
                    <a:pt x="505" y="1617"/>
                  </a:lnTo>
                  <a:lnTo>
                    <a:pt x="741" y="1617"/>
                  </a:lnTo>
                  <a:lnTo>
                    <a:pt x="1246" y="1583"/>
                  </a:lnTo>
                  <a:lnTo>
                    <a:pt x="1818" y="1583"/>
                  </a:lnTo>
                  <a:lnTo>
                    <a:pt x="2121" y="1549"/>
                  </a:lnTo>
                  <a:lnTo>
                    <a:pt x="2391" y="1482"/>
                  </a:lnTo>
                  <a:lnTo>
                    <a:pt x="2458" y="1684"/>
                  </a:lnTo>
                  <a:lnTo>
                    <a:pt x="2525" y="1684"/>
                  </a:lnTo>
                  <a:lnTo>
                    <a:pt x="2559" y="1650"/>
                  </a:lnTo>
                  <a:lnTo>
                    <a:pt x="2593" y="1482"/>
                  </a:lnTo>
                  <a:lnTo>
                    <a:pt x="2559" y="1280"/>
                  </a:lnTo>
                  <a:lnTo>
                    <a:pt x="2492" y="910"/>
                  </a:lnTo>
                  <a:lnTo>
                    <a:pt x="2391" y="270"/>
                  </a:lnTo>
                  <a:lnTo>
                    <a:pt x="2424" y="236"/>
                  </a:lnTo>
                  <a:lnTo>
                    <a:pt x="2424" y="203"/>
                  </a:lnTo>
                  <a:lnTo>
                    <a:pt x="2391" y="169"/>
                  </a:lnTo>
                  <a:lnTo>
                    <a:pt x="2357" y="169"/>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5" name="Google Shape;825;p5"/>
            <p:cNvSpPr/>
            <p:nvPr/>
          </p:nvSpPr>
          <p:spPr>
            <a:xfrm>
              <a:off x="50" y="-7"/>
              <a:ext cx="2049897" cy="773345"/>
            </a:xfrm>
            <a:custGeom>
              <a:avLst/>
              <a:gdLst/>
              <a:ahLst/>
              <a:cxnLst/>
              <a:rect l="l" t="t" r="r" b="b"/>
              <a:pathLst>
                <a:path w="41144" h="15522" extrusionOk="0">
                  <a:moveTo>
                    <a:pt x="40604" y="1"/>
                  </a:moveTo>
                  <a:lnTo>
                    <a:pt x="40705" y="2425"/>
                  </a:lnTo>
                  <a:lnTo>
                    <a:pt x="40773" y="4849"/>
                  </a:lnTo>
                  <a:lnTo>
                    <a:pt x="40806" y="7374"/>
                  </a:lnTo>
                  <a:lnTo>
                    <a:pt x="40806" y="9899"/>
                  </a:lnTo>
                  <a:lnTo>
                    <a:pt x="40773" y="11078"/>
                  </a:lnTo>
                  <a:lnTo>
                    <a:pt x="40705" y="12256"/>
                  </a:lnTo>
                  <a:lnTo>
                    <a:pt x="40705" y="12626"/>
                  </a:lnTo>
                  <a:lnTo>
                    <a:pt x="40638" y="12997"/>
                  </a:lnTo>
                  <a:lnTo>
                    <a:pt x="40604" y="13199"/>
                  </a:lnTo>
                  <a:lnTo>
                    <a:pt x="40503" y="13367"/>
                  </a:lnTo>
                  <a:lnTo>
                    <a:pt x="40369" y="13468"/>
                  </a:lnTo>
                  <a:lnTo>
                    <a:pt x="40200" y="13535"/>
                  </a:lnTo>
                  <a:lnTo>
                    <a:pt x="39998" y="13569"/>
                  </a:lnTo>
                  <a:lnTo>
                    <a:pt x="39830" y="13603"/>
                  </a:lnTo>
                  <a:lnTo>
                    <a:pt x="29629" y="13939"/>
                  </a:lnTo>
                  <a:lnTo>
                    <a:pt x="19461" y="14276"/>
                  </a:lnTo>
                  <a:lnTo>
                    <a:pt x="14276" y="14478"/>
                  </a:lnTo>
                  <a:lnTo>
                    <a:pt x="9091" y="14714"/>
                  </a:lnTo>
                  <a:lnTo>
                    <a:pt x="6499" y="14882"/>
                  </a:lnTo>
                  <a:lnTo>
                    <a:pt x="3940" y="15050"/>
                  </a:lnTo>
                  <a:lnTo>
                    <a:pt x="1179" y="15252"/>
                  </a:lnTo>
                  <a:lnTo>
                    <a:pt x="607" y="15286"/>
                  </a:lnTo>
                  <a:lnTo>
                    <a:pt x="304" y="15320"/>
                  </a:lnTo>
                  <a:lnTo>
                    <a:pt x="1" y="15286"/>
                  </a:lnTo>
                  <a:lnTo>
                    <a:pt x="1" y="15522"/>
                  </a:lnTo>
                  <a:lnTo>
                    <a:pt x="910" y="15522"/>
                  </a:lnTo>
                  <a:lnTo>
                    <a:pt x="3671" y="15320"/>
                  </a:lnTo>
                  <a:lnTo>
                    <a:pt x="6398" y="15118"/>
                  </a:lnTo>
                  <a:lnTo>
                    <a:pt x="9226" y="14949"/>
                  </a:lnTo>
                  <a:lnTo>
                    <a:pt x="12020" y="14815"/>
                  </a:lnTo>
                  <a:lnTo>
                    <a:pt x="17676" y="14579"/>
                  </a:lnTo>
                  <a:lnTo>
                    <a:pt x="23164" y="14377"/>
                  </a:lnTo>
                  <a:lnTo>
                    <a:pt x="28619" y="14209"/>
                  </a:lnTo>
                  <a:lnTo>
                    <a:pt x="39594" y="13872"/>
                  </a:lnTo>
                  <a:lnTo>
                    <a:pt x="39662" y="13939"/>
                  </a:lnTo>
                  <a:lnTo>
                    <a:pt x="39729" y="13973"/>
                  </a:lnTo>
                  <a:lnTo>
                    <a:pt x="39763" y="13939"/>
                  </a:lnTo>
                  <a:lnTo>
                    <a:pt x="39897" y="13906"/>
                  </a:lnTo>
                  <a:lnTo>
                    <a:pt x="40066" y="13872"/>
                  </a:lnTo>
                  <a:lnTo>
                    <a:pt x="40167" y="13872"/>
                  </a:lnTo>
                  <a:lnTo>
                    <a:pt x="40234" y="13838"/>
                  </a:lnTo>
                  <a:lnTo>
                    <a:pt x="40402" y="13805"/>
                  </a:lnTo>
                  <a:lnTo>
                    <a:pt x="40571" y="13737"/>
                  </a:lnTo>
                  <a:lnTo>
                    <a:pt x="40705" y="13636"/>
                  </a:lnTo>
                  <a:lnTo>
                    <a:pt x="40806" y="13468"/>
                  </a:lnTo>
                  <a:lnTo>
                    <a:pt x="40907" y="13232"/>
                  </a:lnTo>
                  <a:lnTo>
                    <a:pt x="40975" y="12997"/>
                  </a:lnTo>
                  <a:lnTo>
                    <a:pt x="41042" y="12458"/>
                  </a:lnTo>
                  <a:lnTo>
                    <a:pt x="41076" y="11414"/>
                  </a:lnTo>
                  <a:lnTo>
                    <a:pt x="41109" y="10000"/>
                  </a:lnTo>
                  <a:lnTo>
                    <a:pt x="41143" y="8586"/>
                  </a:lnTo>
                  <a:lnTo>
                    <a:pt x="41109" y="5758"/>
                  </a:lnTo>
                  <a:lnTo>
                    <a:pt x="41042" y="3065"/>
                  </a:lnTo>
                  <a:lnTo>
                    <a:pt x="40907" y="337"/>
                  </a:lnTo>
                  <a:lnTo>
                    <a:pt x="409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6" name="Google Shape;826;p5"/>
            <p:cNvSpPr/>
            <p:nvPr/>
          </p:nvSpPr>
          <p:spPr>
            <a:xfrm>
              <a:off x="1872080" y="582069"/>
              <a:ext cx="10114" cy="67161"/>
            </a:xfrm>
            <a:custGeom>
              <a:avLst/>
              <a:gdLst/>
              <a:ahLst/>
              <a:cxnLst/>
              <a:rect l="l" t="t" r="r" b="b"/>
              <a:pathLst>
                <a:path w="203" h="1348" extrusionOk="0">
                  <a:moveTo>
                    <a:pt x="101" y="1"/>
                  </a:moveTo>
                  <a:lnTo>
                    <a:pt x="34" y="102"/>
                  </a:lnTo>
                  <a:lnTo>
                    <a:pt x="0" y="236"/>
                  </a:lnTo>
                  <a:lnTo>
                    <a:pt x="34" y="506"/>
                  </a:lnTo>
                  <a:lnTo>
                    <a:pt x="34" y="1280"/>
                  </a:lnTo>
                  <a:lnTo>
                    <a:pt x="68" y="1347"/>
                  </a:lnTo>
                  <a:lnTo>
                    <a:pt x="135" y="1347"/>
                  </a:lnTo>
                  <a:lnTo>
                    <a:pt x="169" y="1314"/>
                  </a:lnTo>
                  <a:lnTo>
                    <a:pt x="202" y="1280"/>
                  </a:lnTo>
                  <a:lnTo>
                    <a:pt x="169" y="472"/>
                  </a:lnTo>
                  <a:lnTo>
                    <a:pt x="169" y="236"/>
                  </a:lnTo>
                  <a:lnTo>
                    <a:pt x="169" y="102"/>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7" name="Google Shape;827;p5"/>
            <p:cNvSpPr/>
            <p:nvPr/>
          </p:nvSpPr>
          <p:spPr>
            <a:xfrm>
              <a:off x="1776471" y="-7"/>
              <a:ext cx="199639" cy="83951"/>
            </a:xfrm>
            <a:custGeom>
              <a:avLst/>
              <a:gdLst/>
              <a:ahLst/>
              <a:cxnLst/>
              <a:rect l="l" t="t" r="r" b="b"/>
              <a:pathLst>
                <a:path w="4007" h="1685" extrusionOk="0">
                  <a:moveTo>
                    <a:pt x="0" y="1"/>
                  </a:moveTo>
                  <a:lnTo>
                    <a:pt x="0" y="539"/>
                  </a:lnTo>
                  <a:lnTo>
                    <a:pt x="0" y="1011"/>
                  </a:lnTo>
                  <a:lnTo>
                    <a:pt x="68" y="1246"/>
                  </a:lnTo>
                  <a:lnTo>
                    <a:pt x="135" y="1448"/>
                  </a:lnTo>
                  <a:lnTo>
                    <a:pt x="202" y="1482"/>
                  </a:lnTo>
                  <a:lnTo>
                    <a:pt x="202" y="1516"/>
                  </a:lnTo>
                  <a:lnTo>
                    <a:pt x="236" y="1549"/>
                  </a:lnTo>
                  <a:lnTo>
                    <a:pt x="674" y="1617"/>
                  </a:lnTo>
                  <a:lnTo>
                    <a:pt x="1111" y="1650"/>
                  </a:lnTo>
                  <a:lnTo>
                    <a:pt x="2020" y="1684"/>
                  </a:lnTo>
                  <a:lnTo>
                    <a:pt x="2929" y="1650"/>
                  </a:lnTo>
                  <a:lnTo>
                    <a:pt x="3805" y="1549"/>
                  </a:lnTo>
                  <a:lnTo>
                    <a:pt x="3872" y="1583"/>
                  </a:lnTo>
                  <a:lnTo>
                    <a:pt x="3906" y="1583"/>
                  </a:lnTo>
                  <a:lnTo>
                    <a:pt x="3973" y="1549"/>
                  </a:lnTo>
                  <a:lnTo>
                    <a:pt x="4007" y="1482"/>
                  </a:lnTo>
                  <a:lnTo>
                    <a:pt x="3906" y="1"/>
                  </a:lnTo>
                  <a:lnTo>
                    <a:pt x="3704" y="1"/>
                  </a:lnTo>
                  <a:lnTo>
                    <a:pt x="3771" y="1347"/>
                  </a:lnTo>
                  <a:lnTo>
                    <a:pt x="2020" y="1381"/>
                  </a:lnTo>
                  <a:lnTo>
                    <a:pt x="1111" y="1381"/>
                  </a:lnTo>
                  <a:lnTo>
                    <a:pt x="236" y="1448"/>
                  </a:lnTo>
                  <a:lnTo>
                    <a:pt x="236" y="1415"/>
                  </a:lnTo>
                  <a:lnTo>
                    <a:pt x="270" y="1213"/>
                  </a:lnTo>
                  <a:lnTo>
                    <a:pt x="236" y="977"/>
                  </a:lnTo>
                  <a:lnTo>
                    <a:pt x="169" y="539"/>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8" name="Google Shape;828;p5"/>
            <p:cNvSpPr/>
            <p:nvPr/>
          </p:nvSpPr>
          <p:spPr>
            <a:xfrm>
              <a:off x="365747" y="204663"/>
              <a:ext cx="47032" cy="33580"/>
            </a:xfrm>
            <a:custGeom>
              <a:avLst/>
              <a:gdLst/>
              <a:ahLst/>
              <a:cxnLst/>
              <a:rect l="l" t="t" r="r" b="b"/>
              <a:pathLst>
                <a:path w="944" h="674" extrusionOk="0">
                  <a:moveTo>
                    <a:pt x="876" y="0"/>
                  </a:moveTo>
                  <a:lnTo>
                    <a:pt x="808" y="34"/>
                  </a:lnTo>
                  <a:lnTo>
                    <a:pt x="741" y="135"/>
                  </a:lnTo>
                  <a:lnTo>
                    <a:pt x="707" y="236"/>
                  </a:lnTo>
                  <a:lnTo>
                    <a:pt x="640" y="505"/>
                  </a:lnTo>
                  <a:lnTo>
                    <a:pt x="539" y="371"/>
                  </a:lnTo>
                  <a:lnTo>
                    <a:pt x="472" y="270"/>
                  </a:lnTo>
                  <a:lnTo>
                    <a:pt x="539" y="169"/>
                  </a:lnTo>
                  <a:lnTo>
                    <a:pt x="539" y="101"/>
                  </a:lnTo>
                  <a:lnTo>
                    <a:pt x="505" y="68"/>
                  </a:lnTo>
                  <a:lnTo>
                    <a:pt x="438" y="68"/>
                  </a:lnTo>
                  <a:lnTo>
                    <a:pt x="371" y="101"/>
                  </a:lnTo>
                  <a:lnTo>
                    <a:pt x="202" y="404"/>
                  </a:lnTo>
                  <a:lnTo>
                    <a:pt x="202" y="371"/>
                  </a:lnTo>
                  <a:lnTo>
                    <a:pt x="169" y="236"/>
                  </a:lnTo>
                  <a:lnTo>
                    <a:pt x="135" y="202"/>
                  </a:lnTo>
                  <a:lnTo>
                    <a:pt x="101" y="169"/>
                  </a:lnTo>
                  <a:lnTo>
                    <a:pt x="68" y="135"/>
                  </a:lnTo>
                  <a:lnTo>
                    <a:pt x="68" y="169"/>
                  </a:lnTo>
                  <a:lnTo>
                    <a:pt x="34" y="202"/>
                  </a:lnTo>
                  <a:lnTo>
                    <a:pt x="0" y="270"/>
                  </a:lnTo>
                  <a:lnTo>
                    <a:pt x="34" y="371"/>
                  </a:lnTo>
                  <a:lnTo>
                    <a:pt x="101" y="606"/>
                  </a:lnTo>
                  <a:lnTo>
                    <a:pt x="135" y="674"/>
                  </a:lnTo>
                  <a:lnTo>
                    <a:pt x="202" y="674"/>
                  </a:lnTo>
                  <a:lnTo>
                    <a:pt x="270" y="640"/>
                  </a:lnTo>
                  <a:lnTo>
                    <a:pt x="404" y="404"/>
                  </a:lnTo>
                  <a:lnTo>
                    <a:pt x="438" y="472"/>
                  </a:lnTo>
                  <a:lnTo>
                    <a:pt x="505" y="606"/>
                  </a:lnTo>
                  <a:lnTo>
                    <a:pt x="640" y="674"/>
                  </a:lnTo>
                  <a:lnTo>
                    <a:pt x="707" y="674"/>
                  </a:lnTo>
                  <a:lnTo>
                    <a:pt x="741" y="640"/>
                  </a:lnTo>
                  <a:lnTo>
                    <a:pt x="842" y="371"/>
                  </a:lnTo>
                  <a:lnTo>
                    <a:pt x="943" y="101"/>
                  </a:lnTo>
                  <a:lnTo>
                    <a:pt x="943" y="34"/>
                  </a:lnTo>
                  <a:lnTo>
                    <a:pt x="90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29" name="Google Shape;829;p5"/>
            <p:cNvSpPr/>
            <p:nvPr/>
          </p:nvSpPr>
          <p:spPr>
            <a:xfrm>
              <a:off x="322102" y="157681"/>
              <a:ext cx="125901" cy="119126"/>
            </a:xfrm>
            <a:custGeom>
              <a:avLst/>
              <a:gdLst/>
              <a:ahLst/>
              <a:cxnLst/>
              <a:rect l="l" t="t" r="r" b="b"/>
              <a:pathLst>
                <a:path w="2527" h="2391" extrusionOk="0">
                  <a:moveTo>
                    <a:pt x="2257" y="236"/>
                  </a:moveTo>
                  <a:lnTo>
                    <a:pt x="2257" y="674"/>
                  </a:lnTo>
                  <a:lnTo>
                    <a:pt x="2257" y="1078"/>
                  </a:lnTo>
                  <a:lnTo>
                    <a:pt x="2290" y="1617"/>
                  </a:lnTo>
                  <a:lnTo>
                    <a:pt x="2324" y="2122"/>
                  </a:lnTo>
                  <a:lnTo>
                    <a:pt x="2088" y="2088"/>
                  </a:lnTo>
                  <a:lnTo>
                    <a:pt x="1886" y="2088"/>
                  </a:lnTo>
                  <a:lnTo>
                    <a:pt x="1449" y="2122"/>
                  </a:lnTo>
                  <a:lnTo>
                    <a:pt x="910" y="2122"/>
                  </a:lnTo>
                  <a:lnTo>
                    <a:pt x="641" y="2155"/>
                  </a:lnTo>
                  <a:lnTo>
                    <a:pt x="371" y="2223"/>
                  </a:lnTo>
                  <a:lnTo>
                    <a:pt x="304" y="1684"/>
                  </a:lnTo>
                  <a:lnTo>
                    <a:pt x="237" y="1145"/>
                  </a:lnTo>
                  <a:lnTo>
                    <a:pt x="203" y="708"/>
                  </a:lnTo>
                  <a:lnTo>
                    <a:pt x="136" y="270"/>
                  </a:lnTo>
                  <a:lnTo>
                    <a:pt x="1179" y="270"/>
                  </a:lnTo>
                  <a:lnTo>
                    <a:pt x="2257" y="236"/>
                  </a:lnTo>
                  <a:close/>
                  <a:moveTo>
                    <a:pt x="2223" y="1"/>
                  </a:moveTo>
                  <a:lnTo>
                    <a:pt x="1179" y="34"/>
                  </a:lnTo>
                  <a:lnTo>
                    <a:pt x="641" y="34"/>
                  </a:lnTo>
                  <a:lnTo>
                    <a:pt x="136" y="102"/>
                  </a:lnTo>
                  <a:lnTo>
                    <a:pt x="68" y="135"/>
                  </a:lnTo>
                  <a:lnTo>
                    <a:pt x="35" y="203"/>
                  </a:lnTo>
                  <a:lnTo>
                    <a:pt x="1" y="438"/>
                  </a:lnTo>
                  <a:lnTo>
                    <a:pt x="1" y="674"/>
                  </a:lnTo>
                  <a:lnTo>
                    <a:pt x="35" y="1145"/>
                  </a:lnTo>
                  <a:lnTo>
                    <a:pt x="68" y="1751"/>
                  </a:lnTo>
                  <a:lnTo>
                    <a:pt x="136" y="2021"/>
                  </a:lnTo>
                  <a:lnTo>
                    <a:pt x="203" y="2324"/>
                  </a:lnTo>
                  <a:lnTo>
                    <a:pt x="237" y="2357"/>
                  </a:lnTo>
                  <a:lnTo>
                    <a:pt x="338" y="2357"/>
                  </a:lnTo>
                  <a:lnTo>
                    <a:pt x="573" y="2391"/>
                  </a:lnTo>
                  <a:lnTo>
                    <a:pt x="809" y="2391"/>
                  </a:lnTo>
                  <a:lnTo>
                    <a:pt x="1280" y="2357"/>
                  </a:lnTo>
                  <a:lnTo>
                    <a:pt x="2088" y="2357"/>
                  </a:lnTo>
                  <a:lnTo>
                    <a:pt x="2358" y="2290"/>
                  </a:lnTo>
                  <a:lnTo>
                    <a:pt x="2391" y="2324"/>
                  </a:lnTo>
                  <a:lnTo>
                    <a:pt x="2459" y="2324"/>
                  </a:lnTo>
                  <a:lnTo>
                    <a:pt x="2492" y="2256"/>
                  </a:lnTo>
                  <a:lnTo>
                    <a:pt x="2526" y="2021"/>
                  </a:lnTo>
                  <a:lnTo>
                    <a:pt x="2526" y="1751"/>
                  </a:lnTo>
                  <a:lnTo>
                    <a:pt x="2492" y="1246"/>
                  </a:lnTo>
                  <a:lnTo>
                    <a:pt x="2459" y="640"/>
                  </a:lnTo>
                  <a:lnTo>
                    <a:pt x="2425" y="371"/>
                  </a:lnTo>
                  <a:lnTo>
                    <a:pt x="2358" y="68"/>
                  </a:lnTo>
                  <a:lnTo>
                    <a:pt x="2324"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0" name="Google Shape;830;p5"/>
            <p:cNvSpPr/>
            <p:nvPr/>
          </p:nvSpPr>
          <p:spPr>
            <a:xfrm>
              <a:off x="270138" y="335497"/>
              <a:ext cx="30242" cy="43645"/>
            </a:xfrm>
            <a:custGeom>
              <a:avLst/>
              <a:gdLst/>
              <a:ahLst/>
              <a:cxnLst/>
              <a:rect l="l" t="t" r="r" b="b"/>
              <a:pathLst>
                <a:path w="607" h="876" extrusionOk="0">
                  <a:moveTo>
                    <a:pt x="303" y="0"/>
                  </a:moveTo>
                  <a:lnTo>
                    <a:pt x="236" y="34"/>
                  </a:lnTo>
                  <a:lnTo>
                    <a:pt x="202" y="68"/>
                  </a:lnTo>
                  <a:lnTo>
                    <a:pt x="101" y="472"/>
                  </a:lnTo>
                  <a:lnTo>
                    <a:pt x="34" y="640"/>
                  </a:lnTo>
                  <a:lnTo>
                    <a:pt x="0" y="741"/>
                  </a:lnTo>
                  <a:lnTo>
                    <a:pt x="0" y="808"/>
                  </a:lnTo>
                  <a:lnTo>
                    <a:pt x="34" y="842"/>
                  </a:lnTo>
                  <a:lnTo>
                    <a:pt x="68" y="842"/>
                  </a:lnTo>
                  <a:lnTo>
                    <a:pt x="169" y="775"/>
                  </a:lnTo>
                  <a:lnTo>
                    <a:pt x="202" y="707"/>
                  </a:lnTo>
                  <a:lnTo>
                    <a:pt x="371" y="707"/>
                  </a:lnTo>
                  <a:lnTo>
                    <a:pt x="438" y="842"/>
                  </a:lnTo>
                  <a:lnTo>
                    <a:pt x="472" y="876"/>
                  </a:lnTo>
                  <a:lnTo>
                    <a:pt x="505" y="876"/>
                  </a:lnTo>
                  <a:lnTo>
                    <a:pt x="573" y="842"/>
                  </a:lnTo>
                  <a:lnTo>
                    <a:pt x="573" y="808"/>
                  </a:lnTo>
                  <a:lnTo>
                    <a:pt x="573" y="674"/>
                  </a:lnTo>
                  <a:lnTo>
                    <a:pt x="573" y="640"/>
                  </a:lnTo>
                  <a:lnTo>
                    <a:pt x="606" y="606"/>
                  </a:lnTo>
                  <a:lnTo>
                    <a:pt x="573" y="573"/>
                  </a:lnTo>
                  <a:lnTo>
                    <a:pt x="539" y="573"/>
                  </a:lnTo>
                  <a:lnTo>
                    <a:pt x="505" y="438"/>
                  </a:lnTo>
                  <a:lnTo>
                    <a:pt x="371" y="68"/>
                  </a:lnTo>
                  <a:lnTo>
                    <a:pt x="33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1" name="Google Shape;831;p5"/>
            <p:cNvSpPr/>
            <p:nvPr/>
          </p:nvSpPr>
          <p:spPr>
            <a:xfrm>
              <a:off x="182898" y="159375"/>
              <a:ext cx="122514" cy="134222"/>
            </a:xfrm>
            <a:custGeom>
              <a:avLst/>
              <a:gdLst/>
              <a:ahLst/>
              <a:cxnLst/>
              <a:rect l="l" t="t" r="r" b="b"/>
              <a:pathLst>
                <a:path w="2459" h="2694" extrusionOk="0">
                  <a:moveTo>
                    <a:pt x="2290" y="236"/>
                  </a:moveTo>
                  <a:lnTo>
                    <a:pt x="2223" y="741"/>
                  </a:lnTo>
                  <a:lnTo>
                    <a:pt x="2189" y="1280"/>
                  </a:lnTo>
                  <a:lnTo>
                    <a:pt x="2223" y="1818"/>
                  </a:lnTo>
                  <a:lnTo>
                    <a:pt x="2290" y="2323"/>
                  </a:lnTo>
                  <a:lnTo>
                    <a:pt x="2290" y="2357"/>
                  </a:lnTo>
                  <a:lnTo>
                    <a:pt x="1819" y="2357"/>
                  </a:lnTo>
                  <a:lnTo>
                    <a:pt x="1347" y="2391"/>
                  </a:lnTo>
                  <a:lnTo>
                    <a:pt x="371" y="2391"/>
                  </a:lnTo>
                  <a:lnTo>
                    <a:pt x="270" y="1313"/>
                  </a:lnTo>
                  <a:lnTo>
                    <a:pt x="169" y="270"/>
                  </a:lnTo>
                  <a:lnTo>
                    <a:pt x="708" y="303"/>
                  </a:lnTo>
                  <a:lnTo>
                    <a:pt x="1213" y="303"/>
                  </a:lnTo>
                  <a:lnTo>
                    <a:pt x="2290" y="236"/>
                  </a:lnTo>
                  <a:close/>
                  <a:moveTo>
                    <a:pt x="2290" y="0"/>
                  </a:moveTo>
                  <a:lnTo>
                    <a:pt x="1751" y="34"/>
                  </a:lnTo>
                  <a:lnTo>
                    <a:pt x="1213" y="68"/>
                  </a:lnTo>
                  <a:lnTo>
                    <a:pt x="674" y="68"/>
                  </a:lnTo>
                  <a:lnTo>
                    <a:pt x="135" y="101"/>
                  </a:lnTo>
                  <a:lnTo>
                    <a:pt x="102" y="135"/>
                  </a:lnTo>
                  <a:lnTo>
                    <a:pt x="68" y="169"/>
                  </a:lnTo>
                  <a:lnTo>
                    <a:pt x="34" y="202"/>
                  </a:lnTo>
                  <a:lnTo>
                    <a:pt x="1" y="236"/>
                  </a:lnTo>
                  <a:lnTo>
                    <a:pt x="1" y="842"/>
                  </a:lnTo>
                  <a:lnTo>
                    <a:pt x="1" y="1448"/>
                  </a:lnTo>
                  <a:lnTo>
                    <a:pt x="68" y="2054"/>
                  </a:lnTo>
                  <a:lnTo>
                    <a:pt x="169" y="2626"/>
                  </a:lnTo>
                  <a:lnTo>
                    <a:pt x="236" y="2694"/>
                  </a:lnTo>
                  <a:lnTo>
                    <a:pt x="304" y="2694"/>
                  </a:lnTo>
                  <a:lnTo>
                    <a:pt x="371" y="2660"/>
                  </a:lnTo>
                  <a:lnTo>
                    <a:pt x="405" y="2593"/>
                  </a:lnTo>
                  <a:lnTo>
                    <a:pt x="371" y="2525"/>
                  </a:lnTo>
                  <a:lnTo>
                    <a:pt x="842" y="2593"/>
                  </a:lnTo>
                  <a:lnTo>
                    <a:pt x="1347" y="2626"/>
                  </a:lnTo>
                  <a:lnTo>
                    <a:pt x="1819" y="2593"/>
                  </a:lnTo>
                  <a:lnTo>
                    <a:pt x="2054" y="2559"/>
                  </a:lnTo>
                  <a:lnTo>
                    <a:pt x="2290" y="2525"/>
                  </a:lnTo>
                  <a:lnTo>
                    <a:pt x="2324" y="2458"/>
                  </a:lnTo>
                  <a:lnTo>
                    <a:pt x="2324" y="2391"/>
                  </a:lnTo>
                  <a:lnTo>
                    <a:pt x="2357" y="2424"/>
                  </a:lnTo>
                  <a:lnTo>
                    <a:pt x="2391" y="2424"/>
                  </a:lnTo>
                  <a:lnTo>
                    <a:pt x="2425" y="2391"/>
                  </a:lnTo>
                  <a:lnTo>
                    <a:pt x="2458" y="2323"/>
                  </a:lnTo>
                  <a:lnTo>
                    <a:pt x="2458" y="1818"/>
                  </a:lnTo>
                  <a:lnTo>
                    <a:pt x="2458" y="1246"/>
                  </a:lnTo>
                  <a:lnTo>
                    <a:pt x="2425" y="707"/>
                  </a:lnTo>
                  <a:lnTo>
                    <a:pt x="2357" y="202"/>
                  </a:lnTo>
                  <a:lnTo>
                    <a:pt x="2391" y="135"/>
                  </a:lnTo>
                  <a:lnTo>
                    <a:pt x="2391" y="68"/>
                  </a:lnTo>
                  <a:lnTo>
                    <a:pt x="2357"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2" name="Google Shape;832;p5"/>
            <p:cNvSpPr/>
            <p:nvPr/>
          </p:nvSpPr>
          <p:spPr>
            <a:xfrm>
              <a:off x="481485" y="466331"/>
              <a:ext cx="38612" cy="38612"/>
            </a:xfrm>
            <a:custGeom>
              <a:avLst/>
              <a:gdLst/>
              <a:ahLst/>
              <a:cxnLst/>
              <a:rect l="l" t="t" r="r" b="b"/>
              <a:pathLst>
                <a:path w="775" h="775" extrusionOk="0">
                  <a:moveTo>
                    <a:pt x="674" y="0"/>
                  </a:moveTo>
                  <a:lnTo>
                    <a:pt x="505" y="135"/>
                  </a:lnTo>
                  <a:lnTo>
                    <a:pt x="371" y="236"/>
                  </a:lnTo>
                  <a:lnTo>
                    <a:pt x="169" y="135"/>
                  </a:lnTo>
                  <a:lnTo>
                    <a:pt x="135" y="101"/>
                  </a:lnTo>
                  <a:lnTo>
                    <a:pt x="101" y="135"/>
                  </a:lnTo>
                  <a:lnTo>
                    <a:pt x="68" y="169"/>
                  </a:lnTo>
                  <a:lnTo>
                    <a:pt x="101" y="236"/>
                  </a:lnTo>
                  <a:lnTo>
                    <a:pt x="236" y="371"/>
                  </a:lnTo>
                  <a:lnTo>
                    <a:pt x="135" y="472"/>
                  </a:lnTo>
                  <a:lnTo>
                    <a:pt x="68" y="573"/>
                  </a:lnTo>
                  <a:lnTo>
                    <a:pt x="34" y="606"/>
                  </a:lnTo>
                  <a:lnTo>
                    <a:pt x="0" y="674"/>
                  </a:lnTo>
                  <a:lnTo>
                    <a:pt x="34" y="741"/>
                  </a:lnTo>
                  <a:lnTo>
                    <a:pt x="101" y="775"/>
                  </a:lnTo>
                  <a:lnTo>
                    <a:pt x="202" y="707"/>
                  </a:lnTo>
                  <a:lnTo>
                    <a:pt x="270" y="640"/>
                  </a:lnTo>
                  <a:lnTo>
                    <a:pt x="404" y="472"/>
                  </a:lnTo>
                  <a:lnTo>
                    <a:pt x="640" y="573"/>
                  </a:lnTo>
                  <a:lnTo>
                    <a:pt x="741" y="539"/>
                  </a:lnTo>
                  <a:lnTo>
                    <a:pt x="775" y="472"/>
                  </a:lnTo>
                  <a:lnTo>
                    <a:pt x="775" y="404"/>
                  </a:lnTo>
                  <a:lnTo>
                    <a:pt x="707" y="371"/>
                  </a:lnTo>
                  <a:lnTo>
                    <a:pt x="539" y="337"/>
                  </a:lnTo>
                  <a:lnTo>
                    <a:pt x="606" y="270"/>
                  </a:lnTo>
                  <a:lnTo>
                    <a:pt x="707" y="34"/>
                  </a:lnTo>
                  <a:lnTo>
                    <a:pt x="70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3" name="Google Shape;833;p5"/>
            <p:cNvSpPr/>
            <p:nvPr/>
          </p:nvSpPr>
          <p:spPr>
            <a:xfrm>
              <a:off x="463050" y="150955"/>
              <a:ext cx="127496" cy="120820"/>
            </a:xfrm>
            <a:custGeom>
              <a:avLst/>
              <a:gdLst/>
              <a:ahLst/>
              <a:cxnLst/>
              <a:rect l="l" t="t" r="r" b="b"/>
              <a:pathLst>
                <a:path w="2559" h="2425" extrusionOk="0">
                  <a:moveTo>
                    <a:pt x="168" y="169"/>
                  </a:moveTo>
                  <a:lnTo>
                    <a:pt x="370" y="270"/>
                  </a:lnTo>
                  <a:lnTo>
                    <a:pt x="572" y="304"/>
                  </a:lnTo>
                  <a:lnTo>
                    <a:pt x="1010" y="270"/>
                  </a:lnTo>
                  <a:lnTo>
                    <a:pt x="1650" y="304"/>
                  </a:lnTo>
                  <a:lnTo>
                    <a:pt x="2290" y="338"/>
                  </a:lnTo>
                  <a:lnTo>
                    <a:pt x="2290" y="708"/>
                  </a:lnTo>
                  <a:lnTo>
                    <a:pt x="2323" y="1078"/>
                  </a:lnTo>
                  <a:lnTo>
                    <a:pt x="2323" y="1583"/>
                  </a:lnTo>
                  <a:lnTo>
                    <a:pt x="2323" y="1853"/>
                  </a:lnTo>
                  <a:lnTo>
                    <a:pt x="2391" y="2088"/>
                  </a:lnTo>
                  <a:lnTo>
                    <a:pt x="2357" y="2088"/>
                  </a:lnTo>
                  <a:lnTo>
                    <a:pt x="1313" y="2122"/>
                  </a:lnTo>
                  <a:lnTo>
                    <a:pt x="808" y="2156"/>
                  </a:lnTo>
                  <a:lnTo>
                    <a:pt x="539" y="2189"/>
                  </a:lnTo>
                  <a:lnTo>
                    <a:pt x="303" y="2223"/>
                  </a:lnTo>
                  <a:lnTo>
                    <a:pt x="236" y="1718"/>
                  </a:lnTo>
                  <a:lnTo>
                    <a:pt x="236" y="1213"/>
                  </a:lnTo>
                  <a:lnTo>
                    <a:pt x="269" y="708"/>
                  </a:lnTo>
                  <a:lnTo>
                    <a:pt x="236" y="439"/>
                  </a:lnTo>
                  <a:lnTo>
                    <a:pt x="202" y="304"/>
                  </a:lnTo>
                  <a:lnTo>
                    <a:pt x="168" y="169"/>
                  </a:lnTo>
                  <a:close/>
                  <a:moveTo>
                    <a:pt x="2357" y="1"/>
                  </a:moveTo>
                  <a:lnTo>
                    <a:pt x="2357" y="35"/>
                  </a:lnTo>
                  <a:lnTo>
                    <a:pt x="2323" y="136"/>
                  </a:lnTo>
                  <a:lnTo>
                    <a:pt x="1751" y="68"/>
                  </a:lnTo>
                  <a:lnTo>
                    <a:pt x="1178" y="68"/>
                  </a:lnTo>
                  <a:lnTo>
                    <a:pt x="640" y="35"/>
                  </a:lnTo>
                  <a:lnTo>
                    <a:pt x="404" y="68"/>
                  </a:lnTo>
                  <a:lnTo>
                    <a:pt x="269" y="102"/>
                  </a:lnTo>
                  <a:lnTo>
                    <a:pt x="168" y="169"/>
                  </a:lnTo>
                  <a:lnTo>
                    <a:pt x="135" y="169"/>
                  </a:lnTo>
                  <a:lnTo>
                    <a:pt x="67" y="338"/>
                  </a:lnTo>
                  <a:lnTo>
                    <a:pt x="34" y="506"/>
                  </a:lnTo>
                  <a:lnTo>
                    <a:pt x="0" y="876"/>
                  </a:lnTo>
                  <a:lnTo>
                    <a:pt x="34" y="1583"/>
                  </a:lnTo>
                  <a:lnTo>
                    <a:pt x="34" y="1819"/>
                  </a:lnTo>
                  <a:lnTo>
                    <a:pt x="34" y="2055"/>
                  </a:lnTo>
                  <a:lnTo>
                    <a:pt x="34" y="2189"/>
                  </a:lnTo>
                  <a:lnTo>
                    <a:pt x="67" y="2290"/>
                  </a:lnTo>
                  <a:lnTo>
                    <a:pt x="135" y="2358"/>
                  </a:lnTo>
                  <a:lnTo>
                    <a:pt x="236" y="2425"/>
                  </a:lnTo>
                  <a:lnTo>
                    <a:pt x="303" y="2425"/>
                  </a:lnTo>
                  <a:lnTo>
                    <a:pt x="303" y="2358"/>
                  </a:lnTo>
                  <a:lnTo>
                    <a:pt x="572" y="2391"/>
                  </a:lnTo>
                  <a:lnTo>
                    <a:pt x="808" y="2425"/>
                  </a:lnTo>
                  <a:lnTo>
                    <a:pt x="1347" y="2391"/>
                  </a:lnTo>
                  <a:lnTo>
                    <a:pt x="2357" y="2324"/>
                  </a:lnTo>
                  <a:lnTo>
                    <a:pt x="2424" y="2290"/>
                  </a:lnTo>
                  <a:lnTo>
                    <a:pt x="2492" y="2324"/>
                  </a:lnTo>
                  <a:lnTo>
                    <a:pt x="2525" y="2324"/>
                  </a:lnTo>
                  <a:lnTo>
                    <a:pt x="2525" y="2290"/>
                  </a:lnTo>
                  <a:lnTo>
                    <a:pt x="2559" y="2021"/>
                  </a:lnTo>
                  <a:lnTo>
                    <a:pt x="2559" y="1752"/>
                  </a:lnTo>
                  <a:lnTo>
                    <a:pt x="2525" y="1247"/>
                  </a:lnTo>
                  <a:lnTo>
                    <a:pt x="2492" y="641"/>
                  </a:lnTo>
                  <a:lnTo>
                    <a:pt x="2492" y="338"/>
                  </a:lnTo>
                  <a:lnTo>
                    <a:pt x="2458" y="35"/>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4" name="Google Shape;834;p5"/>
            <p:cNvSpPr/>
            <p:nvPr/>
          </p:nvSpPr>
          <p:spPr>
            <a:xfrm>
              <a:off x="513371" y="199631"/>
              <a:ext cx="31886" cy="38612"/>
            </a:xfrm>
            <a:custGeom>
              <a:avLst/>
              <a:gdLst/>
              <a:ahLst/>
              <a:cxnLst/>
              <a:rect l="l" t="t" r="r" b="b"/>
              <a:pathLst>
                <a:path w="640" h="775" extrusionOk="0">
                  <a:moveTo>
                    <a:pt x="101" y="0"/>
                  </a:moveTo>
                  <a:lnTo>
                    <a:pt x="67" y="34"/>
                  </a:lnTo>
                  <a:lnTo>
                    <a:pt x="34" y="337"/>
                  </a:lnTo>
                  <a:lnTo>
                    <a:pt x="34" y="606"/>
                  </a:lnTo>
                  <a:lnTo>
                    <a:pt x="67" y="640"/>
                  </a:lnTo>
                  <a:lnTo>
                    <a:pt x="67" y="674"/>
                  </a:lnTo>
                  <a:lnTo>
                    <a:pt x="0" y="674"/>
                  </a:lnTo>
                  <a:lnTo>
                    <a:pt x="0" y="707"/>
                  </a:lnTo>
                  <a:lnTo>
                    <a:pt x="168" y="775"/>
                  </a:lnTo>
                  <a:lnTo>
                    <a:pt x="370" y="775"/>
                  </a:lnTo>
                  <a:lnTo>
                    <a:pt x="505" y="741"/>
                  </a:lnTo>
                  <a:lnTo>
                    <a:pt x="573" y="707"/>
                  </a:lnTo>
                  <a:lnTo>
                    <a:pt x="640" y="674"/>
                  </a:lnTo>
                  <a:lnTo>
                    <a:pt x="640" y="640"/>
                  </a:lnTo>
                  <a:lnTo>
                    <a:pt x="606" y="606"/>
                  </a:lnTo>
                  <a:lnTo>
                    <a:pt x="539" y="573"/>
                  </a:lnTo>
                  <a:lnTo>
                    <a:pt x="472" y="606"/>
                  </a:lnTo>
                  <a:lnTo>
                    <a:pt x="337" y="640"/>
                  </a:lnTo>
                  <a:lnTo>
                    <a:pt x="168" y="674"/>
                  </a:lnTo>
                  <a:lnTo>
                    <a:pt x="168" y="606"/>
                  </a:lnTo>
                  <a:lnTo>
                    <a:pt x="168" y="371"/>
                  </a:lnTo>
                  <a:lnTo>
                    <a:pt x="236" y="404"/>
                  </a:lnTo>
                  <a:lnTo>
                    <a:pt x="472" y="404"/>
                  </a:lnTo>
                  <a:lnTo>
                    <a:pt x="505" y="337"/>
                  </a:lnTo>
                  <a:lnTo>
                    <a:pt x="505" y="303"/>
                  </a:lnTo>
                  <a:lnTo>
                    <a:pt x="472" y="236"/>
                  </a:lnTo>
                  <a:lnTo>
                    <a:pt x="202" y="236"/>
                  </a:lnTo>
                  <a:lnTo>
                    <a:pt x="168" y="270"/>
                  </a:lnTo>
                  <a:lnTo>
                    <a:pt x="135" y="34"/>
                  </a:lnTo>
                  <a:lnTo>
                    <a:pt x="101" y="34"/>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5" name="Google Shape;835;p5"/>
            <p:cNvSpPr/>
            <p:nvPr/>
          </p:nvSpPr>
          <p:spPr>
            <a:xfrm>
              <a:off x="404310" y="337191"/>
              <a:ext cx="30242" cy="43645"/>
            </a:xfrm>
            <a:custGeom>
              <a:avLst/>
              <a:gdLst/>
              <a:ahLst/>
              <a:cxnLst/>
              <a:rect l="l" t="t" r="r" b="b"/>
              <a:pathLst>
                <a:path w="607" h="876" extrusionOk="0">
                  <a:moveTo>
                    <a:pt x="371" y="0"/>
                  </a:moveTo>
                  <a:lnTo>
                    <a:pt x="304" y="34"/>
                  </a:lnTo>
                  <a:lnTo>
                    <a:pt x="169" y="67"/>
                  </a:lnTo>
                  <a:lnTo>
                    <a:pt x="102" y="135"/>
                  </a:lnTo>
                  <a:lnTo>
                    <a:pt x="102" y="168"/>
                  </a:lnTo>
                  <a:lnTo>
                    <a:pt x="68" y="269"/>
                  </a:lnTo>
                  <a:lnTo>
                    <a:pt x="68" y="337"/>
                  </a:lnTo>
                  <a:lnTo>
                    <a:pt x="135" y="438"/>
                  </a:lnTo>
                  <a:lnTo>
                    <a:pt x="270" y="505"/>
                  </a:lnTo>
                  <a:lnTo>
                    <a:pt x="405" y="539"/>
                  </a:lnTo>
                  <a:lnTo>
                    <a:pt x="405" y="606"/>
                  </a:lnTo>
                  <a:lnTo>
                    <a:pt x="337" y="673"/>
                  </a:lnTo>
                  <a:lnTo>
                    <a:pt x="304" y="707"/>
                  </a:lnTo>
                  <a:lnTo>
                    <a:pt x="236" y="673"/>
                  </a:lnTo>
                  <a:lnTo>
                    <a:pt x="135" y="640"/>
                  </a:lnTo>
                  <a:lnTo>
                    <a:pt x="34" y="640"/>
                  </a:lnTo>
                  <a:lnTo>
                    <a:pt x="1" y="673"/>
                  </a:lnTo>
                  <a:lnTo>
                    <a:pt x="1" y="741"/>
                  </a:lnTo>
                  <a:lnTo>
                    <a:pt x="34" y="774"/>
                  </a:lnTo>
                  <a:lnTo>
                    <a:pt x="135" y="842"/>
                  </a:lnTo>
                  <a:lnTo>
                    <a:pt x="236" y="875"/>
                  </a:lnTo>
                  <a:lnTo>
                    <a:pt x="337" y="875"/>
                  </a:lnTo>
                  <a:lnTo>
                    <a:pt x="438" y="808"/>
                  </a:lnTo>
                  <a:lnTo>
                    <a:pt x="539" y="741"/>
                  </a:lnTo>
                  <a:lnTo>
                    <a:pt x="573" y="640"/>
                  </a:lnTo>
                  <a:lnTo>
                    <a:pt x="607" y="539"/>
                  </a:lnTo>
                  <a:lnTo>
                    <a:pt x="573" y="438"/>
                  </a:lnTo>
                  <a:lnTo>
                    <a:pt x="539" y="404"/>
                  </a:lnTo>
                  <a:lnTo>
                    <a:pt x="472" y="370"/>
                  </a:lnTo>
                  <a:lnTo>
                    <a:pt x="337" y="337"/>
                  </a:lnTo>
                  <a:lnTo>
                    <a:pt x="304" y="303"/>
                  </a:lnTo>
                  <a:lnTo>
                    <a:pt x="270" y="269"/>
                  </a:lnTo>
                  <a:lnTo>
                    <a:pt x="270" y="202"/>
                  </a:lnTo>
                  <a:lnTo>
                    <a:pt x="337" y="168"/>
                  </a:lnTo>
                  <a:lnTo>
                    <a:pt x="506" y="168"/>
                  </a:lnTo>
                  <a:lnTo>
                    <a:pt x="506" y="135"/>
                  </a:lnTo>
                  <a:lnTo>
                    <a:pt x="472" y="67"/>
                  </a:lnTo>
                  <a:lnTo>
                    <a:pt x="438"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6" name="Google Shape;836;p5"/>
            <p:cNvSpPr/>
            <p:nvPr/>
          </p:nvSpPr>
          <p:spPr>
            <a:xfrm>
              <a:off x="355683" y="291853"/>
              <a:ext cx="122514" cy="120869"/>
            </a:xfrm>
            <a:custGeom>
              <a:avLst/>
              <a:gdLst/>
              <a:ahLst/>
              <a:cxnLst/>
              <a:rect l="l" t="t" r="r" b="b"/>
              <a:pathLst>
                <a:path w="2459" h="2426" extrusionOk="0">
                  <a:moveTo>
                    <a:pt x="2290" y="203"/>
                  </a:moveTo>
                  <a:lnTo>
                    <a:pt x="2256" y="641"/>
                  </a:lnTo>
                  <a:lnTo>
                    <a:pt x="2256" y="1078"/>
                  </a:lnTo>
                  <a:lnTo>
                    <a:pt x="2222" y="1617"/>
                  </a:lnTo>
                  <a:lnTo>
                    <a:pt x="2222" y="2156"/>
                  </a:lnTo>
                  <a:lnTo>
                    <a:pt x="1953" y="2122"/>
                  </a:lnTo>
                  <a:lnTo>
                    <a:pt x="1684" y="2088"/>
                  </a:lnTo>
                  <a:lnTo>
                    <a:pt x="1145" y="2122"/>
                  </a:lnTo>
                  <a:lnTo>
                    <a:pt x="707" y="2156"/>
                  </a:lnTo>
                  <a:lnTo>
                    <a:pt x="472" y="2156"/>
                  </a:lnTo>
                  <a:lnTo>
                    <a:pt x="270" y="2223"/>
                  </a:lnTo>
                  <a:lnTo>
                    <a:pt x="270" y="1684"/>
                  </a:lnTo>
                  <a:lnTo>
                    <a:pt x="236" y="1179"/>
                  </a:lnTo>
                  <a:lnTo>
                    <a:pt x="202" y="742"/>
                  </a:lnTo>
                  <a:lnTo>
                    <a:pt x="202" y="304"/>
                  </a:lnTo>
                  <a:lnTo>
                    <a:pt x="1246" y="270"/>
                  </a:lnTo>
                  <a:lnTo>
                    <a:pt x="1751" y="237"/>
                  </a:lnTo>
                  <a:lnTo>
                    <a:pt x="2290" y="203"/>
                  </a:lnTo>
                  <a:close/>
                  <a:moveTo>
                    <a:pt x="1751" y="1"/>
                  </a:moveTo>
                  <a:lnTo>
                    <a:pt x="1212" y="35"/>
                  </a:lnTo>
                  <a:lnTo>
                    <a:pt x="169" y="102"/>
                  </a:lnTo>
                  <a:lnTo>
                    <a:pt x="135" y="102"/>
                  </a:lnTo>
                  <a:lnTo>
                    <a:pt x="101" y="136"/>
                  </a:lnTo>
                  <a:lnTo>
                    <a:pt x="68" y="169"/>
                  </a:lnTo>
                  <a:lnTo>
                    <a:pt x="0" y="439"/>
                  </a:lnTo>
                  <a:lnTo>
                    <a:pt x="0" y="742"/>
                  </a:lnTo>
                  <a:lnTo>
                    <a:pt x="34" y="1348"/>
                  </a:lnTo>
                  <a:lnTo>
                    <a:pt x="34" y="1853"/>
                  </a:lnTo>
                  <a:lnTo>
                    <a:pt x="68" y="2122"/>
                  </a:lnTo>
                  <a:lnTo>
                    <a:pt x="101" y="2358"/>
                  </a:lnTo>
                  <a:lnTo>
                    <a:pt x="135" y="2391"/>
                  </a:lnTo>
                  <a:lnTo>
                    <a:pt x="169" y="2425"/>
                  </a:lnTo>
                  <a:lnTo>
                    <a:pt x="202" y="2425"/>
                  </a:lnTo>
                  <a:lnTo>
                    <a:pt x="236" y="2391"/>
                  </a:lnTo>
                  <a:lnTo>
                    <a:pt x="775" y="2391"/>
                  </a:lnTo>
                  <a:lnTo>
                    <a:pt x="1313" y="2358"/>
                  </a:lnTo>
                  <a:lnTo>
                    <a:pt x="1785" y="2358"/>
                  </a:lnTo>
                  <a:lnTo>
                    <a:pt x="2020" y="2324"/>
                  </a:lnTo>
                  <a:lnTo>
                    <a:pt x="2256" y="2290"/>
                  </a:lnTo>
                  <a:lnTo>
                    <a:pt x="2256" y="2257"/>
                  </a:lnTo>
                  <a:lnTo>
                    <a:pt x="2323" y="2290"/>
                  </a:lnTo>
                  <a:lnTo>
                    <a:pt x="2357" y="2257"/>
                  </a:lnTo>
                  <a:lnTo>
                    <a:pt x="2391" y="2223"/>
                  </a:lnTo>
                  <a:lnTo>
                    <a:pt x="2424" y="1954"/>
                  </a:lnTo>
                  <a:lnTo>
                    <a:pt x="2458" y="1651"/>
                  </a:lnTo>
                  <a:lnTo>
                    <a:pt x="2458" y="1045"/>
                  </a:lnTo>
                  <a:lnTo>
                    <a:pt x="2458" y="573"/>
                  </a:lnTo>
                  <a:lnTo>
                    <a:pt x="2424" y="338"/>
                  </a:lnTo>
                  <a:lnTo>
                    <a:pt x="2357" y="102"/>
                  </a:lnTo>
                  <a:lnTo>
                    <a:pt x="2357" y="35"/>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7" name="Google Shape;837;p5"/>
            <p:cNvSpPr/>
            <p:nvPr/>
          </p:nvSpPr>
          <p:spPr>
            <a:xfrm>
              <a:off x="250009" y="-7"/>
              <a:ext cx="10114" cy="16840"/>
            </a:xfrm>
            <a:custGeom>
              <a:avLst/>
              <a:gdLst/>
              <a:ahLst/>
              <a:cxnLst/>
              <a:rect l="l" t="t" r="r" b="b"/>
              <a:pathLst>
                <a:path w="203" h="338" extrusionOk="0">
                  <a:moveTo>
                    <a:pt x="0" y="1"/>
                  </a:moveTo>
                  <a:lnTo>
                    <a:pt x="68" y="270"/>
                  </a:lnTo>
                  <a:lnTo>
                    <a:pt x="101" y="304"/>
                  </a:lnTo>
                  <a:lnTo>
                    <a:pt x="135" y="337"/>
                  </a:lnTo>
                  <a:lnTo>
                    <a:pt x="202" y="304"/>
                  </a:lnTo>
                  <a:lnTo>
                    <a:pt x="202" y="236"/>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8" name="Google Shape;838;p5"/>
            <p:cNvSpPr/>
            <p:nvPr/>
          </p:nvSpPr>
          <p:spPr>
            <a:xfrm>
              <a:off x="50" y="33573"/>
              <a:ext cx="83951" cy="130884"/>
            </a:xfrm>
            <a:custGeom>
              <a:avLst/>
              <a:gdLst/>
              <a:ahLst/>
              <a:cxnLst/>
              <a:rect l="l" t="t" r="r" b="b"/>
              <a:pathLst>
                <a:path w="1685" h="2627" extrusionOk="0">
                  <a:moveTo>
                    <a:pt x="1516" y="0"/>
                  </a:moveTo>
                  <a:lnTo>
                    <a:pt x="775" y="34"/>
                  </a:lnTo>
                  <a:lnTo>
                    <a:pt x="1" y="67"/>
                  </a:lnTo>
                  <a:lnTo>
                    <a:pt x="1" y="269"/>
                  </a:lnTo>
                  <a:lnTo>
                    <a:pt x="741" y="269"/>
                  </a:lnTo>
                  <a:lnTo>
                    <a:pt x="1516" y="202"/>
                  </a:lnTo>
                  <a:lnTo>
                    <a:pt x="1448" y="741"/>
                  </a:lnTo>
                  <a:lnTo>
                    <a:pt x="1415" y="1279"/>
                  </a:lnTo>
                  <a:lnTo>
                    <a:pt x="1448" y="1818"/>
                  </a:lnTo>
                  <a:lnTo>
                    <a:pt x="1516" y="2323"/>
                  </a:lnTo>
                  <a:lnTo>
                    <a:pt x="1516" y="2357"/>
                  </a:lnTo>
                  <a:lnTo>
                    <a:pt x="1482" y="2357"/>
                  </a:lnTo>
                  <a:lnTo>
                    <a:pt x="1280" y="2323"/>
                  </a:lnTo>
                  <a:lnTo>
                    <a:pt x="1044" y="2357"/>
                  </a:lnTo>
                  <a:lnTo>
                    <a:pt x="1" y="2357"/>
                  </a:lnTo>
                  <a:lnTo>
                    <a:pt x="1" y="2593"/>
                  </a:lnTo>
                  <a:lnTo>
                    <a:pt x="371" y="2626"/>
                  </a:lnTo>
                  <a:lnTo>
                    <a:pt x="775" y="2626"/>
                  </a:lnTo>
                  <a:lnTo>
                    <a:pt x="1145" y="2593"/>
                  </a:lnTo>
                  <a:lnTo>
                    <a:pt x="1516" y="2492"/>
                  </a:lnTo>
                  <a:lnTo>
                    <a:pt x="1549" y="2458"/>
                  </a:lnTo>
                  <a:lnTo>
                    <a:pt x="1549" y="2391"/>
                  </a:lnTo>
                  <a:lnTo>
                    <a:pt x="1650" y="2391"/>
                  </a:lnTo>
                  <a:lnTo>
                    <a:pt x="1684" y="2357"/>
                  </a:lnTo>
                  <a:lnTo>
                    <a:pt x="1684" y="2323"/>
                  </a:lnTo>
                  <a:lnTo>
                    <a:pt x="1684" y="1784"/>
                  </a:lnTo>
                  <a:lnTo>
                    <a:pt x="1684" y="1246"/>
                  </a:lnTo>
                  <a:lnTo>
                    <a:pt x="1650" y="707"/>
                  </a:lnTo>
                  <a:lnTo>
                    <a:pt x="1583" y="168"/>
                  </a:lnTo>
                  <a:lnTo>
                    <a:pt x="1617" y="135"/>
                  </a:lnTo>
                  <a:lnTo>
                    <a:pt x="1617" y="67"/>
                  </a:lnTo>
                  <a:lnTo>
                    <a:pt x="158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39" name="Google Shape;839;p5"/>
            <p:cNvSpPr/>
            <p:nvPr/>
          </p:nvSpPr>
          <p:spPr>
            <a:xfrm>
              <a:off x="50" y="233162"/>
              <a:ext cx="53758" cy="43645"/>
            </a:xfrm>
            <a:custGeom>
              <a:avLst/>
              <a:gdLst/>
              <a:ahLst/>
              <a:cxnLst/>
              <a:rect l="l" t="t" r="r" b="b"/>
              <a:pathLst>
                <a:path w="1079" h="876" extrusionOk="0">
                  <a:moveTo>
                    <a:pt x="943" y="1"/>
                  </a:moveTo>
                  <a:lnTo>
                    <a:pt x="910" y="34"/>
                  </a:lnTo>
                  <a:lnTo>
                    <a:pt x="910" y="203"/>
                  </a:lnTo>
                  <a:lnTo>
                    <a:pt x="910" y="405"/>
                  </a:lnTo>
                  <a:lnTo>
                    <a:pt x="910" y="472"/>
                  </a:lnTo>
                  <a:lnTo>
                    <a:pt x="876" y="438"/>
                  </a:lnTo>
                  <a:lnTo>
                    <a:pt x="708" y="337"/>
                  </a:lnTo>
                  <a:lnTo>
                    <a:pt x="573" y="169"/>
                  </a:lnTo>
                  <a:lnTo>
                    <a:pt x="438" y="169"/>
                  </a:lnTo>
                  <a:lnTo>
                    <a:pt x="405" y="236"/>
                  </a:lnTo>
                  <a:lnTo>
                    <a:pt x="405" y="304"/>
                  </a:lnTo>
                  <a:lnTo>
                    <a:pt x="438" y="337"/>
                  </a:lnTo>
                  <a:lnTo>
                    <a:pt x="539" y="472"/>
                  </a:lnTo>
                  <a:lnTo>
                    <a:pt x="539" y="472"/>
                  </a:lnTo>
                  <a:lnTo>
                    <a:pt x="337" y="438"/>
                  </a:lnTo>
                  <a:lnTo>
                    <a:pt x="68" y="438"/>
                  </a:lnTo>
                  <a:lnTo>
                    <a:pt x="1" y="472"/>
                  </a:lnTo>
                  <a:lnTo>
                    <a:pt x="1" y="539"/>
                  </a:lnTo>
                  <a:lnTo>
                    <a:pt x="135" y="607"/>
                  </a:lnTo>
                  <a:lnTo>
                    <a:pt x="270" y="607"/>
                  </a:lnTo>
                  <a:lnTo>
                    <a:pt x="573" y="640"/>
                  </a:lnTo>
                  <a:lnTo>
                    <a:pt x="438" y="708"/>
                  </a:lnTo>
                  <a:lnTo>
                    <a:pt x="371" y="741"/>
                  </a:lnTo>
                  <a:lnTo>
                    <a:pt x="405" y="809"/>
                  </a:lnTo>
                  <a:lnTo>
                    <a:pt x="438" y="876"/>
                  </a:lnTo>
                  <a:lnTo>
                    <a:pt x="506" y="876"/>
                  </a:lnTo>
                  <a:lnTo>
                    <a:pt x="708" y="775"/>
                  </a:lnTo>
                  <a:lnTo>
                    <a:pt x="910" y="607"/>
                  </a:lnTo>
                  <a:lnTo>
                    <a:pt x="910" y="809"/>
                  </a:lnTo>
                  <a:lnTo>
                    <a:pt x="943" y="842"/>
                  </a:lnTo>
                  <a:lnTo>
                    <a:pt x="1011" y="876"/>
                  </a:lnTo>
                  <a:lnTo>
                    <a:pt x="1078" y="842"/>
                  </a:lnTo>
                  <a:lnTo>
                    <a:pt x="1078" y="775"/>
                  </a:lnTo>
                  <a:lnTo>
                    <a:pt x="1078" y="371"/>
                  </a:lnTo>
                  <a:lnTo>
                    <a:pt x="1044" y="203"/>
                  </a:lnTo>
                  <a:lnTo>
                    <a:pt x="1011" y="34"/>
                  </a:lnTo>
                  <a:lnTo>
                    <a:pt x="101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0" name="Google Shape;840;p5"/>
            <p:cNvSpPr/>
            <p:nvPr/>
          </p:nvSpPr>
          <p:spPr>
            <a:xfrm>
              <a:off x="293604" y="80506"/>
              <a:ext cx="38612" cy="45338"/>
            </a:xfrm>
            <a:custGeom>
              <a:avLst/>
              <a:gdLst/>
              <a:ahLst/>
              <a:cxnLst/>
              <a:rect l="l" t="t" r="r" b="b"/>
              <a:pathLst>
                <a:path w="775" h="910" extrusionOk="0">
                  <a:moveTo>
                    <a:pt x="371" y="1"/>
                  </a:moveTo>
                  <a:lnTo>
                    <a:pt x="270" y="34"/>
                  </a:lnTo>
                  <a:lnTo>
                    <a:pt x="135" y="102"/>
                  </a:lnTo>
                  <a:lnTo>
                    <a:pt x="102" y="135"/>
                  </a:lnTo>
                  <a:lnTo>
                    <a:pt x="102" y="203"/>
                  </a:lnTo>
                  <a:lnTo>
                    <a:pt x="102" y="270"/>
                  </a:lnTo>
                  <a:lnTo>
                    <a:pt x="169" y="270"/>
                  </a:lnTo>
                  <a:lnTo>
                    <a:pt x="371" y="203"/>
                  </a:lnTo>
                  <a:lnTo>
                    <a:pt x="371" y="203"/>
                  </a:lnTo>
                  <a:lnTo>
                    <a:pt x="203" y="472"/>
                  </a:lnTo>
                  <a:lnTo>
                    <a:pt x="34" y="741"/>
                  </a:lnTo>
                  <a:lnTo>
                    <a:pt x="1" y="775"/>
                  </a:lnTo>
                  <a:lnTo>
                    <a:pt x="34" y="842"/>
                  </a:lnTo>
                  <a:lnTo>
                    <a:pt x="68" y="876"/>
                  </a:lnTo>
                  <a:lnTo>
                    <a:pt x="102" y="910"/>
                  </a:lnTo>
                  <a:lnTo>
                    <a:pt x="438" y="842"/>
                  </a:lnTo>
                  <a:lnTo>
                    <a:pt x="573" y="842"/>
                  </a:lnTo>
                  <a:lnTo>
                    <a:pt x="741" y="775"/>
                  </a:lnTo>
                  <a:lnTo>
                    <a:pt x="775" y="741"/>
                  </a:lnTo>
                  <a:lnTo>
                    <a:pt x="775" y="708"/>
                  </a:lnTo>
                  <a:lnTo>
                    <a:pt x="741" y="674"/>
                  </a:lnTo>
                  <a:lnTo>
                    <a:pt x="708" y="640"/>
                  </a:lnTo>
                  <a:lnTo>
                    <a:pt x="573" y="640"/>
                  </a:lnTo>
                  <a:lnTo>
                    <a:pt x="405" y="674"/>
                  </a:lnTo>
                  <a:lnTo>
                    <a:pt x="304" y="674"/>
                  </a:lnTo>
                  <a:lnTo>
                    <a:pt x="472" y="405"/>
                  </a:lnTo>
                  <a:lnTo>
                    <a:pt x="573" y="135"/>
                  </a:lnTo>
                  <a:lnTo>
                    <a:pt x="573" y="68"/>
                  </a:lnTo>
                  <a:lnTo>
                    <a:pt x="506" y="34"/>
                  </a:lnTo>
                  <a:lnTo>
                    <a:pt x="37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1" name="Google Shape;841;p5"/>
            <p:cNvSpPr/>
            <p:nvPr/>
          </p:nvSpPr>
          <p:spPr>
            <a:xfrm>
              <a:off x="241589" y="25153"/>
              <a:ext cx="127546" cy="120820"/>
            </a:xfrm>
            <a:custGeom>
              <a:avLst/>
              <a:gdLst/>
              <a:ahLst/>
              <a:cxnLst/>
              <a:rect l="l" t="t" r="r" b="b"/>
              <a:pathLst>
                <a:path w="2560" h="2425" extrusionOk="0">
                  <a:moveTo>
                    <a:pt x="169" y="169"/>
                  </a:moveTo>
                  <a:lnTo>
                    <a:pt x="371" y="236"/>
                  </a:lnTo>
                  <a:lnTo>
                    <a:pt x="573" y="270"/>
                  </a:lnTo>
                  <a:lnTo>
                    <a:pt x="1011" y="270"/>
                  </a:lnTo>
                  <a:lnTo>
                    <a:pt x="1651" y="304"/>
                  </a:lnTo>
                  <a:lnTo>
                    <a:pt x="2290" y="304"/>
                  </a:lnTo>
                  <a:lnTo>
                    <a:pt x="2290" y="674"/>
                  </a:lnTo>
                  <a:lnTo>
                    <a:pt x="2324" y="1078"/>
                  </a:lnTo>
                  <a:lnTo>
                    <a:pt x="2324" y="1583"/>
                  </a:lnTo>
                  <a:lnTo>
                    <a:pt x="2358" y="1819"/>
                  </a:lnTo>
                  <a:lnTo>
                    <a:pt x="2391" y="2088"/>
                  </a:lnTo>
                  <a:lnTo>
                    <a:pt x="1314" y="2088"/>
                  </a:lnTo>
                  <a:lnTo>
                    <a:pt x="809" y="2122"/>
                  </a:lnTo>
                  <a:lnTo>
                    <a:pt x="540" y="2156"/>
                  </a:lnTo>
                  <a:lnTo>
                    <a:pt x="304" y="2223"/>
                  </a:lnTo>
                  <a:lnTo>
                    <a:pt x="270" y="1718"/>
                  </a:lnTo>
                  <a:lnTo>
                    <a:pt x="237" y="1213"/>
                  </a:lnTo>
                  <a:lnTo>
                    <a:pt x="270" y="674"/>
                  </a:lnTo>
                  <a:lnTo>
                    <a:pt x="237" y="405"/>
                  </a:lnTo>
                  <a:lnTo>
                    <a:pt x="203" y="304"/>
                  </a:lnTo>
                  <a:lnTo>
                    <a:pt x="169" y="169"/>
                  </a:lnTo>
                  <a:close/>
                  <a:moveTo>
                    <a:pt x="2358" y="1"/>
                  </a:moveTo>
                  <a:lnTo>
                    <a:pt x="2358" y="34"/>
                  </a:lnTo>
                  <a:lnTo>
                    <a:pt x="2324" y="102"/>
                  </a:lnTo>
                  <a:lnTo>
                    <a:pt x="1752" y="68"/>
                  </a:lnTo>
                  <a:lnTo>
                    <a:pt x="1179" y="34"/>
                  </a:lnTo>
                  <a:lnTo>
                    <a:pt x="641" y="34"/>
                  </a:lnTo>
                  <a:lnTo>
                    <a:pt x="405" y="68"/>
                  </a:lnTo>
                  <a:lnTo>
                    <a:pt x="270" y="102"/>
                  </a:lnTo>
                  <a:lnTo>
                    <a:pt x="169" y="169"/>
                  </a:lnTo>
                  <a:lnTo>
                    <a:pt x="136" y="169"/>
                  </a:lnTo>
                  <a:lnTo>
                    <a:pt x="68" y="304"/>
                  </a:lnTo>
                  <a:lnTo>
                    <a:pt x="35" y="472"/>
                  </a:lnTo>
                  <a:lnTo>
                    <a:pt x="1" y="842"/>
                  </a:lnTo>
                  <a:lnTo>
                    <a:pt x="35" y="1583"/>
                  </a:lnTo>
                  <a:lnTo>
                    <a:pt x="35" y="1785"/>
                  </a:lnTo>
                  <a:lnTo>
                    <a:pt x="35" y="2054"/>
                  </a:lnTo>
                  <a:lnTo>
                    <a:pt x="35" y="2156"/>
                  </a:lnTo>
                  <a:lnTo>
                    <a:pt x="68" y="2290"/>
                  </a:lnTo>
                  <a:lnTo>
                    <a:pt x="136" y="2358"/>
                  </a:lnTo>
                  <a:lnTo>
                    <a:pt x="237" y="2425"/>
                  </a:lnTo>
                  <a:lnTo>
                    <a:pt x="304" y="2391"/>
                  </a:lnTo>
                  <a:lnTo>
                    <a:pt x="304" y="2358"/>
                  </a:lnTo>
                  <a:lnTo>
                    <a:pt x="573" y="2391"/>
                  </a:lnTo>
                  <a:lnTo>
                    <a:pt x="1348" y="2391"/>
                  </a:lnTo>
                  <a:lnTo>
                    <a:pt x="2391" y="2290"/>
                  </a:lnTo>
                  <a:lnTo>
                    <a:pt x="2526" y="2290"/>
                  </a:lnTo>
                  <a:lnTo>
                    <a:pt x="2526" y="2257"/>
                  </a:lnTo>
                  <a:lnTo>
                    <a:pt x="2560" y="2021"/>
                  </a:lnTo>
                  <a:lnTo>
                    <a:pt x="2560" y="1751"/>
                  </a:lnTo>
                  <a:lnTo>
                    <a:pt x="2526" y="1213"/>
                  </a:lnTo>
                  <a:lnTo>
                    <a:pt x="2492" y="607"/>
                  </a:lnTo>
                  <a:lnTo>
                    <a:pt x="2492" y="304"/>
                  </a:lnTo>
                  <a:lnTo>
                    <a:pt x="2459" y="34"/>
                  </a:lnTo>
                  <a:lnTo>
                    <a:pt x="242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2" name="Google Shape;842;p5"/>
            <p:cNvSpPr/>
            <p:nvPr/>
          </p:nvSpPr>
          <p:spPr>
            <a:xfrm>
              <a:off x="520047" y="196243"/>
              <a:ext cx="26904" cy="10114"/>
            </a:xfrm>
            <a:custGeom>
              <a:avLst/>
              <a:gdLst/>
              <a:ahLst/>
              <a:cxnLst/>
              <a:rect l="l" t="t" r="r" b="b"/>
              <a:pathLst>
                <a:path w="540" h="203" extrusionOk="0">
                  <a:moveTo>
                    <a:pt x="405" y="1"/>
                  </a:moveTo>
                  <a:lnTo>
                    <a:pt x="338" y="35"/>
                  </a:lnTo>
                  <a:lnTo>
                    <a:pt x="68" y="35"/>
                  </a:lnTo>
                  <a:lnTo>
                    <a:pt x="34" y="68"/>
                  </a:lnTo>
                  <a:lnTo>
                    <a:pt x="1" y="102"/>
                  </a:lnTo>
                  <a:lnTo>
                    <a:pt x="34" y="136"/>
                  </a:lnTo>
                  <a:lnTo>
                    <a:pt x="68" y="169"/>
                  </a:lnTo>
                  <a:lnTo>
                    <a:pt x="169" y="203"/>
                  </a:lnTo>
                  <a:lnTo>
                    <a:pt x="371" y="203"/>
                  </a:lnTo>
                  <a:lnTo>
                    <a:pt x="439" y="169"/>
                  </a:lnTo>
                  <a:lnTo>
                    <a:pt x="506" y="136"/>
                  </a:lnTo>
                  <a:lnTo>
                    <a:pt x="540" y="102"/>
                  </a:lnTo>
                  <a:lnTo>
                    <a:pt x="540" y="68"/>
                  </a:lnTo>
                  <a:lnTo>
                    <a:pt x="540" y="35"/>
                  </a:lnTo>
                  <a:lnTo>
                    <a:pt x="506" y="35"/>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3" name="Google Shape;843;p5"/>
            <p:cNvSpPr/>
            <p:nvPr/>
          </p:nvSpPr>
          <p:spPr>
            <a:xfrm>
              <a:off x="50" y="-7"/>
              <a:ext cx="92321" cy="26904"/>
            </a:xfrm>
            <a:custGeom>
              <a:avLst/>
              <a:gdLst/>
              <a:ahLst/>
              <a:cxnLst/>
              <a:rect l="l" t="t" r="r" b="b"/>
              <a:pathLst>
                <a:path w="1853" h="540" extrusionOk="0">
                  <a:moveTo>
                    <a:pt x="1583" y="1"/>
                  </a:moveTo>
                  <a:lnTo>
                    <a:pt x="1617" y="236"/>
                  </a:lnTo>
                  <a:lnTo>
                    <a:pt x="809" y="270"/>
                  </a:lnTo>
                  <a:lnTo>
                    <a:pt x="1" y="304"/>
                  </a:lnTo>
                  <a:lnTo>
                    <a:pt x="1" y="539"/>
                  </a:lnTo>
                  <a:lnTo>
                    <a:pt x="842" y="472"/>
                  </a:lnTo>
                  <a:lnTo>
                    <a:pt x="1684" y="405"/>
                  </a:lnTo>
                  <a:lnTo>
                    <a:pt x="1718" y="438"/>
                  </a:lnTo>
                  <a:lnTo>
                    <a:pt x="1751" y="405"/>
                  </a:lnTo>
                  <a:lnTo>
                    <a:pt x="1819" y="371"/>
                  </a:lnTo>
                  <a:lnTo>
                    <a:pt x="1852" y="337"/>
                  </a:lnTo>
                  <a:lnTo>
                    <a:pt x="1819" y="270"/>
                  </a:lnTo>
                  <a:lnTo>
                    <a:pt x="1785" y="236"/>
                  </a:lnTo>
                  <a:lnTo>
                    <a:pt x="178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4" name="Google Shape;844;p5"/>
            <p:cNvSpPr/>
            <p:nvPr/>
          </p:nvSpPr>
          <p:spPr>
            <a:xfrm>
              <a:off x="50" y="305305"/>
              <a:ext cx="203027" cy="120820"/>
            </a:xfrm>
            <a:custGeom>
              <a:avLst/>
              <a:gdLst/>
              <a:ahLst/>
              <a:cxnLst/>
              <a:rect l="l" t="t" r="r" b="b"/>
              <a:pathLst>
                <a:path w="4075" h="2425" extrusionOk="0">
                  <a:moveTo>
                    <a:pt x="2694" y="0"/>
                  </a:moveTo>
                  <a:lnTo>
                    <a:pt x="1448" y="34"/>
                  </a:lnTo>
                  <a:lnTo>
                    <a:pt x="371" y="34"/>
                  </a:lnTo>
                  <a:lnTo>
                    <a:pt x="1" y="101"/>
                  </a:lnTo>
                  <a:lnTo>
                    <a:pt x="1" y="303"/>
                  </a:lnTo>
                  <a:lnTo>
                    <a:pt x="943" y="270"/>
                  </a:lnTo>
                  <a:lnTo>
                    <a:pt x="1920" y="270"/>
                  </a:lnTo>
                  <a:lnTo>
                    <a:pt x="3805" y="236"/>
                  </a:lnTo>
                  <a:lnTo>
                    <a:pt x="3772" y="404"/>
                  </a:lnTo>
                  <a:lnTo>
                    <a:pt x="3772" y="606"/>
                  </a:lnTo>
                  <a:lnTo>
                    <a:pt x="3805" y="977"/>
                  </a:lnTo>
                  <a:lnTo>
                    <a:pt x="3805" y="1515"/>
                  </a:lnTo>
                  <a:lnTo>
                    <a:pt x="3839" y="2088"/>
                  </a:lnTo>
                  <a:lnTo>
                    <a:pt x="1852" y="2088"/>
                  </a:lnTo>
                  <a:lnTo>
                    <a:pt x="910" y="2155"/>
                  </a:lnTo>
                  <a:lnTo>
                    <a:pt x="438" y="2189"/>
                  </a:lnTo>
                  <a:lnTo>
                    <a:pt x="1" y="2290"/>
                  </a:lnTo>
                  <a:lnTo>
                    <a:pt x="1" y="2391"/>
                  </a:lnTo>
                  <a:lnTo>
                    <a:pt x="405" y="2424"/>
                  </a:lnTo>
                  <a:lnTo>
                    <a:pt x="809" y="2391"/>
                  </a:lnTo>
                  <a:lnTo>
                    <a:pt x="1617" y="2323"/>
                  </a:lnTo>
                  <a:lnTo>
                    <a:pt x="2728" y="2290"/>
                  </a:lnTo>
                  <a:lnTo>
                    <a:pt x="3873" y="2290"/>
                  </a:lnTo>
                  <a:lnTo>
                    <a:pt x="3873" y="2357"/>
                  </a:lnTo>
                  <a:lnTo>
                    <a:pt x="3906" y="2424"/>
                  </a:lnTo>
                  <a:lnTo>
                    <a:pt x="4041" y="2424"/>
                  </a:lnTo>
                  <a:lnTo>
                    <a:pt x="4075" y="2323"/>
                  </a:lnTo>
                  <a:lnTo>
                    <a:pt x="4075" y="1751"/>
                  </a:lnTo>
                  <a:lnTo>
                    <a:pt x="4041" y="1145"/>
                  </a:lnTo>
                  <a:lnTo>
                    <a:pt x="4041" y="674"/>
                  </a:lnTo>
                  <a:lnTo>
                    <a:pt x="4007" y="438"/>
                  </a:lnTo>
                  <a:lnTo>
                    <a:pt x="3974" y="236"/>
                  </a:lnTo>
                  <a:lnTo>
                    <a:pt x="4007" y="202"/>
                  </a:lnTo>
                  <a:lnTo>
                    <a:pt x="4007" y="135"/>
                  </a:lnTo>
                  <a:lnTo>
                    <a:pt x="3974" y="68"/>
                  </a:lnTo>
                  <a:lnTo>
                    <a:pt x="3906" y="34"/>
                  </a:lnTo>
                  <a:lnTo>
                    <a:pt x="330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5" name="Google Shape;845;p5"/>
            <p:cNvSpPr/>
            <p:nvPr/>
          </p:nvSpPr>
          <p:spPr>
            <a:xfrm>
              <a:off x="100691" y="31879"/>
              <a:ext cx="125852" cy="117481"/>
            </a:xfrm>
            <a:custGeom>
              <a:avLst/>
              <a:gdLst/>
              <a:ahLst/>
              <a:cxnLst/>
              <a:rect l="l" t="t" r="r" b="b"/>
              <a:pathLst>
                <a:path w="2526" h="2358" extrusionOk="0">
                  <a:moveTo>
                    <a:pt x="2257" y="202"/>
                  </a:moveTo>
                  <a:lnTo>
                    <a:pt x="2257" y="640"/>
                  </a:lnTo>
                  <a:lnTo>
                    <a:pt x="2290" y="1078"/>
                  </a:lnTo>
                  <a:lnTo>
                    <a:pt x="2290" y="1616"/>
                  </a:lnTo>
                  <a:lnTo>
                    <a:pt x="2324" y="2155"/>
                  </a:lnTo>
                  <a:lnTo>
                    <a:pt x="2088" y="2122"/>
                  </a:lnTo>
                  <a:lnTo>
                    <a:pt x="1886" y="2155"/>
                  </a:lnTo>
                  <a:lnTo>
                    <a:pt x="1449" y="2189"/>
                  </a:lnTo>
                  <a:lnTo>
                    <a:pt x="1449" y="2122"/>
                  </a:lnTo>
                  <a:lnTo>
                    <a:pt x="1449" y="1919"/>
                  </a:lnTo>
                  <a:lnTo>
                    <a:pt x="1449" y="1717"/>
                  </a:lnTo>
                  <a:lnTo>
                    <a:pt x="1415" y="1313"/>
                  </a:lnTo>
                  <a:lnTo>
                    <a:pt x="1381" y="1246"/>
                  </a:lnTo>
                  <a:lnTo>
                    <a:pt x="1348" y="1212"/>
                  </a:lnTo>
                  <a:lnTo>
                    <a:pt x="1280" y="1246"/>
                  </a:lnTo>
                  <a:lnTo>
                    <a:pt x="1247" y="1313"/>
                  </a:lnTo>
                  <a:lnTo>
                    <a:pt x="1247" y="1717"/>
                  </a:lnTo>
                  <a:lnTo>
                    <a:pt x="1247" y="1919"/>
                  </a:lnTo>
                  <a:lnTo>
                    <a:pt x="1314" y="2088"/>
                  </a:lnTo>
                  <a:lnTo>
                    <a:pt x="1348" y="2122"/>
                  </a:lnTo>
                  <a:lnTo>
                    <a:pt x="843" y="2122"/>
                  </a:lnTo>
                  <a:lnTo>
                    <a:pt x="607" y="2155"/>
                  </a:lnTo>
                  <a:lnTo>
                    <a:pt x="371" y="2223"/>
                  </a:lnTo>
                  <a:lnTo>
                    <a:pt x="304" y="1684"/>
                  </a:lnTo>
                  <a:lnTo>
                    <a:pt x="236" y="1145"/>
                  </a:lnTo>
                  <a:lnTo>
                    <a:pt x="203" y="707"/>
                  </a:lnTo>
                  <a:lnTo>
                    <a:pt x="135" y="270"/>
                  </a:lnTo>
                  <a:lnTo>
                    <a:pt x="1179" y="270"/>
                  </a:lnTo>
                  <a:lnTo>
                    <a:pt x="2257" y="202"/>
                  </a:lnTo>
                  <a:close/>
                  <a:moveTo>
                    <a:pt x="1179" y="0"/>
                  </a:moveTo>
                  <a:lnTo>
                    <a:pt x="641" y="34"/>
                  </a:lnTo>
                  <a:lnTo>
                    <a:pt x="135" y="68"/>
                  </a:lnTo>
                  <a:lnTo>
                    <a:pt x="68" y="101"/>
                  </a:lnTo>
                  <a:lnTo>
                    <a:pt x="34" y="169"/>
                  </a:lnTo>
                  <a:lnTo>
                    <a:pt x="1" y="438"/>
                  </a:lnTo>
                  <a:lnTo>
                    <a:pt x="1" y="674"/>
                  </a:lnTo>
                  <a:lnTo>
                    <a:pt x="34" y="1145"/>
                  </a:lnTo>
                  <a:lnTo>
                    <a:pt x="102" y="1717"/>
                  </a:lnTo>
                  <a:lnTo>
                    <a:pt x="135" y="2021"/>
                  </a:lnTo>
                  <a:lnTo>
                    <a:pt x="203" y="2290"/>
                  </a:lnTo>
                  <a:lnTo>
                    <a:pt x="236" y="2324"/>
                  </a:lnTo>
                  <a:lnTo>
                    <a:pt x="270" y="2357"/>
                  </a:lnTo>
                  <a:lnTo>
                    <a:pt x="337" y="2324"/>
                  </a:lnTo>
                  <a:lnTo>
                    <a:pt x="337" y="2357"/>
                  </a:lnTo>
                  <a:lnTo>
                    <a:pt x="1314" y="2357"/>
                  </a:lnTo>
                  <a:lnTo>
                    <a:pt x="1819" y="2324"/>
                  </a:lnTo>
                  <a:lnTo>
                    <a:pt x="2088" y="2324"/>
                  </a:lnTo>
                  <a:lnTo>
                    <a:pt x="2358" y="2290"/>
                  </a:lnTo>
                  <a:lnTo>
                    <a:pt x="2391" y="2324"/>
                  </a:lnTo>
                  <a:lnTo>
                    <a:pt x="2425" y="2324"/>
                  </a:lnTo>
                  <a:lnTo>
                    <a:pt x="2459" y="2290"/>
                  </a:lnTo>
                  <a:lnTo>
                    <a:pt x="2492" y="2256"/>
                  </a:lnTo>
                  <a:lnTo>
                    <a:pt x="2526" y="1987"/>
                  </a:lnTo>
                  <a:lnTo>
                    <a:pt x="2526" y="1751"/>
                  </a:lnTo>
                  <a:lnTo>
                    <a:pt x="2492" y="1246"/>
                  </a:lnTo>
                  <a:lnTo>
                    <a:pt x="2459" y="640"/>
                  </a:lnTo>
                  <a:lnTo>
                    <a:pt x="2425" y="337"/>
                  </a:lnTo>
                  <a:lnTo>
                    <a:pt x="2358" y="68"/>
                  </a:lnTo>
                  <a:lnTo>
                    <a:pt x="2324"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6" name="Google Shape;846;p5"/>
            <p:cNvSpPr/>
            <p:nvPr/>
          </p:nvSpPr>
          <p:spPr>
            <a:xfrm>
              <a:off x="226493" y="201275"/>
              <a:ext cx="40306" cy="50371"/>
            </a:xfrm>
            <a:custGeom>
              <a:avLst/>
              <a:gdLst/>
              <a:ahLst/>
              <a:cxnLst/>
              <a:rect l="l" t="t" r="r" b="b"/>
              <a:pathLst>
                <a:path w="809" h="1011" extrusionOk="0">
                  <a:moveTo>
                    <a:pt x="439" y="237"/>
                  </a:moveTo>
                  <a:lnTo>
                    <a:pt x="472" y="270"/>
                  </a:lnTo>
                  <a:lnTo>
                    <a:pt x="472" y="338"/>
                  </a:lnTo>
                  <a:lnTo>
                    <a:pt x="439" y="439"/>
                  </a:lnTo>
                  <a:lnTo>
                    <a:pt x="338" y="540"/>
                  </a:lnTo>
                  <a:lnTo>
                    <a:pt x="203" y="573"/>
                  </a:lnTo>
                  <a:lnTo>
                    <a:pt x="237" y="439"/>
                  </a:lnTo>
                  <a:lnTo>
                    <a:pt x="270" y="338"/>
                  </a:lnTo>
                  <a:lnTo>
                    <a:pt x="338" y="270"/>
                  </a:lnTo>
                  <a:lnTo>
                    <a:pt x="371" y="270"/>
                  </a:lnTo>
                  <a:lnTo>
                    <a:pt x="439" y="237"/>
                  </a:lnTo>
                  <a:close/>
                  <a:moveTo>
                    <a:pt x="405" y="1"/>
                  </a:moveTo>
                  <a:lnTo>
                    <a:pt x="304" y="35"/>
                  </a:lnTo>
                  <a:lnTo>
                    <a:pt x="237" y="102"/>
                  </a:lnTo>
                  <a:lnTo>
                    <a:pt x="136" y="169"/>
                  </a:lnTo>
                  <a:lnTo>
                    <a:pt x="35" y="338"/>
                  </a:lnTo>
                  <a:lnTo>
                    <a:pt x="1" y="506"/>
                  </a:lnTo>
                  <a:lnTo>
                    <a:pt x="1" y="674"/>
                  </a:lnTo>
                  <a:lnTo>
                    <a:pt x="68" y="742"/>
                  </a:lnTo>
                  <a:lnTo>
                    <a:pt x="136" y="775"/>
                  </a:lnTo>
                  <a:lnTo>
                    <a:pt x="304" y="775"/>
                  </a:lnTo>
                  <a:lnTo>
                    <a:pt x="439" y="742"/>
                  </a:lnTo>
                  <a:lnTo>
                    <a:pt x="439" y="775"/>
                  </a:lnTo>
                  <a:lnTo>
                    <a:pt x="506" y="843"/>
                  </a:lnTo>
                  <a:lnTo>
                    <a:pt x="540" y="910"/>
                  </a:lnTo>
                  <a:lnTo>
                    <a:pt x="708" y="1011"/>
                  </a:lnTo>
                  <a:lnTo>
                    <a:pt x="742" y="1011"/>
                  </a:lnTo>
                  <a:lnTo>
                    <a:pt x="775" y="977"/>
                  </a:lnTo>
                  <a:lnTo>
                    <a:pt x="809" y="944"/>
                  </a:lnTo>
                  <a:lnTo>
                    <a:pt x="775" y="876"/>
                  </a:lnTo>
                  <a:lnTo>
                    <a:pt x="641" y="809"/>
                  </a:lnTo>
                  <a:lnTo>
                    <a:pt x="607" y="742"/>
                  </a:lnTo>
                  <a:lnTo>
                    <a:pt x="540" y="674"/>
                  </a:lnTo>
                  <a:lnTo>
                    <a:pt x="607" y="573"/>
                  </a:lnTo>
                  <a:lnTo>
                    <a:pt x="674" y="472"/>
                  </a:lnTo>
                  <a:lnTo>
                    <a:pt x="708" y="371"/>
                  </a:lnTo>
                  <a:lnTo>
                    <a:pt x="708" y="270"/>
                  </a:lnTo>
                  <a:lnTo>
                    <a:pt x="708" y="203"/>
                  </a:lnTo>
                  <a:lnTo>
                    <a:pt x="641" y="102"/>
                  </a:lnTo>
                  <a:lnTo>
                    <a:pt x="607" y="35"/>
                  </a:lnTo>
                  <a:lnTo>
                    <a:pt x="50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7" name="Google Shape;847;p5"/>
            <p:cNvSpPr/>
            <p:nvPr/>
          </p:nvSpPr>
          <p:spPr>
            <a:xfrm>
              <a:off x="50" y="164407"/>
              <a:ext cx="164464" cy="127496"/>
            </a:xfrm>
            <a:custGeom>
              <a:avLst/>
              <a:gdLst/>
              <a:ahLst/>
              <a:cxnLst/>
              <a:rect l="l" t="t" r="r" b="b"/>
              <a:pathLst>
                <a:path w="3301" h="2559" extrusionOk="0">
                  <a:moveTo>
                    <a:pt x="3098" y="0"/>
                  </a:moveTo>
                  <a:lnTo>
                    <a:pt x="3031" y="34"/>
                  </a:lnTo>
                  <a:lnTo>
                    <a:pt x="2997" y="101"/>
                  </a:lnTo>
                  <a:lnTo>
                    <a:pt x="2997" y="169"/>
                  </a:lnTo>
                  <a:lnTo>
                    <a:pt x="2189" y="101"/>
                  </a:lnTo>
                  <a:lnTo>
                    <a:pt x="337" y="101"/>
                  </a:lnTo>
                  <a:lnTo>
                    <a:pt x="1" y="135"/>
                  </a:lnTo>
                  <a:lnTo>
                    <a:pt x="1" y="337"/>
                  </a:lnTo>
                  <a:lnTo>
                    <a:pt x="573" y="303"/>
                  </a:lnTo>
                  <a:lnTo>
                    <a:pt x="2088" y="303"/>
                  </a:lnTo>
                  <a:lnTo>
                    <a:pt x="2997" y="371"/>
                  </a:lnTo>
                  <a:lnTo>
                    <a:pt x="3065" y="1381"/>
                  </a:lnTo>
                  <a:lnTo>
                    <a:pt x="3031" y="1818"/>
                  </a:lnTo>
                  <a:lnTo>
                    <a:pt x="3031" y="2256"/>
                  </a:lnTo>
                  <a:lnTo>
                    <a:pt x="2930" y="2222"/>
                  </a:lnTo>
                  <a:lnTo>
                    <a:pt x="2795" y="2155"/>
                  </a:lnTo>
                  <a:lnTo>
                    <a:pt x="2155" y="2155"/>
                  </a:lnTo>
                  <a:lnTo>
                    <a:pt x="1920" y="2189"/>
                  </a:lnTo>
                  <a:lnTo>
                    <a:pt x="1381" y="2256"/>
                  </a:lnTo>
                  <a:lnTo>
                    <a:pt x="842" y="2357"/>
                  </a:lnTo>
                  <a:lnTo>
                    <a:pt x="1" y="2357"/>
                  </a:lnTo>
                  <a:lnTo>
                    <a:pt x="1" y="2525"/>
                  </a:lnTo>
                  <a:lnTo>
                    <a:pt x="304" y="2559"/>
                  </a:lnTo>
                  <a:lnTo>
                    <a:pt x="640" y="2559"/>
                  </a:lnTo>
                  <a:lnTo>
                    <a:pt x="1280" y="2492"/>
                  </a:lnTo>
                  <a:lnTo>
                    <a:pt x="1718" y="2458"/>
                  </a:lnTo>
                  <a:lnTo>
                    <a:pt x="2155" y="2424"/>
                  </a:lnTo>
                  <a:lnTo>
                    <a:pt x="2593" y="2458"/>
                  </a:lnTo>
                  <a:lnTo>
                    <a:pt x="3065" y="2458"/>
                  </a:lnTo>
                  <a:lnTo>
                    <a:pt x="3065" y="2492"/>
                  </a:lnTo>
                  <a:lnTo>
                    <a:pt x="3098" y="2525"/>
                  </a:lnTo>
                  <a:lnTo>
                    <a:pt x="3132" y="2559"/>
                  </a:lnTo>
                  <a:lnTo>
                    <a:pt x="3199" y="2525"/>
                  </a:lnTo>
                  <a:lnTo>
                    <a:pt x="3233" y="2492"/>
                  </a:lnTo>
                  <a:lnTo>
                    <a:pt x="3300" y="2222"/>
                  </a:lnTo>
                  <a:lnTo>
                    <a:pt x="3300" y="1919"/>
                  </a:lnTo>
                  <a:lnTo>
                    <a:pt x="3300" y="1381"/>
                  </a:lnTo>
                  <a:lnTo>
                    <a:pt x="3300" y="707"/>
                  </a:lnTo>
                  <a:lnTo>
                    <a:pt x="3267" y="404"/>
                  </a:lnTo>
                  <a:lnTo>
                    <a:pt x="3233" y="68"/>
                  </a:lnTo>
                  <a:lnTo>
                    <a:pt x="316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8" name="Google Shape;848;p5"/>
            <p:cNvSpPr/>
            <p:nvPr/>
          </p:nvSpPr>
          <p:spPr>
            <a:xfrm>
              <a:off x="1098785" y="306949"/>
              <a:ext cx="28548" cy="38662"/>
            </a:xfrm>
            <a:custGeom>
              <a:avLst/>
              <a:gdLst/>
              <a:ahLst/>
              <a:cxnLst/>
              <a:rect l="l" t="t" r="r" b="b"/>
              <a:pathLst>
                <a:path w="573" h="776" extrusionOk="0">
                  <a:moveTo>
                    <a:pt x="404" y="1"/>
                  </a:moveTo>
                  <a:lnTo>
                    <a:pt x="438" y="203"/>
                  </a:lnTo>
                  <a:lnTo>
                    <a:pt x="438" y="405"/>
                  </a:lnTo>
                  <a:lnTo>
                    <a:pt x="438" y="472"/>
                  </a:lnTo>
                  <a:lnTo>
                    <a:pt x="371" y="540"/>
                  </a:lnTo>
                  <a:lnTo>
                    <a:pt x="303" y="607"/>
                  </a:lnTo>
                  <a:lnTo>
                    <a:pt x="236" y="607"/>
                  </a:lnTo>
                  <a:lnTo>
                    <a:pt x="236" y="506"/>
                  </a:lnTo>
                  <a:lnTo>
                    <a:pt x="169" y="439"/>
                  </a:lnTo>
                  <a:lnTo>
                    <a:pt x="101" y="405"/>
                  </a:lnTo>
                  <a:lnTo>
                    <a:pt x="68" y="405"/>
                  </a:lnTo>
                  <a:lnTo>
                    <a:pt x="0" y="472"/>
                  </a:lnTo>
                  <a:lnTo>
                    <a:pt x="34" y="540"/>
                  </a:lnTo>
                  <a:lnTo>
                    <a:pt x="68" y="573"/>
                  </a:lnTo>
                  <a:lnTo>
                    <a:pt x="68" y="641"/>
                  </a:lnTo>
                  <a:lnTo>
                    <a:pt x="68" y="708"/>
                  </a:lnTo>
                  <a:lnTo>
                    <a:pt x="135" y="742"/>
                  </a:lnTo>
                  <a:lnTo>
                    <a:pt x="236" y="775"/>
                  </a:lnTo>
                  <a:lnTo>
                    <a:pt x="337" y="742"/>
                  </a:lnTo>
                  <a:lnTo>
                    <a:pt x="438" y="674"/>
                  </a:lnTo>
                  <a:lnTo>
                    <a:pt x="505" y="573"/>
                  </a:lnTo>
                  <a:lnTo>
                    <a:pt x="573" y="439"/>
                  </a:lnTo>
                  <a:lnTo>
                    <a:pt x="573" y="270"/>
                  </a:lnTo>
                  <a:lnTo>
                    <a:pt x="539" y="136"/>
                  </a:lnTo>
                  <a:lnTo>
                    <a:pt x="43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49" name="Google Shape;849;p5"/>
            <p:cNvSpPr/>
            <p:nvPr/>
          </p:nvSpPr>
          <p:spPr>
            <a:xfrm>
              <a:off x="1236345" y="-7"/>
              <a:ext cx="110755" cy="105723"/>
            </a:xfrm>
            <a:custGeom>
              <a:avLst/>
              <a:gdLst/>
              <a:ahLst/>
              <a:cxnLst/>
              <a:rect l="l" t="t" r="r" b="b"/>
              <a:pathLst>
                <a:path w="2223" h="2122" extrusionOk="0">
                  <a:moveTo>
                    <a:pt x="1986" y="1"/>
                  </a:moveTo>
                  <a:lnTo>
                    <a:pt x="1986" y="304"/>
                  </a:lnTo>
                  <a:lnTo>
                    <a:pt x="1986" y="640"/>
                  </a:lnTo>
                  <a:lnTo>
                    <a:pt x="2020" y="1819"/>
                  </a:lnTo>
                  <a:lnTo>
                    <a:pt x="1784" y="1785"/>
                  </a:lnTo>
                  <a:lnTo>
                    <a:pt x="1549" y="1785"/>
                  </a:lnTo>
                  <a:lnTo>
                    <a:pt x="1077" y="1819"/>
                  </a:lnTo>
                  <a:lnTo>
                    <a:pt x="505" y="1819"/>
                  </a:lnTo>
                  <a:lnTo>
                    <a:pt x="337" y="1852"/>
                  </a:lnTo>
                  <a:lnTo>
                    <a:pt x="202" y="1852"/>
                  </a:lnTo>
                  <a:lnTo>
                    <a:pt x="101" y="1920"/>
                  </a:lnTo>
                  <a:lnTo>
                    <a:pt x="0" y="1987"/>
                  </a:lnTo>
                  <a:lnTo>
                    <a:pt x="0" y="2021"/>
                  </a:lnTo>
                  <a:lnTo>
                    <a:pt x="101" y="2088"/>
                  </a:lnTo>
                  <a:lnTo>
                    <a:pt x="202" y="2122"/>
                  </a:lnTo>
                  <a:lnTo>
                    <a:pt x="438" y="2122"/>
                  </a:lnTo>
                  <a:lnTo>
                    <a:pt x="943" y="2088"/>
                  </a:lnTo>
                  <a:lnTo>
                    <a:pt x="1784" y="2088"/>
                  </a:lnTo>
                  <a:lnTo>
                    <a:pt x="2054" y="2021"/>
                  </a:lnTo>
                  <a:lnTo>
                    <a:pt x="2087" y="2054"/>
                  </a:lnTo>
                  <a:lnTo>
                    <a:pt x="2155" y="2054"/>
                  </a:lnTo>
                  <a:lnTo>
                    <a:pt x="2222" y="2021"/>
                  </a:lnTo>
                  <a:lnTo>
                    <a:pt x="2222" y="1953"/>
                  </a:lnTo>
                  <a:lnTo>
                    <a:pt x="2188" y="775"/>
                  </a:lnTo>
                  <a:lnTo>
                    <a:pt x="2188" y="405"/>
                  </a:lnTo>
                  <a:lnTo>
                    <a:pt x="2188" y="203"/>
                  </a:lnTo>
                  <a:lnTo>
                    <a:pt x="215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0" name="Google Shape;850;p5"/>
            <p:cNvSpPr/>
            <p:nvPr/>
          </p:nvSpPr>
          <p:spPr>
            <a:xfrm>
              <a:off x="1212829" y="169439"/>
              <a:ext cx="11808" cy="35274"/>
            </a:xfrm>
            <a:custGeom>
              <a:avLst/>
              <a:gdLst/>
              <a:ahLst/>
              <a:cxnLst/>
              <a:rect l="l" t="t" r="r" b="b"/>
              <a:pathLst>
                <a:path w="237" h="708" extrusionOk="0">
                  <a:moveTo>
                    <a:pt x="102" y="0"/>
                  </a:moveTo>
                  <a:lnTo>
                    <a:pt x="68" y="34"/>
                  </a:lnTo>
                  <a:lnTo>
                    <a:pt x="1" y="202"/>
                  </a:lnTo>
                  <a:lnTo>
                    <a:pt x="1" y="337"/>
                  </a:lnTo>
                  <a:lnTo>
                    <a:pt x="1" y="505"/>
                  </a:lnTo>
                  <a:lnTo>
                    <a:pt x="1" y="640"/>
                  </a:lnTo>
                  <a:lnTo>
                    <a:pt x="34" y="674"/>
                  </a:lnTo>
                  <a:lnTo>
                    <a:pt x="102" y="707"/>
                  </a:lnTo>
                  <a:lnTo>
                    <a:pt x="169" y="707"/>
                  </a:lnTo>
                  <a:lnTo>
                    <a:pt x="203" y="640"/>
                  </a:lnTo>
                  <a:lnTo>
                    <a:pt x="203" y="606"/>
                  </a:lnTo>
                  <a:lnTo>
                    <a:pt x="203" y="337"/>
                  </a:lnTo>
                  <a:lnTo>
                    <a:pt x="236" y="68"/>
                  </a:lnTo>
                  <a:lnTo>
                    <a:pt x="203"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1" name="Google Shape;851;p5"/>
            <p:cNvSpPr/>
            <p:nvPr/>
          </p:nvSpPr>
          <p:spPr>
            <a:xfrm>
              <a:off x="1055141" y="263354"/>
              <a:ext cx="122514" cy="120820"/>
            </a:xfrm>
            <a:custGeom>
              <a:avLst/>
              <a:gdLst/>
              <a:ahLst/>
              <a:cxnLst/>
              <a:rect l="l" t="t" r="r" b="b"/>
              <a:pathLst>
                <a:path w="2459" h="2425" extrusionOk="0">
                  <a:moveTo>
                    <a:pt x="2290" y="203"/>
                  </a:moveTo>
                  <a:lnTo>
                    <a:pt x="2257" y="640"/>
                  </a:lnTo>
                  <a:lnTo>
                    <a:pt x="2257" y="1078"/>
                  </a:lnTo>
                  <a:lnTo>
                    <a:pt x="2223" y="1617"/>
                  </a:lnTo>
                  <a:lnTo>
                    <a:pt x="2223" y="2155"/>
                  </a:lnTo>
                  <a:lnTo>
                    <a:pt x="1954" y="2122"/>
                  </a:lnTo>
                  <a:lnTo>
                    <a:pt x="1684" y="2088"/>
                  </a:lnTo>
                  <a:lnTo>
                    <a:pt x="1146" y="2122"/>
                  </a:lnTo>
                  <a:lnTo>
                    <a:pt x="708" y="2155"/>
                  </a:lnTo>
                  <a:lnTo>
                    <a:pt x="506" y="2155"/>
                  </a:lnTo>
                  <a:lnTo>
                    <a:pt x="270" y="2223"/>
                  </a:lnTo>
                  <a:lnTo>
                    <a:pt x="270" y="1684"/>
                  </a:lnTo>
                  <a:lnTo>
                    <a:pt x="237" y="1179"/>
                  </a:lnTo>
                  <a:lnTo>
                    <a:pt x="237" y="741"/>
                  </a:lnTo>
                  <a:lnTo>
                    <a:pt x="203" y="304"/>
                  </a:lnTo>
                  <a:lnTo>
                    <a:pt x="1247" y="270"/>
                  </a:lnTo>
                  <a:lnTo>
                    <a:pt x="1752" y="236"/>
                  </a:lnTo>
                  <a:lnTo>
                    <a:pt x="2290" y="203"/>
                  </a:lnTo>
                  <a:close/>
                  <a:moveTo>
                    <a:pt x="1752" y="1"/>
                  </a:moveTo>
                  <a:lnTo>
                    <a:pt x="1247" y="34"/>
                  </a:lnTo>
                  <a:lnTo>
                    <a:pt x="169" y="102"/>
                  </a:lnTo>
                  <a:lnTo>
                    <a:pt x="136" y="102"/>
                  </a:lnTo>
                  <a:lnTo>
                    <a:pt x="102" y="135"/>
                  </a:lnTo>
                  <a:lnTo>
                    <a:pt x="68" y="169"/>
                  </a:lnTo>
                  <a:lnTo>
                    <a:pt x="35" y="472"/>
                  </a:lnTo>
                  <a:lnTo>
                    <a:pt x="1" y="741"/>
                  </a:lnTo>
                  <a:lnTo>
                    <a:pt x="35" y="1347"/>
                  </a:lnTo>
                  <a:lnTo>
                    <a:pt x="35" y="1852"/>
                  </a:lnTo>
                  <a:lnTo>
                    <a:pt x="68" y="2122"/>
                  </a:lnTo>
                  <a:lnTo>
                    <a:pt x="136" y="2357"/>
                  </a:lnTo>
                  <a:lnTo>
                    <a:pt x="136" y="2391"/>
                  </a:lnTo>
                  <a:lnTo>
                    <a:pt x="169" y="2425"/>
                  </a:lnTo>
                  <a:lnTo>
                    <a:pt x="237" y="2425"/>
                  </a:lnTo>
                  <a:lnTo>
                    <a:pt x="270" y="2391"/>
                  </a:lnTo>
                  <a:lnTo>
                    <a:pt x="775" y="2391"/>
                  </a:lnTo>
                  <a:lnTo>
                    <a:pt x="1314" y="2357"/>
                  </a:lnTo>
                  <a:lnTo>
                    <a:pt x="1785" y="2357"/>
                  </a:lnTo>
                  <a:lnTo>
                    <a:pt x="2021" y="2324"/>
                  </a:lnTo>
                  <a:lnTo>
                    <a:pt x="2257" y="2290"/>
                  </a:lnTo>
                  <a:lnTo>
                    <a:pt x="2324" y="2290"/>
                  </a:lnTo>
                  <a:lnTo>
                    <a:pt x="2358" y="2256"/>
                  </a:lnTo>
                  <a:lnTo>
                    <a:pt x="2391" y="2223"/>
                  </a:lnTo>
                  <a:lnTo>
                    <a:pt x="2459" y="1953"/>
                  </a:lnTo>
                  <a:lnTo>
                    <a:pt x="2459" y="1650"/>
                  </a:lnTo>
                  <a:lnTo>
                    <a:pt x="2459" y="1044"/>
                  </a:lnTo>
                  <a:lnTo>
                    <a:pt x="2459" y="573"/>
                  </a:lnTo>
                  <a:lnTo>
                    <a:pt x="2425" y="337"/>
                  </a:lnTo>
                  <a:lnTo>
                    <a:pt x="2391" y="102"/>
                  </a:lnTo>
                  <a:lnTo>
                    <a:pt x="2358"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2" name="Google Shape;852;p5"/>
            <p:cNvSpPr/>
            <p:nvPr/>
          </p:nvSpPr>
          <p:spPr>
            <a:xfrm>
              <a:off x="1303406" y="124150"/>
              <a:ext cx="16840" cy="115787"/>
            </a:xfrm>
            <a:custGeom>
              <a:avLst/>
              <a:gdLst/>
              <a:ahLst/>
              <a:cxnLst/>
              <a:rect l="l" t="t" r="r" b="b"/>
              <a:pathLst>
                <a:path w="338" h="2324" extrusionOk="0">
                  <a:moveTo>
                    <a:pt x="68" y="0"/>
                  </a:moveTo>
                  <a:lnTo>
                    <a:pt x="34" y="34"/>
                  </a:lnTo>
                  <a:lnTo>
                    <a:pt x="1" y="303"/>
                  </a:lnTo>
                  <a:lnTo>
                    <a:pt x="1" y="539"/>
                  </a:lnTo>
                  <a:lnTo>
                    <a:pt x="34" y="1078"/>
                  </a:lnTo>
                  <a:lnTo>
                    <a:pt x="68" y="1684"/>
                  </a:lnTo>
                  <a:lnTo>
                    <a:pt x="102" y="1987"/>
                  </a:lnTo>
                  <a:lnTo>
                    <a:pt x="169" y="2290"/>
                  </a:lnTo>
                  <a:lnTo>
                    <a:pt x="203" y="2323"/>
                  </a:lnTo>
                  <a:lnTo>
                    <a:pt x="304" y="2323"/>
                  </a:lnTo>
                  <a:lnTo>
                    <a:pt x="304" y="2256"/>
                  </a:lnTo>
                  <a:lnTo>
                    <a:pt x="337" y="1953"/>
                  </a:lnTo>
                  <a:lnTo>
                    <a:pt x="304" y="1650"/>
                  </a:lnTo>
                  <a:lnTo>
                    <a:pt x="236" y="1078"/>
                  </a:lnTo>
                  <a:lnTo>
                    <a:pt x="203" y="539"/>
                  </a:lnTo>
                  <a:lnTo>
                    <a:pt x="169" y="303"/>
                  </a:lnTo>
                  <a:lnTo>
                    <a:pt x="135" y="34"/>
                  </a:lnTo>
                  <a:lnTo>
                    <a:pt x="13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3" name="Google Shape;853;p5"/>
            <p:cNvSpPr/>
            <p:nvPr/>
          </p:nvSpPr>
          <p:spPr>
            <a:xfrm>
              <a:off x="1283278" y="526716"/>
              <a:ext cx="135916" cy="15146"/>
            </a:xfrm>
            <a:custGeom>
              <a:avLst/>
              <a:gdLst/>
              <a:ahLst/>
              <a:cxnLst/>
              <a:rect l="l" t="t" r="r" b="b"/>
              <a:pathLst>
                <a:path w="2728" h="304" extrusionOk="0">
                  <a:moveTo>
                    <a:pt x="708" y="0"/>
                  </a:moveTo>
                  <a:lnTo>
                    <a:pt x="337" y="34"/>
                  </a:lnTo>
                  <a:lnTo>
                    <a:pt x="169" y="68"/>
                  </a:lnTo>
                  <a:lnTo>
                    <a:pt x="1" y="135"/>
                  </a:lnTo>
                  <a:lnTo>
                    <a:pt x="1" y="169"/>
                  </a:lnTo>
                  <a:lnTo>
                    <a:pt x="135" y="236"/>
                  </a:lnTo>
                  <a:lnTo>
                    <a:pt x="304" y="270"/>
                  </a:lnTo>
                  <a:lnTo>
                    <a:pt x="607" y="304"/>
                  </a:lnTo>
                  <a:lnTo>
                    <a:pt x="1246" y="270"/>
                  </a:lnTo>
                  <a:lnTo>
                    <a:pt x="2358" y="270"/>
                  </a:lnTo>
                  <a:lnTo>
                    <a:pt x="2694" y="169"/>
                  </a:lnTo>
                  <a:lnTo>
                    <a:pt x="2728" y="135"/>
                  </a:lnTo>
                  <a:lnTo>
                    <a:pt x="2694" y="102"/>
                  </a:lnTo>
                  <a:lnTo>
                    <a:pt x="2391" y="34"/>
                  </a:lnTo>
                  <a:lnTo>
                    <a:pt x="1415" y="34"/>
                  </a:lnTo>
                  <a:lnTo>
                    <a:pt x="708"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4" name="Google Shape;854;p5"/>
            <p:cNvSpPr/>
            <p:nvPr/>
          </p:nvSpPr>
          <p:spPr>
            <a:xfrm>
              <a:off x="1283278" y="390850"/>
              <a:ext cx="115787" cy="120820"/>
            </a:xfrm>
            <a:custGeom>
              <a:avLst/>
              <a:gdLst/>
              <a:ahLst/>
              <a:cxnLst/>
              <a:rect l="l" t="t" r="r" b="b"/>
              <a:pathLst>
                <a:path w="2324" h="2425" extrusionOk="0">
                  <a:moveTo>
                    <a:pt x="2122" y="0"/>
                  </a:moveTo>
                  <a:lnTo>
                    <a:pt x="1516" y="34"/>
                  </a:lnTo>
                  <a:lnTo>
                    <a:pt x="203" y="34"/>
                  </a:lnTo>
                  <a:lnTo>
                    <a:pt x="1" y="135"/>
                  </a:lnTo>
                  <a:lnTo>
                    <a:pt x="68" y="202"/>
                  </a:lnTo>
                  <a:lnTo>
                    <a:pt x="169" y="236"/>
                  </a:lnTo>
                  <a:lnTo>
                    <a:pt x="371" y="270"/>
                  </a:lnTo>
                  <a:lnTo>
                    <a:pt x="1415" y="270"/>
                  </a:lnTo>
                  <a:lnTo>
                    <a:pt x="2021" y="236"/>
                  </a:lnTo>
                  <a:lnTo>
                    <a:pt x="2021" y="438"/>
                  </a:lnTo>
                  <a:lnTo>
                    <a:pt x="2021" y="640"/>
                  </a:lnTo>
                  <a:lnTo>
                    <a:pt x="2055" y="1078"/>
                  </a:lnTo>
                  <a:lnTo>
                    <a:pt x="2055" y="1616"/>
                  </a:lnTo>
                  <a:lnTo>
                    <a:pt x="2088" y="1852"/>
                  </a:lnTo>
                  <a:lnTo>
                    <a:pt x="2122" y="2121"/>
                  </a:lnTo>
                  <a:lnTo>
                    <a:pt x="977" y="2155"/>
                  </a:lnTo>
                  <a:lnTo>
                    <a:pt x="573" y="2155"/>
                  </a:lnTo>
                  <a:lnTo>
                    <a:pt x="371" y="2189"/>
                  </a:lnTo>
                  <a:lnTo>
                    <a:pt x="270" y="2222"/>
                  </a:lnTo>
                  <a:lnTo>
                    <a:pt x="203" y="2290"/>
                  </a:lnTo>
                  <a:lnTo>
                    <a:pt x="270" y="2357"/>
                  </a:lnTo>
                  <a:lnTo>
                    <a:pt x="371" y="2391"/>
                  </a:lnTo>
                  <a:lnTo>
                    <a:pt x="573" y="2424"/>
                  </a:lnTo>
                  <a:lnTo>
                    <a:pt x="977" y="2391"/>
                  </a:lnTo>
                  <a:lnTo>
                    <a:pt x="1617" y="2391"/>
                  </a:lnTo>
                  <a:lnTo>
                    <a:pt x="2223" y="2357"/>
                  </a:lnTo>
                  <a:lnTo>
                    <a:pt x="2290" y="2357"/>
                  </a:lnTo>
                  <a:lnTo>
                    <a:pt x="2324" y="2290"/>
                  </a:lnTo>
                  <a:lnTo>
                    <a:pt x="2324" y="2222"/>
                  </a:lnTo>
                  <a:lnTo>
                    <a:pt x="2290" y="2155"/>
                  </a:lnTo>
                  <a:lnTo>
                    <a:pt x="2324" y="1886"/>
                  </a:lnTo>
                  <a:lnTo>
                    <a:pt x="2290" y="1616"/>
                  </a:lnTo>
                  <a:lnTo>
                    <a:pt x="2257" y="1078"/>
                  </a:lnTo>
                  <a:lnTo>
                    <a:pt x="2257" y="640"/>
                  </a:lnTo>
                  <a:lnTo>
                    <a:pt x="2223" y="404"/>
                  </a:lnTo>
                  <a:lnTo>
                    <a:pt x="2189" y="202"/>
                  </a:lnTo>
                  <a:lnTo>
                    <a:pt x="2223" y="135"/>
                  </a:lnTo>
                  <a:lnTo>
                    <a:pt x="2223" y="68"/>
                  </a:lnTo>
                  <a:lnTo>
                    <a:pt x="2189" y="34"/>
                  </a:lnTo>
                  <a:lnTo>
                    <a:pt x="212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5" name="Google Shape;855;p5"/>
            <p:cNvSpPr/>
            <p:nvPr/>
          </p:nvSpPr>
          <p:spPr>
            <a:xfrm>
              <a:off x="993112" y="400914"/>
              <a:ext cx="125852" cy="119126"/>
            </a:xfrm>
            <a:custGeom>
              <a:avLst/>
              <a:gdLst/>
              <a:ahLst/>
              <a:cxnLst/>
              <a:rect l="l" t="t" r="r" b="b"/>
              <a:pathLst>
                <a:path w="2526" h="2391" extrusionOk="0">
                  <a:moveTo>
                    <a:pt x="2256" y="236"/>
                  </a:moveTo>
                  <a:lnTo>
                    <a:pt x="2256" y="674"/>
                  </a:lnTo>
                  <a:lnTo>
                    <a:pt x="2290" y="1111"/>
                  </a:lnTo>
                  <a:lnTo>
                    <a:pt x="2290" y="1616"/>
                  </a:lnTo>
                  <a:lnTo>
                    <a:pt x="2323" y="2121"/>
                  </a:lnTo>
                  <a:lnTo>
                    <a:pt x="1448" y="2121"/>
                  </a:lnTo>
                  <a:lnTo>
                    <a:pt x="909" y="2155"/>
                  </a:lnTo>
                  <a:lnTo>
                    <a:pt x="640" y="2189"/>
                  </a:lnTo>
                  <a:lnTo>
                    <a:pt x="371" y="2222"/>
                  </a:lnTo>
                  <a:lnTo>
                    <a:pt x="337" y="1684"/>
                  </a:lnTo>
                  <a:lnTo>
                    <a:pt x="270" y="1145"/>
                  </a:lnTo>
                  <a:lnTo>
                    <a:pt x="202" y="707"/>
                  </a:lnTo>
                  <a:lnTo>
                    <a:pt x="169" y="303"/>
                  </a:lnTo>
                  <a:lnTo>
                    <a:pt x="674" y="303"/>
                  </a:lnTo>
                  <a:lnTo>
                    <a:pt x="1212" y="270"/>
                  </a:lnTo>
                  <a:lnTo>
                    <a:pt x="2256" y="236"/>
                  </a:lnTo>
                  <a:close/>
                  <a:moveTo>
                    <a:pt x="2256" y="0"/>
                  </a:moveTo>
                  <a:lnTo>
                    <a:pt x="1179" y="34"/>
                  </a:lnTo>
                  <a:lnTo>
                    <a:pt x="674" y="68"/>
                  </a:lnTo>
                  <a:lnTo>
                    <a:pt x="135" y="101"/>
                  </a:lnTo>
                  <a:lnTo>
                    <a:pt x="68" y="135"/>
                  </a:lnTo>
                  <a:lnTo>
                    <a:pt x="68" y="202"/>
                  </a:lnTo>
                  <a:lnTo>
                    <a:pt x="34" y="438"/>
                  </a:lnTo>
                  <a:lnTo>
                    <a:pt x="0" y="674"/>
                  </a:lnTo>
                  <a:lnTo>
                    <a:pt x="34" y="1179"/>
                  </a:lnTo>
                  <a:lnTo>
                    <a:pt x="101" y="1751"/>
                  </a:lnTo>
                  <a:lnTo>
                    <a:pt x="135" y="2054"/>
                  </a:lnTo>
                  <a:lnTo>
                    <a:pt x="236" y="2323"/>
                  </a:lnTo>
                  <a:lnTo>
                    <a:pt x="236" y="2357"/>
                  </a:lnTo>
                  <a:lnTo>
                    <a:pt x="371" y="2357"/>
                  </a:lnTo>
                  <a:lnTo>
                    <a:pt x="606" y="2391"/>
                  </a:lnTo>
                  <a:lnTo>
                    <a:pt x="842" y="2391"/>
                  </a:lnTo>
                  <a:lnTo>
                    <a:pt x="1313" y="2357"/>
                  </a:lnTo>
                  <a:lnTo>
                    <a:pt x="2088" y="2357"/>
                  </a:lnTo>
                  <a:lnTo>
                    <a:pt x="2357" y="2323"/>
                  </a:lnTo>
                  <a:lnTo>
                    <a:pt x="2458" y="2323"/>
                  </a:lnTo>
                  <a:lnTo>
                    <a:pt x="2492" y="2290"/>
                  </a:lnTo>
                  <a:lnTo>
                    <a:pt x="2525" y="2020"/>
                  </a:lnTo>
                  <a:lnTo>
                    <a:pt x="2525" y="1785"/>
                  </a:lnTo>
                  <a:lnTo>
                    <a:pt x="2492" y="1246"/>
                  </a:lnTo>
                  <a:lnTo>
                    <a:pt x="2458" y="674"/>
                  </a:lnTo>
                  <a:lnTo>
                    <a:pt x="2424" y="371"/>
                  </a:lnTo>
                  <a:lnTo>
                    <a:pt x="2357" y="68"/>
                  </a:lnTo>
                  <a:lnTo>
                    <a:pt x="2323" y="34"/>
                  </a:lnTo>
                  <a:lnTo>
                    <a:pt x="2290" y="34"/>
                  </a:lnTo>
                  <a:lnTo>
                    <a:pt x="22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6" name="Google Shape;856;p5"/>
            <p:cNvSpPr/>
            <p:nvPr/>
          </p:nvSpPr>
          <p:spPr>
            <a:xfrm>
              <a:off x="1440966" y="112392"/>
              <a:ext cx="127546" cy="120820"/>
            </a:xfrm>
            <a:custGeom>
              <a:avLst/>
              <a:gdLst/>
              <a:ahLst/>
              <a:cxnLst/>
              <a:rect l="l" t="t" r="r" b="b"/>
              <a:pathLst>
                <a:path w="2560" h="2425" extrusionOk="0">
                  <a:moveTo>
                    <a:pt x="2021" y="0"/>
                  </a:moveTo>
                  <a:lnTo>
                    <a:pt x="1617" y="68"/>
                  </a:lnTo>
                  <a:lnTo>
                    <a:pt x="910" y="68"/>
                  </a:lnTo>
                  <a:lnTo>
                    <a:pt x="539" y="101"/>
                  </a:lnTo>
                  <a:lnTo>
                    <a:pt x="203" y="135"/>
                  </a:lnTo>
                  <a:lnTo>
                    <a:pt x="169" y="68"/>
                  </a:lnTo>
                  <a:lnTo>
                    <a:pt x="169" y="34"/>
                  </a:lnTo>
                  <a:lnTo>
                    <a:pt x="102" y="34"/>
                  </a:lnTo>
                  <a:lnTo>
                    <a:pt x="68" y="68"/>
                  </a:lnTo>
                  <a:lnTo>
                    <a:pt x="34" y="303"/>
                  </a:lnTo>
                  <a:lnTo>
                    <a:pt x="1" y="573"/>
                  </a:lnTo>
                  <a:lnTo>
                    <a:pt x="1" y="1112"/>
                  </a:lnTo>
                  <a:lnTo>
                    <a:pt x="34" y="1718"/>
                  </a:lnTo>
                  <a:lnTo>
                    <a:pt x="102" y="2021"/>
                  </a:lnTo>
                  <a:lnTo>
                    <a:pt x="169" y="2324"/>
                  </a:lnTo>
                  <a:lnTo>
                    <a:pt x="203" y="2357"/>
                  </a:lnTo>
                  <a:lnTo>
                    <a:pt x="304" y="2357"/>
                  </a:lnTo>
                  <a:lnTo>
                    <a:pt x="337" y="2290"/>
                  </a:lnTo>
                  <a:lnTo>
                    <a:pt x="337" y="1987"/>
                  </a:lnTo>
                  <a:lnTo>
                    <a:pt x="304" y="1684"/>
                  </a:lnTo>
                  <a:lnTo>
                    <a:pt x="236" y="1078"/>
                  </a:lnTo>
                  <a:lnTo>
                    <a:pt x="236" y="674"/>
                  </a:lnTo>
                  <a:lnTo>
                    <a:pt x="203" y="236"/>
                  </a:lnTo>
                  <a:lnTo>
                    <a:pt x="438" y="270"/>
                  </a:lnTo>
                  <a:lnTo>
                    <a:pt x="1145" y="270"/>
                  </a:lnTo>
                  <a:lnTo>
                    <a:pt x="2223" y="202"/>
                  </a:lnTo>
                  <a:lnTo>
                    <a:pt x="2256" y="236"/>
                  </a:lnTo>
                  <a:lnTo>
                    <a:pt x="2290" y="270"/>
                  </a:lnTo>
                  <a:lnTo>
                    <a:pt x="2357" y="270"/>
                  </a:lnTo>
                  <a:lnTo>
                    <a:pt x="2324" y="573"/>
                  </a:lnTo>
                  <a:lnTo>
                    <a:pt x="2324" y="910"/>
                  </a:lnTo>
                  <a:lnTo>
                    <a:pt x="2357" y="2088"/>
                  </a:lnTo>
                  <a:lnTo>
                    <a:pt x="2122" y="2054"/>
                  </a:lnTo>
                  <a:lnTo>
                    <a:pt x="1886" y="2088"/>
                  </a:lnTo>
                  <a:lnTo>
                    <a:pt x="1415" y="2122"/>
                  </a:lnTo>
                  <a:lnTo>
                    <a:pt x="674" y="2122"/>
                  </a:lnTo>
                  <a:lnTo>
                    <a:pt x="539" y="2155"/>
                  </a:lnTo>
                  <a:lnTo>
                    <a:pt x="438" y="2189"/>
                  </a:lnTo>
                  <a:lnTo>
                    <a:pt x="337" y="2290"/>
                  </a:lnTo>
                  <a:lnTo>
                    <a:pt x="438" y="2357"/>
                  </a:lnTo>
                  <a:lnTo>
                    <a:pt x="539" y="2391"/>
                  </a:lnTo>
                  <a:lnTo>
                    <a:pt x="775" y="2425"/>
                  </a:lnTo>
                  <a:lnTo>
                    <a:pt x="1280" y="2357"/>
                  </a:lnTo>
                  <a:lnTo>
                    <a:pt x="2122" y="2357"/>
                  </a:lnTo>
                  <a:lnTo>
                    <a:pt x="2391" y="2290"/>
                  </a:lnTo>
                  <a:lnTo>
                    <a:pt x="2425" y="2324"/>
                  </a:lnTo>
                  <a:lnTo>
                    <a:pt x="2492" y="2357"/>
                  </a:lnTo>
                  <a:lnTo>
                    <a:pt x="2559" y="2324"/>
                  </a:lnTo>
                  <a:lnTo>
                    <a:pt x="2559" y="2256"/>
                  </a:lnTo>
                  <a:lnTo>
                    <a:pt x="2526" y="1078"/>
                  </a:lnTo>
                  <a:lnTo>
                    <a:pt x="2526" y="573"/>
                  </a:lnTo>
                  <a:lnTo>
                    <a:pt x="2492" y="303"/>
                  </a:lnTo>
                  <a:lnTo>
                    <a:pt x="2425" y="68"/>
                  </a:lnTo>
                  <a:lnTo>
                    <a:pt x="2391" y="68"/>
                  </a:lnTo>
                  <a:lnTo>
                    <a:pt x="2391" y="101"/>
                  </a:lnTo>
                  <a:lnTo>
                    <a:pt x="2324" y="34"/>
                  </a:lnTo>
                  <a:lnTo>
                    <a:pt x="2223" y="34"/>
                  </a:lnTo>
                  <a:lnTo>
                    <a:pt x="202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7" name="Google Shape;857;p5"/>
            <p:cNvSpPr/>
            <p:nvPr/>
          </p:nvSpPr>
          <p:spPr>
            <a:xfrm>
              <a:off x="1274908" y="395882"/>
              <a:ext cx="16840" cy="117481"/>
            </a:xfrm>
            <a:custGeom>
              <a:avLst/>
              <a:gdLst/>
              <a:ahLst/>
              <a:cxnLst/>
              <a:rect l="l" t="t" r="r" b="b"/>
              <a:pathLst>
                <a:path w="338" h="2358" extrusionOk="0">
                  <a:moveTo>
                    <a:pt x="68" y="0"/>
                  </a:moveTo>
                  <a:lnTo>
                    <a:pt x="34" y="34"/>
                  </a:lnTo>
                  <a:lnTo>
                    <a:pt x="0" y="303"/>
                  </a:lnTo>
                  <a:lnTo>
                    <a:pt x="0" y="573"/>
                  </a:lnTo>
                  <a:lnTo>
                    <a:pt x="34" y="1078"/>
                  </a:lnTo>
                  <a:lnTo>
                    <a:pt x="68" y="1684"/>
                  </a:lnTo>
                  <a:lnTo>
                    <a:pt x="101" y="1987"/>
                  </a:lnTo>
                  <a:lnTo>
                    <a:pt x="169" y="2290"/>
                  </a:lnTo>
                  <a:lnTo>
                    <a:pt x="202" y="2323"/>
                  </a:lnTo>
                  <a:lnTo>
                    <a:pt x="270" y="2357"/>
                  </a:lnTo>
                  <a:lnTo>
                    <a:pt x="303" y="2323"/>
                  </a:lnTo>
                  <a:lnTo>
                    <a:pt x="337" y="2256"/>
                  </a:lnTo>
                  <a:lnTo>
                    <a:pt x="337" y="1987"/>
                  </a:lnTo>
                  <a:lnTo>
                    <a:pt x="303" y="1684"/>
                  </a:lnTo>
                  <a:lnTo>
                    <a:pt x="236" y="1078"/>
                  </a:lnTo>
                  <a:lnTo>
                    <a:pt x="202" y="539"/>
                  </a:lnTo>
                  <a:lnTo>
                    <a:pt x="202" y="303"/>
                  </a:lnTo>
                  <a:lnTo>
                    <a:pt x="135" y="34"/>
                  </a:lnTo>
                  <a:lnTo>
                    <a:pt x="13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8" name="Google Shape;858;p5"/>
            <p:cNvSpPr/>
            <p:nvPr/>
          </p:nvSpPr>
          <p:spPr>
            <a:xfrm>
              <a:off x="520047" y="15089"/>
              <a:ext cx="127546" cy="119175"/>
            </a:xfrm>
            <a:custGeom>
              <a:avLst/>
              <a:gdLst/>
              <a:ahLst/>
              <a:cxnLst/>
              <a:rect l="l" t="t" r="r" b="b"/>
              <a:pathLst>
                <a:path w="2560" h="2392" extrusionOk="0">
                  <a:moveTo>
                    <a:pt x="135" y="1"/>
                  </a:moveTo>
                  <a:lnTo>
                    <a:pt x="102" y="34"/>
                  </a:lnTo>
                  <a:lnTo>
                    <a:pt x="68" y="34"/>
                  </a:lnTo>
                  <a:lnTo>
                    <a:pt x="34" y="304"/>
                  </a:lnTo>
                  <a:lnTo>
                    <a:pt x="1" y="573"/>
                  </a:lnTo>
                  <a:lnTo>
                    <a:pt x="1" y="1078"/>
                  </a:lnTo>
                  <a:lnTo>
                    <a:pt x="34" y="1684"/>
                  </a:lnTo>
                  <a:lnTo>
                    <a:pt x="68" y="2021"/>
                  </a:lnTo>
                  <a:lnTo>
                    <a:pt x="169" y="2290"/>
                  </a:lnTo>
                  <a:lnTo>
                    <a:pt x="203" y="2358"/>
                  </a:lnTo>
                  <a:lnTo>
                    <a:pt x="236" y="2358"/>
                  </a:lnTo>
                  <a:lnTo>
                    <a:pt x="304" y="2324"/>
                  </a:lnTo>
                  <a:lnTo>
                    <a:pt x="338" y="2256"/>
                  </a:lnTo>
                  <a:lnTo>
                    <a:pt x="304" y="1987"/>
                  </a:lnTo>
                  <a:lnTo>
                    <a:pt x="304" y="1684"/>
                  </a:lnTo>
                  <a:lnTo>
                    <a:pt x="236" y="1078"/>
                  </a:lnTo>
                  <a:lnTo>
                    <a:pt x="236" y="640"/>
                  </a:lnTo>
                  <a:lnTo>
                    <a:pt x="203" y="236"/>
                  </a:lnTo>
                  <a:lnTo>
                    <a:pt x="439" y="236"/>
                  </a:lnTo>
                  <a:lnTo>
                    <a:pt x="674" y="270"/>
                  </a:lnTo>
                  <a:lnTo>
                    <a:pt x="1146" y="236"/>
                  </a:lnTo>
                  <a:lnTo>
                    <a:pt x="2223" y="203"/>
                  </a:lnTo>
                  <a:lnTo>
                    <a:pt x="2257" y="236"/>
                  </a:lnTo>
                  <a:lnTo>
                    <a:pt x="2324" y="236"/>
                  </a:lnTo>
                  <a:lnTo>
                    <a:pt x="2290" y="573"/>
                  </a:lnTo>
                  <a:lnTo>
                    <a:pt x="2324" y="910"/>
                  </a:lnTo>
                  <a:lnTo>
                    <a:pt x="2358" y="2088"/>
                  </a:lnTo>
                  <a:lnTo>
                    <a:pt x="2122" y="2054"/>
                  </a:lnTo>
                  <a:lnTo>
                    <a:pt x="1886" y="2054"/>
                  </a:lnTo>
                  <a:lnTo>
                    <a:pt x="1415" y="2088"/>
                  </a:lnTo>
                  <a:lnTo>
                    <a:pt x="843" y="2088"/>
                  </a:lnTo>
                  <a:lnTo>
                    <a:pt x="674" y="2122"/>
                  </a:lnTo>
                  <a:lnTo>
                    <a:pt x="540" y="2122"/>
                  </a:lnTo>
                  <a:lnTo>
                    <a:pt x="405" y="2189"/>
                  </a:lnTo>
                  <a:lnTo>
                    <a:pt x="338" y="2256"/>
                  </a:lnTo>
                  <a:lnTo>
                    <a:pt x="338" y="2290"/>
                  </a:lnTo>
                  <a:lnTo>
                    <a:pt x="405" y="2358"/>
                  </a:lnTo>
                  <a:lnTo>
                    <a:pt x="540" y="2391"/>
                  </a:lnTo>
                  <a:lnTo>
                    <a:pt x="775" y="2391"/>
                  </a:lnTo>
                  <a:lnTo>
                    <a:pt x="1280" y="2358"/>
                  </a:lnTo>
                  <a:lnTo>
                    <a:pt x="2088" y="2358"/>
                  </a:lnTo>
                  <a:lnTo>
                    <a:pt x="2358" y="2290"/>
                  </a:lnTo>
                  <a:lnTo>
                    <a:pt x="2425" y="2324"/>
                  </a:lnTo>
                  <a:lnTo>
                    <a:pt x="2492" y="2324"/>
                  </a:lnTo>
                  <a:lnTo>
                    <a:pt x="2526" y="2290"/>
                  </a:lnTo>
                  <a:lnTo>
                    <a:pt x="2560" y="2223"/>
                  </a:lnTo>
                  <a:lnTo>
                    <a:pt x="2526" y="1044"/>
                  </a:lnTo>
                  <a:lnTo>
                    <a:pt x="2526" y="539"/>
                  </a:lnTo>
                  <a:lnTo>
                    <a:pt x="2492" y="304"/>
                  </a:lnTo>
                  <a:lnTo>
                    <a:pt x="2425" y="68"/>
                  </a:lnTo>
                  <a:lnTo>
                    <a:pt x="2425" y="34"/>
                  </a:lnTo>
                  <a:lnTo>
                    <a:pt x="2391" y="34"/>
                  </a:lnTo>
                  <a:lnTo>
                    <a:pt x="2391" y="102"/>
                  </a:lnTo>
                  <a:lnTo>
                    <a:pt x="2358" y="68"/>
                  </a:lnTo>
                  <a:lnTo>
                    <a:pt x="2290" y="34"/>
                  </a:lnTo>
                  <a:lnTo>
                    <a:pt x="2223" y="1"/>
                  </a:lnTo>
                  <a:lnTo>
                    <a:pt x="1987" y="1"/>
                  </a:lnTo>
                  <a:lnTo>
                    <a:pt x="1617" y="34"/>
                  </a:lnTo>
                  <a:lnTo>
                    <a:pt x="910" y="34"/>
                  </a:lnTo>
                  <a:lnTo>
                    <a:pt x="540" y="68"/>
                  </a:lnTo>
                  <a:lnTo>
                    <a:pt x="203" y="135"/>
                  </a:lnTo>
                  <a:lnTo>
                    <a:pt x="169"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59" name="Google Shape;859;p5"/>
            <p:cNvSpPr/>
            <p:nvPr/>
          </p:nvSpPr>
          <p:spPr>
            <a:xfrm>
              <a:off x="1311826" y="416010"/>
              <a:ext cx="45338" cy="25210"/>
            </a:xfrm>
            <a:custGeom>
              <a:avLst/>
              <a:gdLst/>
              <a:ahLst/>
              <a:cxnLst/>
              <a:rect l="l" t="t" r="r" b="b"/>
              <a:pathLst>
                <a:path w="910" h="506" extrusionOk="0">
                  <a:moveTo>
                    <a:pt x="572" y="0"/>
                  </a:moveTo>
                  <a:lnTo>
                    <a:pt x="404" y="68"/>
                  </a:lnTo>
                  <a:lnTo>
                    <a:pt x="101" y="236"/>
                  </a:lnTo>
                  <a:lnTo>
                    <a:pt x="34" y="270"/>
                  </a:lnTo>
                  <a:lnTo>
                    <a:pt x="0" y="337"/>
                  </a:lnTo>
                  <a:lnTo>
                    <a:pt x="34" y="371"/>
                  </a:lnTo>
                  <a:lnTo>
                    <a:pt x="101" y="404"/>
                  </a:lnTo>
                  <a:lnTo>
                    <a:pt x="774" y="505"/>
                  </a:lnTo>
                  <a:lnTo>
                    <a:pt x="842" y="472"/>
                  </a:lnTo>
                  <a:lnTo>
                    <a:pt x="909" y="404"/>
                  </a:lnTo>
                  <a:lnTo>
                    <a:pt x="876" y="337"/>
                  </a:lnTo>
                  <a:lnTo>
                    <a:pt x="808" y="303"/>
                  </a:lnTo>
                  <a:lnTo>
                    <a:pt x="505" y="270"/>
                  </a:lnTo>
                  <a:lnTo>
                    <a:pt x="640" y="169"/>
                  </a:lnTo>
                  <a:lnTo>
                    <a:pt x="774" y="68"/>
                  </a:lnTo>
                  <a:lnTo>
                    <a:pt x="77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0" name="Google Shape;860;p5"/>
            <p:cNvSpPr/>
            <p:nvPr/>
          </p:nvSpPr>
          <p:spPr>
            <a:xfrm>
              <a:off x="682768" y="323739"/>
              <a:ext cx="35274" cy="52065"/>
            </a:xfrm>
            <a:custGeom>
              <a:avLst/>
              <a:gdLst/>
              <a:ahLst/>
              <a:cxnLst/>
              <a:rect l="l" t="t" r="r" b="b"/>
              <a:pathLst>
                <a:path w="708" h="1045" extrusionOk="0">
                  <a:moveTo>
                    <a:pt x="506" y="1"/>
                  </a:moveTo>
                  <a:lnTo>
                    <a:pt x="371" y="34"/>
                  </a:lnTo>
                  <a:lnTo>
                    <a:pt x="135" y="34"/>
                  </a:lnTo>
                  <a:lnTo>
                    <a:pt x="102" y="68"/>
                  </a:lnTo>
                  <a:lnTo>
                    <a:pt x="34" y="68"/>
                  </a:lnTo>
                  <a:lnTo>
                    <a:pt x="1" y="135"/>
                  </a:lnTo>
                  <a:lnTo>
                    <a:pt x="1" y="169"/>
                  </a:lnTo>
                  <a:lnTo>
                    <a:pt x="34" y="203"/>
                  </a:lnTo>
                  <a:lnTo>
                    <a:pt x="68" y="203"/>
                  </a:lnTo>
                  <a:lnTo>
                    <a:pt x="68" y="607"/>
                  </a:lnTo>
                  <a:lnTo>
                    <a:pt x="169" y="977"/>
                  </a:lnTo>
                  <a:lnTo>
                    <a:pt x="203" y="1044"/>
                  </a:lnTo>
                  <a:lnTo>
                    <a:pt x="270" y="1044"/>
                  </a:lnTo>
                  <a:lnTo>
                    <a:pt x="337" y="1011"/>
                  </a:lnTo>
                  <a:lnTo>
                    <a:pt x="337" y="943"/>
                  </a:lnTo>
                  <a:lnTo>
                    <a:pt x="304" y="573"/>
                  </a:lnTo>
                  <a:lnTo>
                    <a:pt x="371" y="607"/>
                  </a:lnTo>
                  <a:lnTo>
                    <a:pt x="472" y="573"/>
                  </a:lnTo>
                  <a:lnTo>
                    <a:pt x="573" y="539"/>
                  </a:lnTo>
                  <a:lnTo>
                    <a:pt x="607" y="506"/>
                  </a:lnTo>
                  <a:lnTo>
                    <a:pt x="607" y="472"/>
                  </a:lnTo>
                  <a:lnTo>
                    <a:pt x="573" y="405"/>
                  </a:lnTo>
                  <a:lnTo>
                    <a:pt x="506" y="405"/>
                  </a:lnTo>
                  <a:lnTo>
                    <a:pt x="337" y="438"/>
                  </a:lnTo>
                  <a:lnTo>
                    <a:pt x="270" y="472"/>
                  </a:lnTo>
                  <a:lnTo>
                    <a:pt x="236" y="236"/>
                  </a:lnTo>
                  <a:lnTo>
                    <a:pt x="371" y="236"/>
                  </a:lnTo>
                  <a:lnTo>
                    <a:pt x="539" y="203"/>
                  </a:lnTo>
                  <a:lnTo>
                    <a:pt x="607" y="169"/>
                  </a:lnTo>
                  <a:lnTo>
                    <a:pt x="674" y="135"/>
                  </a:lnTo>
                  <a:lnTo>
                    <a:pt x="708" y="102"/>
                  </a:lnTo>
                  <a:lnTo>
                    <a:pt x="708" y="68"/>
                  </a:lnTo>
                  <a:lnTo>
                    <a:pt x="64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1" name="Google Shape;861;p5"/>
            <p:cNvSpPr/>
            <p:nvPr/>
          </p:nvSpPr>
          <p:spPr>
            <a:xfrm>
              <a:off x="565336" y="72136"/>
              <a:ext cx="38662" cy="43645"/>
            </a:xfrm>
            <a:custGeom>
              <a:avLst/>
              <a:gdLst/>
              <a:ahLst/>
              <a:cxnLst/>
              <a:rect l="l" t="t" r="r" b="b"/>
              <a:pathLst>
                <a:path w="776" h="876" extrusionOk="0">
                  <a:moveTo>
                    <a:pt x="405" y="0"/>
                  </a:moveTo>
                  <a:lnTo>
                    <a:pt x="270" y="135"/>
                  </a:lnTo>
                  <a:lnTo>
                    <a:pt x="169" y="270"/>
                  </a:lnTo>
                  <a:lnTo>
                    <a:pt x="1" y="606"/>
                  </a:lnTo>
                  <a:lnTo>
                    <a:pt x="1" y="640"/>
                  </a:lnTo>
                  <a:lnTo>
                    <a:pt x="1" y="674"/>
                  </a:lnTo>
                  <a:lnTo>
                    <a:pt x="35" y="707"/>
                  </a:lnTo>
                  <a:lnTo>
                    <a:pt x="102" y="741"/>
                  </a:lnTo>
                  <a:lnTo>
                    <a:pt x="338" y="741"/>
                  </a:lnTo>
                  <a:lnTo>
                    <a:pt x="573" y="707"/>
                  </a:lnTo>
                  <a:lnTo>
                    <a:pt x="573" y="808"/>
                  </a:lnTo>
                  <a:lnTo>
                    <a:pt x="607" y="876"/>
                  </a:lnTo>
                  <a:lnTo>
                    <a:pt x="708" y="876"/>
                  </a:lnTo>
                  <a:lnTo>
                    <a:pt x="708" y="775"/>
                  </a:lnTo>
                  <a:lnTo>
                    <a:pt x="708" y="674"/>
                  </a:lnTo>
                  <a:lnTo>
                    <a:pt x="775" y="674"/>
                  </a:lnTo>
                  <a:lnTo>
                    <a:pt x="775" y="606"/>
                  </a:lnTo>
                  <a:lnTo>
                    <a:pt x="775" y="539"/>
                  </a:lnTo>
                  <a:lnTo>
                    <a:pt x="708" y="505"/>
                  </a:lnTo>
                  <a:lnTo>
                    <a:pt x="742" y="337"/>
                  </a:lnTo>
                  <a:lnTo>
                    <a:pt x="742" y="270"/>
                  </a:lnTo>
                  <a:lnTo>
                    <a:pt x="708" y="303"/>
                  </a:lnTo>
                  <a:lnTo>
                    <a:pt x="607" y="505"/>
                  </a:lnTo>
                  <a:lnTo>
                    <a:pt x="237" y="539"/>
                  </a:lnTo>
                  <a:lnTo>
                    <a:pt x="237" y="539"/>
                  </a:lnTo>
                  <a:lnTo>
                    <a:pt x="371" y="303"/>
                  </a:lnTo>
                  <a:lnTo>
                    <a:pt x="472" y="68"/>
                  </a:lnTo>
                  <a:lnTo>
                    <a:pt x="472" y="34"/>
                  </a:lnTo>
                  <a:lnTo>
                    <a:pt x="40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2" name="Google Shape;862;p5"/>
            <p:cNvSpPr/>
            <p:nvPr/>
          </p:nvSpPr>
          <p:spPr>
            <a:xfrm>
              <a:off x="775039" y="275112"/>
              <a:ext cx="110755" cy="122514"/>
            </a:xfrm>
            <a:custGeom>
              <a:avLst/>
              <a:gdLst/>
              <a:ahLst/>
              <a:cxnLst/>
              <a:rect l="l" t="t" r="r" b="b"/>
              <a:pathLst>
                <a:path w="2223" h="2459" extrusionOk="0">
                  <a:moveTo>
                    <a:pt x="1785" y="0"/>
                  </a:moveTo>
                  <a:lnTo>
                    <a:pt x="1313" y="68"/>
                  </a:lnTo>
                  <a:lnTo>
                    <a:pt x="707" y="68"/>
                  </a:lnTo>
                  <a:lnTo>
                    <a:pt x="101" y="101"/>
                  </a:lnTo>
                  <a:lnTo>
                    <a:pt x="34" y="135"/>
                  </a:lnTo>
                  <a:lnTo>
                    <a:pt x="0" y="202"/>
                  </a:lnTo>
                  <a:lnTo>
                    <a:pt x="34" y="236"/>
                  </a:lnTo>
                  <a:lnTo>
                    <a:pt x="68" y="303"/>
                  </a:lnTo>
                  <a:lnTo>
                    <a:pt x="34" y="505"/>
                  </a:lnTo>
                  <a:lnTo>
                    <a:pt x="34" y="741"/>
                  </a:lnTo>
                  <a:lnTo>
                    <a:pt x="68" y="1179"/>
                  </a:lnTo>
                  <a:lnTo>
                    <a:pt x="68" y="1717"/>
                  </a:lnTo>
                  <a:lnTo>
                    <a:pt x="68" y="2020"/>
                  </a:lnTo>
                  <a:lnTo>
                    <a:pt x="101" y="2290"/>
                  </a:lnTo>
                  <a:lnTo>
                    <a:pt x="68" y="2323"/>
                  </a:lnTo>
                  <a:lnTo>
                    <a:pt x="101" y="2391"/>
                  </a:lnTo>
                  <a:lnTo>
                    <a:pt x="135" y="2458"/>
                  </a:lnTo>
                  <a:lnTo>
                    <a:pt x="202" y="2458"/>
                  </a:lnTo>
                  <a:lnTo>
                    <a:pt x="808" y="2424"/>
                  </a:lnTo>
                  <a:lnTo>
                    <a:pt x="1448" y="2391"/>
                  </a:lnTo>
                  <a:lnTo>
                    <a:pt x="1852" y="2391"/>
                  </a:lnTo>
                  <a:lnTo>
                    <a:pt x="2054" y="2323"/>
                  </a:lnTo>
                  <a:lnTo>
                    <a:pt x="2121" y="2290"/>
                  </a:lnTo>
                  <a:lnTo>
                    <a:pt x="2222" y="2222"/>
                  </a:lnTo>
                  <a:lnTo>
                    <a:pt x="2121" y="2155"/>
                  </a:lnTo>
                  <a:lnTo>
                    <a:pt x="2020" y="2121"/>
                  </a:lnTo>
                  <a:lnTo>
                    <a:pt x="1852" y="2121"/>
                  </a:lnTo>
                  <a:lnTo>
                    <a:pt x="1414" y="2155"/>
                  </a:lnTo>
                  <a:lnTo>
                    <a:pt x="303" y="2222"/>
                  </a:lnTo>
                  <a:lnTo>
                    <a:pt x="303" y="1953"/>
                  </a:lnTo>
                  <a:lnTo>
                    <a:pt x="303" y="1684"/>
                  </a:lnTo>
                  <a:lnTo>
                    <a:pt x="270" y="1179"/>
                  </a:lnTo>
                  <a:lnTo>
                    <a:pt x="270" y="741"/>
                  </a:lnTo>
                  <a:lnTo>
                    <a:pt x="270" y="505"/>
                  </a:lnTo>
                  <a:lnTo>
                    <a:pt x="202" y="303"/>
                  </a:lnTo>
                  <a:lnTo>
                    <a:pt x="842" y="303"/>
                  </a:lnTo>
                  <a:lnTo>
                    <a:pt x="1482" y="270"/>
                  </a:lnTo>
                  <a:lnTo>
                    <a:pt x="1886" y="236"/>
                  </a:lnTo>
                  <a:lnTo>
                    <a:pt x="2088" y="169"/>
                  </a:lnTo>
                  <a:lnTo>
                    <a:pt x="2155" y="135"/>
                  </a:lnTo>
                  <a:lnTo>
                    <a:pt x="2222" y="68"/>
                  </a:lnTo>
                  <a:lnTo>
                    <a:pt x="2222" y="34"/>
                  </a:lnTo>
                  <a:lnTo>
                    <a:pt x="202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3" name="Google Shape;863;p5"/>
            <p:cNvSpPr/>
            <p:nvPr/>
          </p:nvSpPr>
          <p:spPr>
            <a:xfrm>
              <a:off x="603948" y="152649"/>
              <a:ext cx="15146" cy="115787"/>
            </a:xfrm>
            <a:custGeom>
              <a:avLst/>
              <a:gdLst/>
              <a:ahLst/>
              <a:cxnLst/>
              <a:rect l="l" t="t" r="r" b="b"/>
              <a:pathLst>
                <a:path w="304" h="2324" extrusionOk="0">
                  <a:moveTo>
                    <a:pt x="34" y="1"/>
                  </a:moveTo>
                  <a:lnTo>
                    <a:pt x="34" y="34"/>
                  </a:lnTo>
                  <a:lnTo>
                    <a:pt x="0" y="304"/>
                  </a:lnTo>
                  <a:lnTo>
                    <a:pt x="0" y="539"/>
                  </a:lnTo>
                  <a:lnTo>
                    <a:pt x="0" y="1078"/>
                  </a:lnTo>
                  <a:lnTo>
                    <a:pt x="34" y="1684"/>
                  </a:lnTo>
                  <a:lnTo>
                    <a:pt x="101" y="1987"/>
                  </a:lnTo>
                  <a:lnTo>
                    <a:pt x="169" y="2290"/>
                  </a:lnTo>
                  <a:lnTo>
                    <a:pt x="202" y="2324"/>
                  </a:lnTo>
                  <a:lnTo>
                    <a:pt x="303" y="2324"/>
                  </a:lnTo>
                  <a:lnTo>
                    <a:pt x="303" y="2256"/>
                  </a:lnTo>
                  <a:lnTo>
                    <a:pt x="303" y="1953"/>
                  </a:lnTo>
                  <a:lnTo>
                    <a:pt x="303" y="1650"/>
                  </a:lnTo>
                  <a:lnTo>
                    <a:pt x="236" y="1078"/>
                  </a:lnTo>
                  <a:lnTo>
                    <a:pt x="202" y="539"/>
                  </a:lnTo>
                  <a:lnTo>
                    <a:pt x="169" y="270"/>
                  </a:lnTo>
                  <a:lnTo>
                    <a:pt x="135" y="34"/>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4" name="Google Shape;864;p5"/>
            <p:cNvSpPr/>
            <p:nvPr/>
          </p:nvSpPr>
          <p:spPr>
            <a:xfrm>
              <a:off x="632447" y="276757"/>
              <a:ext cx="129240" cy="125901"/>
            </a:xfrm>
            <a:custGeom>
              <a:avLst/>
              <a:gdLst/>
              <a:ahLst/>
              <a:cxnLst/>
              <a:rect l="l" t="t" r="r" b="b"/>
              <a:pathLst>
                <a:path w="2594" h="2527" extrusionOk="0">
                  <a:moveTo>
                    <a:pt x="2290" y="237"/>
                  </a:moveTo>
                  <a:lnTo>
                    <a:pt x="2324" y="674"/>
                  </a:lnTo>
                  <a:lnTo>
                    <a:pt x="2324" y="1078"/>
                  </a:lnTo>
                  <a:lnTo>
                    <a:pt x="2324" y="1684"/>
                  </a:lnTo>
                  <a:lnTo>
                    <a:pt x="2324" y="1987"/>
                  </a:lnTo>
                  <a:lnTo>
                    <a:pt x="2357" y="2290"/>
                  </a:lnTo>
                  <a:lnTo>
                    <a:pt x="2357" y="2290"/>
                  </a:lnTo>
                  <a:lnTo>
                    <a:pt x="2223" y="2223"/>
                  </a:lnTo>
                  <a:lnTo>
                    <a:pt x="2122" y="2156"/>
                  </a:lnTo>
                  <a:lnTo>
                    <a:pt x="1819" y="2156"/>
                  </a:lnTo>
                  <a:lnTo>
                    <a:pt x="1246" y="2189"/>
                  </a:lnTo>
                  <a:lnTo>
                    <a:pt x="775" y="2189"/>
                  </a:lnTo>
                  <a:lnTo>
                    <a:pt x="539" y="2223"/>
                  </a:lnTo>
                  <a:lnTo>
                    <a:pt x="304" y="2257"/>
                  </a:lnTo>
                  <a:lnTo>
                    <a:pt x="236" y="1078"/>
                  </a:lnTo>
                  <a:lnTo>
                    <a:pt x="236" y="742"/>
                  </a:lnTo>
                  <a:lnTo>
                    <a:pt x="169" y="439"/>
                  </a:lnTo>
                  <a:lnTo>
                    <a:pt x="236" y="439"/>
                  </a:lnTo>
                  <a:lnTo>
                    <a:pt x="270" y="405"/>
                  </a:lnTo>
                  <a:lnTo>
                    <a:pt x="304" y="371"/>
                  </a:lnTo>
                  <a:lnTo>
                    <a:pt x="1347" y="338"/>
                  </a:lnTo>
                  <a:lnTo>
                    <a:pt x="1819" y="304"/>
                  </a:lnTo>
                  <a:lnTo>
                    <a:pt x="2054" y="270"/>
                  </a:lnTo>
                  <a:lnTo>
                    <a:pt x="2290" y="237"/>
                  </a:lnTo>
                  <a:close/>
                  <a:moveTo>
                    <a:pt x="2357" y="1"/>
                  </a:moveTo>
                  <a:lnTo>
                    <a:pt x="2324" y="35"/>
                  </a:lnTo>
                  <a:lnTo>
                    <a:pt x="2290" y="35"/>
                  </a:lnTo>
                  <a:lnTo>
                    <a:pt x="2290" y="136"/>
                  </a:lnTo>
                  <a:lnTo>
                    <a:pt x="1953" y="102"/>
                  </a:lnTo>
                  <a:lnTo>
                    <a:pt x="1583" y="102"/>
                  </a:lnTo>
                  <a:lnTo>
                    <a:pt x="876" y="169"/>
                  </a:lnTo>
                  <a:lnTo>
                    <a:pt x="270" y="169"/>
                  </a:lnTo>
                  <a:lnTo>
                    <a:pt x="203" y="203"/>
                  </a:lnTo>
                  <a:lnTo>
                    <a:pt x="135" y="270"/>
                  </a:lnTo>
                  <a:lnTo>
                    <a:pt x="102" y="270"/>
                  </a:lnTo>
                  <a:lnTo>
                    <a:pt x="102" y="237"/>
                  </a:lnTo>
                  <a:lnTo>
                    <a:pt x="68" y="237"/>
                  </a:lnTo>
                  <a:lnTo>
                    <a:pt x="1" y="506"/>
                  </a:lnTo>
                  <a:lnTo>
                    <a:pt x="1" y="742"/>
                  </a:lnTo>
                  <a:lnTo>
                    <a:pt x="68" y="1247"/>
                  </a:lnTo>
                  <a:lnTo>
                    <a:pt x="102" y="2425"/>
                  </a:lnTo>
                  <a:lnTo>
                    <a:pt x="135" y="2492"/>
                  </a:lnTo>
                  <a:lnTo>
                    <a:pt x="203" y="2526"/>
                  </a:lnTo>
                  <a:lnTo>
                    <a:pt x="270" y="2492"/>
                  </a:lnTo>
                  <a:lnTo>
                    <a:pt x="304" y="2459"/>
                  </a:lnTo>
                  <a:lnTo>
                    <a:pt x="573" y="2492"/>
                  </a:lnTo>
                  <a:lnTo>
                    <a:pt x="842" y="2492"/>
                  </a:lnTo>
                  <a:lnTo>
                    <a:pt x="1415" y="2459"/>
                  </a:lnTo>
                  <a:lnTo>
                    <a:pt x="1920" y="2459"/>
                  </a:lnTo>
                  <a:lnTo>
                    <a:pt x="2155" y="2425"/>
                  </a:lnTo>
                  <a:lnTo>
                    <a:pt x="2256" y="2358"/>
                  </a:lnTo>
                  <a:lnTo>
                    <a:pt x="2357" y="2290"/>
                  </a:lnTo>
                  <a:lnTo>
                    <a:pt x="2357" y="2324"/>
                  </a:lnTo>
                  <a:lnTo>
                    <a:pt x="2425" y="2358"/>
                  </a:lnTo>
                  <a:lnTo>
                    <a:pt x="2492" y="2358"/>
                  </a:lnTo>
                  <a:lnTo>
                    <a:pt x="2526" y="2290"/>
                  </a:lnTo>
                  <a:lnTo>
                    <a:pt x="2559" y="1987"/>
                  </a:lnTo>
                  <a:lnTo>
                    <a:pt x="2593" y="1684"/>
                  </a:lnTo>
                  <a:lnTo>
                    <a:pt x="2559" y="1078"/>
                  </a:lnTo>
                  <a:lnTo>
                    <a:pt x="2526" y="540"/>
                  </a:lnTo>
                  <a:lnTo>
                    <a:pt x="2492" y="304"/>
                  </a:lnTo>
                  <a:lnTo>
                    <a:pt x="2425" y="35"/>
                  </a:lnTo>
                  <a:lnTo>
                    <a:pt x="2391" y="35"/>
                  </a:lnTo>
                  <a:lnTo>
                    <a:pt x="235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5" name="Google Shape;865;p5"/>
            <p:cNvSpPr/>
            <p:nvPr/>
          </p:nvSpPr>
          <p:spPr>
            <a:xfrm>
              <a:off x="966258" y="318707"/>
              <a:ext cx="38612" cy="35274"/>
            </a:xfrm>
            <a:custGeom>
              <a:avLst/>
              <a:gdLst/>
              <a:ahLst/>
              <a:cxnLst/>
              <a:rect l="l" t="t" r="r" b="b"/>
              <a:pathLst>
                <a:path w="775" h="708" extrusionOk="0">
                  <a:moveTo>
                    <a:pt x="573" y="1"/>
                  </a:moveTo>
                  <a:lnTo>
                    <a:pt x="506" y="34"/>
                  </a:lnTo>
                  <a:lnTo>
                    <a:pt x="472" y="102"/>
                  </a:lnTo>
                  <a:lnTo>
                    <a:pt x="438" y="236"/>
                  </a:lnTo>
                  <a:lnTo>
                    <a:pt x="438" y="270"/>
                  </a:lnTo>
                  <a:lnTo>
                    <a:pt x="203" y="304"/>
                  </a:lnTo>
                  <a:lnTo>
                    <a:pt x="169" y="135"/>
                  </a:lnTo>
                  <a:lnTo>
                    <a:pt x="135" y="102"/>
                  </a:lnTo>
                  <a:lnTo>
                    <a:pt x="68" y="102"/>
                  </a:lnTo>
                  <a:lnTo>
                    <a:pt x="68" y="135"/>
                  </a:lnTo>
                  <a:lnTo>
                    <a:pt x="34" y="337"/>
                  </a:lnTo>
                  <a:lnTo>
                    <a:pt x="1" y="371"/>
                  </a:lnTo>
                  <a:lnTo>
                    <a:pt x="34" y="438"/>
                  </a:lnTo>
                  <a:lnTo>
                    <a:pt x="68" y="640"/>
                  </a:lnTo>
                  <a:lnTo>
                    <a:pt x="102" y="674"/>
                  </a:lnTo>
                  <a:lnTo>
                    <a:pt x="169" y="674"/>
                  </a:lnTo>
                  <a:lnTo>
                    <a:pt x="203" y="640"/>
                  </a:lnTo>
                  <a:lnTo>
                    <a:pt x="236" y="573"/>
                  </a:lnTo>
                  <a:lnTo>
                    <a:pt x="203" y="472"/>
                  </a:lnTo>
                  <a:lnTo>
                    <a:pt x="472" y="472"/>
                  </a:lnTo>
                  <a:lnTo>
                    <a:pt x="506" y="607"/>
                  </a:lnTo>
                  <a:lnTo>
                    <a:pt x="506" y="640"/>
                  </a:lnTo>
                  <a:lnTo>
                    <a:pt x="573" y="708"/>
                  </a:lnTo>
                  <a:lnTo>
                    <a:pt x="607" y="708"/>
                  </a:lnTo>
                  <a:lnTo>
                    <a:pt x="640" y="674"/>
                  </a:lnTo>
                  <a:lnTo>
                    <a:pt x="640" y="640"/>
                  </a:lnTo>
                  <a:lnTo>
                    <a:pt x="674" y="573"/>
                  </a:lnTo>
                  <a:lnTo>
                    <a:pt x="640" y="438"/>
                  </a:lnTo>
                  <a:lnTo>
                    <a:pt x="741" y="371"/>
                  </a:lnTo>
                  <a:lnTo>
                    <a:pt x="775" y="304"/>
                  </a:lnTo>
                  <a:lnTo>
                    <a:pt x="775" y="270"/>
                  </a:lnTo>
                  <a:lnTo>
                    <a:pt x="741" y="236"/>
                  </a:lnTo>
                  <a:lnTo>
                    <a:pt x="674" y="203"/>
                  </a:lnTo>
                  <a:lnTo>
                    <a:pt x="607" y="236"/>
                  </a:lnTo>
                  <a:lnTo>
                    <a:pt x="607" y="135"/>
                  </a:lnTo>
                  <a:lnTo>
                    <a:pt x="640" y="68"/>
                  </a:lnTo>
                  <a:lnTo>
                    <a:pt x="640" y="34"/>
                  </a:lnTo>
                  <a:lnTo>
                    <a:pt x="64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6" name="Google Shape;866;p5"/>
            <p:cNvSpPr/>
            <p:nvPr/>
          </p:nvSpPr>
          <p:spPr>
            <a:xfrm>
              <a:off x="818633" y="318707"/>
              <a:ext cx="50371" cy="45338"/>
            </a:xfrm>
            <a:custGeom>
              <a:avLst/>
              <a:gdLst/>
              <a:ahLst/>
              <a:cxnLst/>
              <a:rect l="l" t="t" r="r" b="b"/>
              <a:pathLst>
                <a:path w="1011" h="910" extrusionOk="0">
                  <a:moveTo>
                    <a:pt x="371" y="1"/>
                  </a:moveTo>
                  <a:lnTo>
                    <a:pt x="270" y="34"/>
                  </a:lnTo>
                  <a:lnTo>
                    <a:pt x="169" y="135"/>
                  </a:lnTo>
                  <a:lnTo>
                    <a:pt x="68" y="203"/>
                  </a:lnTo>
                  <a:lnTo>
                    <a:pt x="34" y="337"/>
                  </a:lnTo>
                  <a:lnTo>
                    <a:pt x="1" y="472"/>
                  </a:lnTo>
                  <a:lnTo>
                    <a:pt x="34" y="573"/>
                  </a:lnTo>
                  <a:lnTo>
                    <a:pt x="68" y="674"/>
                  </a:lnTo>
                  <a:lnTo>
                    <a:pt x="135" y="741"/>
                  </a:lnTo>
                  <a:lnTo>
                    <a:pt x="203" y="809"/>
                  </a:lnTo>
                  <a:lnTo>
                    <a:pt x="304" y="842"/>
                  </a:lnTo>
                  <a:lnTo>
                    <a:pt x="405" y="876"/>
                  </a:lnTo>
                  <a:lnTo>
                    <a:pt x="506" y="876"/>
                  </a:lnTo>
                  <a:lnTo>
                    <a:pt x="607" y="809"/>
                  </a:lnTo>
                  <a:lnTo>
                    <a:pt x="607" y="876"/>
                  </a:lnTo>
                  <a:lnTo>
                    <a:pt x="640" y="910"/>
                  </a:lnTo>
                  <a:lnTo>
                    <a:pt x="674" y="910"/>
                  </a:lnTo>
                  <a:lnTo>
                    <a:pt x="708" y="876"/>
                  </a:lnTo>
                  <a:lnTo>
                    <a:pt x="708" y="842"/>
                  </a:lnTo>
                  <a:lnTo>
                    <a:pt x="708" y="741"/>
                  </a:lnTo>
                  <a:lnTo>
                    <a:pt x="708" y="607"/>
                  </a:lnTo>
                  <a:lnTo>
                    <a:pt x="708" y="573"/>
                  </a:lnTo>
                  <a:lnTo>
                    <a:pt x="943" y="539"/>
                  </a:lnTo>
                  <a:lnTo>
                    <a:pt x="977" y="506"/>
                  </a:lnTo>
                  <a:lnTo>
                    <a:pt x="1011" y="438"/>
                  </a:lnTo>
                  <a:lnTo>
                    <a:pt x="977" y="371"/>
                  </a:lnTo>
                  <a:lnTo>
                    <a:pt x="910" y="337"/>
                  </a:lnTo>
                  <a:lnTo>
                    <a:pt x="674" y="337"/>
                  </a:lnTo>
                  <a:lnTo>
                    <a:pt x="539" y="371"/>
                  </a:lnTo>
                  <a:lnTo>
                    <a:pt x="438" y="438"/>
                  </a:lnTo>
                  <a:lnTo>
                    <a:pt x="405" y="472"/>
                  </a:lnTo>
                  <a:lnTo>
                    <a:pt x="438" y="506"/>
                  </a:lnTo>
                  <a:lnTo>
                    <a:pt x="607" y="539"/>
                  </a:lnTo>
                  <a:lnTo>
                    <a:pt x="607" y="573"/>
                  </a:lnTo>
                  <a:lnTo>
                    <a:pt x="607" y="640"/>
                  </a:lnTo>
                  <a:lnTo>
                    <a:pt x="506" y="674"/>
                  </a:lnTo>
                  <a:lnTo>
                    <a:pt x="405" y="674"/>
                  </a:lnTo>
                  <a:lnTo>
                    <a:pt x="304" y="640"/>
                  </a:lnTo>
                  <a:lnTo>
                    <a:pt x="236" y="607"/>
                  </a:lnTo>
                  <a:lnTo>
                    <a:pt x="203" y="539"/>
                  </a:lnTo>
                  <a:lnTo>
                    <a:pt x="203" y="438"/>
                  </a:lnTo>
                  <a:lnTo>
                    <a:pt x="203" y="337"/>
                  </a:lnTo>
                  <a:lnTo>
                    <a:pt x="270" y="270"/>
                  </a:lnTo>
                  <a:lnTo>
                    <a:pt x="337" y="203"/>
                  </a:lnTo>
                  <a:lnTo>
                    <a:pt x="539" y="135"/>
                  </a:lnTo>
                  <a:lnTo>
                    <a:pt x="741" y="102"/>
                  </a:lnTo>
                  <a:lnTo>
                    <a:pt x="741" y="68"/>
                  </a:lnTo>
                  <a:lnTo>
                    <a:pt x="6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7" name="Google Shape;867;p5"/>
            <p:cNvSpPr/>
            <p:nvPr/>
          </p:nvSpPr>
          <p:spPr>
            <a:xfrm>
              <a:off x="1040045" y="446203"/>
              <a:ext cx="38662" cy="33580"/>
            </a:xfrm>
            <a:custGeom>
              <a:avLst/>
              <a:gdLst/>
              <a:ahLst/>
              <a:cxnLst/>
              <a:rect l="l" t="t" r="r" b="b"/>
              <a:pathLst>
                <a:path w="776" h="674" extrusionOk="0">
                  <a:moveTo>
                    <a:pt x="102" y="0"/>
                  </a:moveTo>
                  <a:lnTo>
                    <a:pt x="35" y="34"/>
                  </a:lnTo>
                  <a:lnTo>
                    <a:pt x="35" y="101"/>
                  </a:lnTo>
                  <a:lnTo>
                    <a:pt x="35" y="135"/>
                  </a:lnTo>
                  <a:lnTo>
                    <a:pt x="1" y="270"/>
                  </a:lnTo>
                  <a:lnTo>
                    <a:pt x="1" y="573"/>
                  </a:lnTo>
                  <a:lnTo>
                    <a:pt x="35" y="640"/>
                  </a:lnTo>
                  <a:lnTo>
                    <a:pt x="102" y="674"/>
                  </a:lnTo>
                  <a:lnTo>
                    <a:pt x="136" y="640"/>
                  </a:lnTo>
                  <a:lnTo>
                    <a:pt x="203" y="606"/>
                  </a:lnTo>
                  <a:lnTo>
                    <a:pt x="203" y="371"/>
                  </a:lnTo>
                  <a:lnTo>
                    <a:pt x="405" y="573"/>
                  </a:lnTo>
                  <a:lnTo>
                    <a:pt x="472" y="606"/>
                  </a:lnTo>
                  <a:lnTo>
                    <a:pt x="573" y="640"/>
                  </a:lnTo>
                  <a:lnTo>
                    <a:pt x="674" y="640"/>
                  </a:lnTo>
                  <a:lnTo>
                    <a:pt x="742" y="573"/>
                  </a:lnTo>
                  <a:lnTo>
                    <a:pt x="775" y="505"/>
                  </a:lnTo>
                  <a:lnTo>
                    <a:pt x="775" y="438"/>
                  </a:lnTo>
                  <a:lnTo>
                    <a:pt x="742" y="270"/>
                  </a:lnTo>
                  <a:lnTo>
                    <a:pt x="708" y="135"/>
                  </a:lnTo>
                  <a:lnTo>
                    <a:pt x="708" y="68"/>
                  </a:lnTo>
                  <a:lnTo>
                    <a:pt x="641" y="34"/>
                  </a:lnTo>
                  <a:lnTo>
                    <a:pt x="607" y="34"/>
                  </a:lnTo>
                  <a:lnTo>
                    <a:pt x="540" y="68"/>
                  </a:lnTo>
                  <a:lnTo>
                    <a:pt x="506" y="169"/>
                  </a:lnTo>
                  <a:lnTo>
                    <a:pt x="506" y="236"/>
                  </a:lnTo>
                  <a:lnTo>
                    <a:pt x="573" y="438"/>
                  </a:lnTo>
                  <a:lnTo>
                    <a:pt x="506" y="404"/>
                  </a:lnTo>
                  <a:lnTo>
                    <a:pt x="439" y="337"/>
                  </a:lnTo>
                  <a:lnTo>
                    <a:pt x="203"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868" name="Google Shape;868;p5"/>
            <p:cNvSpPr/>
            <p:nvPr/>
          </p:nvSpPr>
          <p:spPr>
            <a:xfrm>
              <a:off x="912599" y="268386"/>
              <a:ext cx="129190" cy="120820"/>
            </a:xfrm>
            <a:custGeom>
              <a:avLst/>
              <a:gdLst/>
              <a:ahLst/>
              <a:cxnLst/>
              <a:rect l="l" t="t" r="r" b="b"/>
              <a:pathLst>
                <a:path w="2593" h="2425" extrusionOk="0">
                  <a:moveTo>
                    <a:pt x="1785" y="1"/>
                  </a:moveTo>
                  <a:lnTo>
                    <a:pt x="1280" y="68"/>
                  </a:lnTo>
                  <a:lnTo>
                    <a:pt x="707" y="102"/>
                  </a:lnTo>
                  <a:lnTo>
                    <a:pt x="135" y="203"/>
                  </a:lnTo>
                  <a:lnTo>
                    <a:pt x="101" y="135"/>
                  </a:lnTo>
                  <a:lnTo>
                    <a:pt x="101" y="102"/>
                  </a:lnTo>
                  <a:lnTo>
                    <a:pt x="34" y="102"/>
                  </a:lnTo>
                  <a:lnTo>
                    <a:pt x="0" y="135"/>
                  </a:lnTo>
                  <a:lnTo>
                    <a:pt x="0" y="438"/>
                  </a:lnTo>
                  <a:lnTo>
                    <a:pt x="0" y="741"/>
                  </a:lnTo>
                  <a:lnTo>
                    <a:pt x="34" y="1347"/>
                  </a:lnTo>
                  <a:lnTo>
                    <a:pt x="34" y="1852"/>
                  </a:lnTo>
                  <a:lnTo>
                    <a:pt x="67" y="2122"/>
                  </a:lnTo>
                  <a:lnTo>
                    <a:pt x="101" y="2391"/>
                  </a:lnTo>
                  <a:lnTo>
                    <a:pt x="135" y="2391"/>
                  </a:lnTo>
                  <a:lnTo>
                    <a:pt x="135" y="2425"/>
                  </a:lnTo>
                  <a:lnTo>
                    <a:pt x="202" y="2391"/>
                  </a:lnTo>
                  <a:lnTo>
                    <a:pt x="1313" y="2391"/>
                  </a:lnTo>
                  <a:lnTo>
                    <a:pt x="1818" y="2357"/>
                  </a:lnTo>
                  <a:lnTo>
                    <a:pt x="2088" y="2324"/>
                  </a:lnTo>
                  <a:lnTo>
                    <a:pt x="2323" y="2290"/>
                  </a:lnTo>
                  <a:lnTo>
                    <a:pt x="2357" y="2324"/>
                  </a:lnTo>
                  <a:lnTo>
                    <a:pt x="2391" y="2324"/>
                  </a:lnTo>
                  <a:lnTo>
                    <a:pt x="2492" y="2290"/>
                  </a:lnTo>
                  <a:lnTo>
                    <a:pt x="2559" y="2189"/>
                  </a:lnTo>
                  <a:lnTo>
                    <a:pt x="2559" y="2088"/>
                  </a:lnTo>
                  <a:lnTo>
                    <a:pt x="2593" y="1953"/>
                  </a:lnTo>
                  <a:lnTo>
                    <a:pt x="2559" y="1718"/>
                  </a:lnTo>
                  <a:lnTo>
                    <a:pt x="2525" y="1482"/>
                  </a:lnTo>
                  <a:lnTo>
                    <a:pt x="2525" y="741"/>
                  </a:lnTo>
                  <a:lnTo>
                    <a:pt x="2458" y="405"/>
                  </a:lnTo>
                  <a:lnTo>
                    <a:pt x="2391" y="236"/>
                  </a:lnTo>
                  <a:lnTo>
                    <a:pt x="2323" y="102"/>
                  </a:lnTo>
                  <a:lnTo>
                    <a:pt x="2290" y="102"/>
                  </a:lnTo>
                  <a:lnTo>
                    <a:pt x="2256" y="203"/>
                  </a:lnTo>
                  <a:lnTo>
                    <a:pt x="2256" y="337"/>
                  </a:lnTo>
                  <a:lnTo>
                    <a:pt x="2256" y="607"/>
                  </a:lnTo>
                  <a:lnTo>
                    <a:pt x="2290" y="1145"/>
                  </a:lnTo>
                  <a:lnTo>
                    <a:pt x="2323" y="1650"/>
                  </a:lnTo>
                  <a:lnTo>
                    <a:pt x="2323" y="2155"/>
                  </a:lnTo>
                  <a:lnTo>
                    <a:pt x="2088" y="2122"/>
                  </a:lnTo>
                  <a:lnTo>
                    <a:pt x="1818" y="2088"/>
                  </a:lnTo>
                  <a:lnTo>
                    <a:pt x="1280" y="2088"/>
                  </a:lnTo>
                  <a:lnTo>
                    <a:pt x="269" y="2189"/>
                  </a:lnTo>
                  <a:lnTo>
                    <a:pt x="236" y="2189"/>
                  </a:lnTo>
                  <a:lnTo>
                    <a:pt x="269" y="1920"/>
                  </a:lnTo>
                  <a:lnTo>
                    <a:pt x="269" y="1684"/>
                  </a:lnTo>
                  <a:lnTo>
                    <a:pt x="236" y="1145"/>
                  </a:lnTo>
                  <a:lnTo>
                    <a:pt x="202" y="775"/>
                  </a:lnTo>
                  <a:lnTo>
                    <a:pt x="168" y="405"/>
                  </a:lnTo>
                  <a:lnTo>
                    <a:pt x="808" y="337"/>
                  </a:lnTo>
                  <a:lnTo>
                    <a:pt x="1448" y="270"/>
                  </a:lnTo>
                  <a:lnTo>
                    <a:pt x="1886" y="236"/>
                  </a:lnTo>
                  <a:lnTo>
                    <a:pt x="2088" y="203"/>
                  </a:lnTo>
                  <a:lnTo>
                    <a:pt x="2290" y="102"/>
                  </a:lnTo>
                  <a:lnTo>
                    <a:pt x="2290" y="68"/>
                  </a:lnTo>
                  <a:lnTo>
                    <a:pt x="2155" y="34"/>
                  </a:lnTo>
                  <a:lnTo>
                    <a:pt x="205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871" name="Google Shape;871;p5"/>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89" name="Google Shape;6;p1">
            <a:extLst>
              <a:ext uri="{FF2B5EF4-FFF2-40B4-BE49-F238E27FC236}">
                <a16:creationId xmlns:a16="http://schemas.microsoft.com/office/drawing/2014/main" id="{6E376F95-254E-4EB6-B0F5-652E05955E2B}"/>
              </a:ext>
            </a:extLst>
          </p:cNvPr>
          <p:cNvSpPr txBox="1">
            <a:spLocks noGrp="1"/>
          </p:cNvSpPr>
          <p:nvPr>
            <p:ph type="title"/>
          </p:nvPr>
        </p:nvSpPr>
        <p:spPr>
          <a:xfrm>
            <a:off x="221876" y="206165"/>
            <a:ext cx="8700248" cy="5829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1pPr>
            <a:lvl2pPr lvl="1"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2pPr>
            <a:lvl3pPr lvl="2"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3pPr>
            <a:lvl4pPr lvl="3"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4pPr>
            <a:lvl5pPr lvl="4"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5pPr>
            <a:lvl6pPr lvl="5"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6pPr>
            <a:lvl7pPr lvl="6"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7pPr>
            <a:lvl8pPr lvl="7"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8pPr>
            <a:lvl9pPr lvl="8"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9pPr>
          </a:lstStyle>
          <a:p>
            <a:endParaRPr/>
          </a:p>
        </p:txBody>
      </p:sp>
      <p:sp>
        <p:nvSpPr>
          <p:cNvPr id="190" name="Google Shape;7;p1">
            <a:extLst>
              <a:ext uri="{FF2B5EF4-FFF2-40B4-BE49-F238E27FC236}">
                <a16:creationId xmlns:a16="http://schemas.microsoft.com/office/drawing/2014/main" id="{B9FCB355-0BAF-4772-AFAE-9B0D3529196A}"/>
              </a:ext>
            </a:extLst>
          </p:cNvPr>
          <p:cNvSpPr txBox="1">
            <a:spLocks noGrp="1"/>
          </p:cNvSpPr>
          <p:nvPr>
            <p:ph idx="1"/>
          </p:nvPr>
        </p:nvSpPr>
        <p:spPr>
          <a:xfrm>
            <a:off x="221876" y="882157"/>
            <a:ext cx="8700248" cy="3927235"/>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1pPr>
            <a:lvl2pPr marL="914400" lvl="1" indent="-381000">
              <a:spcBef>
                <a:spcPts val="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2pPr>
            <a:lvl3pPr marL="1371600" lvl="2" indent="-381000">
              <a:spcBef>
                <a:spcPts val="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3pPr>
            <a:lvl4pPr marL="1828800" lvl="3"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4pPr>
            <a:lvl5pPr marL="2286000" lvl="4"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5pPr>
            <a:lvl6pPr marL="2743200" lvl="5"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6pPr>
            <a:lvl7pPr marL="3200400" lvl="6"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7pPr>
            <a:lvl8pPr marL="3657600" lvl="7"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8pPr>
            <a:lvl9pPr marL="4114800" lvl="8"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9pPr>
          </a:lstStyle>
          <a:p>
            <a:endParaRPr dirty="0"/>
          </a:p>
        </p:txBody>
      </p:sp>
      <p:sp>
        <p:nvSpPr>
          <p:cNvPr id="191" name="Metin kutusu 190">
            <a:extLst>
              <a:ext uri="{FF2B5EF4-FFF2-40B4-BE49-F238E27FC236}">
                <a16:creationId xmlns:a16="http://schemas.microsoft.com/office/drawing/2014/main" id="{E873C08B-2114-43B4-9D0B-DA3DF26B591F}"/>
              </a:ext>
            </a:extLst>
          </p:cNvPr>
          <p:cNvSpPr txBox="1"/>
          <p:nvPr userDrawn="1"/>
        </p:nvSpPr>
        <p:spPr>
          <a:xfrm>
            <a:off x="2597949" y="4879426"/>
            <a:ext cx="3948103" cy="246221"/>
          </a:xfrm>
          <a:custGeom>
            <a:avLst/>
            <a:gdLst>
              <a:gd name="csX0" fmla="*/ 0 w 3948103"/>
              <a:gd name="csY0" fmla="*/ 0 h 246221"/>
              <a:gd name="csX1" fmla="*/ 524534 w 3948103"/>
              <a:gd name="csY1" fmla="*/ 0 h 246221"/>
              <a:gd name="csX2" fmla="*/ 970105 w 3948103"/>
              <a:gd name="csY2" fmla="*/ 0 h 246221"/>
              <a:gd name="csX3" fmla="*/ 1613082 w 3948103"/>
              <a:gd name="csY3" fmla="*/ 0 h 246221"/>
              <a:gd name="csX4" fmla="*/ 2137616 w 3948103"/>
              <a:gd name="csY4" fmla="*/ 0 h 246221"/>
              <a:gd name="csX5" fmla="*/ 2662149 w 3948103"/>
              <a:gd name="csY5" fmla="*/ 0 h 246221"/>
              <a:gd name="csX6" fmla="*/ 3305126 w 3948103"/>
              <a:gd name="csY6" fmla="*/ 0 h 246221"/>
              <a:gd name="csX7" fmla="*/ 3948103 w 3948103"/>
              <a:gd name="csY7" fmla="*/ 0 h 246221"/>
              <a:gd name="csX8" fmla="*/ 3948103 w 3948103"/>
              <a:gd name="csY8" fmla="*/ 246221 h 246221"/>
              <a:gd name="csX9" fmla="*/ 3463050 w 3948103"/>
              <a:gd name="csY9" fmla="*/ 246221 h 246221"/>
              <a:gd name="csX10" fmla="*/ 2899036 w 3948103"/>
              <a:gd name="csY10" fmla="*/ 246221 h 246221"/>
              <a:gd name="csX11" fmla="*/ 2335021 w 3948103"/>
              <a:gd name="csY11" fmla="*/ 246221 h 246221"/>
              <a:gd name="csX12" fmla="*/ 1810487 w 3948103"/>
              <a:gd name="csY12" fmla="*/ 246221 h 246221"/>
              <a:gd name="csX13" fmla="*/ 1167510 w 3948103"/>
              <a:gd name="csY13" fmla="*/ 246221 h 246221"/>
              <a:gd name="csX14" fmla="*/ 524534 w 3948103"/>
              <a:gd name="csY14" fmla="*/ 246221 h 246221"/>
              <a:gd name="csX15" fmla="*/ 0 w 3948103"/>
              <a:gd name="csY15" fmla="*/ 246221 h 246221"/>
              <a:gd name="csX16" fmla="*/ 0 w 3948103"/>
              <a:gd name="csY16" fmla="*/ 0 h 2462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948103" h="246221" extrusionOk="0">
                <a:moveTo>
                  <a:pt x="0" y="0"/>
                </a:moveTo>
                <a:cubicBezTo>
                  <a:pt x="136597" y="-1973"/>
                  <a:pt x="305698" y="58726"/>
                  <a:pt x="524534" y="0"/>
                </a:cubicBezTo>
                <a:cubicBezTo>
                  <a:pt x="743370" y="-58726"/>
                  <a:pt x="827639" y="50987"/>
                  <a:pt x="970105" y="0"/>
                </a:cubicBezTo>
                <a:cubicBezTo>
                  <a:pt x="1112571" y="-50987"/>
                  <a:pt x="1392310" y="41861"/>
                  <a:pt x="1613082" y="0"/>
                </a:cubicBezTo>
                <a:cubicBezTo>
                  <a:pt x="1833854" y="-41861"/>
                  <a:pt x="1952122" y="52263"/>
                  <a:pt x="2137616" y="0"/>
                </a:cubicBezTo>
                <a:cubicBezTo>
                  <a:pt x="2323110" y="-52263"/>
                  <a:pt x="2505162" y="24501"/>
                  <a:pt x="2662149" y="0"/>
                </a:cubicBezTo>
                <a:cubicBezTo>
                  <a:pt x="2819136" y="-24501"/>
                  <a:pt x="2989393" y="55191"/>
                  <a:pt x="3305126" y="0"/>
                </a:cubicBezTo>
                <a:cubicBezTo>
                  <a:pt x="3620859" y="-55191"/>
                  <a:pt x="3807380" y="66815"/>
                  <a:pt x="3948103" y="0"/>
                </a:cubicBezTo>
                <a:cubicBezTo>
                  <a:pt x="3957580" y="62645"/>
                  <a:pt x="3931814" y="163534"/>
                  <a:pt x="3948103" y="246221"/>
                </a:cubicBezTo>
                <a:cubicBezTo>
                  <a:pt x="3828730" y="293021"/>
                  <a:pt x="3674614" y="188982"/>
                  <a:pt x="3463050" y="246221"/>
                </a:cubicBezTo>
                <a:cubicBezTo>
                  <a:pt x="3251486" y="303460"/>
                  <a:pt x="3062240" y="239114"/>
                  <a:pt x="2899036" y="246221"/>
                </a:cubicBezTo>
                <a:cubicBezTo>
                  <a:pt x="2735832" y="253328"/>
                  <a:pt x="2559595" y="206243"/>
                  <a:pt x="2335021" y="246221"/>
                </a:cubicBezTo>
                <a:cubicBezTo>
                  <a:pt x="2110447" y="286199"/>
                  <a:pt x="2059354" y="195357"/>
                  <a:pt x="1810487" y="246221"/>
                </a:cubicBezTo>
                <a:cubicBezTo>
                  <a:pt x="1561620" y="297085"/>
                  <a:pt x="1426309" y="188434"/>
                  <a:pt x="1167510" y="246221"/>
                </a:cubicBezTo>
                <a:cubicBezTo>
                  <a:pt x="908711" y="304008"/>
                  <a:pt x="764142" y="220700"/>
                  <a:pt x="524534" y="246221"/>
                </a:cubicBezTo>
                <a:cubicBezTo>
                  <a:pt x="284926" y="271742"/>
                  <a:pt x="256482" y="243446"/>
                  <a:pt x="0" y="246221"/>
                </a:cubicBezTo>
                <a:cubicBezTo>
                  <a:pt x="-3836" y="158983"/>
                  <a:pt x="13146" y="106054"/>
                  <a:pt x="0" y="0"/>
                </a:cubicBezTo>
                <a:close/>
              </a:path>
            </a:pathLst>
          </a:custGeom>
          <a:noFill/>
          <a:ln w="0">
            <a:no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numCol="1" rtlCol="0">
            <a:spAutoFit/>
          </a:bodyPr>
          <a:lstStyle/>
          <a:p>
            <a:pPr algn="r"/>
            <a:r>
              <a:rPr lang="en-US" sz="1000">
                <a:latin typeface="Abadi Extra Light" panose="020B0604020202020204" pitchFamily="34" charset="0"/>
              </a:rPr>
              <a:t>Copyright © 20</a:t>
            </a:r>
            <a:r>
              <a:rPr lang="tr-TR" sz="1000">
                <a:latin typeface="Abadi Extra Light" panose="020B0604020202020204" pitchFamily="34" charset="0"/>
              </a:rPr>
              <a:t>21</a:t>
            </a:r>
            <a:r>
              <a:rPr lang="en-US" sz="1000">
                <a:latin typeface="Abadi Extra Light" panose="020B0604020202020204" pitchFamily="34" charset="0"/>
              </a:rPr>
              <a:t> </a:t>
            </a:r>
            <a:r>
              <a:rPr lang="tr-TR" sz="1000" b="1">
                <a:latin typeface="Abadi Extra Light" panose="020B0604020202020204" pitchFamily="34" charset="0"/>
              </a:rPr>
              <a:t>Yılmaz Ağca</a:t>
            </a:r>
            <a:r>
              <a:rPr lang="en-US" sz="1000">
                <a:latin typeface="Abadi Extra Light" panose="020B0604020202020204" pitchFamily="34" charset="0"/>
              </a:rPr>
              <a:t>. All rights reserved. </a:t>
            </a:r>
            <a:r>
              <a:rPr lang="tr-TR" sz="1000">
                <a:solidFill>
                  <a:schemeClr val="accent1">
                    <a:lumMod val="50000"/>
                  </a:schemeClr>
                </a:solidFill>
                <a:latin typeface="Abadi Extra Light" panose="020B0604020202020204" pitchFamily="34" charset="0"/>
                <a:hlinkClick r:id="rId2">
                  <a:extLst>
                    <a:ext uri="{A12FA001-AC4F-418D-AE19-62706E023703}">
                      <ahyp:hlinkClr xmlns:ahyp="http://schemas.microsoft.com/office/drawing/2018/hyperlinkcolor" val="tx"/>
                    </a:ext>
                  </a:extLst>
                </a:hlinkClick>
              </a:rPr>
              <a:t>agca.yilmaz@gmail.com</a:t>
            </a:r>
            <a:endParaRPr lang="tr-TR" sz="1000">
              <a:solidFill>
                <a:schemeClr val="accent1">
                  <a:lumMod val="50000"/>
                </a:schemeClr>
              </a:solidFill>
              <a:latin typeface="Abadi Extra Light"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color">
  <p:cSld name="BLANK_1_1">
    <p:bg>
      <p:bgPr>
        <a:solidFill>
          <a:schemeClr val="accent1"/>
        </a:solidFill>
        <a:effectLst/>
      </p:bgPr>
    </p:bg>
    <p:spTree>
      <p:nvGrpSpPr>
        <p:cNvPr id="1" name="Shape 1775"/>
        <p:cNvGrpSpPr/>
        <p:nvPr/>
      </p:nvGrpSpPr>
      <p:grpSpPr>
        <a:xfrm>
          <a:off x="0" y="0"/>
          <a:ext cx="0" cy="0"/>
          <a:chOff x="0" y="0"/>
          <a:chExt cx="0" cy="0"/>
        </a:xfrm>
      </p:grpSpPr>
      <p:grpSp>
        <p:nvGrpSpPr>
          <p:cNvPr id="1810" name="Google Shape;1810;p12"/>
          <p:cNvGrpSpPr/>
          <p:nvPr/>
        </p:nvGrpSpPr>
        <p:grpSpPr>
          <a:xfrm>
            <a:off x="3462913" y="4724358"/>
            <a:ext cx="2218152" cy="422263"/>
            <a:chOff x="2330363" y="4724358"/>
            <a:chExt cx="2218152" cy="422263"/>
          </a:xfrm>
        </p:grpSpPr>
        <p:sp>
          <p:nvSpPr>
            <p:cNvPr id="1811" name="Google Shape;1811;p12"/>
            <p:cNvSpPr/>
            <p:nvPr/>
          </p:nvSpPr>
          <p:spPr>
            <a:xfrm>
              <a:off x="4117941" y="4942157"/>
              <a:ext cx="124002" cy="132411"/>
            </a:xfrm>
            <a:custGeom>
              <a:avLst/>
              <a:gdLst/>
              <a:ahLst/>
              <a:cxnLst/>
              <a:rect l="l" t="t" r="r" b="b"/>
              <a:pathLst>
                <a:path w="2492" h="2661" extrusionOk="0">
                  <a:moveTo>
                    <a:pt x="1885" y="135"/>
                  </a:moveTo>
                  <a:lnTo>
                    <a:pt x="2289" y="169"/>
                  </a:lnTo>
                  <a:lnTo>
                    <a:pt x="2323" y="203"/>
                  </a:lnTo>
                  <a:lnTo>
                    <a:pt x="2357" y="270"/>
                  </a:lnTo>
                  <a:lnTo>
                    <a:pt x="2357" y="539"/>
                  </a:lnTo>
                  <a:lnTo>
                    <a:pt x="2357" y="1011"/>
                  </a:lnTo>
                  <a:lnTo>
                    <a:pt x="2323" y="1617"/>
                  </a:lnTo>
                  <a:lnTo>
                    <a:pt x="2289" y="2223"/>
                  </a:lnTo>
                  <a:lnTo>
                    <a:pt x="2256" y="2324"/>
                  </a:lnTo>
                  <a:lnTo>
                    <a:pt x="2256" y="2391"/>
                  </a:lnTo>
                  <a:lnTo>
                    <a:pt x="2222" y="2425"/>
                  </a:lnTo>
                  <a:lnTo>
                    <a:pt x="2121" y="2425"/>
                  </a:lnTo>
                  <a:lnTo>
                    <a:pt x="1650" y="2492"/>
                  </a:lnTo>
                  <a:lnTo>
                    <a:pt x="741" y="2492"/>
                  </a:lnTo>
                  <a:lnTo>
                    <a:pt x="505" y="2425"/>
                  </a:lnTo>
                  <a:lnTo>
                    <a:pt x="404" y="2391"/>
                  </a:lnTo>
                  <a:lnTo>
                    <a:pt x="337" y="2324"/>
                  </a:lnTo>
                  <a:lnTo>
                    <a:pt x="236" y="2156"/>
                  </a:lnTo>
                  <a:lnTo>
                    <a:pt x="202" y="1920"/>
                  </a:lnTo>
                  <a:lnTo>
                    <a:pt x="135" y="1516"/>
                  </a:lnTo>
                  <a:lnTo>
                    <a:pt x="101" y="1112"/>
                  </a:lnTo>
                  <a:lnTo>
                    <a:pt x="135" y="674"/>
                  </a:lnTo>
                  <a:lnTo>
                    <a:pt x="202" y="270"/>
                  </a:lnTo>
                  <a:lnTo>
                    <a:pt x="236" y="270"/>
                  </a:lnTo>
                  <a:lnTo>
                    <a:pt x="269" y="236"/>
                  </a:lnTo>
                  <a:lnTo>
                    <a:pt x="875" y="203"/>
                  </a:lnTo>
                  <a:lnTo>
                    <a:pt x="1515" y="135"/>
                  </a:lnTo>
                  <a:close/>
                  <a:moveTo>
                    <a:pt x="1279" y="1"/>
                  </a:moveTo>
                  <a:lnTo>
                    <a:pt x="135" y="102"/>
                  </a:lnTo>
                  <a:lnTo>
                    <a:pt x="101" y="135"/>
                  </a:lnTo>
                  <a:lnTo>
                    <a:pt x="67" y="169"/>
                  </a:lnTo>
                  <a:lnTo>
                    <a:pt x="67" y="203"/>
                  </a:lnTo>
                  <a:lnTo>
                    <a:pt x="101" y="236"/>
                  </a:lnTo>
                  <a:lnTo>
                    <a:pt x="135" y="236"/>
                  </a:lnTo>
                  <a:lnTo>
                    <a:pt x="67" y="472"/>
                  </a:lnTo>
                  <a:lnTo>
                    <a:pt x="34" y="708"/>
                  </a:lnTo>
                  <a:lnTo>
                    <a:pt x="0" y="1213"/>
                  </a:lnTo>
                  <a:lnTo>
                    <a:pt x="34" y="1752"/>
                  </a:lnTo>
                  <a:lnTo>
                    <a:pt x="67" y="2088"/>
                  </a:lnTo>
                  <a:lnTo>
                    <a:pt x="135" y="2223"/>
                  </a:lnTo>
                  <a:lnTo>
                    <a:pt x="202" y="2391"/>
                  </a:lnTo>
                  <a:lnTo>
                    <a:pt x="236" y="2459"/>
                  </a:lnTo>
                  <a:lnTo>
                    <a:pt x="303" y="2526"/>
                  </a:lnTo>
                  <a:lnTo>
                    <a:pt x="438" y="2593"/>
                  </a:lnTo>
                  <a:lnTo>
                    <a:pt x="606" y="2627"/>
                  </a:lnTo>
                  <a:lnTo>
                    <a:pt x="741" y="2627"/>
                  </a:lnTo>
                  <a:lnTo>
                    <a:pt x="1212" y="2661"/>
                  </a:lnTo>
                  <a:lnTo>
                    <a:pt x="1683" y="2627"/>
                  </a:lnTo>
                  <a:lnTo>
                    <a:pt x="2020" y="2627"/>
                  </a:lnTo>
                  <a:lnTo>
                    <a:pt x="2222" y="2593"/>
                  </a:lnTo>
                  <a:lnTo>
                    <a:pt x="2289" y="2560"/>
                  </a:lnTo>
                  <a:lnTo>
                    <a:pt x="2357" y="2526"/>
                  </a:lnTo>
                  <a:lnTo>
                    <a:pt x="2424" y="2358"/>
                  </a:lnTo>
                  <a:lnTo>
                    <a:pt x="2458" y="2156"/>
                  </a:lnTo>
                  <a:lnTo>
                    <a:pt x="2458" y="1785"/>
                  </a:lnTo>
                  <a:lnTo>
                    <a:pt x="2491" y="943"/>
                  </a:lnTo>
                  <a:lnTo>
                    <a:pt x="2491" y="102"/>
                  </a:lnTo>
                  <a:lnTo>
                    <a:pt x="2491" y="68"/>
                  </a:lnTo>
                  <a:lnTo>
                    <a:pt x="2458" y="34"/>
                  </a:lnTo>
                  <a:lnTo>
                    <a:pt x="215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2" name="Google Shape;1812;p12"/>
            <p:cNvSpPr/>
            <p:nvPr/>
          </p:nvSpPr>
          <p:spPr>
            <a:xfrm>
              <a:off x="4171533" y="4979029"/>
              <a:ext cx="33538" cy="35230"/>
            </a:xfrm>
            <a:custGeom>
              <a:avLst/>
              <a:gdLst/>
              <a:ahLst/>
              <a:cxnLst/>
              <a:rect l="l" t="t" r="r" b="b"/>
              <a:pathLst>
                <a:path w="674" h="708" extrusionOk="0">
                  <a:moveTo>
                    <a:pt x="169" y="0"/>
                  </a:moveTo>
                  <a:lnTo>
                    <a:pt x="135" y="101"/>
                  </a:lnTo>
                  <a:lnTo>
                    <a:pt x="135" y="202"/>
                  </a:lnTo>
                  <a:lnTo>
                    <a:pt x="68" y="202"/>
                  </a:lnTo>
                  <a:lnTo>
                    <a:pt x="0" y="236"/>
                  </a:lnTo>
                  <a:lnTo>
                    <a:pt x="0" y="303"/>
                  </a:lnTo>
                  <a:lnTo>
                    <a:pt x="34" y="337"/>
                  </a:lnTo>
                  <a:lnTo>
                    <a:pt x="135" y="337"/>
                  </a:lnTo>
                  <a:lnTo>
                    <a:pt x="135" y="505"/>
                  </a:lnTo>
                  <a:lnTo>
                    <a:pt x="135" y="674"/>
                  </a:lnTo>
                  <a:lnTo>
                    <a:pt x="169" y="708"/>
                  </a:lnTo>
                  <a:lnTo>
                    <a:pt x="236" y="708"/>
                  </a:lnTo>
                  <a:lnTo>
                    <a:pt x="270" y="674"/>
                  </a:lnTo>
                  <a:lnTo>
                    <a:pt x="270" y="505"/>
                  </a:lnTo>
                  <a:lnTo>
                    <a:pt x="270" y="303"/>
                  </a:lnTo>
                  <a:lnTo>
                    <a:pt x="337" y="303"/>
                  </a:lnTo>
                  <a:lnTo>
                    <a:pt x="505" y="337"/>
                  </a:lnTo>
                  <a:lnTo>
                    <a:pt x="640" y="337"/>
                  </a:lnTo>
                  <a:lnTo>
                    <a:pt x="674" y="303"/>
                  </a:lnTo>
                  <a:lnTo>
                    <a:pt x="674" y="270"/>
                  </a:lnTo>
                  <a:lnTo>
                    <a:pt x="674" y="202"/>
                  </a:lnTo>
                  <a:lnTo>
                    <a:pt x="606" y="169"/>
                  </a:lnTo>
                  <a:lnTo>
                    <a:pt x="270" y="169"/>
                  </a:lnTo>
                  <a:lnTo>
                    <a:pt x="270" y="68"/>
                  </a:lnTo>
                  <a:lnTo>
                    <a:pt x="23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3" name="Google Shape;1813;p12"/>
            <p:cNvSpPr/>
            <p:nvPr/>
          </p:nvSpPr>
          <p:spPr>
            <a:xfrm>
              <a:off x="3876655" y="5019235"/>
              <a:ext cx="26870" cy="35230"/>
            </a:xfrm>
            <a:custGeom>
              <a:avLst/>
              <a:gdLst/>
              <a:ahLst/>
              <a:cxnLst/>
              <a:rect l="l" t="t" r="r" b="b"/>
              <a:pathLst>
                <a:path w="540" h="708" extrusionOk="0">
                  <a:moveTo>
                    <a:pt x="405" y="135"/>
                  </a:moveTo>
                  <a:lnTo>
                    <a:pt x="405" y="236"/>
                  </a:lnTo>
                  <a:lnTo>
                    <a:pt x="405" y="304"/>
                  </a:lnTo>
                  <a:lnTo>
                    <a:pt x="338" y="472"/>
                  </a:lnTo>
                  <a:lnTo>
                    <a:pt x="270" y="607"/>
                  </a:lnTo>
                  <a:lnTo>
                    <a:pt x="203" y="607"/>
                  </a:lnTo>
                  <a:lnTo>
                    <a:pt x="169" y="506"/>
                  </a:lnTo>
                  <a:lnTo>
                    <a:pt x="136" y="405"/>
                  </a:lnTo>
                  <a:lnTo>
                    <a:pt x="136" y="304"/>
                  </a:lnTo>
                  <a:lnTo>
                    <a:pt x="203" y="236"/>
                  </a:lnTo>
                  <a:lnTo>
                    <a:pt x="371" y="169"/>
                  </a:lnTo>
                  <a:lnTo>
                    <a:pt x="338" y="135"/>
                  </a:lnTo>
                  <a:close/>
                  <a:moveTo>
                    <a:pt x="371" y="1"/>
                  </a:moveTo>
                  <a:lnTo>
                    <a:pt x="270" y="34"/>
                  </a:lnTo>
                  <a:lnTo>
                    <a:pt x="203" y="102"/>
                  </a:lnTo>
                  <a:lnTo>
                    <a:pt x="136" y="169"/>
                  </a:lnTo>
                  <a:lnTo>
                    <a:pt x="68" y="236"/>
                  </a:lnTo>
                  <a:lnTo>
                    <a:pt x="1" y="337"/>
                  </a:lnTo>
                  <a:lnTo>
                    <a:pt x="1" y="405"/>
                  </a:lnTo>
                  <a:lnTo>
                    <a:pt x="68" y="607"/>
                  </a:lnTo>
                  <a:lnTo>
                    <a:pt x="136" y="674"/>
                  </a:lnTo>
                  <a:lnTo>
                    <a:pt x="203" y="708"/>
                  </a:lnTo>
                  <a:lnTo>
                    <a:pt x="270" y="708"/>
                  </a:lnTo>
                  <a:lnTo>
                    <a:pt x="371" y="674"/>
                  </a:lnTo>
                  <a:lnTo>
                    <a:pt x="439" y="607"/>
                  </a:lnTo>
                  <a:lnTo>
                    <a:pt x="472" y="539"/>
                  </a:lnTo>
                  <a:lnTo>
                    <a:pt x="506" y="337"/>
                  </a:lnTo>
                  <a:lnTo>
                    <a:pt x="540" y="169"/>
                  </a:lnTo>
                  <a:lnTo>
                    <a:pt x="506" y="68"/>
                  </a:lnTo>
                  <a:lnTo>
                    <a:pt x="439" y="34"/>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4" name="Google Shape;1814;p12"/>
            <p:cNvSpPr/>
            <p:nvPr/>
          </p:nvSpPr>
          <p:spPr>
            <a:xfrm>
              <a:off x="2377237" y="4851694"/>
              <a:ext cx="134103" cy="77128"/>
            </a:xfrm>
            <a:custGeom>
              <a:avLst/>
              <a:gdLst/>
              <a:ahLst/>
              <a:cxnLst/>
              <a:rect l="l" t="t" r="r" b="b"/>
              <a:pathLst>
                <a:path w="2695" h="1550" extrusionOk="0">
                  <a:moveTo>
                    <a:pt x="2021" y="135"/>
                  </a:moveTo>
                  <a:lnTo>
                    <a:pt x="2358" y="169"/>
                  </a:lnTo>
                  <a:lnTo>
                    <a:pt x="2492" y="236"/>
                  </a:lnTo>
                  <a:lnTo>
                    <a:pt x="2560" y="304"/>
                  </a:lnTo>
                  <a:lnTo>
                    <a:pt x="2593" y="438"/>
                  </a:lnTo>
                  <a:lnTo>
                    <a:pt x="2593" y="573"/>
                  </a:lnTo>
                  <a:lnTo>
                    <a:pt x="2560" y="876"/>
                  </a:lnTo>
                  <a:lnTo>
                    <a:pt x="2492" y="1112"/>
                  </a:lnTo>
                  <a:lnTo>
                    <a:pt x="2459" y="1246"/>
                  </a:lnTo>
                  <a:lnTo>
                    <a:pt x="2391" y="1314"/>
                  </a:lnTo>
                  <a:lnTo>
                    <a:pt x="2324" y="1347"/>
                  </a:lnTo>
                  <a:lnTo>
                    <a:pt x="2223" y="1381"/>
                  </a:lnTo>
                  <a:lnTo>
                    <a:pt x="1617" y="1448"/>
                  </a:lnTo>
                  <a:lnTo>
                    <a:pt x="1146" y="1448"/>
                  </a:lnTo>
                  <a:lnTo>
                    <a:pt x="641" y="1415"/>
                  </a:lnTo>
                  <a:lnTo>
                    <a:pt x="270" y="1381"/>
                  </a:lnTo>
                  <a:lnTo>
                    <a:pt x="203" y="1381"/>
                  </a:lnTo>
                  <a:lnTo>
                    <a:pt x="169" y="1347"/>
                  </a:lnTo>
                  <a:lnTo>
                    <a:pt x="136" y="1246"/>
                  </a:lnTo>
                  <a:lnTo>
                    <a:pt x="102" y="1044"/>
                  </a:lnTo>
                  <a:lnTo>
                    <a:pt x="136" y="607"/>
                  </a:lnTo>
                  <a:lnTo>
                    <a:pt x="169" y="169"/>
                  </a:lnTo>
                  <a:lnTo>
                    <a:pt x="540" y="203"/>
                  </a:lnTo>
                  <a:lnTo>
                    <a:pt x="910" y="169"/>
                  </a:lnTo>
                  <a:lnTo>
                    <a:pt x="1651" y="135"/>
                  </a:lnTo>
                  <a:close/>
                  <a:moveTo>
                    <a:pt x="1785" y="1"/>
                  </a:moveTo>
                  <a:lnTo>
                    <a:pt x="1247" y="34"/>
                  </a:lnTo>
                  <a:lnTo>
                    <a:pt x="674" y="68"/>
                  </a:lnTo>
                  <a:lnTo>
                    <a:pt x="405" y="68"/>
                  </a:lnTo>
                  <a:lnTo>
                    <a:pt x="169" y="34"/>
                  </a:lnTo>
                  <a:lnTo>
                    <a:pt x="68" y="34"/>
                  </a:lnTo>
                  <a:lnTo>
                    <a:pt x="68" y="102"/>
                  </a:lnTo>
                  <a:lnTo>
                    <a:pt x="68" y="135"/>
                  </a:lnTo>
                  <a:lnTo>
                    <a:pt x="35" y="472"/>
                  </a:lnTo>
                  <a:lnTo>
                    <a:pt x="1" y="910"/>
                  </a:lnTo>
                  <a:lnTo>
                    <a:pt x="1" y="1145"/>
                  </a:lnTo>
                  <a:lnTo>
                    <a:pt x="35" y="1314"/>
                  </a:lnTo>
                  <a:lnTo>
                    <a:pt x="68" y="1448"/>
                  </a:lnTo>
                  <a:lnTo>
                    <a:pt x="136" y="1482"/>
                  </a:lnTo>
                  <a:lnTo>
                    <a:pt x="169" y="1516"/>
                  </a:lnTo>
                  <a:lnTo>
                    <a:pt x="775" y="1549"/>
                  </a:lnTo>
                  <a:lnTo>
                    <a:pt x="1348" y="1549"/>
                  </a:lnTo>
                  <a:lnTo>
                    <a:pt x="1920" y="1516"/>
                  </a:lnTo>
                  <a:lnTo>
                    <a:pt x="2492" y="1448"/>
                  </a:lnTo>
                  <a:lnTo>
                    <a:pt x="2526" y="1415"/>
                  </a:lnTo>
                  <a:lnTo>
                    <a:pt x="2526" y="1381"/>
                  </a:lnTo>
                  <a:lnTo>
                    <a:pt x="2627" y="1011"/>
                  </a:lnTo>
                  <a:lnTo>
                    <a:pt x="2661" y="809"/>
                  </a:lnTo>
                  <a:lnTo>
                    <a:pt x="2694" y="607"/>
                  </a:lnTo>
                  <a:lnTo>
                    <a:pt x="2694" y="405"/>
                  </a:lnTo>
                  <a:lnTo>
                    <a:pt x="2627" y="270"/>
                  </a:lnTo>
                  <a:lnTo>
                    <a:pt x="2593" y="169"/>
                  </a:lnTo>
                  <a:lnTo>
                    <a:pt x="2526" y="135"/>
                  </a:lnTo>
                  <a:lnTo>
                    <a:pt x="2425" y="68"/>
                  </a:lnTo>
                  <a:lnTo>
                    <a:pt x="2324" y="34"/>
                  </a:lnTo>
                  <a:lnTo>
                    <a:pt x="205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5" name="Google Shape;1815;p12"/>
            <p:cNvSpPr/>
            <p:nvPr/>
          </p:nvSpPr>
          <p:spPr>
            <a:xfrm>
              <a:off x="4019068" y="5000824"/>
              <a:ext cx="31896" cy="8409"/>
            </a:xfrm>
            <a:custGeom>
              <a:avLst/>
              <a:gdLst/>
              <a:ahLst/>
              <a:cxnLst/>
              <a:rect l="l" t="t" r="r" b="b"/>
              <a:pathLst>
                <a:path w="641" h="169" extrusionOk="0">
                  <a:moveTo>
                    <a:pt x="34" y="0"/>
                  </a:moveTo>
                  <a:lnTo>
                    <a:pt x="1" y="34"/>
                  </a:lnTo>
                  <a:lnTo>
                    <a:pt x="1" y="101"/>
                  </a:lnTo>
                  <a:lnTo>
                    <a:pt x="135" y="135"/>
                  </a:lnTo>
                  <a:lnTo>
                    <a:pt x="270" y="169"/>
                  </a:lnTo>
                  <a:lnTo>
                    <a:pt x="573" y="169"/>
                  </a:lnTo>
                  <a:lnTo>
                    <a:pt x="607" y="135"/>
                  </a:lnTo>
                  <a:lnTo>
                    <a:pt x="640" y="101"/>
                  </a:lnTo>
                  <a:lnTo>
                    <a:pt x="640" y="67"/>
                  </a:lnTo>
                  <a:lnTo>
                    <a:pt x="607" y="34"/>
                  </a:lnTo>
                  <a:lnTo>
                    <a:pt x="47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6" name="Google Shape;1816;p12"/>
            <p:cNvSpPr/>
            <p:nvPr/>
          </p:nvSpPr>
          <p:spPr>
            <a:xfrm>
              <a:off x="3962093" y="4940515"/>
              <a:ext cx="139129" cy="132362"/>
            </a:xfrm>
            <a:custGeom>
              <a:avLst/>
              <a:gdLst/>
              <a:ahLst/>
              <a:cxnLst/>
              <a:rect l="l" t="t" r="r" b="b"/>
              <a:pathLst>
                <a:path w="2796" h="2660" extrusionOk="0">
                  <a:moveTo>
                    <a:pt x="439" y="0"/>
                  </a:moveTo>
                  <a:lnTo>
                    <a:pt x="203" y="67"/>
                  </a:lnTo>
                  <a:lnTo>
                    <a:pt x="102" y="101"/>
                  </a:lnTo>
                  <a:lnTo>
                    <a:pt x="35" y="168"/>
                  </a:lnTo>
                  <a:lnTo>
                    <a:pt x="1" y="236"/>
                  </a:lnTo>
                  <a:lnTo>
                    <a:pt x="35" y="269"/>
                  </a:lnTo>
                  <a:lnTo>
                    <a:pt x="102" y="269"/>
                  </a:lnTo>
                  <a:lnTo>
                    <a:pt x="136" y="236"/>
                  </a:lnTo>
                  <a:lnTo>
                    <a:pt x="203" y="202"/>
                  </a:lnTo>
                  <a:lnTo>
                    <a:pt x="304" y="168"/>
                  </a:lnTo>
                  <a:lnTo>
                    <a:pt x="540" y="135"/>
                  </a:lnTo>
                  <a:lnTo>
                    <a:pt x="977" y="168"/>
                  </a:lnTo>
                  <a:lnTo>
                    <a:pt x="1920" y="202"/>
                  </a:lnTo>
                  <a:lnTo>
                    <a:pt x="2257" y="236"/>
                  </a:lnTo>
                  <a:lnTo>
                    <a:pt x="2391" y="269"/>
                  </a:lnTo>
                  <a:lnTo>
                    <a:pt x="2526" y="337"/>
                  </a:lnTo>
                  <a:lnTo>
                    <a:pt x="2593" y="370"/>
                  </a:lnTo>
                  <a:lnTo>
                    <a:pt x="2627" y="438"/>
                  </a:lnTo>
                  <a:lnTo>
                    <a:pt x="2661" y="606"/>
                  </a:lnTo>
                  <a:lnTo>
                    <a:pt x="2627" y="909"/>
                  </a:lnTo>
                  <a:lnTo>
                    <a:pt x="2661" y="1549"/>
                  </a:lnTo>
                  <a:lnTo>
                    <a:pt x="2627" y="2189"/>
                  </a:lnTo>
                  <a:lnTo>
                    <a:pt x="2593" y="2424"/>
                  </a:lnTo>
                  <a:lnTo>
                    <a:pt x="2593" y="2458"/>
                  </a:lnTo>
                  <a:lnTo>
                    <a:pt x="2526" y="2458"/>
                  </a:lnTo>
                  <a:lnTo>
                    <a:pt x="2425" y="2492"/>
                  </a:lnTo>
                  <a:lnTo>
                    <a:pt x="2156" y="2492"/>
                  </a:lnTo>
                  <a:lnTo>
                    <a:pt x="1449" y="2458"/>
                  </a:lnTo>
                  <a:lnTo>
                    <a:pt x="1146" y="2492"/>
                  </a:lnTo>
                  <a:lnTo>
                    <a:pt x="843" y="2525"/>
                  </a:lnTo>
                  <a:lnTo>
                    <a:pt x="708" y="2525"/>
                  </a:lnTo>
                  <a:lnTo>
                    <a:pt x="573" y="2458"/>
                  </a:lnTo>
                  <a:lnTo>
                    <a:pt x="472" y="2391"/>
                  </a:lnTo>
                  <a:lnTo>
                    <a:pt x="405" y="2256"/>
                  </a:lnTo>
                  <a:lnTo>
                    <a:pt x="338" y="2020"/>
                  </a:lnTo>
                  <a:lnTo>
                    <a:pt x="304" y="1785"/>
                  </a:lnTo>
                  <a:lnTo>
                    <a:pt x="304" y="1246"/>
                  </a:lnTo>
                  <a:lnTo>
                    <a:pt x="304" y="774"/>
                  </a:lnTo>
                  <a:lnTo>
                    <a:pt x="338" y="303"/>
                  </a:lnTo>
                  <a:lnTo>
                    <a:pt x="304" y="269"/>
                  </a:lnTo>
                  <a:lnTo>
                    <a:pt x="304" y="236"/>
                  </a:lnTo>
                  <a:lnTo>
                    <a:pt x="270" y="236"/>
                  </a:lnTo>
                  <a:lnTo>
                    <a:pt x="237" y="269"/>
                  </a:lnTo>
                  <a:lnTo>
                    <a:pt x="203" y="505"/>
                  </a:lnTo>
                  <a:lnTo>
                    <a:pt x="169" y="774"/>
                  </a:lnTo>
                  <a:lnTo>
                    <a:pt x="169" y="1246"/>
                  </a:lnTo>
                  <a:lnTo>
                    <a:pt x="203" y="1852"/>
                  </a:lnTo>
                  <a:lnTo>
                    <a:pt x="237" y="2121"/>
                  </a:lnTo>
                  <a:lnTo>
                    <a:pt x="270" y="2290"/>
                  </a:lnTo>
                  <a:lnTo>
                    <a:pt x="304" y="2391"/>
                  </a:lnTo>
                  <a:lnTo>
                    <a:pt x="371" y="2492"/>
                  </a:lnTo>
                  <a:lnTo>
                    <a:pt x="472" y="2559"/>
                  </a:lnTo>
                  <a:lnTo>
                    <a:pt x="540" y="2593"/>
                  </a:lnTo>
                  <a:lnTo>
                    <a:pt x="641" y="2626"/>
                  </a:lnTo>
                  <a:lnTo>
                    <a:pt x="843" y="2660"/>
                  </a:lnTo>
                  <a:lnTo>
                    <a:pt x="1078" y="2626"/>
                  </a:lnTo>
                  <a:lnTo>
                    <a:pt x="2290" y="2626"/>
                  </a:lnTo>
                  <a:lnTo>
                    <a:pt x="2694" y="2593"/>
                  </a:lnTo>
                  <a:lnTo>
                    <a:pt x="2728" y="2559"/>
                  </a:lnTo>
                  <a:lnTo>
                    <a:pt x="2728" y="2525"/>
                  </a:lnTo>
                  <a:lnTo>
                    <a:pt x="2762" y="2054"/>
                  </a:lnTo>
                  <a:lnTo>
                    <a:pt x="2795" y="1616"/>
                  </a:lnTo>
                  <a:lnTo>
                    <a:pt x="2762" y="707"/>
                  </a:lnTo>
                  <a:lnTo>
                    <a:pt x="2762" y="438"/>
                  </a:lnTo>
                  <a:lnTo>
                    <a:pt x="2728" y="370"/>
                  </a:lnTo>
                  <a:lnTo>
                    <a:pt x="2661" y="269"/>
                  </a:lnTo>
                  <a:lnTo>
                    <a:pt x="2593" y="236"/>
                  </a:lnTo>
                  <a:lnTo>
                    <a:pt x="2526" y="168"/>
                  </a:lnTo>
                  <a:lnTo>
                    <a:pt x="2257" y="101"/>
                  </a:lnTo>
                  <a:lnTo>
                    <a:pt x="1920" y="67"/>
                  </a:lnTo>
                  <a:lnTo>
                    <a:pt x="1583" y="67"/>
                  </a:lnTo>
                  <a:lnTo>
                    <a:pt x="910" y="34"/>
                  </a:lnTo>
                  <a:lnTo>
                    <a:pt x="67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7" name="Google Shape;1817;p12"/>
            <p:cNvSpPr/>
            <p:nvPr/>
          </p:nvSpPr>
          <p:spPr>
            <a:xfrm>
              <a:off x="3581827" y="4848360"/>
              <a:ext cx="134053" cy="83796"/>
            </a:xfrm>
            <a:custGeom>
              <a:avLst/>
              <a:gdLst/>
              <a:ahLst/>
              <a:cxnLst/>
              <a:rect l="l" t="t" r="r" b="b"/>
              <a:pathLst>
                <a:path w="2694" h="1684" extrusionOk="0">
                  <a:moveTo>
                    <a:pt x="707" y="135"/>
                  </a:moveTo>
                  <a:lnTo>
                    <a:pt x="977" y="202"/>
                  </a:lnTo>
                  <a:lnTo>
                    <a:pt x="1212" y="202"/>
                  </a:lnTo>
                  <a:lnTo>
                    <a:pt x="1886" y="236"/>
                  </a:lnTo>
                  <a:lnTo>
                    <a:pt x="2222" y="236"/>
                  </a:lnTo>
                  <a:lnTo>
                    <a:pt x="2559" y="202"/>
                  </a:lnTo>
                  <a:lnTo>
                    <a:pt x="2559" y="202"/>
                  </a:lnTo>
                  <a:lnTo>
                    <a:pt x="2492" y="707"/>
                  </a:lnTo>
                  <a:lnTo>
                    <a:pt x="2492" y="1179"/>
                  </a:lnTo>
                  <a:lnTo>
                    <a:pt x="2458" y="1313"/>
                  </a:lnTo>
                  <a:lnTo>
                    <a:pt x="2458" y="1414"/>
                  </a:lnTo>
                  <a:lnTo>
                    <a:pt x="2357" y="1482"/>
                  </a:lnTo>
                  <a:lnTo>
                    <a:pt x="2256" y="1482"/>
                  </a:lnTo>
                  <a:lnTo>
                    <a:pt x="1616" y="1515"/>
                  </a:lnTo>
                  <a:lnTo>
                    <a:pt x="1313" y="1515"/>
                  </a:lnTo>
                  <a:lnTo>
                    <a:pt x="876" y="1549"/>
                  </a:lnTo>
                  <a:lnTo>
                    <a:pt x="640" y="1515"/>
                  </a:lnTo>
                  <a:lnTo>
                    <a:pt x="438" y="1515"/>
                  </a:lnTo>
                  <a:lnTo>
                    <a:pt x="303" y="1448"/>
                  </a:lnTo>
                  <a:lnTo>
                    <a:pt x="270" y="1414"/>
                  </a:lnTo>
                  <a:lnTo>
                    <a:pt x="236" y="1381"/>
                  </a:lnTo>
                  <a:lnTo>
                    <a:pt x="202" y="606"/>
                  </a:lnTo>
                  <a:lnTo>
                    <a:pt x="202" y="303"/>
                  </a:lnTo>
                  <a:lnTo>
                    <a:pt x="202" y="236"/>
                  </a:lnTo>
                  <a:lnTo>
                    <a:pt x="169" y="270"/>
                  </a:lnTo>
                  <a:lnTo>
                    <a:pt x="135" y="236"/>
                  </a:lnTo>
                  <a:lnTo>
                    <a:pt x="169" y="236"/>
                  </a:lnTo>
                  <a:lnTo>
                    <a:pt x="169" y="202"/>
                  </a:lnTo>
                  <a:lnTo>
                    <a:pt x="169" y="169"/>
                  </a:lnTo>
                  <a:lnTo>
                    <a:pt x="438" y="135"/>
                  </a:lnTo>
                  <a:close/>
                  <a:moveTo>
                    <a:pt x="270" y="0"/>
                  </a:moveTo>
                  <a:lnTo>
                    <a:pt x="135" y="34"/>
                  </a:lnTo>
                  <a:lnTo>
                    <a:pt x="34" y="68"/>
                  </a:lnTo>
                  <a:lnTo>
                    <a:pt x="0" y="101"/>
                  </a:lnTo>
                  <a:lnTo>
                    <a:pt x="0" y="169"/>
                  </a:lnTo>
                  <a:lnTo>
                    <a:pt x="34" y="202"/>
                  </a:lnTo>
                  <a:lnTo>
                    <a:pt x="101" y="202"/>
                  </a:lnTo>
                  <a:lnTo>
                    <a:pt x="68" y="337"/>
                  </a:lnTo>
                  <a:lnTo>
                    <a:pt x="68" y="472"/>
                  </a:lnTo>
                  <a:lnTo>
                    <a:pt x="68" y="1010"/>
                  </a:lnTo>
                  <a:lnTo>
                    <a:pt x="101" y="1515"/>
                  </a:lnTo>
                  <a:lnTo>
                    <a:pt x="135" y="1549"/>
                  </a:lnTo>
                  <a:lnTo>
                    <a:pt x="169" y="1583"/>
                  </a:lnTo>
                  <a:lnTo>
                    <a:pt x="438" y="1650"/>
                  </a:lnTo>
                  <a:lnTo>
                    <a:pt x="707" y="1684"/>
                  </a:lnTo>
                  <a:lnTo>
                    <a:pt x="2121" y="1684"/>
                  </a:lnTo>
                  <a:lnTo>
                    <a:pt x="2391" y="1650"/>
                  </a:lnTo>
                  <a:lnTo>
                    <a:pt x="2492" y="1616"/>
                  </a:lnTo>
                  <a:lnTo>
                    <a:pt x="2559" y="1549"/>
                  </a:lnTo>
                  <a:lnTo>
                    <a:pt x="2593" y="1482"/>
                  </a:lnTo>
                  <a:lnTo>
                    <a:pt x="2626" y="1381"/>
                  </a:lnTo>
                  <a:lnTo>
                    <a:pt x="2626" y="775"/>
                  </a:lnTo>
                  <a:lnTo>
                    <a:pt x="2660" y="472"/>
                  </a:lnTo>
                  <a:lnTo>
                    <a:pt x="2694" y="169"/>
                  </a:lnTo>
                  <a:lnTo>
                    <a:pt x="2660" y="101"/>
                  </a:lnTo>
                  <a:lnTo>
                    <a:pt x="2593" y="68"/>
                  </a:lnTo>
                  <a:lnTo>
                    <a:pt x="2222" y="101"/>
                  </a:lnTo>
                  <a:lnTo>
                    <a:pt x="1818" y="101"/>
                  </a:lnTo>
                  <a:lnTo>
                    <a:pt x="977" y="34"/>
                  </a:lnTo>
                  <a:lnTo>
                    <a:pt x="5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8" name="Google Shape;1818;p12"/>
            <p:cNvSpPr/>
            <p:nvPr/>
          </p:nvSpPr>
          <p:spPr>
            <a:xfrm>
              <a:off x="3539929" y="4942157"/>
              <a:ext cx="120668" cy="129077"/>
            </a:xfrm>
            <a:custGeom>
              <a:avLst/>
              <a:gdLst/>
              <a:ahLst/>
              <a:cxnLst/>
              <a:rect l="l" t="t" r="r" b="b"/>
              <a:pathLst>
                <a:path w="2425" h="2594" extrusionOk="0">
                  <a:moveTo>
                    <a:pt x="1044" y="1"/>
                  </a:moveTo>
                  <a:lnTo>
                    <a:pt x="640" y="34"/>
                  </a:lnTo>
                  <a:lnTo>
                    <a:pt x="371" y="68"/>
                  </a:lnTo>
                  <a:lnTo>
                    <a:pt x="270" y="102"/>
                  </a:lnTo>
                  <a:lnTo>
                    <a:pt x="135" y="169"/>
                  </a:lnTo>
                  <a:lnTo>
                    <a:pt x="102" y="270"/>
                  </a:lnTo>
                  <a:lnTo>
                    <a:pt x="68" y="371"/>
                  </a:lnTo>
                  <a:lnTo>
                    <a:pt x="68" y="607"/>
                  </a:lnTo>
                  <a:lnTo>
                    <a:pt x="34" y="1819"/>
                  </a:lnTo>
                  <a:lnTo>
                    <a:pt x="1" y="2122"/>
                  </a:lnTo>
                  <a:lnTo>
                    <a:pt x="34" y="2290"/>
                  </a:lnTo>
                  <a:lnTo>
                    <a:pt x="68" y="2358"/>
                  </a:lnTo>
                  <a:lnTo>
                    <a:pt x="102" y="2391"/>
                  </a:lnTo>
                  <a:lnTo>
                    <a:pt x="135" y="2391"/>
                  </a:lnTo>
                  <a:lnTo>
                    <a:pt x="135" y="2358"/>
                  </a:lnTo>
                  <a:lnTo>
                    <a:pt x="135" y="2257"/>
                  </a:lnTo>
                  <a:lnTo>
                    <a:pt x="135" y="2088"/>
                  </a:lnTo>
                  <a:lnTo>
                    <a:pt x="169" y="1819"/>
                  </a:lnTo>
                  <a:lnTo>
                    <a:pt x="203" y="842"/>
                  </a:lnTo>
                  <a:lnTo>
                    <a:pt x="203" y="539"/>
                  </a:lnTo>
                  <a:lnTo>
                    <a:pt x="236" y="371"/>
                  </a:lnTo>
                  <a:lnTo>
                    <a:pt x="270" y="304"/>
                  </a:lnTo>
                  <a:lnTo>
                    <a:pt x="337" y="236"/>
                  </a:lnTo>
                  <a:lnTo>
                    <a:pt x="539" y="169"/>
                  </a:lnTo>
                  <a:lnTo>
                    <a:pt x="775" y="135"/>
                  </a:lnTo>
                  <a:lnTo>
                    <a:pt x="1145" y="135"/>
                  </a:lnTo>
                  <a:lnTo>
                    <a:pt x="1549" y="169"/>
                  </a:lnTo>
                  <a:lnTo>
                    <a:pt x="1920" y="203"/>
                  </a:lnTo>
                  <a:lnTo>
                    <a:pt x="2290" y="304"/>
                  </a:lnTo>
                  <a:lnTo>
                    <a:pt x="2256" y="674"/>
                  </a:lnTo>
                  <a:lnTo>
                    <a:pt x="2290" y="1044"/>
                  </a:lnTo>
                  <a:lnTo>
                    <a:pt x="2223" y="1651"/>
                  </a:lnTo>
                  <a:lnTo>
                    <a:pt x="2189" y="2290"/>
                  </a:lnTo>
                  <a:lnTo>
                    <a:pt x="1886" y="2358"/>
                  </a:lnTo>
                  <a:lnTo>
                    <a:pt x="1549" y="2358"/>
                  </a:lnTo>
                  <a:lnTo>
                    <a:pt x="910" y="2290"/>
                  </a:lnTo>
                  <a:lnTo>
                    <a:pt x="438" y="2290"/>
                  </a:lnTo>
                  <a:lnTo>
                    <a:pt x="236" y="2358"/>
                  </a:lnTo>
                  <a:lnTo>
                    <a:pt x="135" y="2391"/>
                  </a:lnTo>
                  <a:lnTo>
                    <a:pt x="68" y="2492"/>
                  </a:lnTo>
                  <a:lnTo>
                    <a:pt x="68" y="2526"/>
                  </a:lnTo>
                  <a:lnTo>
                    <a:pt x="169" y="2526"/>
                  </a:lnTo>
                  <a:lnTo>
                    <a:pt x="304" y="2492"/>
                  </a:lnTo>
                  <a:lnTo>
                    <a:pt x="506" y="2459"/>
                  </a:lnTo>
                  <a:lnTo>
                    <a:pt x="809" y="2459"/>
                  </a:lnTo>
                  <a:lnTo>
                    <a:pt x="1112" y="2492"/>
                  </a:lnTo>
                  <a:lnTo>
                    <a:pt x="1650" y="2526"/>
                  </a:lnTo>
                  <a:lnTo>
                    <a:pt x="1920" y="2526"/>
                  </a:lnTo>
                  <a:lnTo>
                    <a:pt x="2189" y="2459"/>
                  </a:lnTo>
                  <a:lnTo>
                    <a:pt x="2189" y="2526"/>
                  </a:lnTo>
                  <a:lnTo>
                    <a:pt x="2223" y="2560"/>
                  </a:lnTo>
                  <a:lnTo>
                    <a:pt x="2256" y="2593"/>
                  </a:lnTo>
                  <a:lnTo>
                    <a:pt x="2290" y="2593"/>
                  </a:lnTo>
                  <a:lnTo>
                    <a:pt x="2324" y="2560"/>
                  </a:lnTo>
                  <a:lnTo>
                    <a:pt x="2357" y="2358"/>
                  </a:lnTo>
                  <a:lnTo>
                    <a:pt x="2357" y="2156"/>
                  </a:lnTo>
                  <a:lnTo>
                    <a:pt x="2391" y="1752"/>
                  </a:lnTo>
                  <a:lnTo>
                    <a:pt x="2391" y="1381"/>
                  </a:lnTo>
                  <a:lnTo>
                    <a:pt x="2425" y="977"/>
                  </a:lnTo>
                  <a:lnTo>
                    <a:pt x="2391" y="438"/>
                  </a:lnTo>
                  <a:lnTo>
                    <a:pt x="2391" y="304"/>
                  </a:lnTo>
                  <a:lnTo>
                    <a:pt x="2425" y="304"/>
                  </a:lnTo>
                  <a:lnTo>
                    <a:pt x="2425" y="236"/>
                  </a:lnTo>
                  <a:lnTo>
                    <a:pt x="2425" y="203"/>
                  </a:lnTo>
                  <a:lnTo>
                    <a:pt x="2391" y="169"/>
                  </a:lnTo>
                  <a:lnTo>
                    <a:pt x="2357" y="169"/>
                  </a:lnTo>
                  <a:lnTo>
                    <a:pt x="1953" y="68"/>
                  </a:lnTo>
                  <a:lnTo>
                    <a:pt x="151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19" name="Google Shape;1819;p12"/>
            <p:cNvSpPr/>
            <p:nvPr/>
          </p:nvSpPr>
          <p:spPr>
            <a:xfrm>
              <a:off x="4193327" y="5087904"/>
              <a:ext cx="122310" cy="58717"/>
            </a:xfrm>
            <a:custGeom>
              <a:avLst/>
              <a:gdLst/>
              <a:ahLst/>
              <a:cxnLst/>
              <a:rect l="l" t="t" r="r" b="b"/>
              <a:pathLst>
                <a:path w="2458" h="1180" extrusionOk="0">
                  <a:moveTo>
                    <a:pt x="1616" y="1"/>
                  </a:moveTo>
                  <a:lnTo>
                    <a:pt x="1178" y="68"/>
                  </a:lnTo>
                  <a:lnTo>
                    <a:pt x="909" y="102"/>
                  </a:lnTo>
                  <a:lnTo>
                    <a:pt x="640" y="68"/>
                  </a:lnTo>
                  <a:lnTo>
                    <a:pt x="404" y="68"/>
                  </a:lnTo>
                  <a:lnTo>
                    <a:pt x="168" y="136"/>
                  </a:lnTo>
                  <a:lnTo>
                    <a:pt x="168" y="102"/>
                  </a:lnTo>
                  <a:lnTo>
                    <a:pt x="135" y="68"/>
                  </a:lnTo>
                  <a:lnTo>
                    <a:pt x="101" y="68"/>
                  </a:lnTo>
                  <a:lnTo>
                    <a:pt x="67" y="102"/>
                  </a:lnTo>
                  <a:lnTo>
                    <a:pt x="34" y="371"/>
                  </a:lnTo>
                  <a:lnTo>
                    <a:pt x="34" y="641"/>
                  </a:lnTo>
                  <a:lnTo>
                    <a:pt x="0" y="1179"/>
                  </a:lnTo>
                  <a:lnTo>
                    <a:pt x="135" y="1179"/>
                  </a:lnTo>
                  <a:lnTo>
                    <a:pt x="168" y="742"/>
                  </a:lnTo>
                  <a:lnTo>
                    <a:pt x="135" y="270"/>
                  </a:lnTo>
                  <a:lnTo>
                    <a:pt x="404" y="237"/>
                  </a:lnTo>
                  <a:lnTo>
                    <a:pt x="673" y="203"/>
                  </a:lnTo>
                  <a:lnTo>
                    <a:pt x="1414" y="203"/>
                  </a:lnTo>
                  <a:lnTo>
                    <a:pt x="1616" y="169"/>
                  </a:lnTo>
                  <a:lnTo>
                    <a:pt x="1852" y="136"/>
                  </a:lnTo>
                  <a:lnTo>
                    <a:pt x="2054" y="136"/>
                  </a:lnTo>
                  <a:lnTo>
                    <a:pt x="2189" y="203"/>
                  </a:lnTo>
                  <a:lnTo>
                    <a:pt x="2256" y="304"/>
                  </a:lnTo>
                  <a:lnTo>
                    <a:pt x="2323" y="405"/>
                  </a:lnTo>
                  <a:lnTo>
                    <a:pt x="2357" y="573"/>
                  </a:lnTo>
                  <a:lnTo>
                    <a:pt x="2357" y="876"/>
                  </a:lnTo>
                  <a:lnTo>
                    <a:pt x="2357" y="1179"/>
                  </a:lnTo>
                  <a:lnTo>
                    <a:pt x="2458" y="1179"/>
                  </a:lnTo>
                  <a:lnTo>
                    <a:pt x="2458" y="843"/>
                  </a:lnTo>
                  <a:lnTo>
                    <a:pt x="2424" y="472"/>
                  </a:lnTo>
                  <a:lnTo>
                    <a:pt x="2391" y="338"/>
                  </a:lnTo>
                  <a:lnTo>
                    <a:pt x="2290" y="203"/>
                  </a:lnTo>
                  <a:lnTo>
                    <a:pt x="2189" y="68"/>
                  </a:lnTo>
                  <a:lnTo>
                    <a:pt x="202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0" name="Google Shape;1820;p12"/>
            <p:cNvSpPr/>
            <p:nvPr/>
          </p:nvSpPr>
          <p:spPr>
            <a:xfrm>
              <a:off x="4339075" y="5086262"/>
              <a:ext cx="129028" cy="60359"/>
            </a:xfrm>
            <a:custGeom>
              <a:avLst/>
              <a:gdLst/>
              <a:ahLst/>
              <a:cxnLst/>
              <a:rect l="l" t="t" r="r" b="b"/>
              <a:pathLst>
                <a:path w="2593" h="1213" extrusionOk="0">
                  <a:moveTo>
                    <a:pt x="472" y="0"/>
                  </a:moveTo>
                  <a:lnTo>
                    <a:pt x="101" y="101"/>
                  </a:lnTo>
                  <a:lnTo>
                    <a:pt x="68" y="135"/>
                  </a:lnTo>
                  <a:lnTo>
                    <a:pt x="68" y="169"/>
                  </a:lnTo>
                  <a:lnTo>
                    <a:pt x="0" y="674"/>
                  </a:lnTo>
                  <a:lnTo>
                    <a:pt x="0" y="1212"/>
                  </a:lnTo>
                  <a:lnTo>
                    <a:pt x="135" y="1212"/>
                  </a:lnTo>
                  <a:lnTo>
                    <a:pt x="135" y="741"/>
                  </a:lnTo>
                  <a:lnTo>
                    <a:pt x="169" y="472"/>
                  </a:lnTo>
                  <a:lnTo>
                    <a:pt x="169" y="337"/>
                  </a:lnTo>
                  <a:lnTo>
                    <a:pt x="135" y="202"/>
                  </a:lnTo>
                  <a:lnTo>
                    <a:pt x="438" y="169"/>
                  </a:lnTo>
                  <a:lnTo>
                    <a:pt x="741" y="135"/>
                  </a:lnTo>
                  <a:lnTo>
                    <a:pt x="2088" y="135"/>
                  </a:lnTo>
                  <a:lnTo>
                    <a:pt x="2222" y="169"/>
                  </a:lnTo>
                  <a:lnTo>
                    <a:pt x="2323" y="236"/>
                  </a:lnTo>
                  <a:lnTo>
                    <a:pt x="2391" y="337"/>
                  </a:lnTo>
                  <a:lnTo>
                    <a:pt x="2458" y="539"/>
                  </a:lnTo>
                  <a:lnTo>
                    <a:pt x="2458" y="741"/>
                  </a:lnTo>
                  <a:lnTo>
                    <a:pt x="2458" y="1179"/>
                  </a:lnTo>
                  <a:lnTo>
                    <a:pt x="2458" y="1212"/>
                  </a:lnTo>
                  <a:lnTo>
                    <a:pt x="2593" y="1212"/>
                  </a:lnTo>
                  <a:lnTo>
                    <a:pt x="2593" y="707"/>
                  </a:lnTo>
                  <a:lnTo>
                    <a:pt x="2593" y="438"/>
                  </a:lnTo>
                  <a:lnTo>
                    <a:pt x="2559" y="337"/>
                  </a:lnTo>
                  <a:lnTo>
                    <a:pt x="2492" y="236"/>
                  </a:lnTo>
                  <a:lnTo>
                    <a:pt x="2424" y="135"/>
                  </a:lnTo>
                  <a:lnTo>
                    <a:pt x="2323" y="68"/>
                  </a:lnTo>
                  <a:lnTo>
                    <a:pt x="2222" y="34"/>
                  </a:lnTo>
                  <a:lnTo>
                    <a:pt x="21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1" name="Google Shape;1821;p12"/>
            <p:cNvSpPr/>
            <p:nvPr/>
          </p:nvSpPr>
          <p:spPr>
            <a:xfrm>
              <a:off x="2424160" y="5041030"/>
              <a:ext cx="26870" cy="6718"/>
            </a:xfrm>
            <a:custGeom>
              <a:avLst/>
              <a:gdLst/>
              <a:ahLst/>
              <a:cxnLst/>
              <a:rect l="l" t="t" r="r" b="b"/>
              <a:pathLst>
                <a:path w="540" h="135" extrusionOk="0">
                  <a:moveTo>
                    <a:pt x="270" y="0"/>
                  </a:moveTo>
                  <a:lnTo>
                    <a:pt x="135" y="34"/>
                  </a:lnTo>
                  <a:lnTo>
                    <a:pt x="68" y="68"/>
                  </a:lnTo>
                  <a:lnTo>
                    <a:pt x="1" y="68"/>
                  </a:lnTo>
                  <a:lnTo>
                    <a:pt x="1" y="101"/>
                  </a:lnTo>
                  <a:lnTo>
                    <a:pt x="34" y="135"/>
                  </a:lnTo>
                  <a:lnTo>
                    <a:pt x="236" y="135"/>
                  </a:lnTo>
                  <a:lnTo>
                    <a:pt x="472" y="101"/>
                  </a:lnTo>
                  <a:lnTo>
                    <a:pt x="506" y="68"/>
                  </a:lnTo>
                  <a:lnTo>
                    <a:pt x="539" y="68"/>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2" name="Google Shape;1822;p12"/>
            <p:cNvSpPr/>
            <p:nvPr/>
          </p:nvSpPr>
          <p:spPr>
            <a:xfrm>
              <a:off x="3826397" y="4948875"/>
              <a:ext cx="129077" cy="127386"/>
            </a:xfrm>
            <a:custGeom>
              <a:avLst/>
              <a:gdLst/>
              <a:ahLst/>
              <a:cxnLst/>
              <a:rect l="l" t="t" r="r" b="b"/>
              <a:pathLst>
                <a:path w="2594" h="2560" extrusionOk="0">
                  <a:moveTo>
                    <a:pt x="2290" y="101"/>
                  </a:moveTo>
                  <a:lnTo>
                    <a:pt x="2425" y="135"/>
                  </a:lnTo>
                  <a:lnTo>
                    <a:pt x="2459" y="169"/>
                  </a:lnTo>
                  <a:lnTo>
                    <a:pt x="2492" y="808"/>
                  </a:lnTo>
                  <a:lnTo>
                    <a:pt x="2492" y="1448"/>
                  </a:lnTo>
                  <a:lnTo>
                    <a:pt x="2459" y="1751"/>
                  </a:lnTo>
                  <a:lnTo>
                    <a:pt x="2425" y="2054"/>
                  </a:lnTo>
                  <a:lnTo>
                    <a:pt x="2358" y="2189"/>
                  </a:lnTo>
                  <a:lnTo>
                    <a:pt x="2290" y="2290"/>
                  </a:lnTo>
                  <a:lnTo>
                    <a:pt x="2189" y="2391"/>
                  </a:lnTo>
                  <a:lnTo>
                    <a:pt x="2055" y="2425"/>
                  </a:lnTo>
                  <a:lnTo>
                    <a:pt x="1550" y="2425"/>
                  </a:lnTo>
                  <a:lnTo>
                    <a:pt x="1045" y="2391"/>
                  </a:lnTo>
                  <a:lnTo>
                    <a:pt x="741" y="2391"/>
                  </a:lnTo>
                  <a:lnTo>
                    <a:pt x="573" y="2357"/>
                  </a:lnTo>
                  <a:lnTo>
                    <a:pt x="438" y="2324"/>
                  </a:lnTo>
                  <a:lnTo>
                    <a:pt x="337" y="2256"/>
                  </a:lnTo>
                  <a:lnTo>
                    <a:pt x="236" y="2189"/>
                  </a:lnTo>
                  <a:lnTo>
                    <a:pt x="169" y="2054"/>
                  </a:lnTo>
                  <a:lnTo>
                    <a:pt x="135" y="1886"/>
                  </a:lnTo>
                  <a:lnTo>
                    <a:pt x="135" y="1684"/>
                  </a:lnTo>
                  <a:lnTo>
                    <a:pt x="169" y="1482"/>
                  </a:lnTo>
                  <a:lnTo>
                    <a:pt x="203" y="1111"/>
                  </a:lnTo>
                  <a:lnTo>
                    <a:pt x="203" y="876"/>
                  </a:lnTo>
                  <a:lnTo>
                    <a:pt x="169" y="640"/>
                  </a:lnTo>
                  <a:lnTo>
                    <a:pt x="169" y="404"/>
                  </a:lnTo>
                  <a:lnTo>
                    <a:pt x="169" y="169"/>
                  </a:lnTo>
                  <a:lnTo>
                    <a:pt x="1314" y="135"/>
                  </a:lnTo>
                  <a:lnTo>
                    <a:pt x="1954" y="101"/>
                  </a:lnTo>
                  <a:close/>
                  <a:moveTo>
                    <a:pt x="1348" y="0"/>
                  </a:moveTo>
                  <a:lnTo>
                    <a:pt x="169" y="34"/>
                  </a:lnTo>
                  <a:lnTo>
                    <a:pt x="135" y="68"/>
                  </a:lnTo>
                  <a:lnTo>
                    <a:pt x="102" y="68"/>
                  </a:lnTo>
                  <a:lnTo>
                    <a:pt x="34" y="270"/>
                  </a:lnTo>
                  <a:lnTo>
                    <a:pt x="34" y="472"/>
                  </a:lnTo>
                  <a:lnTo>
                    <a:pt x="68" y="909"/>
                  </a:lnTo>
                  <a:lnTo>
                    <a:pt x="68" y="1145"/>
                  </a:lnTo>
                  <a:lnTo>
                    <a:pt x="68" y="1347"/>
                  </a:lnTo>
                  <a:lnTo>
                    <a:pt x="1" y="1819"/>
                  </a:lnTo>
                  <a:lnTo>
                    <a:pt x="34" y="2021"/>
                  </a:lnTo>
                  <a:lnTo>
                    <a:pt x="68" y="2189"/>
                  </a:lnTo>
                  <a:lnTo>
                    <a:pt x="169" y="2290"/>
                  </a:lnTo>
                  <a:lnTo>
                    <a:pt x="270" y="2391"/>
                  </a:lnTo>
                  <a:lnTo>
                    <a:pt x="405" y="2458"/>
                  </a:lnTo>
                  <a:lnTo>
                    <a:pt x="573" y="2492"/>
                  </a:lnTo>
                  <a:lnTo>
                    <a:pt x="944" y="2526"/>
                  </a:lnTo>
                  <a:lnTo>
                    <a:pt x="1482" y="2559"/>
                  </a:lnTo>
                  <a:lnTo>
                    <a:pt x="2055" y="2559"/>
                  </a:lnTo>
                  <a:lnTo>
                    <a:pt x="2189" y="2526"/>
                  </a:lnTo>
                  <a:lnTo>
                    <a:pt x="2324" y="2492"/>
                  </a:lnTo>
                  <a:lnTo>
                    <a:pt x="2459" y="2425"/>
                  </a:lnTo>
                  <a:lnTo>
                    <a:pt x="2492" y="2357"/>
                  </a:lnTo>
                  <a:lnTo>
                    <a:pt x="2526" y="2324"/>
                  </a:lnTo>
                  <a:lnTo>
                    <a:pt x="2560" y="2021"/>
                  </a:lnTo>
                  <a:lnTo>
                    <a:pt x="2593" y="1751"/>
                  </a:lnTo>
                  <a:lnTo>
                    <a:pt x="2593" y="1179"/>
                  </a:lnTo>
                  <a:lnTo>
                    <a:pt x="2560" y="606"/>
                  </a:lnTo>
                  <a:lnTo>
                    <a:pt x="2560" y="34"/>
                  </a:lnTo>
                  <a:lnTo>
                    <a:pt x="256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3" name="Google Shape;1823;p12"/>
            <p:cNvSpPr/>
            <p:nvPr/>
          </p:nvSpPr>
          <p:spPr>
            <a:xfrm>
              <a:off x="2375595" y="4948875"/>
              <a:ext cx="125694" cy="125694"/>
            </a:xfrm>
            <a:custGeom>
              <a:avLst/>
              <a:gdLst/>
              <a:ahLst/>
              <a:cxnLst/>
              <a:rect l="l" t="t" r="r" b="b"/>
              <a:pathLst>
                <a:path w="2526" h="2526" extrusionOk="0">
                  <a:moveTo>
                    <a:pt x="2323" y="135"/>
                  </a:moveTo>
                  <a:lnTo>
                    <a:pt x="2323" y="606"/>
                  </a:lnTo>
                  <a:lnTo>
                    <a:pt x="2290" y="1078"/>
                  </a:lnTo>
                  <a:lnTo>
                    <a:pt x="2323" y="1381"/>
                  </a:lnTo>
                  <a:lnTo>
                    <a:pt x="2357" y="1684"/>
                  </a:lnTo>
                  <a:lnTo>
                    <a:pt x="2391" y="1852"/>
                  </a:lnTo>
                  <a:lnTo>
                    <a:pt x="2391" y="2054"/>
                  </a:lnTo>
                  <a:lnTo>
                    <a:pt x="2357" y="2223"/>
                  </a:lnTo>
                  <a:lnTo>
                    <a:pt x="2290" y="2290"/>
                  </a:lnTo>
                  <a:lnTo>
                    <a:pt x="2222" y="2324"/>
                  </a:lnTo>
                  <a:lnTo>
                    <a:pt x="2054" y="2357"/>
                  </a:lnTo>
                  <a:lnTo>
                    <a:pt x="1886" y="2391"/>
                  </a:lnTo>
                  <a:lnTo>
                    <a:pt x="1010" y="2391"/>
                  </a:lnTo>
                  <a:lnTo>
                    <a:pt x="775" y="2357"/>
                  </a:lnTo>
                  <a:lnTo>
                    <a:pt x="539" y="2324"/>
                  </a:lnTo>
                  <a:lnTo>
                    <a:pt x="236" y="2324"/>
                  </a:lnTo>
                  <a:lnTo>
                    <a:pt x="202" y="2290"/>
                  </a:lnTo>
                  <a:lnTo>
                    <a:pt x="169" y="2256"/>
                  </a:lnTo>
                  <a:lnTo>
                    <a:pt x="135" y="2088"/>
                  </a:lnTo>
                  <a:lnTo>
                    <a:pt x="135" y="1617"/>
                  </a:lnTo>
                  <a:lnTo>
                    <a:pt x="202" y="1145"/>
                  </a:lnTo>
                  <a:lnTo>
                    <a:pt x="202" y="640"/>
                  </a:lnTo>
                  <a:lnTo>
                    <a:pt x="169" y="438"/>
                  </a:lnTo>
                  <a:lnTo>
                    <a:pt x="135" y="202"/>
                  </a:lnTo>
                  <a:lnTo>
                    <a:pt x="674" y="169"/>
                  </a:lnTo>
                  <a:lnTo>
                    <a:pt x="1212" y="202"/>
                  </a:lnTo>
                  <a:lnTo>
                    <a:pt x="1785" y="169"/>
                  </a:lnTo>
                  <a:lnTo>
                    <a:pt x="2323" y="135"/>
                  </a:lnTo>
                  <a:close/>
                  <a:moveTo>
                    <a:pt x="2357" y="0"/>
                  </a:moveTo>
                  <a:lnTo>
                    <a:pt x="2088" y="34"/>
                  </a:lnTo>
                  <a:lnTo>
                    <a:pt x="1785" y="68"/>
                  </a:lnTo>
                  <a:lnTo>
                    <a:pt x="1212" y="68"/>
                  </a:lnTo>
                  <a:lnTo>
                    <a:pt x="640" y="34"/>
                  </a:lnTo>
                  <a:lnTo>
                    <a:pt x="68" y="68"/>
                  </a:lnTo>
                  <a:lnTo>
                    <a:pt x="0" y="101"/>
                  </a:lnTo>
                  <a:lnTo>
                    <a:pt x="0" y="135"/>
                  </a:lnTo>
                  <a:lnTo>
                    <a:pt x="0" y="202"/>
                  </a:lnTo>
                  <a:lnTo>
                    <a:pt x="68" y="202"/>
                  </a:lnTo>
                  <a:lnTo>
                    <a:pt x="34" y="741"/>
                  </a:lnTo>
                  <a:lnTo>
                    <a:pt x="34" y="1280"/>
                  </a:lnTo>
                  <a:lnTo>
                    <a:pt x="0" y="1852"/>
                  </a:lnTo>
                  <a:lnTo>
                    <a:pt x="0" y="2122"/>
                  </a:lnTo>
                  <a:lnTo>
                    <a:pt x="34" y="2391"/>
                  </a:lnTo>
                  <a:lnTo>
                    <a:pt x="34" y="2458"/>
                  </a:lnTo>
                  <a:lnTo>
                    <a:pt x="438" y="2458"/>
                  </a:lnTo>
                  <a:lnTo>
                    <a:pt x="775" y="2492"/>
                  </a:lnTo>
                  <a:lnTo>
                    <a:pt x="1448" y="2526"/>
                  </a:lnTo>
                  <a:lnTo>
                    <a:pt x="1953" y="2526"/>
                  </a:lnTo>
                  <a:lnTo>
                    <a:pt x="2189" y="2492"/>
                  </a:lnTo>
                  <a:lnTo>
                    <a:pt x="2290" y="2458"/>
                  </a:lnTo>
                  <a:lnTo>
                    <a:pt x="2391" y="2391"/>
                  </a:lnTo>
                  <a:lnTo>
                    <a:pt x="2458" y="2324"/>
                  </a:lnTo>
                  <a:lnTo>
                    <a:pt x="2492" y="2223"/>
                  </a:lnTo>
                  <a:lnTo>
                    <a:pt x="2525" y="2021"/>
                  </a:lnTo>
                  <a:lnTo>
                    <a:pt x="2525" y="1819"/>
                  </a:lnTo>
                  <a:lnTo>
                    <a:pt x="2492" y="1617"/>
                  </a:lnTo>
                  <a:lnTo>
                    <a:pt x="2458" y="1347"/>
                  </a:lnTo>
                  <a:lnTo>
                    <a:pt x="2424" y="1078"/>
                  </a:lnTo>
                  <a:lnTo>
                    <a:pt x="2458" y="573"/>
                  </a:lnTo>
                  <a:lnTo>
                    <a:pt x="2458" y="337"/>
                  </a:lnTo>
                  <a:lnTo>
                    <a:pt x="2458" y="68"/>
                  </a:lnTo>
                  <a:lnTo>
                    <a:pt x="2424" y="34"/>
                  </a:lnTo>
                  <a:lnTo>
                    <a:pt x="235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4" name="Google Shape;1824;p12"/>
            <p:cNvSpPr/>
            <p:nvPr/>
          </p:nvSpPr>
          <p:spPr>
            <a:xfrm>
              <a:off x="3684034" y="4945541"/>
              <a:ext cx="129028" cy="129028"/>
            </a:xfrm>
            <a:custGeom>
              <a:avLst/>
              <a:gdLst/>
              <a:ahLst/>
              <a:cxnLst/>
              <a:rect l="l" t="t" r="r" b="b"/>
              <a:pathLst>
                <a:path w="2593" h="2593" extrusionOk="0">
                  <a:moveTo>
                    <a:pt x="606" y="101"/>
                  </a:moveTo>
                  <a:lnTo>
                    <a:pt x="1111" y="135"/>
                  </a:lnTo>
                  <a:lnTo>
                    <a:pt x="1616" y="168"/>
                  </a:lnTo>
                  <a:lnTo>
                    <a:pt x="2121" y="202"/>
                  </a:lnTo>
                  <a:lnTo>
                    <a:pt x="2256" y="236"/>
                  </a:lnTo>
                  <a:lnTo>
                    <a:pt x="2357" y="269"/>
                  </a:lnTo>
                  <a:lnTo>
                    <a:pt x="2390" y="370"/>
                  </a:lnTo>
                  <a:lnTo>
                    <a:pt x="2424" y="471"/>
                  </a:lnTo>
                  <a:lnTo>
                    <a:pt x="2458" y="707"/>
                  </a:lnTo>
                  <a:lnTo>
                    <a:pt x="2458" y="943"/>
                  </a:lnTo>
                  <a:lnTo>
                    <a:pt x="2424" y="1482"/>
                  </a:lnTo>
                  <a:lnTo>
                    <a:pt x="2390" y="2020"/>
                  </a:lnTo>
                  <a:lnTo>
                    <a:pt x="2357" y="2189"/>
                  </a:lnTo>
                  <a:lnTo>
                    <a:pt x="2289" y="2290"/>
                  </a:lnTo>
                  <a:lnTo>
                    <a:pt x="2188" y="2391"/>
                  </a:lnTo>
                  <a:lnTo>
                    <a:pt x="2087" y="2424"/>
                  </a:lnTo>
                  <a:lnTo>
                    <a:pt x="1953" y="2458"/>
                  </a:lnTo>
                  <a:lnTo>
                    <a:pt x="1818" y="2458"/>
                  </a:lnTo>
                  <a:lnTo>
                    <a:pt x="1549" y="2424"/>
                  </a:lnTo>
                  <a:lnTo>
                    <a:pt x="943" y="2391"/>
                  </a:lnTo>
                  <a:lnTo>
                    <a:pt x="539" y="2357"/>
                  </a:lnTo>
                  <a:lnTo>
                    <a:pt x="337" y="2323"/>
                  </a:lnTo>
                  <a:lnTo>
                    <a:pt x="236" y="2256"/>
                  </a:lnTo>
                  <a:lnTo>
                    <a:pt x="202" y="2189"/>
                  </a:lnTo>
                  <a:lnTo>
                    <a:pt x="135" y="1953"/>
                  </a:lnTo>
                  <a:lnTo>
                    <a:pt x="101" y="1717"/>
                  </a:lnTo>
                  <a:lnTo>
                    <a:pt x="101" y="1212"/>
                  </a:lnTo>
                  <a:lnTo>
                    <a:pt x="135" y="707"/>
                  </a:lnTo>
                  <a:lnTo>
                    <a:pt x="135" y="202"/>
                  </a:lnTo>
                  <a:lnTo>
                    <a:pt x="370" y="135"/>
                  </a:lnTo>
                  <a:lnTo>
                    <a:pt x="606" y="101"/>
                  </a:lnTo>
                  <a:close/>
                  <a:moveTo>
                    <a:pt x="438" y="0"/>
                  </a:moveTo>
                  <a:lnTo>
                    <a:pt x="67" y="67"/>
                  </a:lnTo>
                  <a:lnTo>
                    <a:pt x="34" y="101"/>
                  </a:lnTo>
                  <a:lnTo>
                    <a:pt x="34" y="135"/>
                  </a:lnTo>
                  <a:lnTo>
                    <a:pt x="34" y="168"/>
                  </a:lnTo>
                  <a:lnTo>
                    <a:pt x="0" y="842"/>
                  </a:lnTo>
                  <a:lnTo>
                    <a:pt x="0" y="1515"/>
                  </a:lnTo>
                  <a:lnTo>
                    <a:pt x="0" y="1717"/>
                  </a:lnTo>
                  <a:lnTo>
                    <a:pt x="0" y="1987"/>
                  </a:lnTo>
                  <a:lnTo>
                    <a:pt x="34" y="2121"/>
                  </a:lnTo>
                  <a:lnTo>
                    <a:pt x="67" y="2256"/>
                  </a:lnTo>
                  <a:lnTo>
                    <a:pt x="135" y="2357"/>
                  </a:lnTo>
                  <a:lnTo>
                    <a:pt x="236" y="2424"/>
                  </a:lnTo>
                  <a:lnTo>
                    <a:pt x="337" y="2458"/>
                  </a:lnTo>
                  <a:lnTo>
                    <a:pt x="438" y="2492"/>
                  </a:lnTo>
                  <a:lnTo>
                    <a:pt x="673" y="2492"/>
                  </a:lnTo>
                  <a:lnTo>
                    <a:pt x="1178" y="2559"/>
                  </a:lnTo>
                  <a:lnTo>
                    <a:pt x="1650" y="2559"/>
                  </a:lnTo>
                  <a:lnTo>
                    <a:pt x="1885" y="2593"/>
                  </a:lnTo>
                  <a:lnTo>
                    <a:pt x="2121" y="2559"/>
                  </a:lnTo>
                  <a:lnTo>
                    <a:pt x="2222" y="2525"/>
                  </a:lnTo>
                  <a:lnTo>
                    <a:pt x="2323" y="2492"/>
                  </a:lnTo>
                  <a:lnTo>
                    <a:pt x="2390" y="2391"/>
                  </a:lnTo>
                  <a:lnTo>
                    <a:pt x="2458" y="2290"/>
                  </a:lnTo>
                  <a:lnTo>
                    <a:pt x="2525" y="1987"/>
                  </a:lnTo>
                  <a:lnTo>
                    <a:pt x="2559" y="1684"/>
                  </a:lnTo>
                  <a:lnTo>
                    <a:pt x="2559" y="1044"/>
                  </a:lnTo>
                  <a:lnTo>
                    <a:pt x="2592" y="572"/>
                  </a:lnTo>
                  <a:lnTo>
                    <a:pt x="2559" y="370"/>
                  </a:lnTo>
                  <a:lnTo>
                    <a:pt x="2525" y="236"/>
                  </a:lnTo>
                  <a:lnTo>
                    <a:pt x="2458" y="168"/>
                  </a:lnTo>
                  <a:lnTo>
                    <a:pt x="2357" y="101"/>
                  </a:lnTo>
                  <a:lnTo>
                    <a:pt x="2256" y="67"/>
                  </a:lnTo>
                  <a:lnTo>
                    <a:pt x="1986" y="34"/>
                  </a:lnTo>
                  <a:lnTo>
                    <a:pt x="1481" y="34"/>
                  </a:lnTo>
                  <a:lnTo>
                    <a:pt x="77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5" name="Google Shape;1825;p12"/>
            <p:cNvSpPr/>
            <p:nvPr/>
          </p:nvSpPr>
          <p:spPr>
            <a:xfrm>
              <a:off x="3735934" y="5022569"/>
              <a:ext cx="25179" cy="31896"/>
            </a:xfrm>
            <a:custGeom>
              <a:avLst/>
              <a:gdLst/>
              <a:ahLst/>
              <a:cxnLst/>
              <a:rect l="l" t="t" r="r" b="b"/>
              <a:pathLst>
                <a:path w="506" h="641" extrusionOk="0">
                  <a:moveTo>
                    <a:pt x="270" y="136"/>
                  </a:moveTo>
                  <a:lnTo>
                    <a:pt x="371" y="169"/>
                  </a:lnTo>
                  <a:lnTo>
                    <a:pt x="304" y="237"/>
                  </a:lnTo>
                  <a:lnTo>
                    <a:pt x="270" y="270"/>
                  </a:lnTo>
                  <a:lnTo>
                    <a:pt x="169" y="270"/>
                  </a:lnTo>
                  <a:lnTo>
                    <a:pt x="135" y="203"/>
                  </a:lnTo>
                  <a:lnTo>
                    <a:pt x="135" y="136"/>
                  </a:lnTo>
                  <a:close/>
                  <a:moveTo>
                    <a:pt x="203" y="1"/>
                  </a:moveTo>
                  <a:lnTo>
                    <a:pt x="135" y="35"/>
                  </a:lnTo>
                  <a:lnTo>
                    <a:pt x="68" y="68"/>
                  </a:lnTo>
                  <a:lnTo>
                    <a:pt x="34" y="102"/>
                  </a:lnTo>
                  <a:lnTo>
                    <a:pt x="1" y="169"/>
                  </a:lnTo>
                  <a:lnTo>
                    <a:pt x="1" y="237"/>
                  </a:lnTo>
                  <a:lnTo>
                    <a:pt x="68" y="338"/>
                  </a:lnTo>
                  <a:lnTo>
                    <a:pt x="203" y="405"/>
                  </a:lnTo>
                  <a:lnTo>
                    <a:pt x="304" y="405"/>
                  </a:lnTo>
                  <a:lnTo>
                    <a:pt x="270" y="439"/>
                  </a:lnTo>
                  <a:lnTo>
                    <a:pt x="236" y="506"/>
                  </a:lnTo>
                  <a:lnTo>
                    <a:pt x="203" y="472"/>
                  </a:lnTo>
                  <a:lnTo>
                    <a:pt x="135" y="472"/>
                  </a:lnTo>
                  <a:lnTo>
                    <a:pt x="135" y="573"/>
                  </a:lnTo>
                  <a:lnTo>
                    <a:pt x="169" y="641"/>
                  </a:lnTo>
                  <a:lnTo>
                    <a:pt x="236" y="641"/>
                  </a:lnTo>
                  <a:lnTo>
                    <a:pt x="304" y="607"/>
                  </a:lnTo>
                  <a:lnTo>
                    <a:pt x="371" y="540"/>
                  </a:lnTo>
                  <a:lnTo>
                    <a:pt x="438" y="439"/>
                  </a:lnTo>
                  <a:lnTo>
                    <a:pt x="472" y="304"/>
                  </a:lnTo>
                  <a:lnTo>
                    <a:pt x="506" y="203"/>
                  </a:lnTo>
                  <a:lnTo>
                    <a:pt x="472" y="169"/>
                  </a:lnTo>
                  <a:lnTo>
                    <a:pt x="405" y="136"/>
                  </a:lnTo>
                  <a:lnTo>
                    <a:pt x="371" y="68"/>
                  </a:lnTo>
                  <a:lnTo>
                    <a:pt x="304" y="35"/>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6" name="Google Shape;1826;p12"/>
            <p:cNvSpPr/>
            <p:nvPr/>
          </p:nvSpPr>
          <p:spPr>
            <a:xfrm>
              <a:off x="2422469" y="5014210"/>
              <a:ext cx="25179" cy="20153"/>
            </a:xfrm>
            <a:custGeom>
              <a:avLst/>
              <a:gdLst/>
              <a:ahLst/>
              <a:cxnLst/>
              <a:rect l="l" t="t" r="r" b="b"/>
              <a:pathLst>
                <a:path w="506" h="405" extrusionOk="0">
                  <a:moveTo>
                    <a:pt x="203" y="102"/>
                  </a:moveTo>
                  <a:lnTo>
                    <a:pt x="203" y="135"/>
                  </a:lnTo>
                  <a:lnTo>
                    <a:pt x="237" y="169"/>
                  </a:lnTo>
                  <a:lnTo>
                    <a:pt x="338" y="135"/>
                  </a:lnTo>
                  <a:lnTo>
                    <a:pt x="203" y="270"/>
                  </a:lnTo>
                  <a:lnTo>
                    <a:pt x="136" y="304"/>
                  </a:lnTo>
                  <a:lnTo>
                    <a:pt x="102" y="304"/>
                  </a:lnTo>
                  <a:lnTo>
                    <a:pt x="136" y="203"/>
                  </a:lnTo>
                  <a:lnTo>
                    <a:pt x="169" y="135"/>
                  </a:lnTo>
                  <a:lnTo>
                    <a:pt x="203" y="102"/>
                  </a:lnTo>
                  <a:close/>
                  <a:moveTo>
                    <a:pt x="169" y="1"/>
                  </a:moveTo>
                  <a:lnTo>
                    <a:pt x="102" y="68"/>
                  </a:lnTo>
                  <a:lnTo>
                    <a:pt x="35" y="102"/>
                  </a:lnTo>
                  <a:lnTo>
                    <a:pt x="1" y="270"/>
                  </a:lnTo>
                  <a:lnTo>
                    <a:pt x="1" y="371"/>
                  </a:lnTo>
                  <a:lnTo>
                    <a:pt x="68" y="405"/>
                  </a:lnTo>
                  <a:lnTo>
                    <a:pt x="237" y="405"/>
                  </a:lnTo>
                  <a:lnTo>
                    <a:pt x="371" y="304"/>
                  </a:lnTo>
                  <a:lnTo>
                    <a:pt x="439" y="236"/>
                  </a:lnTo>
                  <a:lnTo>
                    <a:pt x="506" y="169"/>
                  </a:lnTo>
                  <a:lnTo>
                    <a:pt x="506" y="102"/>
                  </a:lnTo>
                  <a:lnTo>
                    <a:pt x="472" y="34"/>
                  </a:lnTo>
                  <a:lnTo>
                    <a:pt x="439" y="34"/>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7" name="Google Shape;1827;p12"/>
            <p:cNvSpPr/>
            <p:nvPr/>
          </p:nvSpPr>
          <p:spPr>
            <a:xfrm>
              <a:off x="3898450" y="5089596"/>
              <a:ext cx="134053" cy="57025"/>
            </a:xfrm>
            <a:custGeom>
              <a:avLst/>
              <a:gdLst/>
              <a:ahLst/>
              <a:cxnLst/>
              <a:rect l="l" t="t" r="r" b="b"/>
              <a:pathLst>
                <a:path w="2694" h="1146" extrusionOk="0">
                  <a:moveTo>
                    <a:pt x="1549" y="1"/>
                  </a:moveTo>
                  <a:lnTo>
                    <a:pt x="1112" y="34"/>
                  </a:lnTo>
                  <a:lnTo>
                    <a:pt x="337" y="34"/>
                  </a:lnTo>
                  <a:lnTo>
                    <a:pt x="102" y="68"/>
                  </a:lnTo>
                  <a:lnTo>
                    <a:pt x="34" y="102"/>
                  </a:lnTo>
                  <a:lnTo>
                    <a:pt x="34" y="169"/>
                  </a:lnTo>
                  <a:lnTo>
                    <a:pt x="1" y="304"/>
                  </a:lnTo>
                  <a:lnTo>
                    <a:pt x="1" y="438"/>
                  </a:lnTo>
                  <a:lnTo>
                    <a:pt x="1" y="741"/>
                  </a:lnTo>
                  <a:lnTo>
                    <a:pt x="1" y="1145"/>
                  </a:lnTo>
                  <a:lnTo>
                    <a:pt x="135" y="1145"/>
                  </a:lnTo>
                  <a:lnTo>
                    <a:pt x="135" y="741"/>
                  </a:lnTo>
                  <a:lnTo>
                    <a:pt x="135" y="337"/>
                  </a:lnTo>
                  <a:lnTo>
                    <a:pt x="135" y="203"/>
                  </a:lnTo>
                  <a:lnTo>
                    <a:pt x="506" y="169"/>
                  </a:lnTo>
                  <a:lnTo>
                    <a:pt x="876" y="135"/>
                  </a:lnTo>
                  <a:lnTo>
                    <a:pt x="1246" y="169"/>
                  </a:lnTo>
                  <a:lnTo>
                    <a:pt x="1583" y="135"/>
                  </a:lnTo>
                  <a:lnTo>
                    <a:pt x="1953" y="135"/>
                  </a:lnTo>
                  <a:lnTo>
                    <a:pt x="2155" y="169"/>
                  </a:lnTo>
                  <a:lnTo>
                    <a:pt x="2324" y="203"/>
                  </a:lnTo>
                  <a:lnTo>
                    <a:pt x="2425" y="236"/>
                  </a:lnTo>
                  <a:lnTo>
                    <a:pt x="2492" y="304"/>
                  </a:lnTo>
                  <a:lnTo>
                    <a:pt x="2526" y="405"/>
                  </a:lnTo>
                  <a:lnTo>
                    <a:pt x="2559" y="506"/>
                  </a:lnTo>
                  <a:lnTo>
                    <a:pt x="2559" y="741"/>
                  </a:lnTo>
                  <a:lnTo>
                    <a:pt x="2559" y="943"/>
                  </a:lnTo>
                  <a:lnTo>
                    <a:pt x="2526" y="1145"/>
                  </a:lnTo>
                  <a:lnTo>
                    <a:pt x="2660" y="1145"/>
                  </a:lnTo>
                  <a:lnTo>
                    <a:pt x="2694" y="876"/>
                  </a:lnTo>
                  <a:lnTo>
                    <a:pt x="2694" y="539"/>
                  </a:lnTo>
                  <a:lnTo>
                    <a:pt x="2660" y="337"/>
                  </a:lnTo>
                  <a:lnTo>
                    <a:pt x="2593" y="203"/>
                  </a:lnTo>
                  <a:lnTo>
                    <a:pt x="2458" y="102"/>
                  </a:lnTo>
                  <a:lnTo>
                    <a:pt x="2324" y="68"/>
                  </a:lnTo>
                  <a:lnTo>
                    <a:pt x="2155" y="34"/>
                  </a:lnTo>
                  <a:lnTo>
                    <a:pt x="198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8" name="Google Shape;1828;p12"/>
            <p:cNvSpPr/>
            <p:nvPr/>
          </p:nvSpPr>
          <p:spPr>
            <a:xfrm>
              <a:off x="2714012" y="5019235"/>
              <a:ext cx="28512" cy="31896"/>
            </a:xfrm>
            <a:custGeom>
              <a:avLst/>
              <a:gdLst/>
              <a:ahLst/>
              <a:cxnLst/>
              <a:rect l="l" t="t" r="r" b="b"/>
              <a:pathLst>
                <a:path w="573" h="641" extrusionOk="0">
                  <a:moveTo>
                    <a:pt x="303" y="1"/>
                  </a:moveTo>
                  <a:lnTo>
                    <a:pt x="169" y="68"/>
                  </a:lnTo>
                  <a:lnTo>
                    <a:pt x="68" y="169"/>
                  </a:lnTo>
                  <a:lnTo>
                    <a:pt x="68" y="203"/>
                  </a:lnTo>
                  <a:lnTo>
                    <a:pt x="68" y="236"/>
                  </a:lnTo>
                  <a:lnTo>
                    <a:pt x="135" y="236"/>
                  </a:lnTo>
                  <a:lnTo>
                    <a:pt x="270" y="135"/>
                  </a:lnTo>
                  <a:lnTo>
                    <a:pt x="371" y="102"/>
                  </a:lnTo>
                  <a:lnTo>
                    <a:pt x="438" y="135"/>
                  </a:lnTo>
                  <a:lnTo>
                    <a:pt x="202" y="337"/>
                  </a:lnTo>
                  <a:lnTo>
                    <a:pt x="34" y="506"/>
                  </a:lnTo>
                  <a:lnTo>
                    <a:pt x="0" y="539"/>
                  </a:lnTo>
                  <a:lnTo>
                    <a:pt x="0" y="607"/>
                  </a:lnTo>
                  <a:lnTo>
                    <a:pt x="34" y="607"/>
                  </a:lnTo>
                  <a:lnTo>
                    <a:pt x="101" y="640"/>
                  </a:lnTo>
                  <a:lnTo>
                    <a:pt x="404" y="573"/>
                  </a:lnTo>
                  <a:lnTo>
                    <a:pt x="539" y="573"/>
                  </a:lnTo>
                  <a:lnTo>
                    <a:pt x="573" y="539"/>
                  </a:lnTo>
                  <a:lnTo>
                    <a:pt x="573" y="472"/>
                  </a:lnTo>
                  <a:lnTo>
                    <a:pt x="539" y="438"/>
                  </a:lnTo>
                  <a:lnTo>
                    <a:pt x="404" y="438"/>
                  </a:lnTo>
                  <a:lnTo>
                    <a:pt x="270" y="472"/>
                  </a:lnTo>
                  <a:lnTo>
                    <a:pt x="539" y="203"/>
                  </a:lnTo>
                  <a:lnTo>
                    <a:pt x="573" y="169"/>
                  </a:lnTo>
                  <a:lnTo>
                    <a:pt x="573" y="135"/>
                  </a:lnTo>
                  <a:lnTo>
                    <a:pt x="539" y="68"/>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29" name="Google Shape;1829;p12"/>
            <p:cNvSpPr/>
            <p:nvPr/>
          </p:nvSpPr>
          <p:spPr>
            <a:xfrm>
              <a:off x="2978686" y="4853385"/>
              <a:ext cx="132411" cy="82154"/>
            </a:xfrm>
            <a:custGeom>
              <a:avLst/>
              <a:gdLst/>
              <a:ahLst/>
              <a:cxnLst/>
              <a:rect l="l" t="t" r="r" b="b"/>
              <a:pathLst>
                <a:path w="2661" h="1651" extrusionOk="0">
                  <a:moveTo>
                    <a:pt x="943" y="135"/>
                  </a:moveTo>
                  <a:lnTo>
                    <a:pt x="1954" y="169"/>
                  </a:lnTo>
                  <a:lnTo>
                    <a:pt x="2257" y="169"/>
                  </a:lnTo>
                  <a:lnTo>
                    <a:pt x="2358" y="202"/>
                  </a:lnTo>
                  <a:lnTo>
                    <a:pt x="2425" y="236"/>
                  </a:lnTo>
                  <a:lnTo>
                    <a:pt x="2459" y="303"/>
                  </a:lnTo>
                  <a:lnTo>
                    <a:pt x="2459" y="438"/>
                  </a:lnTo>
                  <a:lnTo>
                    <a:pt x="2459" y="573"/>
                  </a:lnTo>
                  <a:lnTo>
                    <a:pt x="2425" y="808"/>
                  </a:lnTo>
                  <a:lnTo>
                    <a:pt x="2425" y="1111"/>
                  </a:lnTo>
                  <a:lnTo>
                    <a:pt x="2459" y="1246"/>
                  </a:lnTo>
                  <a:lnTo>
                    <a:pt x="2492" y="1381"/>
                  </a:lnTo>
                  <a:lnTo>
                    <a:pt x="2021" y="1414"/>
                  </a:lnTo>
                  <a:lnTo>
                    <a:pt x="1516" y="1414"/>
                  </a:lnTo>
                  <a:lnTo>
                    <a:pt x="1112" y="1448"/>
                  </a:lnTo>
                  <a:lnTo>
                    <a:pt x="674" y="1515"/>
                  </a:lnTo>
                  <a:lnTo>
                    <a:pt x="438" y="1482"/>
                  </a:lnTo>
                  <a:lnTo>
                    <a:pt x="203" y="1414"/>
                  </a:lnTo>
                  <a:lnTo>
                    <a:pt x="169" y="1381"/>
                  </a:lnTo>
                  <a:lnTo>
                    <a:pt x="135" y="1347"/>
                  </a:lnTo>
                  <a:lnTo>
                    <a:pt x="135" y="1179"/>
                  </a:lnTo>
                  <a:lnTo>
                    <a:pt x="135" y="909"/>
                  </a:lnTo>
                  <a:lnTo>
                    <a:pt x="135" y="573"/>
                  </a:lnTo>
                  <a:lnTo>
                    <a:pt x="102" y="236"/>
                  </a:lnTo>
                  <a:lnTo>
                    <a:pt x="135" y="236"/>
                  </a:lnTo>
                  <a:lnTo>
                    <a:pt x="236" y="169"/>
                  </a:lnTo>
                  <a:lnTo>
                    <a:pt x="337" y="135"/>
                  </a:lnTo>
                  <a:close/>
                  <a:moveTo>
                    <a:pt x="304" y="0"/>
                  </a:moveTo>
                  <a:lnTo>
                    <a:pt x="203" y="34"/>
                  </a:lnTo>
                  <a:lnTo>
                    <a:pt x="102" y="101"/>
                  </a:lnTo>
                  <a:lnTo>
                    <a:pt x="102" y="34"/>
                  </a:lnTo>
                  <a:lnTo>
                    <a:pt x="34" y="34"/>
                  </a:lnTo>
                  <a:lnTo>
                    <a:pt x="1" y="337"/>
                  </a:lnTo>
                  <a:lnTo>
                    <a:pt x="1" y="640"/>
                  </a:lnTo>
                  <a:lnTo>
                    <a:pt x="1" y="1246"/>
                  </a:lnTo>
                  <a:lnTo>
                    <a:pt x="34" y="1347"/>
                  </a:lnTo>
                  <a:lnTo>
                    <a:pt x="68" y="1448"/>
                  </a:lnTo>
                  <a:lnTo>
                    <a:pt x="135" y="1515"/>
                  </a:lnTo>
                  <a:lnTo>
                    <a:pt x="236" y="1583"/>
                  </a:lnTo>
                  <a:lnTo>
                    <a:pt x="472" y="1616"/>
                  </a:lnTo>
                  <a:lnTo>
                    <a:pt x="741" y="1650"/>
                  </a:lnTo>
                  <a:lnTo>
                    <a:pt x="1280" y="1583"/>
                  </a:lnTo>
                  <a:lnTo>
                    <a:pt x="1617" y="1549"/>
                  </a:lnTo>
                  <a:lnTo>
                    <a:pt x="2257" y="1549"/>
                  </a:lnTo>
                  <a:lnTo>
                    <a:pt x="2593" y="1515"/>
                  </a:lnTo>
                  <a:lnTo>
                    <a:pt x="2661" y="1482"/>
                  </a:lnTo>
                  <a:lnTo>
                    <a:pt x="2661" y="1448"/>
                  </a:lnTo>
                  <a:lnTo>
                    <a:pt x="2661" y="1414"/>
                  </a:lnTo>
                  <a:lnTo>
                    <a:pt x="2593" y="1246"/>
                  </a:lnTo>
                  <a:lnTo>
                    <a:pt x="2560" y="1078"/>
                  </a:lnTo>
                  <a:lnTo>
                    <a:pt x="2560" y="741"/>
                  </a:lnTo>
                  <a:lnTo>
                    <a:pt x="2593" y="539"/>
                  </a:lnTo>
                  <a:lnTo>
                    <a:pt x="2593" y="371"/>
                  </a:lnTo>
                  <a:lnTo>
                    <a:pt x="2560" y="202"/>
                  </a:lnTo>
                  <a:lnTo>
                    <a:pt x="2459" y="34"/>
                  </a:lnTo>
                  <a:lnTo>
                    <a:pt x="2425" y="34"/>
                  </a:lnTo>
                  <a:lnTo>
                    <a:pt x="2391" y="0"/>
                  </a:lnTo>
                  <a:lnTo>
                    <a:pt x="2055" y="34"/>
                  </a:lnTo>
                  <a:lnTo>
                    <a:pt x="1718" y="34"/>
                  </a:lnTo>
                  <a:lnTo>
                    <a:pt x="101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0" name="Google Shape;1830;p12"/>
            <p:cNvSpPr/>
            <p:nvPr/>
          </p:nvSpPr>
          <p:spPr>
            <a:xfrm>
              <a:off x="3611981" y="5086262"/>
              <a:ext cx="129028" cy="60359"/>
            </a:xfrm>
            <a:custGeom>
              <a:avLst/>
              <a:gdLst/>
              <a:ahLst/>
              <a:cxnLst/>
              <a:rect l="l" t="t" r="r" b="b"/>
              <a:pathLst>
                <a:path w="2593" h="1213" extrusionOk="0">
                  <a:moveTo>
                    <a:pt x="1852" y="0"/>
                  </a:moveTo>
                  <a:lnTo>
                    <a:pt x="1347" y="34"/>
                  </a:lnTo>
                  <a:lnTo>
                    <a:pt x="842" y="68"/>
                  </a:lnTo>
                  <a:lnTo>
                    <a:pt x="68" y="68"/>
                  </a:lnTo>
                  <a:lnTo>
                    <a:pt x="34" y="101"/>
                  </a:lnTo>
                  <a:lnTo>
                    <a:pt x="0" y="135"/>
                  </a:lnTo>
                  <a:lnTo>
                    <a:pt x="0" y="169"/>
                  </a:lnTo>
                  <a:lnTo>
                    <a:pt x="34" y="202"/>
                  </a:lnTo>
                  <a:lnTo>
                    <a:pt x="0" y="404"/>
                  </a:lnTo>
                  <a:lnTo>
                    <a:pt x="0" y="640"/>
                  </a:lnTo>
                  <a:lnTo>
                    <a:pt x="34" y="1078"/>
                  </a:lnTo>
                  <a:lnTo>
                    <a:pt x="34" y="1212"/>
                  </a:lnTo>
                  <a:lnTo>
                    <a:pt x="169" y="1212"/>
                  </a:lnTo>
                  <a:lnTo>
                    <a:pt x="169" y="741"/>
                  </a:lnTo>
                  <a:lnTo>
                    <a:pt x="135" y="472"/>
                  </a:lnTo>
                  <a:lnTo>
                    <a:pt x="135" y="236"/>
                  </a:lnTo>
                  <a:lnTo>
                    <a:pt x="909" y="202"/>
                  </a:lnTo>
                  <a:lnTo>
                    <a:pt x="1684" y="135"/>
                  </a:lnTo>
                  <a:lnTo>
                    <a:pt x="1953" y="135"/>
                  </a:lnTo>
                  <a:lnTo>
                    <a:pt x="2189" y="169"/>
                  </a:lnTo>
                  <a:lnTo>
                    <a:pt x="2323" y="202"/>
                  </a:lnTo>
                  <a:lnTo>
                    <a:pt x="2391" y="303"/>
                  </a:lnTo>
                  <a:lnTo>
                    <a:pt x="2424" y="404"/>
                  </a:lnTo>
                  <a:lnTo>
                    <a:pt x="2458" y="539"/>
                  </a:lnTo>
                  <a:lnTo>
                    <a:pt x="2458" y="876"/>
                  </a:lnTo>
                  <a:lnTo>
                    <a:pt x="2424" y="1212"/>
                  </a:lnTo>
                  <a:lnTo>
                    <a:pt x="2525" y="1212"/>
                  </a:lnTo>
                  <a:lnTo>
                    <a:pt x="2593" y="842"/>
                  </a:lnTo>
                  <a:lnTo>
                    <a:pt x="2593" y="505"/>
                  </a:lnTo>
                  <a:lnTo>
                    <a:pt x="2559" y="303"/>
                  </a:lnTo>
                  <a:lnTo>
                    <a:pt x="2492" y="169"/>
                  </a:lnTo>
                  <a:lnTo>
                    <a:pt x="2357" y="68"/>
                  </a:lnTo>
                  <a:lnTo>
                    <a:pt x="2189" y="34"/>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1" name="Google Shape;1831;p12"/>
            <p:cNvSpPr/>
            <p:nvPr/>
          </p:nvSpPr>
          <p:spPr>
            <a:xfrm>
              <a:off x="3427670" y="4851694"/>
              <a:ext cx="137437" cy="82154"/>
            </a:xfrm>
            <a:custGeom>
              <a:avLst/>
              <a:gdLst/>
              <a:ahLst/>
              <a:cxnLst/>
              <a:rect l="l" t="t" r="r" b="b"/>
              <a:pathLst>
                <a:path w="2762" h="1651" extrusionOk="0">
                  <a:moveTo>
                    <a:pt x="2593" y="135"/>
                  </a:moveTo>
                  <a:lnTo>
                    <a:pt x="2627" y="169"/>
                  </a:lnTo>
                  <a:lnTo>
                    <a:pt x="2661" y="169"/>
                  </a:lnTo>
                  <a:lnTo>
                    <a:pt x="2661" y="270"/>
                  </a:lnTo>
                  <a:lnTo>
                    <a:pt x="2627" y="573"/>
                  </a:lnTo>
                  <a:lnTo>
                    <a:pt x="2526" y="1145"/>
                  </a:lnTo>
                  <a:lnTo>
                    <a:pt x="2492" y="1314"/>
                  </a:lnTo>
                  <a:lnTo>
                    <a:pt x="2425" y="1415"/>
                  </a:lnTo>
                  <a:lnTo>
                    <a:pt x="2324" y="1448"/>
                  </a:lnTo>
                  <a:lnTo>
                    <a:pt x="2122" y="1482"/>
                  </a:lnTo>
                  <a:lnTo>
                    <a:pt x="1785" y="1516"/>
                  </a:lnTo>
                  <a:lnTo>
                    <a:pt x="1415" y="1482"/>
                  </a:lnTo>
                  <a:lnTo>
                    <a:pt x="843" y="1448"/>
                  </a:lnTo>
                  <a:lnTo>
                    <a:pt x="506" y="1448"/>
                  </a:lnTo>
                  <a:lnTo>
                    <a:pt x="337" y="1415"/>
                  </a:lnTo>
                  <a:lnTo>
                    <a:pt x="270" y="1381"/>
                  </a:lnTo>
                  <a:lnTo>
                    <a:pt x="203" y="1314"/>
                  </a:lnTo>
                  <a:lnTo>
                    <a:pt x="169" y="1246"/>
                  </a:lnTo>
                  <a:lnTo>
                    <a:pt x="135" y="1145"/>
                  </a:lnTo>
                  <a:lnTo>
                    <a:pt x="135" y="910"/>
                  </a:lnTo>
                  <a:lnTo>
                    <a:pt x="135" y="539"/>
                  </a:lnTo>
                  <a:lnTo>
                    <a:pt x="203" y="203"/>
                  </a:lnTo>
                  <a:lnTo>
                    <a:pt x="438" y="169"/>
                  </a:lnTo>
                  <a:lnTo>
                    <a:pt x="742" y="169"/>
                  </a:lnTo>
                  <a:lnTo>
                    <a:pt x="1213" y="135"/>
                  </a:lnTo>
                  <a:close/>
                  <a:moveTo>
                    <a:pt x="742" y="1"/>
                  </a:moveTo>
                  <a:lnTo>
                    <a:pt x="472" y="34"/>
                  </a:lnTo>
                  <a:lnTo>
                    <a:pt x="203" y="68"/>
                  </a:lnTo>
                  <a:lnTo>
                    <a:pt x="169" y="34"/>
                  </a:lnTo>
                  <a:lnTo>
                    <a:pt x="135" y="34"/>
                  </a:lnTo>
                  <a:lnTo>
                    <a:pt x="102" y="68"/>
                  </a:lnTo>
                  <a:lnTo>
                    <a:pt x="102" y="102"/>
                  </a:lnTo>
                  <a:lnTo>
                    <a:pt x="68" y="135"/>
                  </a:lnTo>
                  <a:lnTo>
                    <a:pt x="34" y="203"/>
                  </a:lnTo>
                  <a:lnTo>
                    <a:pt x="34" y="236"/>
                  </a:lnTo>
                  <a:lnTo>
                    <a:pt x="68" y="270"/>
                  </a:lnTo>
                  <a:lnTo>
                    <a:pt x="1" y="708"/>
                  </a:lnTo>
                  <a:lnTo>
                    <a:pt x="1" y="1145"/>
                  </a:lnTo>
                  <a:lnTo>
                    <a:pt x="34" y="1280"/>
                  </a:lnTo>
                  <a:lnTo>
                    <a:pt x="68" y="1381"/>
                  </a:lnTo>
                  <a:lnTo>
                    <a:pt x="135" y="1448"/>
                  </a:lnTo>
                  <a:lnTo>
                    <a:pt x="203" y="1516"/>
                  </a:lnTo>
                  <a:lnTo>
                    <a:pt x="472" y="1583"/>
                  </a:lnTo>
                  <a:lnTo>
                    <a:pt x="742" y="1617"/>
                  </a:lnTo>
                  <a:lnTo>
                    <a:pt x="1314" y="1650"/>
                  </a:lnTo>
                  <a:lnTo>
                    <a:pt x="1954" y="1650"/>
                  </a:lnTo>
                  <a:lnTo>
                    <a:pt x="2257" y="1617"/>
                  </a:lnTo>
                  <a:lnTo>
                    <a:pt x="2593" y="1549"/>
                  </a:lnTo>
                  <a:lnTo>
                    <a:pt x="2627" y="1516"/>
                  </a:lnTo>
                  <a:lnTo>
                    <a:pt x="2627" y="1482"/>
                  </a:lnTo>
                  <a:lnTo>
                    <a:pt x="2661" y="1145"/>
                  </a:lnTo>
                  <a:lnTo>
                    <a:pt x="2694" y="809"/>
                  </a:lnTo>
                  <a:lnTo>
                    <a:pt x="2728" y="472"/>
                  </a:lnTo>
                  <a:lnTo>
                    <a:pt x="2762" y="102"/>
                  </a:lnTo>
                  <a:lnTo>
                    <a:pt x="2762" y="68"/>
                  </a:lnTo>
                  <a:lnTo>
                    <a:pt x="2728" y="68"/>
                  </a:lnTo>
                  <a:lnTo>
                    <a:pt x="2324" y="34"/>
                  </a:lnTo>
                  <a:lnTo>
                    <a:pt x="1954" y="1"/>
                  </a:lnTo>
                  <a:lnTo>
                    <a:pt x="1146" y="34"/>
                  </a:lnTo>
                  <a:lnTo>
                    <a:pt x="74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2" name="Google Shape;1832;p12"/>
            <p:cNvSpPr/>
            <p:nvPr/>
          </p:nvSpPr>
          <p:spPr>
            <a:xfrm>
              <a:off x="2523034" y="4848360"/>
              <a:ext cx="134053" cy="83796"/>
            </a:xfrm>
            <a:custGeom>
              <a:avLst/>
              <a:gdLst/>
              <a:ahLst/>
              <a:cxnLst/>
              <a:rect l="l" t="t" r="r" b="b"/>
              <a:pathLst>
                <a:path w="2694" h="1684" extrusionOk="0">
                  <a:moveTo>
                    <a:pt x="707" y="135"/>
                  </a:moveTo>
                  <a:lnTo>
                    <a:pt x="976" y="202"/>
                  </a:lnTo>
                  <a:lnTo>
                    <a:pt x="1212" y="202"/>
                  </a:lnTo>
                  <a:lnTo>
                    <a:pt x="1885" y="236"/>
                  </a:lnTo>
                  <a:lnTo>
                    <a:pt x="2222" y="236"/>
                  </a:lnTo>
                  <a:lnTo>
                    <a:pt x="2559" y="202"/>
                  </a:lnTo>
                  <a:lnTo>
                    <a:pt x="2559" y="202"/>
                  </a:lnTo>
                  <a:lnTo>
                    <a:pt x="2492" y="707"/>
                  </a:lnTo>
                  <a:lnTo>
                    <a:pt x="2492" y="1179"/>
                  </a:lnTo>
                  <a:lnTo>
                    <a:pt x="2458" y="1313"/>
                  </a:lnTo>
                  <a:lnTo>
                    <a:pt x="2458" y="1414"/>
                  </a:lnTo>
                  <a:lnTo>
                    <a:pt x="2357" y="1482"/>
                  </a:lnTo>
                  <a:lnTo>
                    <a:pt x="2256" y="1482"/>
                  </a:lnTo>
                  <a:lnTo>
                    <a:pt x="1616" y="1515"/>
                  </a:lnTo>
                  <a:lnTo>
                    <a:pt x="1313" y="1515"/>
                  </a:lnTo>
                  <a:lnTo>
                    <a:pt x="875" y="1549"/>
                  </a:lnTo>
                  <a:lnTo>
                    <a:pt x="640" y="1515"/>
                  </a:lnTo>
                  <a:lnTo>
                    <a:pt x="438" y="1515"/>
                  </a:lnTo>
                  <a:lnTo>
                    <a:pt x="303" y="1448"/>
                  </a:lnTo>
                  <a:lnTo>
                    <a:pt x="269" y="1414"/>
                  </a:lnTo>
                  <a:lnTo>
                    <a:pt x="236" y="1381"/>
                  </a:lnTo>
                  <a:lnTo>
                    <a:pt x="202" y="606"/>
                  </a:lnTo>
                  <a:lnTo>
                    <a:pt x="202" y="303"/>
                  </a:lnTo>
                  <a:lnTo>
                    <a:pt x="202" y="236"/>
                  </a:lnTo>
                  <a:lnTo>
                    <a:pt x="168" y="270"/>
                  </a:lnTo>
                  <a:lnTo>
                    <a:pt x="135" y="236"/>
                  </a:lnTo>
                  <a:lnTo>
                    <a:pt x="168" y="236"/>
                  </a:lnTo>
                  <a:lnTo>
                    <a:pt x="168" y="202"/>
                  </a:lnTo>
                  <a:lnTo>
                    <a:pt x="168" y="169"/>
                  </a:lnTo>
                  <a:lnTo>
                    <a:pt x="438" y="135"/>
                  </a:lnTo>
                  <a:close/>
                  <a:moveTo>
                    <a:pt x="269" y="0"/>
                  </a:moveTo>
                  <a:lnTo>
                    <a:pt x="135" y="34"/>
                  </a:lnTo>
                  <a:lnTo>
                    <a:pt x="34" y="68"/>
                  </a:lnTo>
                  <a:lnTo>
                    <a:pt x="0" y="101"/>
                  </a:lnTo>
                  <a:lnTo>
                    <a:pt x="0" y="169"/>
                  </a:lnTo>
                  <a:lnTo>
                    <a:pt x="34" y="202"/>
                  </a:lnTo>
                  <a:lnTo>
                    <a:pt x="101" y="202"/>
                  </a:lnTo>
                  <a:lnTo>
                    <a:pt x="67" y="337"/>
                  </a:lnTo>
                  <a:lnTo>
                    <a:pt x="67" y="472"/>
                  </a:lnTo>
                  <a:lnTo>
                    <a:pt x="67" y="1010"/>
                  </a:lnTo>
                  <a:lnTo>
                    <a:pt x="101" y="1515"/>
                  </a:lnTo>
                  <a:lnTo>
                    <a:pt x="135" y="1549"/>
                  </a:lnTo>
                  <a:lnTo>
                    <a:pt x="168" y="1583"/>
                  </a:lnTo>
                  <a:lnTo>
                    <a:pt x="438" y="1650"/>
                  </a:lnTo>
                  <a:lnTo>
                    <a:pt x="707" y="1684"/>
                  </a:lnTo>
                  <a:lnTo>
                    <a:pt x="2121" y="1684"/>
                  </a:lnTo>
                  <a:lnTo>
                    <a:pt x="2390" y="1650"/>
                  </a:lnTo>
                  <a:lnTo>
                    <a:pt x="2492" y="1616"/>
                  </a:lnTo>
                  <a:lnTo>
                    <a:pt x="2559" y="1549"/>
                  </a:lnTo>
                  <a:lnTo>
                    <a:pt x="2593" y="1482"/>
                  </a:lnTo>
                  <a:lnTo>
                    <a:pt x="2626" y="1381"/>
                  </a:lnTo>
                  <a:lnTo>
                    <a:pt x="2626" y="775"/>
                  </a:lnTo>
                  <a:lnTo>
                    <a:pt x="2660" y="472"/>
                  </a:lnTo>
                  <a:lnTo>
                    <a:pt x="2694" y="169"/>
                  </a:lnTo>
                  <a:lnTo>
                    <a:pt x="2660" y="101"/>
                  </a:lnTo>
                  <a:lnTo>
                    <a:pt x="2593" y="68"/>
                  </a:lnTo>
                  <a:lnTo>
                    <a:pt x="2222" y="101"/>
                  </a:lnTo>
                  <a:lnTo>
                    <a:pt x="1818" y="101"/>
                  </a:lnTo>
                  <a:lnTo>
                    <a:pt x="976" y="34"/>
                  </a:lnTo>
                  <a:lnTo>
                    <a:pt x="5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3" name="Google Shape;1833;p12"/>
            <p:cNvSpPr/>
            <p:nvPr/>
          </p:nvSpPr>
          <p:spPr>
            <a:xfrm>
              <a:off x="4178250" y="4846668"/>
              <a:ext cx="139079" cy="87180"/>
            </a:xfrm>
            <a:custGeom>
              <a:avLst/>
              <a:gdLst/>
              <a:ahLst/>
              <a:cxnLst/>
              <a:rect l="l" t="t" r="r" b="b"/>
              <a:pathLst>
                <a:path w="2795" h="1752" extrusionOk="0">
                  <a:moveTo>
                    <a:pt x="505" y="102"/>
                  </a:moveTo>
                  <a:lnTo>
                    <a:pt x="909" y="135"/>
                  </a:lnTo>
                  <a:lnTo>
                    <a:pt x="1380" y="169"/>
                  </a:lnTo>
                  <a:lnTo>
                    <a:pt x="1818" y="203"/>
                  </a:lnTo>
                  <a:lnTo>
                    <a:pt x="2155" y="236"/>
                  </a:lnTo>
                  <a:lnTo>
                    <a:pt x="2492" y="236"/>
                  </a:lnTo>
                  <a:lnTo>
                    <a:pt x="2559" y="270"/>
                  </a:lnTo>
                  <a:lnTo>
                    <a:pt x="2593" y="337"/>
                  </a:lnTo>
                  <a:lnTo>
                    <a:pt x="2660" y="607"/>
                  </a:lnTo>
                  <a:lnTo>
                    <a:pt x="2660" y="876"/>
                  </a:lnTo>
                  <a:lnTo>
                    <a:pt x="2660" y="1078"/>
                  </a:lnTo>
                  <a:lnTo>
                    <a:pt x="2660" y="1246"/>
                  </a:lnTo>
                  <a:lnTo>
                    <a:pt x="2626" y="1448"/>
                  </a:lnTo>
                  <a:lnTo>
                    <a:pt x="2593" y="1516"/>
                  </a:lnTo>
                  <a:lnTo>
                    <a:pt x="2559" y="1549"/>
                  </a:lnTo>
                  <a:lnTo>
                    <a:pt x="2424" y="1617"/>
                  </a:lnTo>
                  <a:lnTo>
                    <a:pt x="2155" y="1617"/>
                  </a:lnTo>
                  <a:lnTo>
                    <a:pt x="1717" y="1583"/>
                  </a:lnTo>
                  <a:lnTo>
                    <a:pt x="1481" y="1549"/>
                  </a:lnTo>
                  <a:lnTo>
                    <a:pt x="1279" y="1549"/>
                  </a:lnTo>
                  <a:lnTo>
                    <a:pt x="707" y="1617"/>
                  </a:lnTo>
                  <a:lnTo>
                    <a:pt x="471" y="1583"/>
                  </a:lnTo>
                  <a:lnTo>
                    <a:pt x="404" y="1583"/>
                  </a:lnTo>
                  <a:lnTo>
                    <a:pt x="370" y="1549"/>
                  </a:lnTo>
                  <a:lnTo>
                    <a:pt x="337" y="1482"/>
                  </a:lnTo>
                  <a:lnTo>
                    <a:pt x="303" y="1280"/>
                  </a:lnTo>
                  <a:lnTo>
                    <a:pt x="303" y="741"/>
                  </a:lnTo>
                  <a:lnTo>
                    <a:pt x="303" y="203"/>
                  </a:lnTo>
                  <a:lnTo>
                    <a:pt x="303" y="169"/>
                  </a:lnTo>
                  <a:lnTo>
                    <a:pt x="269" y="135"/>
                  </a:lnTo>
                  <a:lnTo>
                    <a:pt x="505" y="102"/>
                  </a:lnTo>
                  <a:close/>
                  <a:moveTo>
                    <a:pt x="337" y="1"/>
                  </a:moveTo>
                  <a:lnTo>
                    <a:pt x="168" y="34"/>
                  </a:lnTo>
                  <a:lnTo>
                    <a:pt x="34" y="135"/>
                  </a:lnTo>
                  <a:lnTo>
                    <a:pt x="0" y="169"/>
                  </a:lnTo>
                  <a:lnTo>
                    <a:pt x="34" y="203"/>
                  </a:lnTo>
                  <a:lnTo>
                    <a:pt x="67" y="236"/>
                  </a:lnTo>
                  <a:lnTo>
                    <a:pt x="101" y="203"/>
                  </a:lnTo>
                  <a:lnTo>
                    <a:pt x="202" y="169"/>
                  </a:lnTo>
                  <a:lnTo>
                    <a:pt x="236" y="152"/>
                  </a:lnTo>
                  <a:lnTo>
                    <a:pt x="236" y="169"/>
                  </a:lnTo>
                  <a:lnTo>
                    <a:pt x="168" y="506"/>
                  </a:lnTo>
                  <a:lnTo>
                    <a:pt x="135" y="809"/>
                  </a:lnTo>
                  <a:lnTo>
                    <a:pt x="135" y="1011"/>
                  </a:lnTo>
                  <a:lnTo>
                    <a:pt x="168" y="1213"/>
                  </a:lnTo>
                  <a:lnTo>
                    <a:pt x="168" y="1415"/>
                  </a:lnTo>
                  <a:lnTo>
                    <a:pt x="168" y="1617"/>
                  </a:lnTo>
                  <a:lnTo>
                    <a:pt x="202" y="1684"/>
                  </a:lnTo>
                  <a:lnTo>
                    <a:pt x="236" y="1684"/>
                  </a:lnTo>
                  <a:lnTo>
                    <a:pt x="539" y="1718"/>
                  </a:lnTo>
                  <a:lnTo>
                    <a:pt x="842" y="1718"/>
                  </a:lnTo>
                  <a:lnTo>
                    <a:pt x="1481" y="1684"/>
                  </a:lnTo>
                  <a:lnTo>
                    <a:pt x="1717" y="1718"/>
                  </a:lnTo>
                  <a:lnTo>
                    <a:pt x="1953" y="1751"/>
                  </a:lnTo>
                  <a:lnTo>
                    <a:pt x="2458" y="1751"/>
                  </a:lnTo>
                  <a:lnTo>
                    <a:pt x="2593" y="1684"/>
                  </a:lnTo>
                  <a:lnTo>
                    <a:pt x="2727" y="1583"/>
                  </a:lnTo>
                  <a:lnTo>
                    <a:pt x="2761" y="1415"/>
                  </a:lnTo>
                  <a:lnTo>
                    <a:pt x="2795" y="1213"/>
                  </a:lnTo>
                  <a:lnTo>
                    <a:pt x="2795" y="842"/>
                  </a:lnTo>
                  <a:lnTo>
                    <a:pt x="2761" y="506"/>
                  </a:lnTo>
                  <a:lnTo>
                    <a:pt x="2694" y="304"/>
                  </a:lnTo>
                  <a:lnTo>
                    <a:pt x="2626" y="203"/>
                  </a:lnTo>
                  <a:lnTo>
                    <a:pt x="2559" y="135"/>
                  </a:lnTo>
                  <a:lnTo>
                    <a:pt x="2391" y="102"/>
                  </a:lnTo>
                  <a:lnTo>
                    <a:pt x="2222" y="135"/>
                  </a:lnTo>
                  <a:lnTo>
                    <a:pt x="2088" y="135"/>
                  </a:lnTo>
                  <a:lnTo>
                    <a:pt x="1919" y="102"/>
                  </a:lnTo>
                  <a:lnTo>
                    <a:pt x="1616" y="68"/>
                  </a:lnTo>
                  <a:lnTo>
                    <a:pt x="1145" y="34"/>
                  </a:lnTo>
                  <a:lnTo>
                    <a:pt x="67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4" name="Google Shape;1834;p12"/>
            <p:cNvSpPr/>
            <p:nvPr/>
          </p:nvSpPr>
          <p:spPr>
            <a:xfrm>
              <a:off x="3727574" y="4851694"/>
              <a:ext cx="139079" cy="80462"/>
            </a:xfrm>
            <a:custGeom>
              <a:avLst/>
              <a:gdLst/>
              <a:ahLst/>
              <a:cxnLst/>
              <a:rect l="l" t="t" r="r" b="b"/>
              <a:pathLst>
                <a:path w="2795" h="1617" extrusionOk="0">
                  <a:moveTo>
                    <a:pt x="2660" y="169"/>
                  </a:moveTo>
                  <a:lnTo>
                    <a:pt x="2593" y="1415"/>
                  </a:lnTo>
                  <a:lnTo>
                    <a:pt x="2020" y="1448"/>
                  </a:lnTo>
                  <a:lnTo>
                    <a:pt x="1448" y="1415"/>
                  </a:lnTo>
                  <a:lnTo>
                    <a:pt x="876" y="1415"/>
                  </a:lnTo>
                  <a:lnTo>
                    <a:pt x="303" y="1448"/>
                  </a:lnTo>
                  <a:lnTo>
                    <a:pt x="202" y="1145"/>
                  </a:lnTo>
                  <a:lnTo>
                    <a:pt x="169" y="809"/>
                  </a:lnTo>
                  <a:lnTo>
                    <a:pt x="135" y="506"/>
                  </a:lnTo>
                  <a:lnTo>
                    <a:pt x="202" y="203"/>
                  </a:lnTo>
                  <a:lnTo>
                    <a:pt x="303" y="169"/>
                  </a:lnTo>
                  <a:lnTo>
                    <a:pt x="404" y="169"/>
                  </a:lnTo>
                  <a:lnTo>
                    <a:pt x="606" y="203"/>
                  </a:lnTo>
                  <a:lnTo>
                    <a:pt x="1111" y="236"/>
                  </a:lnTo>
                  <a:lnTo>
                    <a:pt x="1886" y="236"/>
                  </a:lnTo>
                  <a:lnTo>
                    <a:pt x="2660" y="169"/>
                  </a:lnTo>
                  <a:close/>
                  <a:moveTo>
                    <a:pt x="404" y="1"/>
                  </a:moveTo>
                  <a:lnTo>
                    <a:pt x="202" y="34"/>
                  </a:lnTo>
                  <a:lnTo>
                    <a:pt x="169" y="34"/>
                  </a:lnTo>
                  <a:lnTo>
                    <a:pt x="135" y="68"/>
                  </a:lnTo>
                  <a:lnTo>
                    <a:pt x="101" y="68"/>
                  </a:lnTo>
                  <a:lnTo>
                    <a:pt x="68" y="135"/>
                  </a:lnTo>
                  <a:lnTo>
                    <a:pt x="101" y="169"/>
                  </a:lnTo>
                  <a:lnTo>
                    <a:pt x="34" y="337"/>
                  </a:lnTo>
                  <a:lnTo>
                    <a:pt x="0" y="506"/>
                  </a:lnTo>
                  <a:lnTo>
                    <a:pt x="0" y="876"/>
                  </a:lnTo>
                  <a:lnTo>
                    <a:pt x="68" y="1246"/>
                  </a:lnTo>
                  <a:lnTo>
                    <a:pt x="169" y="1549"/>
                  </a:lnTo>
                  <a:lnTo>
                    <a:pt x="202" y="1583"/>
                  </a:lnTo>
                  <a:lnTo>
                    <a:pt x="270" y="1617"/>
                  </a:lnTo>
                  <a:lnTo>
                    <a:pt x="573" y="1583"/>
                  </a:lnTo>
                  <a:lnTo>
                    <a:pt x="876" y="1549"/>
                  </a:lnTo>
                  <a:lnTo>
                    <a:pt x="1482" y="1583"/>
                  </a:lnTo>
                  <a:lnTo>
                    <a:pt x="2088" y="1617"/>
                  </a:lnTo>
                  <a:lnTo>
                    <a:pt x="2694" y="1583"/>
                  </a:lnTo>
                  <a:lnTo>
                    <a:pt x="2727" y="1549"/>
                  </a:lnTo>
                  <a:lnTo>
                    <a:pt x="2761" y="1516"/>
                  </a:lnTo>
                  <a:lnTo>
                    <a:pt x="2761" y="809"/>
                  </a:lnTo>
                  <a:lnTo>
                    <a:pt x="2795" y="102"/>
                  </a:lnTo>
                  <a:lnTo>
                    <a:pt x="2795" y="34"/>
                  </a:lnTo>
                  <a:lnTo>
                    <a:pt x="2727" y="1"/>
                  </a:lnTo>
                  <a:lnTo>
                    <a:pt x="1886" y="68"/>
                  </a:lnTo>
                  <a:lnTo>
                    <a:pt x="1482" y="102"/>
                  </a:lnTo>
                  <a:lnTo>
                    <a:pt x="1044" y="68"/>
                  </a:lnTo>
                  <a:lnTo>
                    <a:pt x="640" y="34"/>
                  </a:lnTo>
                  <a:lnTo>
                    <a:pt x="4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5" name="Google Shape;1835;p12"/>
            <p:cNvSpPr/>
            <p:nvPr/>
          </p:nvSpPr>
          <p:spPr>
            <a:xfrm>
              <a:off x="2667089" y="4943849"/>
              <a:ext cx="129028" cy="130720"/>
            </a:xfrm>
            <a:custGeom>
              <a:avLst/>
              <a:gdLst/>
              <a:ahLst/>
              <a:cxnLst/>
              <a:rect l="l" t="t" r="r" b="b"/>
              <a:pathLst>
                <a:path w="2593" h="2627" extrusionOk="0">
                  <a:moveTo>
                    <a:pt x="1953" y="135"/>
                  </a:moveTo>
                  <a:lnTo>
                    <a:pt x="2189" y="169"/>
                  </a:lnTo>
                  <a:lnTo>
                    <a:pt x="2324" y="202"/>
                  </a:lnTo>
                  <a:lnTo>
                    <a:pt x="2391" y="270"/>
                  </a:lnTo>
                  <a:lnTo>
                    <a:pt x="2425" y="404"/>
                  </a:lnTo>
                  <a:lnTo>
                    <a:pt x="2458" y="539"/>
                  </a:lnTo>
                  <a:lnTo>
                    <a:pt x="2458" y="775"/>
                  </a:lnTo>
                  <a:lnTo>
                    <a:pt x="2425" y="1010"/>
                  </a:lnTo>
                  <a:lnTo>
                    <a:pt x="2357" y="1516"/>
                  </a:lnTo>
                  <a:lnTo>
                    <a:pt x="2357" y="1751"/>
                  </a:lnTo>
                  <a:lnTo>
                    <a:pt x="2357" y="2088"/>
                  </a:lnTo>
                  <a:lnTo>
                    <a:pt x="2357" y="2223"/>
                  </a:lnTo>
                  <a:lnTo>
                    <a:pt x="2324" y="2357"/>
                  </a:lnTo>
                  <a:lnTo>
                    <a:pt x="2223" y="2425"/>
                  </a:lnTo>
                  <a:lnTo>
                    <a:pt x="2122" y="2458"/>
                  </a:lnTo>
                  <a:lnTo>
                    <a:pt x="1987" y="2458"/>
                  </a:lnTo>
                  <a:lnTo>
                    <a:pt x="1852" y="2425"/>
                  </a:lnTo>
                  <a:lnTo>
                    <a:pt x="1617" y="2357"/>
                  </a:lnTo>
                  <a:lnTo>
                    <a:pt x="1246" y="2357"/>
                  </a:lnTo>
                  <a:lnTo>
                    <a:pt x="910" y="2391"/>
                  </a:lnTo>
                  <a:lnTo>
                    <a:pt x="708" y="2425"/>
                  </a:lnTo>
                  <a:lnTo>
                    <a:pt x="472" y="2425"/>
                  </a:lnTo>
                  <a:lnTo>
                    <a:pt x="337" y="2391"/>
                  </a:lnTo>
                  <a:lnTo>
                    <a:pt x="270" y="2357"/>
                  </a:lnTo>
                  <a:lnTo>
                    <a:pt x="169" y="2290"/>
                  </a:lnTo>
                  <a:lnTo>
                    <a:pt x="135" y="2189"/>
                  </a:lnTo>
                  <a:lnTo>
                    <a:pt x="135" y="1819"/>
                  </a:lnTo>
                  <a:lnTo>
                    <a:pt x="135" y="1415"/>
                  </a:lnTo>
                  <a:lnTo>
                    <a:pt x="169" y="1078"/>
                  </a:lnTo>
                  <a:lnTo>
                    <a:pt x="135" y="741"/>
                  </a:lnTo>
                  <a:lnTo>
                    <a:pt x="135" y="472"/>
                  </a:lnTo>
                  <a:lnTo>
                    <a:pt x="135" y="202"/>
                  </a:lnTo>
                  <a:lnTo>
                    <a:pt x="910" y="202"/>
                  </a:lnTo>
                  <a:lnTo>
                    <a:pt x="1684" y="135"/>
                  </a:lnTo>
                  <a:close/>
                  <a:moveTo>
                    <a:pt x="1852" y="0"/>
                  </a:moveTo>
                  <a:lnTo>
                    <a:pt x="1347" y="34"/>
                  </a:lnTo>
                  <a:lnTo>
                    <a:pt x="842" y="68"/>
                  </a:lnTo>
                  <a:lnTo>
                    <a:pt x="68" y="68"/>
                  </a:lnTo>
                  <a:lnTo>
                    <a:pt x="34" y="101"/>
                  </a:lnTo>
                  <a:lnTo>
                    <a:pt x="1" y="135"/>
                  </a:lnTo>
                  <a:lnTo>
                    <a:pt x="1" y="169"/>
                  </a:lnTo>
                  <a:lnTo>
                    <a:pt x="34" y="202"/>
                  </a:lnTo>
                  <a:lnTo>
                    <a:pt x="1" y="404"/>
                  </a:lnTo>
                  <a:lnTo>
                    <a:pt x="1" y="640"/>
                  </a:lnTo>
                  <a:lnTo>
                    <a:pt x="34" y="1078"/>
                  </a:lnTo>
                  <a:lnTo>
                    <a:pt x="1" y="1751"/>
                  </a:lnTo>
                  <a:lnTo>
                    <a:pt x="1" y="2088"/>
                  </a:lnTo>
                  <a:lnTo>
                    <a:pt x="34" y="2425"/>
                  </a:lnTo>
                  <a:lnTo>
                    <a:pt x="68" y="2458"/>
                  </a:lnTo>
                  <a:lnTo>
                    <a:pt x="102" y="2492"/>
                  </a:lnTo>
                  <a:lnTo>
                    <a:pt x="438" y="2526"/>
                  </a:lnTo>
                  <a:lnTo>
                    <a:pt x="775" y="2559"/>
                  </a:lnTo>
                  <a:lnTo>
                    <a:pt x="1482" y="2492"/>
                  </a:lnTo>
                  <a:lnTo>
                    <a:pt x="1684" y="2526"/>
                  </a:lnTo>
                  <a:lnTo>
                    <a:pt x="1920" y="2593"/>
                  </a:lnTo>
                  <a:lnTo>
                    <a:pt x="2189" y="2627"/>
                  </a:lnTo>
                  <a:lnTo>
                    <a:pt x="2290" y="2593"/>
                  </a:lnTo>
                  <a:lnTo>
                    <a:pt x="2357" y="2559"/>
                  </a:lnTo>
                  <a:lnTo>
                    <a:pt x="2425" y="2458"/>
                  </a:lnTo>
                  <a:lnTo>
                    <a:pt x="2458" y="2391"/>
                  </a:lnTo>
                  <a:lnTo>
                    <a:pt x="2492" y="2189"/>
                  </a:lnTo>
                  <a:lnTo>
                    <a:pt x="2492" y="1785"/>
                  </a:lnTo>
                  <a:lnTo>
                    <a:pt x="2492" y="1549"/>
                  </a:lnTo>
                  <a:lnTo>
                    <a:pt x="2526" y="1314"/>
                  </a:lnTo>
                  <a:lnTo>
                    <a:pt x="2559" y="842"/>
                  </a:lnTo>
                  <a:lnTo>
                    <a:pt x="2593" y="505"/>
                  </a:lnTo>
                  <a:lnTo>
                    <a:pt x="2559" y="303"/>
                  </a:lnTo>
                  <a:lnTo>
                    <a:pt x="2492" y="169"/>
                  </a:lnTo>
                  <a:lnTo>
                    <a:pt x="2357" y="68"/>
                  </a:lnTo>
                  <a:lnTo>
                    <a:pt x="2189" y="34"/>
                  </a:lnTo>
                  <a:lnTo>
                    <a:pt x="20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6" name="Google Shape;1836;p12"/>
            <p:cNvSpPr/>
            <p:nvPr/>
          </p:nvSpPr>
          <p:spPr>
            <a:xfrm>
              <a:off x="2668781" y="4851694"/>
              <a:ext cx="139079" cy="80462"/>
            </a:xfrm>
            <a:custGeom>
              <a:avLst/>
              <a:gdLst/>
              <a:ahLst/>
              <a:cxnLst/>
              <a:rect l="l" t="t" r="r" b="b"/>
              <a:pathLst>
                <a:path w="2795" h="1617" extrusionOk="0">
                  <a:moveTo>
                    <a:pt x="2660" y="169"/>
                  </a:moveTo>
                  <a:lnTo>
                    <a:pt x="2593" y="1415"/>
                  </a:lnTo>
                  <a:lnTo>
                    <a:pt x="2020" y="1448"/>
                  </a:lnTo>
                  <a:lnTo>
                    <a:pt x="1448" y="1415"/>
                  </a:lnTo>
                  <a:lnTo>
                    <a:pt x="876" y="1415"/>
                  </a:lnTo>
                  <a:lnTo>
                    <a:pt x="303" y="1448"/>
                  </a:lnTo>
                  <a:lnTo>
                    <a:pt x="202" y="1145"/>
                  </a:lnTo>
                  <a:lnTo>
                    <a:pt x="169" y="809"/>
                  </a:lnTo>
                  <a:lnTo>
                    <a:pt x="135" y="506"/>
                  </a:lnTo>
                  <a:lnTo>
                    <a:pt x="202" y="203"/>
                  </a:lnTo>
                  <a:lnTo>
                    <a:pt x="303" y="169"/>
                  </a:lnTo>
                  <a:lnTo>
                    <a:pt x="404" y="169"/>
                  </a:lnTo>
                  <a:lnTo>
                    <a:pt x="606" y="203"/>
                  </a:lnTo>
                  <a:lnTo>
                    <a:pt x="1111" y="236"/>
                  </a:lnTo>
                  <a:lnTo>
                    <a:pt x="1886" y="236"/>
                  </a:lnTo>
                  <a:lnTo>
                    <a:pt x="2660" y="169"/>
                  </a:lnTo>
                  <a:close/>
                  <a:moveTo>
                    <a:pt x="404" y="1"/>
                  </a:moveTo>
                  <a:lnTo>
                    <a:pt x="202" y="34"/>
                  </a:lnTo>
                  <a:lnTo>
                    <a:pt x="169" y="34"/>
                  </a:lnTo>
                  <a:lnTo>
                    <a:pt x="135" y="68"/>
                  </a:lnTo>
                  <a:lnTo>
                    <a:pt x="101" y="68"/>
                  </a:lnTo>
                  <a:lnTo>
                    <a:pt x="68" y="135"/>
                  </a:lnTo>
                  <a:lnTo>
                    <a:pt x="101" y="169"/>
                  </a:lnTo>
                  <a:lnTo>
                    <a:pt x="34" y="337"/>
                  </a:lnTo>
                  <a:lnTo>
                    <a:pt x="0" y="506"/>
                  </a:lnTo>
                  <a:lnTo>
                    <a:pt x="0" y="876"/>
                  </a:lnTo>
                  <a:lnTo>
                    <a:pt x="68" y="1246"/>
                  </a:lnTo>
                  <a:lnTo>
                    <a:pt x="169" y="1549"/>
                  </a:lnTo>
                  <a:lnTo>
                    <a:pt x="202" y="1583"/>
                  </a:lnTo>
                  <a:lnTo>
                    <a:pt x="270" y="1617"/>
                  </a:lnTo>
                  <a:lnTo>
                    <a:pt x="573" y="1583"/>
                  </a:lnTo>
                  <a:lnTo>
                    <a:pt x="876" y="1549"/>
                  </a:lnTo>
                  <a:lnTo>
                    <a:pt x="1482" y="1583"/>
                  </a:lnTo>
                  <a:lnTo>
                    <a:pt x="2088" y="1617"/>
                  </a:lnTo>
                  <a:lnTo>
                    <a:pt x="2694" y="1583"/>
                  </a:lnTo>
                  <a:lnTo>
                    <a:pt x="2727" y="1549"/>
                  </a:lnTo>
                  <a:lnTo>
                    <a:pt x="2761" y="1516"/>
                  </a:lnTo>
                  <a:lnTo>
                    <a:pt x="2761" y="809"/>
                  </a:lnTo>
                  <a:lnTo>
                    <a:pt x="2795" y="102"/>
                  </a:lnTo>
                  <a:lnTo>
                    <a:pt x="2795" y="34"/>
                  </a:lnTo>
                  <a:lnTo>
                    <a:pt x="2727" y="1"/>
                  </a:lnTo>
                  <a:lnTo>
                    <a:pt x="1886" y="68"/>
                  </a:lnTo>
                  <a:lnTo>
                    <a:pt x="1482" y="102"/>
                  </a:lnTo>
                  <a:lnTo>
                    <a:pt x="1044" y="68"/>
                  </a:lnTo>
                  <a:lnTo>
                    <a:pt x="640" y="34"/>
                  </a:lnTo>
                  <a:lnTo>
                    <a:pt x="4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7" name="Google Shape;1837;p12"/>
            <p:cNvSpPr/>
            <p:nvPr/>
          </p:nvSpPr>
          <p:spPr>
            <a:xfrm>
              <a:off x="2737449" y="5089596"/>
              <a:ext cx="118976" cy="57025"/>
            </a:xfrm>
            <a:custGeom>
              <a:avLst/>
              <a:gdLst/>
              <a:ahLst/>
              <a:cxnLst/>
              <a:rect l="l" t="t" r="r" b="b"/>
              <a:pathLst>
                <a:path w="2391" h="1146" extrusionOk="0">
                  <a:moveTo>
                    <a:pt x="1011" y="1"/>
                  </a:moveTo>
                  <a:lnTo>
                    <a:pt x="607" y="34"/>
                  </a:lnTo>
                  <a:lnTo>
                    <a:pt x="337" y="68"/>
                  </a:lnTo>
                  <a:lnTo>
                    <a:pt x="236" y="102"/>
                  </a:lnTo>
                  <a:lnTo>
                    <a:pt x="102" y="169"/>
                  </a:lnTo>
                  <a:lnTo>
                    <a:pt x="68" y="270"/>
                  </a:lnTo>
                  <a:lnTo>
                    <a:pt x="34" y="371"/>
                  </a:lnTo>
                  <a:lnTo>
                    <a:pt x="34" y="607"/>
                  </a:lnTo>
                  <a:lnTo>
                    <a:pt x="1" y="1145"/>
                  </a:lnTo>
                  <a:lnTo>
                    <a:pt x="135" y="1145"/>
                  </a:lnTo>
                  <a:lnTo>
                    <a:pt x="169" y="842"/>
                  </a:lnTo>
                  <a:lnTo>
                    <a:pt x="169" y="539"/>
                  </a:lnTo>
                  <a:lnTo>
                    <a:pt x="203" y="371"/>
                  </a:lnTo>
                  <a:lnTo>
                    <a:pt x="236" y="304"/>
                  </a:lnTo>
                  <a:lnTo>
                    <a:pt x="304" y="236"/>
                  </a:lnTo>
                  <a:lnTo>
                    <a:pt x="506" y="169"/>
                  </a:lnTo>
                  <a:lnTo>
                    <a:pt x="741" y="135"/>
                  </a:lnTo>
                  <a:lnTo>
                    <a:pt x="1112" y="135"/>
                  </a:lnTo>
                  <a:lnTo>
                    <a:pt x="1516" y="169"/>
                  </a:lnTo>
                  <a:lnTo>
                    <a:pt x="1886" y="203"/>
                  </a:lnTo>
                  <a:lnTo>
                    <a:pt x="2256" y="304"/>
                  </a:lnTo>
                  <a:lnTo>
                    <a:pt x="2223" y="674"/>
                  </a:lnTo>
                  <a:lnTo>
                    <a:pt x="2256" y="1044"/>
                  </a:lnTo>
                  <a:lnTo>
                    <a:pt x="2223" y="1145"/>
                  </a:lnTo>
                  <a:lnTo>
                    <a:pt x="2391" y="1145"/>
                  </a:lnTo>
                  <a:lnTo>
                    <a:pt x="2391" y="977"/>
                  </a:lnTo>
                  <a:lnTo>
                    <a:pt x="2357" y="438"/>
                  </a:lnTo>
                  <a:lnTo>
                    <a:pt x="2357" y="304"/>
                  </a:lnTo>
                  <a:lnTo>
                    <a:pt x="2391" y="304"/>
                  </a:lnTo>
                  <a:lnTo>
                    <a:pt x="2391" y="236"/>
                  </a:lnTo>
                  <a:lnTo>
                    <a:pt x="2391" y="203"/>
                  </a:lnTo>
                  <a:lnTo>
                    <a:pt x="2357" y="169"/>
                  </a:lnTo>
                  <a:lnTo>
                    <a:pt x="2324" y="169"/>
                  </a:lnTo>
                  <a:lnTo>
                    <a:pt x="1920" y="68"/>
                  </a:lnTo>
                  <a:lnTo>
                    <a:pt x="148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8" name="Google Shape;1838;p12"/>
            <p:cNvSpPr/>
            <p:nvPr/>
          </p:nvSpPr>
          <p:spPr>
            <a:xfrm>
              <a:off x="3756037" y="5086262"/>
              <a:ext cx="122360" cy="60359"/>
            </a:xfrm>
            <a:custGeom>
              <a:avLst/>
              <a:gdLst/>
              <a:ahLst/>
              <a:cxnLst/>
              <a:rect l="l" t="t" r="r" b="b"/>
              <a:pathLst>
                <a:path w="2459" h="1213" extrusionOk="0">
                  <a:moveTo>
                    <a:pt x="2391" y="0"/>
                  </a:moveTo>
                  <a:lnTo>
                    <a:pt x="2021" y="34"/>
                  </a:lnTo>
                  <a:lnTo>
                    <a:pt x="1650" y="68"/>
                  </a:lnTo>
                  <a:lnTo>
                    <a:pt x="1280" y="101"/>
                  </a:lnTo>
                  <a:lnTo>
                    <a:pt x="304" y="101"/>
                  </a:lnTo>
                  <a:lnTo>
                    <a:pt x="169" y="68"/>
                  </a:lnTo>
                  <a:lnTo>
                    <a:pt x="34" y="101"/>
                  </a:lnTo>
                  <a:lnTo>
                    <a:pt x="1" y="169"/>
                  </a:lnTo>
                  <a:lnTo>
                    <a:pt x="1" y="202"/>
                  </a:lnTo>
                  <a:lnTo>
                    <a:pt x="34" y="236"/>
                  </a:lnTo>
                  <a:lnTo>
                    <a:pt x="34" y="404"/>
                  </a:lnTo>
                  <a:lnTo>
                    <a:pt x="34" y="573"/>
                  </a:lnTo>
                  <a:lnTo>
                    <a:pt x="68" y="876"/>
                  </a:lnTo>
                  <a:lnTo>
                    <a:pt x="68" y="1212"/>
                  </a:lnTo>
                  <a:lnTo>
                    <a:pt x="203" y="1212"/>
                  </a:lnTo>
                  <a:lnTo>
                    <a:pt x="203" y="1010"/>
                  </a:lnTo>
                  <a:lnTo>
                    <a:pt x="203" y="808"/>
                  </a:lnTo>
                  <a:lnTo>
                    <a:pt x="169" y="606"/>
                  </a:lnTo>
                  <a:lnTo>
                    <a:pt x="135" y="404"/>
                  </a:lnTo>
                  <a:lnTo>
                    <a:pt x="169" y="202"/>
                  </a:lnTo>
                  <a:lnTo>
                    <a:pt x="270" y="236"/>
                  </a:lnTo>
                  <a:lnTo>
                    <a:pt x="506" y="270"/>
                  </a:lnTo>
                  <a:lnTo>
                    <a:pt x="1145" y="236"/>
                  </a:lnTo>
                  <a:lnTo>
                    <a:pt x="2324" y="169"/>
                  </a:lnTo>
                  <a:lnTo>
                    <a:pt x="2324" y="674"/>
                  </a:lnTo>
                  <a:lnTo>
                    <a:pt x="2290" y="1212"/>
                  </a:lnTo>
                  <a:lnTo>
                    <a:pt x="2459" y="1212"/>
                  </a:lnTo>
                  <a:lnTo>
                    <a:pt x="2459" y="640"/>
                  </a:lnTo>
                  <a:lnTo>
                    <a:pt x="2459" y="68"/>
                  </a:lnTo>
                  <a:lnTo>
                    <a:pt x="2425" y="34"/>
                  </a:lnTo>
                  <a:lnTo>
                    <a:pt x="239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39" name="Google Shape;1839;p12"/>
            <p:cNvSpPr/>
            <p:nvPr/>
          </p:nvSpPr>
          <p:spPr>
            <a:xfrm>
              <a:off x="2821195" y="4848360"/>
              <a:ext cx="135795" cy="83796"/>
            </a:xfrm>
            <a:custGeom>
              <a:avLst/>
              <a:gdLst/>
              <a:ahLst/>
              <a:cxnLst/>
              <a:rect l="l" t="t" r="r" b="b"/>
              <a:pathLst>
                <a:path w="2729" h="1684" extrusionOk="0">
                  <a:moveTo>
                    <a:pt x="1853" y="101"/>
                  </a:moveTo>
                  <a:lnTo>
                    <a:pt x="2324" y="135"/>
                  </a:lnTo>
                  <a:lnTo>
                    <a:pt x="2391" y="169"/>
                  </a:lnTo>
                  <a:lnTo>
                    <a:pt x="2459" y="169"/>
                  </a:lnTo>
                  <a:lnTo>
                    <a:pt x="2492" y="202"/>
                  </a:lnTo>
                  <a:lnTo>
                    <a:pt x="2492" y="270"/>
                  </a:lnTo>
                  <a:lnTo>
                    <a:pt x="2526" y="404"/>
                  </a:lnTo>
                  <a:lnTo>
                    <a:pt x="2492" y="539"/>
                  </a:lnTo>
                  <a:lnTo>
                    <a:pt x="2492" y="1010"/>
                  </a:lnTo>
                  <a:lnTo>
                    <a:pt x="2526" y="1246"/>
                  </a:lnTo>
                  <a:lnTo>
                    <a:pt x="2560" y="1448"/>
                  </a:lnTo>
                  <a:lnTo>
                    <a:pt x="1449" y="1515"/>
                  </a:lnTo>
                  <a:lnTo>
                    <a:pt x="304" y="1515"/>
                  </a:lnTo>
                  <a:lnTo>
                    <a:pt x="237" y="707"/>
                  </a:lnTo>
                  <a:lnTo>
                    <a:pt x="237" y="303"/>
                  </a:lnTo>
                  <a:lnTo>
                    <a:pt x="237" y="236"/>
                  </a:lnTo>
                  <a:lnTo>
                    <a:pt x="641" y="202"/>
                  </a:lnTo>
                  <a:lnTo>
                    <a:pt x="1045" y="169"/>
                  </a:lnTo>
                  <a:lnTo>
                    <a:pt x="1449" y="135"/>
                  </a:lnTo>
                  <a:lnTo>
                    <a:pt x="1853" y="101"/>
                  </a:lnTo>
                  <a:close/>
                  <a:moveTo>
                    <a:pt x="1146" y="0"/>
                  </a:moveTo>
                  <a:lnTo>
                    <a:pt x="708" y="68"/>
                  </a:lnTo>
                  <a:lnTo>
                    <a:pt x="237" y="101"/>
                  </a:lnTo>
                  <a:lnTo>
                    <a:pt x="237" y="34"/>
                  </a:lnTo>
                  <a:lnTo>
                    <a:pt x="169" y="34"/>
                  </a:lnTo>
                  <a:lnTo>
                    <a:pt x="169" y="101"/>
                  </a:lnTo>
                  <a:lnTo>
                    <a:pt x="35" y="101"/>
                  </a:lnTo>
                  <a:lnTo>
                    <a:pt x="1" y="169"/>
                  </a:lnTo>
                  <a:lnTo>
                    <a:pt x="35" y="202"/>
                  </a:lnTo>
                  <a:lnTo>
                    <a:pt x="68" y="236"/>
                  </a:lnTo>
                  <a:lnTo>
                    <a:pt x="136" y="236"/>
                  </a:lnTo>
                  <a:lnTo>
                    <a:pt x="102" y="573"/>
                  </a:lnTo>
                  <a:lnTo>
                    <a:pt x="102" y="909"/>
                  </a:lnTo>
                  <a:lnTo>
                    <a:pt x="169" y="1583"/>
                  </a:lnTo>
                  <a:lnTo>
                    <a:pt x="203" y="1650"/>
                  </a:lnTo>
                  <a:lnTo>
                    <a:pt x="237" y="1684"/>
                  </a:lnTo>
                  <a:lnTo>
                    <a:pt x="1449" y="1684"/>
                  </a:lnTo>
                  <a:lnTo>
                    <a:pt x="2661" y="1583"/>
                  </a:lnTo>
                  <a:lnTo>
                    <a:pt x="2694" y="1583"/>
                  </a:lnTo>
                  <a:lnTo>
                    <a:pt x="2728" y="1515"/>
                  </a:lnTo>
                  <a:lnTo>
                    <a:pt x="2661" y="1145"/>
                  </a:lnTo>
                  <a:lnTo>
                    <a:pt x="2627" y="808"/>
                  </a:lnTo>
                  <a:lnTo>
                    <a:pt x="2627" y="438"/>
                  </a:lnTo>
                  <a:lnTo>
                    <a:pt x="2627" y="101"/>
                  </a:lnTo>
                  <a:lnTo>
                    <a:pt x="2593" y="34"/>
                  </a:lnTo>
                  <a:lnTo>
                    <a:pt x="2560" y="34"/>
                  </a:lnTo>
                  <a:lnTo>
                    <a:pt x="185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0" name="Google Shape;1840;p12"/>
            <p:cNvSpPr/>
            <p:nvPr/>
          </p:nvSpPr>
          <p:spPr>
            <a:xfrm>
              <a:off x="3880039" y="4848360"/>
              <a:ext cx="135745" cy="83796"/>
            </a:xfrm>
            <a:custGeom>
              <a:avLst/>
              <a:gdLst/>
              <a:ahLst/>
              <a:cxnLst/>
              <a:rect l="l" t="t" r="r" b="b"/>
              <a:pathLst>
                <a:path w="2728" h="1684" extrusionOk="0">
                  <a:moveTo>
                    <a:pt x="1852" y="101"/>
                  </a:moveTo>
                  <a:lnTo>
                    <a:pt x="2323" y="135"/>
                  </a:lnTo>
                  <a:lnTo>
                    <a:pt x="2391" y="169"/>
                  </a:lnTo>
                  <a:lnTo>
                    <a:pt x="2458" y="169"/>
                  </a:lnTo>
                  <a:lnTo>
                    <a:pt x="2492" y="202"/>
                  </a:lnTo>
                  <a:lnTo>
                    <a:pt x="2492" y="270"/>
                  </a:lnTo>
                  <a:lnTo>
                    <a:pt x="2525" y="404"/>
                  </a:lnTo>
                  <a:lnTo>
                    <a:pt x="2492" y="539"/>
                  </a:lnTo>
                  <a:lnTo>
                    <a:pt x="2492" y="1010"/>
                  </a:lnTo>
                  <a:lnTo>
                    <a:pt x="2525" y="1246"/>
                  </a:lnTo>
                  <a:lnTo>
                    <a:pt x="2559" y="1448"/>
                  </a:lnTo>
                  <a:lnTo>
                    <a:pt x="1448" y="1515"/>
                  </a:lnTo>
                  <a:lnTo>
                    <a:pt x="303" y="1515"/>
                  </a:lnTo>
                  <a:lnTo>
                    <a:pt x="236" y="707"/>
                  </a:lnTo>
                  <a:lnTo>
                    <a:pt x="236" y="303"/>
                  </a:lnTo>
                  <a:lnTo>
                    <a:pt x="236" y="236"/>
                  </a:lnTo>
                  <a:lnTo>
                    <a:pt x="640" y="202"/>
                  </a:lnTo>
                  <a:lnTo>
                    <a:pt x="1044" y="169"/>
                  </a:lnTo>
                  <a:lnTo>
                    <a:pt x="1448" y="135"/>
                  </a:lnTo>
                  <a:lnTo>
                    <a:pt x="1852" y="101"/>
                  </a:lnTo>
                  <a:close/>
                  <a:moveTo>
                    <a:pt x="1145" y="0"/>
                  </a:moveTo>
                  <a:lnTo>
                    <a:pt x="707" y="68"/>
                  </a:lnTo>
                  <a:lnTo>
                    <a:pt x="236" y="101"/>
                  </a:lnTo>
                  <a:lnTo>
                    <a:pt x="236" y="34"/>
                  </a:lnTo>
                  <a:lnTo>
                    <a:pt x="169" y="34"/>
                  </a:lnTo>
                  <a:lnTo>
                    <a:pt x="169" y="101"/>
                  </a:lnTo>
                  <a:lnTo>
                    <a:pt x="34" y="101"/>
                  </a:lnTo>
                  <a:lnTo>
                    <a:pt x="0" y="169"/>
                  </a:lnTo>
                  <a:lnTo>
                    <a:pt x="34" y="202"/>
                  </a:lnTo>
                  <a:lnTo>
                    <a:pt x="68" y="236"/>
                  </a:lnTo>
                  <a:lnTo>
                    <a:pt x="135" y="236"/>
                  </a:lnTo>
                  <a:lnTo>
                    <a:pt x="101" y="573"/>
                  </a:lnTo>
                  <a:lnTo>
                    <a:pt x="101" y="909"/>
                  </a:lnTo>
                  <a:lnTo>
                    <a:pt x="169" y="1583"/>
                  </a:lnTo>
                  <a:lnTo>
                    <a:pt x="202" y="1650"/>
                  </a:lnTo>
                  <a:lnTo>
                    <a:pt x="236" y="1684"/>
                  </a:lnTo>
                  <a:lnTo>
                    <a:pt x="1448" y="1684"/>
                  </a:lnTo>
                  <a:lnTo>
                    <a:pt x="2660" y="1583"/>
                  </a:lnTo>
                  <a:lnTo>
                    <a:pt x="2694" y="1583"/>
                  </a:lnTo>
                  <a:lnTo>
                    <a:pt x="2727" y="1515"/>
                  </a:lnTo>
                  <a:lnTo>
                    <a:pt x="2660" y="1145"/>
                  </a:lnTo>
                  <a:lnTo>
                    <a:pt x="2626" y="808"/>
                  </a:lnTo>
                  <a:lnTo>
                    <a:pt x="2626" y="438"/>
                  </a:lnTo>
                  <a:lnTo>
                    <a:pt x="2626" y="101"/>
                  </a:lnTo>
                  <a:lnTo>
                    <a:pt x="2593" y="34"/>
                  </a:lnTo>
                  <a:lnTo>
                    <a:pt x="2559"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1" name="Google Shape;1841;p12"/>
            <p:cNvSpPr/>
            <p:nvPr/>
          </p:nvSpPr>
          <p:spPr>
            <a:xfrm>
              <a:off x="4397692" y="5030979"/>
              <a:ext cx="48616" cy="23487"/>
            </a:xfrm>
            <a:custGeom>
              <a:avLst/>
              <a:gdLst/>
              <a:ahLst/>
              <a:cxnLst/>
              <a:rect l="l" t="t" r="r" b="b"/>
              <a:pathLst>
                <a:path w="977" h="472" extrusionOk="0">
                  <a:moveTo>
                    <a:pt x="371" y="0"/>
                  </a:moveTo>
                  <a:lnTo>
                    <a:pt x="270" y="34"/>
                  </a:lnTo>
                  <a:lnTo>
                    <a:pt x="169" y="101"/>
                  </a:lnTo>
                  <a:lnTo>
                    <a:pt x="68" y="135"/>
                  </a:lnTo>
                  <a:lnTo>
                    <a:pt x="1" y="202"/>
                  </a:lnTo>
                  <a:lnTo>
                    <a:pt x="1" y="236"/>
                  </a:lnTo>
                  <a:lnTo>
                    <a:pt x="1" y="303"/>
                  </a:lnTo>
                  <a:lnTo>
                    <a:pt x="34" y="371"/>
                  </a:lnTo>
                  <a:lnTo>
                    <a:pt x="102" y="404"/>
                  </a:lnTo>
                  <a:lnTo>
                    <a:pt x="270" y="472"/>
                  </a:lnTo>
                  <a:lnTo>
                    <a:pt x="337" y="472"/>
                  </a:lnTo>
                  <a:lnTo>
                    <a:pt x="371" y="438"/>
                  </a:lnTo>
                  <a:lnTo>
                    <a:pt x="337" y="371"/>
                  </a:lnTo>
                  <a:lnTo>
                    <a:pt x="304" y="337"/>
                  </a:lnTo>
                  <a:lnTo>
                    <a:pt x="708" y="337"/>
                  </a:lnTo>
                  <a:lnTo>
                    <a:pt x="910" y="303"/>
                  </a:lnTo>
                  <a:lnTo>
                    <a:pt x="943" y="270"/>
                  </a:lnTo>
                  <a:lnTo>
                    <a:pt x="977" y="236"/>
                  </a:lnTo>
                  <a:lnTo>
                    <a:pt x="943" y="202"/>
                  </a:lnTo>
                  <a:lnTo>
                    <a:pt x="910" y="169"/>
                  </a:lnTo>
                  <a:lnTo>
                    <a:pt x="506" y="202"/>
                  </a:lnTo>
                  <a:lnTo>
                    <a:pt x="236" y="202"/>
                  </a:lnTo>
                  <a:lnTo>
                    <a:pt x="304" y="169"/>
                  </a:lnTo>
                  <a:lnTo>
                    <a:pt x="405" y="101"/>
                  </a:lnTo>
                  <a:lnTo>
                    <a:pt x="438" y="68"/>
                  </a:lnTo>
                  <a:lnTo>
                    <a:pt x="438" y="34"/>
                  </a:lnTo>
                  <a:lnTo>
                    <a:pt x="4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2" name="Google Shape;1842;p12"/>
            <p:cNvSpPr/>
            <p:nvPr/>
          </p:nvSpPr>
          <p:spPr>
            <a:xfrm>
              <a:off x="4332357" y="4850051"/>
              <a:ext cx="135745" cy="83796"/>
            </a:xfrm>
            <a:custGeom>
              <a:avLst/>
              <a:gdLst/>
              <a:ahLst/>
              <a:cxnLst/>
              <a:rect l="l" t="t" r="r" b="b"/>
              <a:pathLst>
                <a:path w="2728" h="1684" extrusionOk="0">
                  <a:moveTo>
                    <a:pt x="236" y="135"/>
                  </a:moveTo>
                  <a:lnTo>
                    <a:pt x="640" y="168"/>
                  </a:lnTo>
                  <a:lnTo>
                    <a:pt x="1785" y="202"/>
                  </a:lnTo>
                  <a:lnTo>
                    <a:pt x="2189" y="202"/>
                  </a:lnTo>
                  <a:lnTo>
                    <a:pt x="2391" y="236"/>
                  </a:lnTo>
                  <a:lnTo>
                    <a:pt x="2492" y="236"/>
                  </a:lnTo>
                  <a:lnTo>
                    <a:pt x="2559" y="269"/>
                  </a:lnTo>
                  <a:lnTo>
                    <a:pt x="2593" y="404"/>
                  </a:lnTo>
                  <a:lnTo>
                    <a:pt x="2593" y="539"/>
                  </a:lnTo>
                  <a:lnTo>
                    <a:pt x="2593" y="808"/>
                  </a:lnTo>
                  <a:lnTo>
                    <a:pt x="2593" y="1414"/>
                  </a:lnTo>
                  <a:lnTo>
                    <a:pt x="2559" y="1448"/>
                  </a:lnTo>
                  <a:lnTo>
                    <a:pt x="2492" y="1515"/>
                  </a:lnTo>
                  <a:lnTo>
                    <a:pt x="2290" y="1549"/>
                  </a:lnTo>
                  <a:lnTo>
                    <a:pt x="1617" y="1549"/>
                  </a:lnTo>
                  <a:lnTo>
                    <a:pt x="910" y="1481"/>
                  </a:lnTo>
                  <a:lnTo>
                    <a:pt x="472" y="1448"/>
                  </a:lnTo>
                  <a:lnTo>
                    <a:pt x="371" y="1414"/>
                  </a:lnTo>
                  <a:lnTo>
                    <a:pt x="304" y="1313"/>
                  </a:lnTo>
                  <a:lnTo>
                    <a:pt x="236" y="1178"/>
                  </a:lnTo>
                  <a:lnTo>
                    <a:pt x="236" y="1044"/>
                  </a:lnTo>
                  <a:lnTo>
                    <a:pt x="203" y="707"/>
                  </a:lnTo>
                  <a:lnTo>
                    <a:pt x="203" y="438"/>
                  </a:lnTo>
                  <a:lnTo>
                    <a:pt x="236" y="303"/>
                  </a:lnTo>
                  <a:lnTo>
                    <a:pt x="203" y="135"/>
                  </a:lnTo>
                  <a:close/>
                  <a:moveTo>
                    <a:pt x="236" y="0"/>
                  </a:moveTo>
                  <a:lnTo>
                    <a:pt x="34" y="34"/>
                  </a:lnTo>
                  <a:lnTo>
                    <a:pt x="1" y="67"/>
                  </a:lnTo>
                  <a:lnTo>
                    <a:pt x="1" y="101"/>
                  </a:lnTo>
                  <a:lnTo>
                    <a:pt x="1" y="135"/>
                  </a:lnTo>
                  <a:lnTo>
                    <a:pt x="34" y="168"/>
                  </a:lnTo>
                  <a:lnTo>
                    <a:pt x="102" y="168"/>
                  </a:lnTo>
                  <a:lnTo>
                    <a:pt x="102" y="202"/>
                  </a:lnTo>
                  <a:lnTo>
                    <a:pt x="102" y="303"/>
                  </a:lnTo>
                  <a:lnTo>
                    <a:pt x="68" y="471"/>
                  </a:lnTo>
                  <a:lnTo>
                    <a:pt x="68" y="673"/>
                  </a:lnTo>
                  <a:lnTo>
                    <a:pt x="102" y="1111"/>
                  </a:lnTo>
                  <a:lnTo>
                    <a:pt x="203" y="1549"/>
                  </a:lnTo>
                  <a:lnTo>
                    <a:pt x="236" y="1582"/>
                  </a:lnTo>
                  <a:lnTo>
                    <a:pt x="573" y="1582"/>
                  </a:lnTo>
                  <a:lnTo>
                    <a:pt x="876" y="1616"/>
                  </a:lnTo>
                  <a:lnTo>
                    <a:pt x="1482" y="1683"/>
                  </a:lnTo>
                  <a:lnTo>
                    <a:pt x="2357" y="1683"/>
                  </a:lnTo>
                  <a:lnTo>
                    <a:pt x="2660" y="1616"/>
                  </a:lnTo>
                  <a:lnTo>
                    <a:pt x="2694" y="1582"/>
                  </a:lnTo>
                  <a:lnTo>
                    <a:pt x="2728" y="1549"/>
                  </a:lnTo>
                  <a:lnTo>
                    <a:pt x="2728" y="909"/>
                  </a:lnTo>
                  <a:lnTo>
                    <a:pt x="2728" y="572"/>
                  </a:lnTo>
                  <a:lnTo>
                    <a:pt x="2660" y="269"/>
                  </a:lnTo>
                  <a:lnTo>
                    <a:pt x="2627" y="168"/>
                  </a:lnTo>
                  <a:lnTo>
                    <a:pt x="2526" y="135"/>
                  </a:lnTo>
                  <a:lnTo>
                    <a:pt x="2425" y="101"/>
                  </a:lnTo>
                  <a:lnTo>
                    <a:pt x="1650" y="101"/>
                  </a:lnTo>
                  <a:lnTo>
                    <a:pt x="977" y="34"/>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3" name="Google Shape;1843;p12"/>
            <p:cNvSpPr/>
            <p:nvPr/>
          </p:nvSpPr>
          <p:spPr>
            <a:xfrm>
              <a:off x="4260304" y="4945541"/>
              <a:ext cx="206106" cy="129028"/>
            </a:xfrm>
            <a:custGeom>
              <a:avLst/>
              <a:gdLst/>
              <a:ahLst/>
              <a:cxnLst/>
              <a:rect l="l" t="t" r="r" b="b"/>
              <a:pathLst>
                <a:path w="4142" h="2593" extrusionOk="0">
                  <a:moveTo>
                    <a:pt x="2661" y="135"/>
                  </a:moveTo>
                  <a:lnTo>
                    <a:pt x="3772" y="168"/>
                  </a:lnTo>
                  <a:lnTo>
                    <a:pt x="3873" y="168"/>
                  </a:lnTo>
                  <a:lnTo>
                    <a:pt x="3940" y="269"/>
                  </a:lnTo>
                  <a:lnTo>
                    <a:pt x="3974" y="404"/>
                  </a:lnTo>
                  <a:lnTo>
                    <a:pt x="4007" y="539"/>
                  </a:lnTo>
                  <a:lnTo>
                    <a:pt x="4007" y="842"/>
                  </a:lnTo>
                  <a:lnTo>
                    <a:pt x="4007" y="1044"/>
                  </a:lnTo>
                  <a:lnTo>
                    <a:pt x="4007" y="1751"/>
                  </a:lnTo>
                  <a:lnTo>
                    <a:pt x="3974" y="2189"/>
                  </a:lnTo>
                  <a:lnTo>
                    <a:pt x="3940" y="2323"/>
                  </a:lnTo>
                  <a:lnTo>
                    <a:pt x="3873" y="2357"/>
                  </a:lnTo>
                  <a:lnTo>
                    <a:pt x="3267" y="2424"/>
                  </a:lnTo>
                  <a:lnTo>
                    <a:pt x="2021" y="2424"/>
                  </a:lnTo>
                  <a:lnTo>
                    <a:pt x="1415" y="2357"/>
                  </a:lnTo>
                  <a:lnTo>
                    <a:pt x="809" y="2323"/>
                  </a:lnTo>
                  <a:lnTo>
                    <a:pt x="506" y="2323"/>
                  </a:lnTo>
                  <a:lnTo>
                    <a:pt x="203" y="2357"/>
                  </a:lnTo>
                  <a:lnTo>
                    <a:pt x="169" y="1616"/>
                  </a:lnTo>
                  <a:lnTo>
                    <a:pt x="135" y="875"/>
                  </a:lnTo>
                  <a:lnTo>
                    <a:pt x="203" y="539"/>
                  </a:lnTo>
                  <a:lnTo>
                    <a:pt x="203" y="370"/>
                  </a:lnTo>
                  <a:lnTo>
                    <a:pt x="203" y="202"/>
                  </a:lnTo>
                  <a:lnTo>
                    <a:pt x="270" y="202"/>
                  </a:lnTo>
                  <a:lnTo>
                    <a:pt x="371" y="168"/>
                  </a:lnTo>
                  <a:lnTo>
                    <a:pt x="775" y="168"/>
                  </a:lnTo>
                  <a:lnTo>
                    <a:pt x="1415" y="135"/>
                  </a:lnTo>
                  <a:close/>
                  <a:moveTo>
                    <a:pt x="540" y="0"/>
                  </a:moveTo>
                  <a:lnTo>
                    <a:pt x="371" y="34"/>
                  </a:lnTo>
                  <a:lnTo>
                    <a:pt x="203" y="67"/>
                  </a:lnTo>
                  <a:lnTo>
                    <a:pt x="169" y="101"/>
                  </a:lnTo>
                  <a:lnTo>
                    <a:pt x="135" y="101"/>
                  </a:lnTo>
                  <a:lnTo>
                    <a:pt x="102" y="135"/>
                  </a:lnTo>
                  <a:lnTo>
                    <a:pt x="102" y="168"/>
                  </a:lnTo>
                  <a:lnTo>
                    <a:pt x="135" y="202"/>
                  </a:lnTo>
                  <a:lnTo>
                    <a:pt x="169" y="202"/>
                  </a:lnTo>
                  <a:lnTo>
                    <a:pt x="102" y="269"/>
                  </a:lnTo>
                  <a:lnTo>
                    <a:pt x="68" y="337"/>
                  </a:lnTo>
                  <a:lnTo>
                    <a:pt x="34" y="572"/>
                  </a:lnTo>
                  <a:lnTo>
                    <a:pt x="1" y="1010"/>
                  </a:lnTo>
                  <a:lnTo>
                    <a:pt x="1" y="1717"/>
                  </a:lnTo>
                  <a:lnTo>
                    <a:pt x="68" y="2458"/>
                  </a:lnTo>
                  <a:lnTo>
                    <a:pt x="102" y="2492"/>
                  </a:lnTo>
                  <a:lnTo>
                    <a:pt x="169" y="2525"/>
                  </a:lnTo>
                  <a:lnTo>
                    <a:pt x="641" y="2492"/>
                  </a:lnTo>
                  <a:lnTo>
                    <a:pt x="1146" y="2492"/>
                  </a:lnTo>
                  <a:lnTo>
                    <a:pt x="2122" y="2559"/>
                  </a:lnTo>
                  <a:lnTo>
                    <a:pt x="2593" y="2593"/>
                  </a:lnTo>
                  <a:lnTo>
                    <a:pt x="3065" y="2559"/>
                  </a:lnTo>
                  <a:lnTo>
                    <a:pt x="4007" y="2492"/>
                  </a:lnTo>
                  <a:lnTo>
                    <a:pt x="4041" y="2458"/>
                  </a:lnTo>
                  <a:lnTo>
                    <a:pt x="4075" y="2424"/>
                  </a:lnTo>
                  <a:lnTo>
                    <a:pt x="4108" y="1987"/>
                  </a:lnTo>
                  <a:lnTo>
                    <a:pt x="4142" y="1515"/>
                  </a:lnTo>
                  <a:lnTo>
                    <a:pt x="4142" y="606"/>
                  </a:lnTo>
                  <a:lnTo>
                    <a:pt x="4108" y="404"/>
                  </a:lnTo>
                  <a:lnTo>
                    <a:pt x="4041" y="236"/>
                  </a:lnTo>
                  <a:lnTo>
                    <a:pt x="4007" y="135"/>
                  </a:lnTo>
                  <a:lnTo>
                    <a:pt x="3940" y="101"/>
                  </a:lnTo>
                  <a:lnTo>
                    <a:pt x="3873" y="34"/>
                  </a:lnTo>
                  <a:lnTo>
                    <a:pt x="3772" y="34"/>
                  </a:lnTo>
                  <a:lnTo>
                    <a:pt x="2863" y="0"/>
                  </a:lnTo>
                  <a:lnTo>
                    <a:pt x="1920" y="0"/>
                  </a:lnTo>
                  <a:lnTo>
                    <a:pt x="910" y="34"/>
                  </a:lnTo>
                  <a:lnTo>
                    <a:pt x="54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4" name="Google Shape;1844;p12"/>
            <p:cNvSpPr/>
            <p:nvPr/>
          </p:nvSpPr>
          <p:spPr>
            <a:xfrm>
              <a:off x="2576625" y="5015902"/>
              <a:ext cx="18461" cy="35230"/>
            </a:xfrm>
            <a:custGeom>
              <a:avLst/>
              <a:gdLst/>
              <a:ahLst/>
              <a:cxnLst/>
              <a:rect l="l" t="t" r="r" b="b"/>
              <a:pathLst>
                <a:path w="371" h="708" extrusionOk="0">
                  <a:moveTo>
                    <a:pt x="303" y="0"/>
                  </a:moveTo>
                  <a:lnTo>
                    <a:pt x="270" y="34"/>
                  </a:lnTo>
                  <a:lnTo>
                    <a:pt x="135" y="135"/>
                  </a:lnTo>
                  <a:lnTo>
                    <a:pt x="0" y="270"/>
                  </a:lnTo>
                  <a:lnTo>
                    <a:pt x="0" y="337"/>
                  </a:lnTo>
                  <a:lnTo>
                    <a:pt x="34" y="371"/>
                  </a:lnTo>
                  <a:lnTo>
                    <a:pt x="68" y="371"/>
                  </a:lnTo>
                  <a:lnTo>
                    <a:pt x="202" y="270"/>
                  </a:lnTo>
                  <a:lnTo>
                    <a:pt x="202" y="270"/>
                  </a:lnTo>
                  <a:lnTo>
                    <a:pt x="169" y="640"/>
                  </a:lnTo>
                  <a:lnTo>
                    <a:pt x="202" y="674"/>
                  </a:lnTo>
                  <a:lnTo>
                    <a:pt x="236" y="707"/>
                  </a:lnTo>
                  <a:lnTo>
                    <a:pt x="303" y="674"/>
                  </a:lnTo>
                  <a:lnTo>
                    <a:pt x="303" y="640"/>
                  </a:lnTo>
                  <a:lnTo>
                    <a:pt x="337" y="371"/>
                  </a:lnTo>
                  <a:lnTo>
                    <a:pt x="371" y="101"/>
                  </a:lnTo>
                  <a:lnTo>
                    <a:pt x="371" y="34"/>
                  </a:lnTo>
                  <a:lnTo>
                    <a:pt x="33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5" name="Google Shape;1845;p12"/>
            <p:cNvSpPr/>
            <p:nvPr/>
          </p:nvSpPr>
          <p:spPr>
            <a:xfrm>
              <a:off x="4037479" y="4853385"/>
              <a:ext cx="132411" cy="82154"/>
            </a:xfrm>
            <a:custGeom>
              <a:avLst/>
              <a:gdLst/>
              <a:ahLst/>
              <a:cxnLst/>
              <a:rect l="l" t="t" r="r" b="b"/>
              <a:pathLst>
                <a:path w="2661" h="1651" extrusionOk="0">
                  <a:moveTo>
                    <a:pt x="944" y="135"/>
                  </a:moveTo>
                  <a:lnTo>
                    <a:pt x="1954" y="169"/>
                  </a:lnTo>
                  <a:lnTo>
                    <a:pt x="2257" y="169"/>
                  </a:lnTo>
                  <a:lnTo>
                    <a:pt x="2358" y="202"/>
                  </a:lnTo>
                  <a:lnTo>
                    <a:pt x="2425" y="236"/>
                  </a:lnTo>
                  <a:lnTo>
                    <a:pt x="2459" y="303"/>
                  </a:lnTo>
                  <a:lnTo>
                    <a:pt x="2459" y="438"/>
                  </a:lnTo>
                  <a:lnTo>
                    <a:pt x="2459" y="573"/>
                  </a:lnTo>
                  <a:lnTo>
                    <a:pt x="2425" y="808"/>
                  </a:lnTo>
                  <a:lnTo>
                    <a:pt x="2425" y="1111"/>
                  </a:lnTo>
                  <a:lnTo>
                    <a:pt x="2459" y="1246"/>
                  </a:lnTo>
                  <a:lnTo>
                    <a:pt x="2492" y="1381"/>
                  </a:lnTo>
                  <a:lnTo>
                    <a:pt x="2021" y="1414"/>
                  </a:lnTo>
                  <a:lnTo>
                    <a:pt x="1516" y="1414"/>
                  </a:lnTo>
                  <a:lnTo>
                    <a:pt x="1112" y="1448"/>
                  </a:lnTo>
                  <a:lnTo>
                    <a:pt x="674" y="1515"/>
                  </a:lnTo>
                  <a:lnTo>
                    <a:pt x="439" y="1482"/>
                  </a:lnTo>
                  <a:lnTo>
                    <a:pt x="203" y="1414"/>
                  </a:lnTo>
                  <a:lnTo>
                    <a:pt x="169" y="1381"/>
                  </a:lnTo>
                  <a:lnTo>
                    <a:pt x="136" y="1347"/>
                  </a:lnTo>
                  <a:lnTo>
                    <a:pt x="136" y="1179"/>
                  </a:lnTo>
                  <a:lnTo>
                    <a:pt x="136" y="909"/>
                  </a:lnTo>
                  <a:lnTo>
                    <a:pt x="136" y="573"/>
                  </a:lnTo>
                  <a:lnTo>
                    <a:pt x="102" y="236"/>
                  </a:lnTo>
                  <a:lnTo>
                    <a:pt x="136" y="236"/>
                  </a:lnTo>
                  <a:lnTo>
                    <a:pt x="237" y="169"/>
                  </a:lnTo>
                  <a:lnTo>
                    <a:pt x="338" y="135"/>
                  </a:lnTo>
                  <a:close/>
                  <a:moveTo>
                    <a:pt x="304" y="0"/>
                  </a:moveTo>
                  <a:lnTo>
                    <a:pt x="203" y="34"/>
                  </a:lnTo>
                  <a:lnTo>
                    <a:pt x="102" y="101"/>
                  </a:lnTo>
                  <a:lnTo>
                    <a:pt x="102" y="34"/>
                  </a:lnTo>
                  <a:lnTo>
                    <a:pt x="35" y="34"/>
                  </a:lnTo>
                  <a:lnTo>
                    <a:pt x="1" y="337"/>
                  </a:lnTo>
                  <a:lnTo>
                    <a:pt x="1" y="640"/>
                  </a:lnTo>
                  <a:lnTo>
                    <a:pt x="1" y="1246"/>
                  </a:lnTo>
                  <a:lnTo>
                    <a:pt x="35" y="1347"/>
                  </a:lnTo>
                  <a:lnTo>
                    <a:pt x="68" y="1448"/>
                  </a:lnTo>
                  <a:lnTo>
                    <a:pt x="136" y="1515"/>
                  </a:lnTo>
                  <a:lnTo>
                    <a:pt x="237" y="1583"/>
                  </a:lnTo>
                  <a:lnTo>
                    <a:pt x="472" y="1616"/>
                  </a:lnTo>
                  <a:lnTo>
                    <a:pt x="742" y="1650"/>
                  </a:lnTo>
                  <a:lnTo>
                    <a:pt x="1280" y="1583"/>
                  </a:lnTo>
                  <a:lnTo>
                    <a:pt x="1617" y="1549"/>
                  </a:lnTo>
                  <a:lnTo>
                    <a:pt x="2257" y="1549"/>
                  </a:lnTo>
                  <a:lnTo>
                    <a:pt x="2593" y="1515"/>
                  </a:lnTo>
                  <a:lnTo>
                    <a:pt x="2661" y="1482"/>
                  </a:lnTo>
                  <a:lnTo>
                    <a:pt x="2661" y="1448"/>
                  </a:lnTo>
                  <a:lnTo>
                    <a:pt x="2661" y="1414"/>
                  </a:lnTo>
                  <a:lnTo>
                    <a:pt x="2593" y="1246"/>
                  </a:lnTo>
                  <a:lnTo>
                    <a:pt x="2560" y="1078"/>
                  </a:lnTo>
                  <a:lnTo>
                    <a:pt x="2560" y="741"/>
                  </a:lnTo>
                  <a:lnTo>
                    <a:pt x="2593" y="539"/>
                  </a:lnTo>
                  <a:lnTo>
                    <a:pt x="2593" y="371"/>
                  </a:lnTo>
                  <a:lnTo>
                    <a:pt x="2560" y="202"/>
                  </a:lnTo>
                  <a:lnTo>
                    <a:pt x="2459" y="34"/>
                  </a:lnTo>
                  <a:lnTo>
                    <a:pt x="2425" y="34"/>
                  </a:lnTo>
                  <a:lnTo>
                    <a:pt x="2391" y="0"/>
                  </a:lnTo>
                  <a:lnTo>
                    <a:pt x="2055" y="34"/>
                  </a:lnTo>
                  <a:lnTo>
                    <a:pt x="1718" y="34"/>
                  </a:lnTo>
                  <a:lnTo>
                    <a:pt x="101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6" name="Google Shape;1846;p12"/>
            <p:cNvSpPr/>
            <p:nvPr/>
          </p:nvSpPr>
          <p:spPr>
            <a:xfrm>
              <a:off x="2590011" y="5091288"/>
              <a:ext cx="129077" cy="55333"/>
            </a:xfrm>
            <a:custGeom>
              <a:avLst/>
              <a:gdLst/>
              <a:ahLst/>
              <a:cxnLst/>
              <a:rect l="l" t="t" r="r" b="b"/>
              <a:pathLst>
                <a:path w="2594" h="1112" extrusionOk="0">
                  <a:moveTo>
                    <a:pt x="472" y="0"/>
                  </a:moveTo>
                  <a:lnTo>
                    <a:pt x="102" y="68"/>
                  </a:lnTo>
                  <a:lnTo>
                    <a:pt x="102" y="101"/>
                  </a:lnTo>
                  <a:lnTo>
                    <a:pt x="68" y="101"/>
                  </a:lnTo>
                  <a:lnTo>
                    <a:pt x="34" y="135"/>
                  </a:lnTo>
                  <a:lnTo>
                    <a:pt x="1" y="640"/>
                  </a:lnTo>
                  <a:lnTo>
                    <a:pt x="1" y="1111"/>
                  </a:lnTo>
                  <a:lnTo>
                    <a:pt x="135" y="1111"/>
                  </a:lnTo>
                  <a:lnTo>
                    <a:pt x="135" y="741"/>
                  </a:lnTo>
                  <a:lnTo>
                    <a:pt x="169" y="472"/>
                  </a:lnTo>
                  <a:lnTo>
                    <a:pt x="135" y="337"/>
                  </a:lnTo>
                  <a:lnTo>
                    <a:pt x="102" y="202"/>
                  </a:lnTo>
                  <a:lnTo>
                    <a:pt x="135" y="202"/>
                  </a:lnTo>
                  <a:lnTo>
                    <a:pt x="438" y="169"/>
                  </a:lnTo>
                  <a:lnTo>
                    <a:pt x="741" y="135"/>
                  </a:lnTo>
                  <a:lnTo>
                    <a:pt x="2088" y="135"/>
                  </a:lnTo>
                  <a:lnTo>
                    <a:pt x="2223" y="169"/>
                  </a:lnTo>
                  <a:lnTo>
                    <a:pt x="2324" y="236"/>
                  </a:lnTo>
                  <a:lnTo>
                    <a:pt x="2391" y="337"/>
                  </a:lnTo>
                  <a:lnTo>
                    <a:pt x="2459" y="505"/>
                  </a:lnTo>
                  <a:lnTo>
                    <a:pt x="2459" y="707"/>
                  </a:lnTo>
                  <a:lnTo>
                    <a:pt x="2459" y="1111"/>
                  </a:lnTo>
                  <a:lnTo>
                    <a:pt x="2593" y="1111"/>
                  </a:lnTo>
                  <a:lnTo>
                    <a:pt x="2593" y="640"/>
                  </a:lnTo>
                  <a:lnTo>
                    <a:pt x="2560" y="404"/>
                  </a:lnTo>
                  <a:lnTo>
                    <a:pt x="2492" y="202"/>
                  </a:lnTo>
                  <a:lnTo>
                    <a:pt x="2425" y="135"/>
                  </a:lnTo>
                  <a:lnTo>
                    <a:pt x="2324" y="68"/>
                  </a:lnTo>
                  <a:lnTo>
                    <a:pt x="2223" y="34"/>
                  </a:lnTo>
                  <a:lnTo>
                    <a:pt x="212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7" name="Google Shape;1847;p12"/>
            <p:cNvSpPr/>
            <p:nvPr/>
          </p:nvSpPr>
          <p:spPr>
            <a:xfrm>
              <a:off x="2518008" y="4947183"/>
              <a:ext cx="124002" cy="129077"/>
            </a:xfrm>
            <a:custGeom>
              <a:avLst/>
              <a:gdLst/>
              <a:ahLst/>
              <a:cxnLst/>
              <a:rect l="l" t="t" r="r" b="b"/>
              <a:pathLst>
                <a:path w="2492" h="2594" extrusionOk="0">
                  <a:moveTo>
                    <a:pt x="2222" y="135"/>
                  </a:moveTo>
                  <a:lnTo>
                    <a:pt x="2289" y="169"/>
                  </a:lnTo>
                  <a:lnTo>
                    <a:pt x="2323" y="203"/>
                  </a:lnTo>
                  <a:lnTo>
                    <a:pt x="2357" y="236"/>
                  </a:lnTo>
                  <a:lnTo>
                    <a:pt x="2357" y="337"/>
                  </a:lnTo>
                  <a:lnTo>
                    <a:pt x="2357" y="842"/>
                  </a:lnTo>
                  <a:lnTo>
                    <a:pt x="2323" y="1348"/>
                  </a:lnTo>
                  <a:lnTo>
                    <a:pt x="2323" y="1853"/>
                  </a:lnTo>
                  <a:lnTo>
                    <a:pt x="2357" y="2358"/>
                  </a:lnTo>
                  <a:lnTo>
                    <a:pt x="2087" y="2425"/>
                  </a:lnTo>
                  <a:lnTo>
                    <a:pt x="1818" y="2459"/>
                  </a:lnTo>
                  <a:lnTo>
                    <a:pt x="1246" y="2425"/>
                  </a:lnTo>
                  <a:lnTo>
                    <a:pt x="707" y="2391"/>
                  </a:lnTo>
                  <a:lnTo>
                    <a:pt x="438" y="2358"/>
                  </a:lnTo>
                  <a:lnTo>
                    <a:pt x="269" y="2324"/>
                  </a:lnTo>
                  <a:lnTo>
                    <a:pt x="202" y="2257"/>
                  </a:lnTo>
                  <a:lnTo>
                    <a:pt x="135" y="2021"/>
                  </a:lnTo>
                  <a:lnTo>
                    <a:pt x="135" y="1752"/>
                  </a:lnTo>
                  <a:lnTo>
                    <a:pt x="135" y="1247"/>
                  </a:lnTo>
                  <a:lnTo>
                    <a:pt x="168" y="708"/>
                  </a:lnTo>
                  <a:lnTo>
                    <a:pt x="202" y="169"/>
                  </a:lnTo>
                  <a:lnTo>
                    <a:pt x="1279" y="169"/>
                  </a:lnTo>
                  <a:lnTo>
                    <a:pt x="1919" y="135"/>
                  </a:lnTo>
                  <a:close/>
                  <a:moveTo>
                    <a:pt x="135" y="1"/>
                  </a:moveTo>
                  <a:lnTo>
                    <a:pt x="101" y="34"/>
                  </a:lnTo>
                  <a:lnTo>
                    <a:pt x="67" y="68"/>
                  </a:lnTo>
                  <a:lnTo>
                    <a:pt x="67" y="102"/>
                  </a:lnTo>
                  <a:lnTo>
                    <a:pt x="101" y="135"/>
                  </a:lnTo>
                  <a:lnTo>
                    <a:pt x="34" y="438"/>
                  </a:lnTo>
                  <a:lnTo>
                    <a:pt x="0" y="741"/>
                  </a:lnTo>
                  <a:lnTo>
                    <a:pt x="0" y="1348"/>
                  </a:lnTo>
                  <a:lnTo>
                    <a:pt x="34" y="2021"/>
                  </a:lnTo>
                  <a:lnTo>
                    <a:pt x="34" y="2189"/>
                  </a:lnTo>
                  <a:lnTo>
                    <a:pt x="67" y="2290"/>
                  </a:lnTo>
                  <a:lnTo>
                    <a:pt x="101" y="2358"/>
                  </a:lnTo>
                  <a:lnTo>
                    <a:pt x="135" y="2391"/>
                  </a:lnTo>
                  <a:lnTo>
                    <a:pt x="168" y="2425"/>
                  </a:lnTo>
                  <a:lnTo>
                    <a:pt x="303" y="2459"/>
                  </a:lnTo>
                  <a:lnTo>
                    <a:pt x="673" y="2492"/>
                  </a:lnTo>
                  <a:lnTo>
                    <a:pt x="1044" y="2560"/>
                  </a:lnTo>
                  <a:lnTo>
                    <a:pt x="1751" y="2593"/>
                  </a:lnTo>
                  <a:lnTo>
                    <a:pt x="2121" y="2560"/>
                  </a:lnTo>
                  <a:lnTo>
                    <a:pt x="2289" y="2526"/>
                  </a:lnTo>
                  <a:lnTo>
                    <a:pt x="2458" y="2492"/>
                  </a:lnTo>
                  <a:lnTo>
                    <a:pt x="2491" y="2459"/>
                  </a:lnTo>
                  <a:lnTo>
                    <a:pt x="2491" y="2391"/>
                  </a:lnTo>
                  <a:lnTo>
                    <a:pt x="2458" y="2122"/>
                  </a:lnTo>
                  <a:lnTo>
                    <a:pt x="2458" y="1819"/>
                  </a:lnTo>
                  <a:lnTo>
                    <a:pt x="2458" y="1247"/>
                  </a:lnTo>
                  <a:lnTo>
                    <a:pt x="2491" y="674"/>
                  </a:lnTo>
                  <a:lnTo>
                    <a:pt x="2491" y="102"/>
                  </a:lnTo>
                  <a:lnTo>
                    <a:pt x="2491" y="68"/>
                  </a:lnTo>
                  <a:lnTo>
                    <a:pt x="2424" y="34"/>
                  </a:lnTo>
                  <a:lnTo>
                    <a:pt x="1852" y="1"/>
                  </a:lnTo>
                  <a:lnTo>
                    <a:pt x="1279" y="1"/>
                  </a:lnTo>
                  <a:lnTo>
                    <a:pt x="707"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8" name="Google Shape;1848;p12"/>
            <p:cNvSpPr/>
            <p:nvPr/>
          </p:nvSpPr>
          <p:spPr>
            <a:xfrm>
              <a:off x="3462851" y="5089596"/>
              <a:ext cx="124052" cy="57025"/>
            </a:xfrm>
            <a:custGeom>
              <a:avLst/>
              <a:gdLst/>
              <a:ahLst/>
              <a:cxnLst/>
              <a:rect l="l" t="t" r="r" b="b"/>
              <a:pathLst>
                <a:path w="2493" h="1146" extrusionOk="0">
                  <a:moveTo>
                    <a:pt x="169" y="1"/>
                  </a:moveTo>
                  <a:lnTo>
                    <a:pt x="102" y="34"/>
                  </a:lnTo>
                  <a:lnTo>
                    <a:pt x="102" y="68"/>
                  </a:lnTo>
                  <a:lnTo>
                    <a:pt x="102" y="102"/>
                  </a:lnTo>
                  <a:lnTo>
                    <a:pt x="102" y="135"/>
                  </a:lnTo>
                  <a:lnTo>
                    <a:pt x="68" y="371"/>
                  </a:lnTo>
                  <a:lnTo>
                    <a:pt x="35" y="640"/>
                  </a:lnTo>
                  <a:lnTo>
                    <a:pt x="1" y="1145"/>
                  </a:lnTo>
                  <a:lnTo>
                    <a:pt x="136" y="1145"/>
                  </a:lnTo>
                  <a:lnTo>
                    <a:pt x="203" y="169"/>
                  </a:lnTo>
                  <a:lnTo>
                    <a:pt x="1314" y="169"/>
                  </a:lnTo>
                  <a:lnTo>
                    <a:pt x="1920" y="135"/>
                  </a:lnTo>
                  <a:lnTo>
                    <a:pt x="2223" y="135"/>
                  </a:lnTo>
                  <a:lnTo>
                    <a:pt x="2290" y="169"/>
                  </a:lnTo>
                  <a:lnTo>
                    <a:pt x="2324" y="203"/>
                  </a:lnTo>
                  <a:lnTo>
                    <a:pt x="2358" y="236"/>
                  </a:lnTo>
                  <a:lnTo>
                    <a:pt x="2391" y="337"/>
                  </a:lnTo>
                  <a:lnTo>
                    <a:pt x="2358" y="1145"/>
                  </a:lnTo>
                  <a:lnTo>
                    <a:pt x="2459" y="1145"/>
                  </a:lnTo>
                  <a:lnTo>
                    <a:pt x="2492" y="640"/>
                  </a:lnTo>
                  <a:lnTo>
                    <a:pt x="2492" y="102"/>
                  </a:lnTo>
                  <a:lnTo>
                    <a:pt x="2492" y="68"/>
                  </a:lnTo>
                  <a:lnTo>
                    <a:pt x="2459" y="34"/>
                  </a:lnTo>
                  <a:lnTo>
                    <a:pt x="1886" y="1"/>
                  </a:lnTo>
                  <a:lnTo>
                    <a:pt x="1314" y="34"/>
                  </a:lnTo>
                  <a:lnTo>
                    <a:pt x="742"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49" name="Google Shape;1849;p12"/>
            <p:cNvSpPr/>
            <p:nvPr/>
          </p:nvSpPr>
          <p:spPr>
            <a:xfrm>
              <a:off x="2370569" y="5084570"/>
              <a:ext cx="211132" cy="62051"/>
            </a:xfrm>
            <a:custGeom>
              <a:avLst/>
              <a:gdLst/>
              <a:ahLst/>
              <a:cxnLst/>
              <a:rect l="l" t="t" r="r" b="b"/>
              <a:pathLst>
                <a:path w="4243" h="1247" extrusionOk="0">
                  <a:moveTo>
                    <a:pt x="3333" y="1"/>
                  </a:moveTo>
                  <a:lnTo>
                    <a:pt x="3098" y="34"/>
                  </a:lnTo>
                  <a:lnTo>
                    <a:pt x="2727" y="68"/>
                  </a:lnTo>
                  <a:lnTo>
                    <a:pt x="2155" y="102"/>
                  </a:lnTo>
                  <a:lnTo>
                    <a:pt x="1044" y="102"/>
                  </a:lnTo>
                  <a:lnTo>
                    <a:pt x="505" y="135"/>
                  </a:lnTo>
                  <a:lnTo>
                    <a:pt x="303" y="169"/>
                  </a:lnTo>
                  <a:lnTo>
                    <a:pt x="202" y="236"/>
                  </a:lnTo>
                  <a:lnTo>
                    <a:pt x="101" y="371"/>
                  </a:lnTo>
                  <a:lnTo>
                    <a:pt x="34" y="506"/>
                  </a:lnTo>
                  <a:lnTo>
                    <a:pt x="0" y="708"/>
                  </a:lnTo>
                  <a:lnTo>
                    <a:pt x="0" y="876"/>
                  </a:lnTo>
                  <a:lnTo>
                    <a:pt x="0" y="1246"/>
                  </a:lnTo>
                  <a:lnTo>
                    <a:pt x="169" y="1246"/>
                  </a:lnTo>
                  <a:lnTo>
                    <a:pt x="169" y="842"/>
                  </a:lnTo>
                  <a:lnTo>
                    <a:pt x="202" y="573"/>
                  </a:lnTo>
                  <a:lnTo>
                    <a:pt x="236" y="438"/>
                  </a:lnTo>
                  <a:lnTo>
                    <a:pt x="303" y="337"/>
                  </a:lnTo>
                  <a:lnTo>
                    <a:pt x="371" y="304"/>
                  </a:lnTo>
                  <a:lnTo>
                    <a:pt x="505" y="270"/>
                  </a:lnTo>
                  <a:lnTo>
                    <a:pt x="1650" y="270"/>
                  </a:lnTo>
                  <a:lnTo>
                    <a:pt x="2593" y="236"/>
                  </a:lnTo>
                  <a:lnTo>
                    <a:pt x="2963" y="203"/>
                  </a:lnTo>
                  <a:lnTo>
                    <a:pt x="3434" y="169"/>
                  </a:lnTo>
                  <a:lnTo>
                    <a:pt x="3636" y="203"/>
                  </a:lnTo>
                  <a:lnTo>
                    <a:pt x="3838" y="270"/>
                  </a:lnTo>
                  <a:lnTo>
                    <a:pt x="3973" y="371"/>
                  </a:lnTo>
                  <a:lnTo>
                    <a:pt x="4007" y="438"/>
                  </a:lnTo>
                  <a:lnTo>
                    <a:pt x="4040" y="539"/>
                  </a:lnTo>
                  <a:lnTo>
                    <a:pt x="4074" y="876"/>
                  </a:lnTo>
                  <a:lnTo>
                    <a:pt x="4040" y="1246"/>
                  </a:lnTo>
                  <a:lnTo>
                    <a:pt x="4242" y="1246"/>
                  </a:lnTo>
                  <a:lnTo>
                    <a:pt x="4242" y="842"/>
                  </a:lnTo>
                  <a:lnTo>
                    <a:pt x="4175" y="438"/>
                  </a:lnTo>
                  <a:lnTo>
                    <a:pt x="4175" y="337"/>
                  </a:lnTo>
                  <a:lnTo>
                    <a:pt x="4108" y="270"/>
                  </a:lnTo>
                  <a:lnTo>
                    <a:pt x="3973" y="135"/>
                  </a:lnTo>
                  <a:lnTo>
                    <a:pt x="3771" y="68"/>
                  </a:lnTo>
                  <a:lnTo>
                    <a:pt x="3569" y="34"/>
                  </a:lnTo>
                  <a:lnTo>
                    <a:pt x="333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0" name="Google Shape;1850;p12"/>
            <p:cNvSpPr/>
            <p:nvPr/>
          </p:nvSpPr>
          <p:spPr>
            <a:xfrm>
              <a:off x="3586853" y="5024261"/>
              <a:ext cx="23487" cy="26870"/>
            </a:xfrm>
            <a:custGeom>
              <a:avLst/>
              <a:gdLst/>
              <a:ahLst/>
              <a:cxnLst/>
              <a:rect l="l" t="t" r="r" b="b"/>
              <a:pathLst>
                <a:path w="472" h="540" extrusionOk="0">
                  <a:moveTo>
                    <a:pt x="303" y="102"/>
                  </a:moveTo>
                  <a:lnTo>
                    <a:pt x="337" y="169"/>
                  </a:lnTo>
                  <a:lnTo>
                    <a:pt x="303" y="203"/>
                  </a:lnTo>
                  <a:lnTo>
                    <a:pt x="169" y="135"/>
                  </a:lnTo>
                  <a:lnTo>
                    <a:pt x="236" y="102"/>
                  </a:lnTo>
                  <a:close/>
                  <a:moveTo>
                    <a:pt x="169" y="1"/>
                  </a:moveTo>
                  <a:lnTo>
                    <a:pt x="68" y="34"/>
                  </a:lnTo>
                  <a:lnTo>
                    <a:pt x="0" y="135"/>
                  </a:lnTo>
                  <a:lnTo>
                    <a:pt x="0" y="203"/>
                  </a:lnTo>
                  <a:lnTo>
                    <a:pt x="34" y="236"/>
                  </a:lnTo>
                  <a:lnTo>
                    <a:pt x="202" y="270"/>
                  </a:lnTo>
                  <a:lnTo>
                    <a:pt x="202" y="304"/>
                  </a:lnTo>
                  <a:lnTo>
                    <a:pt x="270" y="304"/>
                  </a:lnTo>
                  <a:lnTo>
                    <a:pt x="169" y="337"/>
                  </a:lnTo>
                  <a:lnTo>
                    <a:pt x="101" y="405"/>
                  </a:lnTo>
                  <a:lnTo>
                    <a:pt x="68" y="438"/>
                  </a:lnTo>
                  <a:lnTo>
                    <a:pt x="101" y="506"/>
                  </a:lnTo>
                  <a:lnTo>
                    <a:pt x="270" y="539"/>
                  </a:lnTo>
                  <a:lnTo>
                    <a:pt x="404" y="506"/>
                  </a:lnTo>
                  <a:lnTo>
                    <a:pt x="438" y="506"/>
                  </a:lnTo>
                  <a:lnTo>
                    <a:pt x="472" y="472"/>
                  </a:lnTo>
                  <a:lnTo>
                    <a:pt x="438" y="337"/>
                  </a:lnTo>
                  <a:lnTo>
                    <a:pt x="371" y="236"/>
                  </a:lnTo>
                  <a:lnTo>
                    <a:pt x="438" y="203"/>
                  </a:lnTo>
                  <a:lnTo>
                    <a:pt x="438" y="102"/>
                  </a:lnTo>
                  <a:lnTo>
                    <a:pt x="371" y="34"/>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1" name="Google Shape;1851;p12"/>
            <p:cNvSpPr/>
            <p:nvPr/>
          </p:nvSpPr>
          <p:spPr>
            <a:xfrm>
              <a:off x="3313770" y="5089596"/>
              <a:ext cx="124002" cy="57025"/>
            </a:xfrm>
            <a:custGeom>
              <a:avLst/>
              <a:gdLst/>
              <a:ahLst/>
              <a:cxnLst/>
              <a:rect l="l" t="t" r="r" b="b"/>
              <a:pathLst>
                <a:path w="2492" h="1146" extrusionOk="0">
                  <a:moveTo>
                    <a:pt x="1280" y="1"/>
                  </a:moveTo>
                  <a:lnTo>
                    <a:pt x="135" y="102"/>
                  </a:lnTo>
                  <a:lnTo>
                    <a:pt x="101" y="135"/>
                  </a:lnTo>
                  <a:lnTo>
                    <a:pt x="68" y="169"/>
                  </a:lnTo>
                  <a:lnTo>
                    <a:pt x="68" y="203"/>
                  </a:lnTo>
                  <a:lnTo>
                    <a:pt x="101" y="236"/>
                  </a:lnTo>
                  <a:lnTo>
                    <a:pt x="135" y="236"/>
                  </a:lnTo>
                  <a:lnTo>
                    <a:pt x="68" y="472"/>
                  </a:lnTo>
                  <a:lnTo>
                    <a:pt x="34" y="708"/>
                  </a:lnTo>
                  <a:lnTo>
                    <a:pt x="0" y="1145"/>
                  </a:lnTo>
                  <a:lnTo>
                    <a:pt x="135" y="1145"/>
                  </a:lnTo>
                  <a:lnTo>
                    <a:pt x="135" y="708"/>
                  </a:lnTo>
                  <a:lnTo>
                    <a:pt x="202" y="270"/>
                  </a:lnTo>
                  <a:lnTo>
                    <a:pt x="236" y="270"/>
                  </a:lnTo>
                  <a:lnTo>
                    <a:pt x="270" y="236"/>
                  </a:lnTo>
                  <a:lnTo>
                    <a:pt x="876" y="203"/>
                  </a:lnTo>
                  <a:lnTo>
                    <a:pt x="1515" y="135"/>
                  </a:lnTo>
                  <a:lnTo>
                    <a:pt x="1886" y="135"/>
                  </a:lnTo>
                  <a:lnTo>
                    <a:pt x="2290" y="169"/>
                  </a:lnTo>
                  <a:lnTo>
                    <a:pt x="2323" y="203"/>
                  </a:lnTo>
                  <a:lnTo>
                    <a:pt x="2357" y="270"/>
                  </a:lnTo>
                  <a:lnTo>
                    <a:pt x="2357" y="539"/>
                  </a:lnTo>
                  <a:lnTo>
                    <a:pt x="2357" y="1011"/>
                  </a:lnTo>
                  <a:lnTo>
                    <a:pt x="2357" y="1145"/>
                  </a:lnTo>
                  <a:lnTo>
                    <a:pt x="2492" y="1145"/>
                  </a:lnTo>
                  <a:lnTo>
                    <a:pt x="2492" y="102"/>
                  </a:lnTo>
                  <a:lnTo>
                    <a:pt x="2492" y="68"/>
                  </a:lnTo>
                  <a:lnTo>
                    <a:pt x="2458" y="34"/>
                  </a:lnTo>
                  <a:lnTo>
                    <a:pt x="215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2" name="Google Shape;1852;p12"/>
            <p:cNvSpPr/>
            <p:nvPr/>
          </p:nvSpPr>
          <p:spPr>
            <a:xfrm>
              <a:off x="3444439" y="5022569"/>
              <a:ext cx="18461" cy="30204"/>
            </a:xfrm>
            <a:custGeom>
              <a:avLst/>
              <a:gdLst/>
              <a:ahLst/>
              <a:cxnLst/>
              <a:rect l="l" t="t" r="r" b="b"/>
              <a:pathLst>
                <a:path w="371" h="607" extrusionOk="0">
                  <a:moveTo>
                    <a:pt x="169" y="1"/>
                  </a:moveTo>
                  <a:lnTo>
                    <a:pt x="0" y="68"/>
                  </a:lnTo>
                  <a:lnTo>
                    <a:pt x="0" y="102"/>
                  </a:lnTo>
                  <a:lnTo>
                    <a:pt x="34" y="136"/>
                  </a:lnTo>
                  <a:lnTo>
                    <a:pt x="236" y="136"/>
                  </a:lnTo>
                  <a:lnTo>
                    <a:pt x="68" y="439"/>
                  </a:lnTo>
                  <a:lnTo>
                    <a:pt x="34" y="573"/>
                  </a:lnTo>
                  <a:lnTo>
                    <a:pt x="68" y="607"/>
                  </a:lnTo>
                  <a:lnTo>
                    <a:pt x="169" y="607"/>
                  </a:lnTo>
                  <a:lnTo>
                    <a:pt x="202" y="540"/>
                  </a:lnTo>
                  <a:lnTo>
                    <a:pt x="236" y="439"/>
                  </a:lnTo>
                  <a:lnTo>
                    <a:pt x="303" y="270"/>
                  </a:lnTo>
                  <a:lnTo>
                    <a:pt x="371" y="68"/>
                  </a:lnTo>
                  <a:lnTo>
                    <a:pt x="371" y="35"/>
                  </a:lnTo>
                  <a:lnTo>
                    <a:pt x="3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3" name="Google Shape;1853;p12"/>
            <p:cNvSpPr/>
            <p:nvPr/>
          </p:nvSpPr>
          <p:spPr>
            <a:xfrm>
              <a:off x="2866477" y="5020927"/>
              <a:ext cx="25179" cy="31846"/>
            </a:xfrm>
            <a:custGeom>
              <a:avLst/>
              <a:gdLst/>
              <a:ahLst/>
              <a:cxnLst/>
              <a:rect l="l" t="t" r="r" b="b"/>
              <a:pathLst>
                <a:path w="506" h="640" extrusionOk="0">
                  <a:moveTo>
                    <a:pt x="202" y="0"/>
                  </a:moveTo>
                  <a:lnTo>
                    <a:pt x="34" y="135"/>
                  </a:lnTo>
                  <a:lnTo>
                    <a:pt x="0" y="169"/>
                  </a:lnTo>
                  <a:lnTo>
                    <a:pt x="135" y="169"/>
                  </a:lnTo>
                  <a:lnTo>
                    <a:pt x="202" y="135"/>
                  </a:lnTo>
                  <a:lnTo>
                    <a:pt x="236" y="169"/>
                  </a:lnTo>
                  <a:lnTo>
                    <a:pt x="135" y="236"/>
                  </a:lnTo>
                  <a:lnTo>
                    <a:pt x="34" y="303"/>
                  </a:lnTo>
                  <a:lnTo>
                    <a:pt x="0" y="337"/>
                  </a:lnTo>
                  <a:lnTo>
                    <a:pt x="0" y="404"/>
                  </a:lnTo>
                  <a:lnTo>
                    <a:pt x="34" y="438"/>
                  </a:lnTo>
                  <a:lnTo>
                    <a:pt x="67" y="438"/>
                  </a:lnTo>
                  <a:lnTo>
                    <a:pt x="202" y="404"/>
                  </a:lnTo>
                  <a:lnTo>
                    <a:pt x="337" y="404"/>
                  </a:lnTo>
                  <a:lnTo>
                    <a:pt x="269" y="472"/>
                  </a:lnTo>
                  <a:lnTo>
                    <a:pt x="135" y="505"/>
                  </a:lnTo>
                  <a:lnTo>
                    <a:pt x="101" y="539"/>
                  </a:lnTo>
                  <a:lnTo>
                    <a:pt x="67" y="573"/>
                  </a:lnTo>
                  <a:lnTo>
                    <a:pt x="101" y="606"/>
                  </a:lnTo>
                  <a:lnTo>
                    <a:pt x="135" y="640"/>
                  </a:lnTo>
                  <a:lnTo>
                    <a:pt x="269" y="606"/>
                  </a:lnTo>
                  <a:lnTo>
                    <a:pt x="337" y="573"/>
                  </a:lnTo>
                  <a:lnTo>
                    <a:pt x="438" y="505"/>
                  </a:lnTo>
                  <a:lnTo>
                    <a:pt x="505" y="438"/>
                  </a:lnTo>
                  <a:lnTo>
                    <a:pt x="505" y="371"/>
                  </a:lnTo>
                  <a:lnTo>
                    <a:pt x="471" y="337"/>
                  </a:lnTo>
                  <a:lnTo>
                    <a:pt x="370" y="303"/>
                  </a:lnTo>
                  <a:lnTo>
                    <a:pt x="269" y="270"/>
                  </a:lnTo>
                  <a:lnTo>
                    <a:pt x="337" y="202"/>
                  </a:lnTo>
                  <a:lnTo>
                    <a:pt x="370" y="169"/>
                  </a:lnTo>
                  <a:lnTo>
                    <a:pt x="269" y="34"/>
                  </a:lnTo>
                  <a:lnTo>
                    <a:pt x="26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4" name="Google Shape;1854;p12"/>
            <p:cNvSpPr/>
            <p:nvPr/>
          </p:nvSpPr>
          <p:spPr>
            <a:xfrm>
              <a:off x="2811144" y="4943849"/>
              <a:ext cx="122360" cy="127386"/>
            </a:xfrm>
            <a:custGeom>
              <a:avLst/>
              <a:gdLst/>
              <a:ahLst/>
              <a:cxnLst/>
              <a:rect l="l" t="t" r="r" b="b"/>
              <a:pathLst>
                <a:path w="2459" h="2560" extrusionOk="0">
                  <a:moveTo>
                    <a:pt x="2324" y="135"/>
                  </a:moveTo>
                  <a:lnTo>
                    <a:pt x="2324" y="707"/>
                  </a:lnTo>
                  <a:lnTo>
                    <a:pt x="2290" y="1280"/>
                  </a:lnTo>
                  <a:lnTo>
                    <a:pt x="2257" y="1819"/>
                  </a:lnTo>
                  <a:lnTo>
                    <a:pt x="2290" y="2391"/>
                  </a:lnTo>
                  <a:lnTo>
                    <a:pt x="1213" y="2391"/>
                  </a:lnTo>
                  <a:lnTo>
                    <a:pt x="169" y="2425"/>
                  </a:lnTo>
                  <a:lnTo>
                    <a:pt x="169" y="2054"/>
                  </a:lnTo>
                  <a:lnTo>
                    <a:pt x="169" y="1718"/>
                  </a:lnTo>
                  <a:lnTo>
                    <a:pt x="203" y="1010"/>
                  </a:lnTo>
                  <a:lnTo>
                    <a:pt x="203" y="808"/>
                  </a:lnTo>
                  <a:lnTo>
                    <a:pt x="169" y="606"/>
                  </a:lnTo>
                  <a:lnTo>
                    <a:pt x="136" y="404"/>
                  </a:lnTo>
                  <a:lnTo>
                    <a:pt x="136" y="202"/>
                  </a:lnTo>
                  <a:lnTo>
                    <a:pt x="270" y="236"/>
                  </a:lnTo>
                  <a:lnTo>
                    <a:pt x="1146" y="236"/>
                  </a:lnTo>
                  <a:lnTo>
                    <a:pt x="2324" y="135"/>
                  </a:lnTo>
                  <a:close/>
                  <a:moveTo>
                    <a:pt x="2391" y="0"/>
                  </a:moveTo>
                  <a:lnTo>
                    <a:pt x="2021" y="34"/>
                  </a:lnTo>
                  <a:lnTo>
                    <a:pt x="1651" y="34"/>
                  </a:lnTo>
                  <a:lnTo>
                    <a:pt x="1280" y="68"/>
                  </a:lnTo>
                  <a:lnTo>
                    <a:pt x="910" y="101"/>
                  </a:lnTo>
                  <a:lnTo>
                    <a:pt x="304" y="101"/>
                  </a:lnTo>
                  <a:lnTo>
                    <a:pt x="169" y="68"/>
                  </a:lnTo>
                  <a:lnTo>
                    <a:pt x="35" y="101"/>
                  </a:lnTo>
                  <a:lnTo>
                    <a:pt x="1" y="169"/>
                  </a:lnTo>
                  <a:lnTo>
                    <a:pt x="1" y="202"/>
                  </a:lnTo>
                  <a:lnTo>
                    <a:pt x="35" y="236"/>
                  </a:lnTo>
                  <a:lnTo>
                    <a:pt x="35" y="404"/>
                  </a:lnTo>
                  <a:lnTo>
                    <a:pt x="35" y="573"/>
                  </a:lnTo>
                  <a:lnTo>
                    <a:pt x="68" y="876"/>
                  </a:lnTo>
                  <a:lnTo>
                    <a:pt x="68" y="1280"/>
                  </a:lnTo>
                  <a:lnTo>
                    <a:pt x="35" y="1684"/>
                  </a:lnTo>
                  <a:lnTo>
                    <a:pt x="35" y="2088"/>
                  </a:lnTo>
                  <a:lnTo>
                    <a:pt x="35" y="2492"/>
                  </a:lnTo>
                  <a:lnTo>
                    <a:pt x="35" y="2526"/>
                  </a:lnTo>
                  <a:lnTo>
                    <a:pt x="102" y="2559"/>
                  </a:lnTo>
                  <a:lnTo>
                    <a:pt x="1247" y="2526"/>
                  </a:lnTo>
                  <a:lnTo>
                    <a:pt x="2391" y="2526"/>
                  </a:lnTo>
                  <a:lnTo>
                    <a:pt x="2425" y="2492"/>
                  </a:lnTo>
                  <a:lnTo>
                    <a:pt x="2459" y="2425"/>
                  </a:lnTo>
                  <a:lnTo>
                    <a:pt x="2425" y="2155"/>
                  </a:lnTo>
                  <a:lnTo>
                    <a:pt x="2425" y="1852"/>
                  </a:lnTo>
                  <a:lnTo>
                    <a:pt x="2425" y="1246"/>
                  </a:lnTo>
                  <a:lnTo>
                    <a:pt x="2459" y="674"/>
                  </a:lnTo>
                  <a:lnTo>
                    <a:pt x="2459" y="371"/>
                  </a:lnTo>
                  <a:lnTo>
                    <a:pt x="2459" y="68"/>
                  </a:lnTo>
                  <a:lnTo>
                    <a:pt x="2425" y="34"/>
                  </a:lnTo>
                  <a:lnTo>
                    <a:pt x="239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5" name="Google Shape;1855;p12"/>
            <p:cNvSpPr/>
            <p:nvPr/>
          </p:nvSpPr>
          <p:spPr>
            <a:xfrm>
              <a:off x="2951915" y="4947183"/>
              <a:ext cx="135745" cy="127386"/>
            </a:xfrm>
            <a:custGeom>
              <a:avLst/>
              <a:gdLst/>
              <a:ahLst/>
              <a:cxnLst/>
              <a:rect l="l" t="t" r="r" b="b"/>
              <a:pathLst>
                <a:path w="2728" h="2560" extrusionOk="0">
                  <a:moveTo>
                    <a:pt x="2189" y="135"/>
                  </a:moveTo>
                  <a:lnTo>
                    <a:pt x="2357" y="203"/>
                  </a:lnTo>
                  <a:lnTo>
                    <a:pt x="2458" y="236"/>
                  </a:lnTo>
                  <a:lnTo>
                    <a:pt x="2525" y="304"/>
                  </a:lnTo>
                  <a:lnTo>
                    <a:pt x="2559" y="405"/>
                  </a:lnTo>
                  <a:lnTo>
                    <a:pt x="2593" y="506"/>
                  </a:lnTo>
                  <a:lnTo>
                    <a:pt x="2593" y="741"/>
                  </a:lnTo>
                  <a:lnTo>
                    <a:pt x="2559" y="943"/>
                  </a:lnTo>
                  <a:lnTo>
                    <a:pt x="2525" y="1314"/>
                  </a:lnTo>
                  <a:lnTo>
                    <a:pt x="2458" y="1718"/>
                  </a:lnTo>
                  <a:lnTo>
                    <a:pt x="2458" y="1920"/>
                  </a:lnTo>
                  <a:lnTo>
                    <a:pt x="2424" y="2156"/>
                  </a:lnTo>
                  <a:lnTo>
                    <a:pt x="2391" y="2257"/>
                  </a:lnTo>
                  <a:lnTo>
                    <a:pt x="2357" y="2324"/>
                  </a:lnTo>
                  <a:lnTo>
                    <a:pt x="2256" y="2391"/>
                  </a:lnTo>
                  <a:lnTo>
                    <a:pt x="2121" y="2391"/>
                  </a:lnTo>
                  <a:lnTo>
                    <a:pt x="1212" y="2324"/>
                  </a:lnTo>
                  <a:lnTo>
                    <a:pt x="303" y="2324"/>
                  </a:lnTo>
                  <a:lnTo>
                    <a:pt x="269" y="1920"/>
                  </a:lnTo>
                  <a:lnTo>
                    <a:pt x="236" y="1550"/>
                  </a:lnTo>
                  <a:lnTo>
                    <a:pt x="168" y="1145"/>
                  </a:lnTo>
                  <a:lnTo>
                    <a:pt x="168" y="741"/>
                  </a:lnTo>
                  <a:lnTo>
                    <a:pt x="168" y="304"/>
                  </a:lnTo>
                  <a:lnTo>
                    <a:pt x="168" y="203"/>
                  </a:lnTo>
                  <a:lnTo>
                    <a:pt x="505" y="169"/>
                  </a:lnTo>
                  <a:lnTo>
                    <a:pt x="875" y="135"/>
                  </a:lnTo>
                  <a:close/>
                  <a:moveTo>
                    <a:pt x="1582" y="1"/>
                  </a:moveTo>
                  <a:lnTo>
                    <a:pt x="1145" y="34"/>
                  </a:lnTo>
                  <a:lnTo>
                    <a:pt x="370" y="34"/>
                  </a:lnTo>
                  <a:lnTo>
                    <a:pt x="101" y="68"/>
                  </a:lnTo>
                  <a:lnTo>
                    <a:pt x="67" y="102"/>
                  </a:lnTo>
                  <a:lnTo>
                    <a:pt x="67" y="135"/>
                  </a:lnTo>
                  <a:lnTo>
                    <a:pt x="34" y="270"/>
                  </a:lnTo>
                  <a:lnTo>
                    <a:pt x="0" y="438"/>
                  </a:lnTo>
                  <a:lnTo>
                    <a:pt x="34" y="741"/>
                  </a:lnTo>
                  <a:lnTo>
                    <a:pt x="34" y="1179"/>
                  </a:lnTo>
                  <a:lnTo>
                    <a:pt x="101" y="1583"/>
                  </a:lnTo>
                  <a:lnTo>
                    <a:pt x="135" y="1987"/>
                  </a:lnTo>
                  <a:lnTo>
                    <a:pt x="168" y="2425"/>
                  </a:lnTo>
                  <a:lnTo>
                    <a:pt x="202" y="2459"/>
                  </a:lnTo>
                  <a:lnTo>
                    <a:pt x="236" y="2492"/>
                  </a:lnTo>
                  <a:lnTo>
                    <a:pt x="606" y="2459"/>
                  </a:lnTo>
                  <a:lnTo>
                    <a:pt x="943" y="2459"/>
                  </a:lnTo>
                  <a:lnTo>
                    <a:pt x="1650" y="2492"/>
                  </a:lnTo>
                  <a:lnTo>
                    <a:pt x="2054" y="2560"/>
                  </a:lnTo>
                  <a:lnTo>
                    <a:pt x="2256" y="2560"/>
                  </a:lnTo>
                  <a:lnTo>
                    <a:pt x="2323" y="2526"/>
                  </a:lnTo>
                  <a:lnTo>
                    <a:pt x="2424" y="2492"/>
                  </a:lnTo>
                  <a:lnTo>
                    <a:pt x="2492" y="2425"/>
                  </a:lnTo>
                  <a:lnTo>
                    <a:pt x="2525" y="2358"/>
                  </a:lnTo>
                  <a:lnTo>
                    <a:pt x="2593" y="2189"/>
                  </a:lnTo>
                  <a:lnTo>
                    <a:pt x="2593" y="1853"/>
                  </a:lnTo>
                  <a:lnTo>
                    <a:pt x="2660" y="1348"/>
                  </a:lnTo>
                  <a:lnTo>
                    <a:pt x="2727" y="842"/>
                  </a:lnTo>
                  <a:lnTo>
                    <a:pt x="2727" y="506"/>
                  </a:lnTo>
                  <a:lnTo>
                    <a:pt x="2694" y="337"/>
                  </a:lnTo>
                  <a:lnTo>
                    <a:pt x="2626" y="203"/>
                  </a:lnTo>
                  <a:lnTo>
                    <a:pt x="2492" y="102"/>
                  </a:lnTo>
                  <a:lnTo>
                    <a:pt x="2323" y="34"/>
                  </a:lnTo>
                  <a:lnTo>
                    <a:pt x="218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6" name="Google Shape;1856;p12"/>
            <p:cNvSpPr/>
            <p:nvPr/>
          </p:nvSpPr>
          <p:spPr>
            <a:xfrm>
              <a:off x="3007198" y="5024261"/>
              <a:ext cx="28512" cy="31896"/>
            </a:xfrm>
            <a:custGeom>
              <a:avLst/>
              <a:gdLst/>
              <a:ahLst/>
              <a:cxnLst/>
              <a:rect l="l" t="t" r="r" b="b"/>
              <a:pathLst>
                <a:path w="573" h="641" extrusionOk="0">
                  <a:moveTo>
                    <a:pt x="337" y="1"/>
                  </a:moveTo>
                  <a:lnTo>
                    <a:pt x="269" y="68"/>
                  </a:lnTo>
                  <a:lnTo>
                    <a:pt x="202" y="135"/>
                  </a:lnTo>
                  <a:lnTo>
                    <a:pt x="34" y="337"/>
                  </a:lnTo>
                  <a:lnTo>
                    <a:pt x="0" y="371"/>
                  </a:lnTo>
                  <a:lnTo>
                    <a:pt x="0" y="405"/>
                  </a:lnTo>
                  <a:lnTo>
                    <a:pt x="34" y="438"/>
                  </a:lnTo>
                  <a:lnTo>
                    <a:pt x="236" y="438"/>
                  </a:lnTo>
                  <a:lnTo>
                    <a:pt x="404" y="405"/>
                  </a:lnTo>
                  <a:lnTo>
                    <a:pt x="404" y="573"/>
                  </a:lnTo>
                  <a:lnTo>
                    <a:pt x="404" y="607"/>
                  </a:lnTo>
                  <a:lnTo>
                    <a:pt x="438" y="640"/>
                  </a:lnTo>
                  <a:lnTo>
                    <a:pt x="471" y="640"/>
                  </a:lnTo>
                  <a:lnTo>
                    <a:pt x="505" y="607"/>
                  </a:lnTo>
                  <a:lnTo>
                    <a:pt x="505" y="573"/>
                  </a:lnTo>
                  <a:lnTo>
                    <a:pt x="572" y="573"/>
                  </a:lnTo>
                  <a:lnTo>
                    <a:pt x="539" y="506"/>
                  </a:lnTo>
                  <a:lnTo>
                    <a:pt x="572" y="304"/>
                  </a:lnTo>
                  <a:lnTo>
                    <a:pt x="572" y="270"/>
                  </a:lnTo>
                  <a:lnTo>
                    <a:pt x="539" y="236"/>
                  </a:lnTo>
                  <a:lnTo>
                    <a:pt x="505" y="203"/>
                  </a:lnTo>
                  <a:lnTo>
                    <a:pt x="471" y="236"/>
                  </a:lnTo>
                  <a:lnTo>
                    <a:pt x="337" y="304"/>
                  </a:lnTo>
                  <a:lnTo>
                    <a:pt x="168" y="304"/>
                  </a:lnTo>
                  <a:lnTo>
                    <a:pt x="337" y="135"/>
                  </a:lnTo>
                  <a:lnTo>
                    <a:pt x="370" y="68"/>
                  </a:lnTo>
                  <a:lnTo>
                    <a:pt x="3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7" name="Google Shape;1857;p12"/>
            <p:cNvSpPr/>
            <p:nvPr/>
          </p:nvSpPr>
          <p:spPr>
            <a:xfrm>
              <a:off x="3166331" y="5099648"/>
              <a:ext cx="8409" cy="46973"/>
            </a:xfrm>
            <a:custGeom>
              <a:avLst/>
              <a:gdLst/>
              <a:ahLst/>
              <a:cxnLst/>
              <a:rect l="l" t="t" r="r" b="b"/>
              <a:pathLst>
                <a:path w="169" h="944" extrusionOk="0">
                  <a:moveTo>
                    <a:pt x="102" y="1"/>
                  </a:moveTo>
                  <a:lnTo>
                    <a:pt x="68" y="34"/>
                  </a:lnTo>
                  <a:lnTo>
                    <a:pt x="34" y="270"/>
                  </a:lnTo>
                  <a:lnTo>
                    <a:pt x="1" y="472"/>
                  </a:lnTo>
                  <a:lnTo>
                    <a:pt x="1" y="943"/>
                  </a:lnTo>
                  <a:lnTo>
                    <a:pt x="135" y="943"/>
                  </a:lnTo>
                  <a:lnTo>
                    <a:pt x="135" y="506"/>
                  </a:lnTo>
                  <a:lnTo>
                    <a:pt x="169" y="68"/>
                  </a:lnTo>
                  <a:lnTo>
                    <a:pt x="135"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8" name="Google Shape;1858;p12"/>
            <p:cNvSpPr/>
            <p:nvPr/>
          </p:nvSpPr>
          <p:spPr>
            <a:xfrm>
              <a:off x="2879863" y="5092930"/>
              <a:ext cx="129028" cy="53691"/>
            </a:xfrm>
            <a:custGeom>
              <a:avLst/>
              <a:gdLst/>
              <a:ahLst/>
              <a:cxnLst/>
              <a:rect l="l" t="t" r="r" b="b"/>
              <a:pathLst>
                <a:path w="2593" h="1079" extrusionOk="0">
                  <a:moveTo>
                    <a:pt x="438" y="1"/>
                  </a:moveTo>
                  <a:lnTo>
                    <a:pt x="68" y="68"/>
                  </a:lnTo>
                  <a:lnTo>
                    <a:pt x="34" y="102"/>
                  </a:lnTo>
                  <a:lnTo>
                    <a:pt x="34" y="136"/>
                  </a:lnTo>
                  <a:lnTo>
                    <a:pt x="34" y="169"/>
                  </a:lnTo>
                  <a:lnTo>
                    <a:pt x="0" y="1078"/>
                  </a:lnTo>
                  <a:lnTo>
                    <a:pt x="101" y="1078"/>
                  </a:lnTo>
                  <a:lnTo>
                    <a:pt x="135" y="641"/>
                  </a:lnTo>
                  <a:lnTo>
                    <a:pt x="135" y="203"/>
                  </a:lnTo>
                  <a:lnTo>
                    <a:pt x="371" y="136"/>
                  </a:lnTo>
                  <a:lnTo>
                    <a:pt x="606" y="102"/>
                  </a:lnTo>
                  <a:lnTo>
                    <a:pt x="1111" y="136"/>
                  </a:lnTo>
                  <a:lnTo>
                    <a:pt x="1616" y="169"/>
                  </a:lnTo>
                  <a:lnTo>
                    <a:pt x="2121" y="203"/>
                  </a:lnTo>
                  <a:lnTo>
                    <a:pt x="2256" y="237"/>
                  </a:lnTo>
                  <a:lnTo>
                    <a:pt x="2357" y="270"/>
                  </a:lnTo>
                  <a:lnTo>
                    <a:pt x="2391" y="371"/>
                  </a:lnTo>
                  <a:lnTo>
                    <a:pt x="2424" y="472"/>
                  </a:lnTo>
                  <a:lnTo>
                    <a:pt x="2458" y="708"/>
                  </a:lnTo>
                  <a:lnTo>
                    <a:pt x="2458" y="944"/>
                  </a:lnTo>
                  <a:lnTo>
                    <a:pt x="2458" y="1078"/>
                  </a:lnTo>
                  <a:lnTo>
                    <a:pt x="2559" y="1078"/>
                  </a:lnTo>
                  <a:lnTo>
                    <a:pt x="2559" y="1045"/>
                  </a:lnTo>
                  <a:lnTo>
                    <a:pt x="2593" y="573"/>
                  </a:lnTo>
                  <a:lnTo>
                    <a:pt x="2559" y="371"/>
                  </a:lnTo>
                  <a:lnTo>
                    <a:pt x="2525" y="237"/>
                  </a:lnTo>
                  <a:lnTo>
                    <a:pt x="2458" y="169"/>
                  </a:lnTo>
                  <a:lnTo>
                    <a:pt x="2357" y="102"/>
                  </a:lnTo>
                  <a:lnTo>
                    <a:pt x="2256" y="68"/>
                  </a:lnTo>
                  <a:lnTo>
                    <a:pt x="1987" y="35"/>
                  </a:lnTo>
                  <a:lnTo>
                    <a:pt x="1482" y="35"/>
                  </a:lnTo>
                  <a:lnTo>
                    <a:pt x="77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59" name="Google Shape;1859;p12"/>
            <p:cNvSpPr/>
            <p:nvPr/>
          </p:nvSpPr>
          <p:spPr>
            <a:xfrm>
              <a:off x="3099304" y="4943849"/>
              <a:ext cx="125694" cy="135745"/>
            </a:xfrm>
            <a:custGeom>
              <a:avLst/>
              <a:gdLst/>
              <a:ahLst/>
              <a:cxnLst/>
              <a:rect l="l" t="t" r="r" b="b"/>
              <a:pathLst>
                <a:path w="2526" h="2728" extrusionOk="0">
                  <a:moveTo>
                    <a:pt x="439" y="135"/>
                  </a:moveTo>
                  <a:lnTo>
                    <a:pt x="708" y="169"/>
                  </a:lnTo>
                  <a:lnTo>
                    <a:pt x="1516" y="202"/>
                  </a:lnTo>
                  <a:lnTo>
                    <a:pt x="2189" y="202"/>
                  </a:lnTo>
                  <a:lnTo>
                    <a:pt x="2257" y="236"/>
                  </a:lnTo>
                  <a:lnTo>
                    <a:pt x="2290" y="270"/>
                  </a:lnTo>
                  <a:lnTo>
                    <a:pt x="2358" y="404"/>
                  </a:lnTo>
                  <a:lnTo>
                    <a:pt x="2391" y="606"/>
                  </a:lnTo>
                  <a:lnTo>
                    <a:pt x="2391" y="808"/>
                  </a:lnTo>
                  <a:lnTo>
                    <a:pt x="2358" y="1280"/>
                  </a:lnTo>
                  <a:lnTo>
                    <a:pt x="2358" y="1583"/>
                  </a:lnTo>
                  <a:lnTo>
                    <a:pt x="2324" y="1987"/>
                  </a:lnTo>
                  <a:lnTo>
                    <a:pt x="2290" y="2189"/>
                  </a:lnTo>
                  <a:lnTo>
                    <a:pt x="2189" y="2391"/>
                  </a:lnTo>
                  <a:lnTo>
                    <a:pt x="2156" y="2458"/>
                  </a:lnTo>
                  <a:lnTo>
                    <a:pt x="2122" y="2492"/>
                  </a:lnTo>
                  <a:lnTo>
                    <a:pt x="1987" y="2526"/>
                  </a:lnTo>
                  <a:lnTo>
                    <a:pt x="1684" y="2559"/>
                  </a:lnTo>
                  <a:lnTo>
                    <a:pt x="1112" y="2559"/>
                  </a:lnTo>
                  <a:lnTo>
                    <a:pt x="843" y="2526"/>
                  </a:lnTo>
                  <a:lnTo>
                    <a:pt x="540" y="2458"/>
                  </a:lnTo>
                  <a:lnTo>
                    <a:pt x="405" y="2391"/>
                  </a:lnTo>
                  <a:lnTo>
                    <a:pt x="304" y="2324"/>
                  </a:lnTo>
                  <a:lnTo>
                    <a:pt x="237" y="2189"/>
                  </a:lnTo>
                  <a:lnTo>
                    <a:pt x="203" y="2054"/>
                  </a:lnTo>
                  <a:lnTo>
                    <a:pt x="203" y="1718"/>
                  </a:lnTo>
                  <a:lnTo>
                    <a:pt x="237" y="1415"/>
                  </a:lnTo>
                  <a:lnTo>
                    <a:pt x="270" y="1111"/>
                  </a:lnTo>
                  <a:lnTo>
                    <a:pt x="237" y="775"/>
                  </a:lnTo>
                  <a:lnTo>
                    <a:pt x="169" y="135"/>
                  </a:lnTo>
                  <a:close/>
                  <a:moveTo>
                    <a:pt x="102" y="0"/>
                  </a:moveTo>
                  <a:lnTo>
                    <a:pt x="35" y="68"/>
                  </a:lnTo>
                  <a:lnTo>
                    <a:pt x="1" y="101"/>
                  </a:lnTo>
                  <a:lnTo>
                    <a:pt x="1" y="135"/>
                  </a:lnTo>
                  <a:lnTo>
                    <a:pt x="35" y="169"/>
                  </a:lnTo>
                  <a:lnTo>
                    <a:pt x="102" y="202"/>
                  </a:lnTo>
                  <a:lnTo>
                    <a:pt x="68" y="404"/>
                  </a:lnTo>
                  <a:lnTo>
                    <a:pt x="68" y="573"/>
                  </a:lnTo>
                  <a:lnTo>
                    <a:pt x="102" y="977"/>
                  </a:lnTo>
                  <a:lnTo>
                    <a:pt x="102" y="1381"/>
                  </a:lnTo>
                  <a:lnTo>
                    <a:pt x="68" y="1751"/>
                  </a:lnTo>
                  <a:lnTo>
                    <a:pt x="35" y="2054"/>
                  </a:lnTo>
                  <a:lnTo>
                    <a:pt x="68" y="2189"/>
                  </a:lnTo>
                  <a:lnTo>
                    <a:pt x="102" y="2290"/>
                  </a:lnTo>
                  <a:lnTo>
                    <a:pt x="169" y="2391"/>
                  </a:lnTo>
                  <a:lnTo>
                    <a:pt x="270" y="2492"/>
                  </a:lnTo>
                  <a:lnTo>
                    <a:pt x="371" y="2559"/>
                  </a:lnTo>
                  <a:lnTo>
                    <a:pt x="506" y="2627"/>
                  </a:lnTo>
                  <a:lnTo>
                    <a:pt x="876" y="2694"/>
                  </a:lnTo>
                  <a:lnTo>
                    <a:pt x="1213" y="2728"/>
                  </a:lnTo>
                  <a:lnTo>
                    <a:pt x="1583" y="2728"/>
                  </a:lnTo>
                  <a:lnTo>
                    <a:pt x="1954" y="2660"/>
                  </a:lnTo>
                  <a:lnTo>
                    <a:pt x="2088" y="2660"/>
                  </a:lnTo>
                  <a:lnTo>
                    <a:pt x="2189" y="2593"/>
                  </a:lnTo>
                  <a:lnTo>
                    <a:pt x="2290" y="2526"/>
                  </a:lnTo>
                  <a:lnTo>
                    <a:pt x="2358" y="2425"/>
                  </a:lnTo>
                  <a:lnTo>
                    <a:pt x="2459" y="2223"/>
                  </a:lnTo>
                  <a:lnTo>
                    <a:pt x="2492" y="1953"/>
                  </a:lnTo>
                  <a:lnTo>
                    <a:pt x="2526" y="1684"/>
                  </a:lnTo>
                  <a:lnTo>
                    <a:pt x="2526" y="1448"/>
                  </a:lnTo>
                  <a:lnTo>
                    <a:pt x="2526" y="977"/>
                  </a:lnTo>
                  <a:lnTo>
                    <a:pt x="2526" y="606"/>
                  </a:lnTo>
                  <a:lnTo>
                    <a:pt x="2526" y="404"/>
                  </a:lnTo>
                  <a:lnTo>
                    <a:pt x="2459" y="236"/>
                  </a:lnTo>
                  <a:lnTo>
                    <a:pt x="2391" y="135"/>
                  </a:lnTo>
                  <a:lnTo>
                    <a:pt x="2324" y="101"/>
                  </a:lnTo>
                  <a:lnTo>
                    <a:pt x="2223" y="68"/>
                  </a:lnTo>
                  <a:lnTo>
                    <a:pt x="2122" y="34"/>
                  </a:lnTo>
                  <a:lnTo>
                    <a:pt x="1718" y="34"/>
                  </a:lnTo>
                  <a:lnTo>
                    <a:pt x="57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0" name="Google Shape;1860;p12"/>
            <p:cNvSpPr/>
            <p:nvPr/>
          </p:nvSpPr>
          <p:spPr>
            <a:xfrm>
              <a:off x="3295359" y="5022569"/>
              <a:ext cx="28512" cy="30204"/>
            </a:xfrm>
            <a:custGeom>
              <a:avLst/>
              <a:gdLst/>
              <a:ahLst/>
              <a:cxnLst/>
              <a:rect l="l" t="t" r="r" b="b"/>
              <a:pathLst>
                <a:path w="573" h="607" extrusionOk="0">
                  <a:moveTo>
                    <a:pt x="370" y="371"/>
                  </a:moveTo>
                  <a:lnTo>
                    <a:pt x="438" y="405"/>
                  </a:lnTo>
                  <a:lnTo>
                    <a:pt x="438" y="439"/>
                  </a:lnTo>
                  <a:lnTo>
                    <a:pt x="370" y="472"/>
                  </a:lnTo>
                  <a:lnTo>
                    <a:pt x="303" y="472"/>
                  </a:lnTo>
                  <a:lnTo>
                    <a:pt x="236" y="439"/>
                  </a:lnTo>
                  <a:lnTo>
                    <a:pt x="202" y="439"/>
                  </a:lnTo>
                  <a:lnTo>
                    <a:pt x="337" y="371"/>
                  </a:lnTo>
                  <a:close/>
                  <a:moveTo>
                    <a:pt x="337" y="1"/>
                  </a:moveTo>
                  <a:lnTo>
                    <a:pt x="168" y="68"/>
                  </a:lnTo>
                  <a:lnTo>
                    <a:pt x="67" y="203"/>
                  </a:lnTo>
                  <a:lnTo>
                    <a:pt x="0" y="270"/>
                  </a:lnTo>
                  <a:lnTo>
                    <a:pt x="0" y="338"/>
                  </a:lnTo>
                  <a:lnTo>
                    <a:pt x="0" y="405"/>
                  </a:lnTo>
                  <a:lnTo>
                    <a:pt x="34" y="439"/>
                  </a:lnTo>
                  <a:lnTo>
                    <a:pt x="0" y="472"/>
                  </a:lnTo>
                  <a:lnTo>
                    <a:pt x="0" y="506"/>
                  </a:lnTo>
                  <a:lnTo>
                    <a:pt x="34" y="540"/>
                  </a:lnTo>
                  <a:lnTo>
                    <a:pt x="67" y="573"/>
                  </a:lnTo>
                  <a:lnTo>
                    <a:pt x="135" y="540"/>
                  </a:lnTo>
                  <a:lnTo>
                    <a:pt x="236" y="607"/>
                  </a:lnTo>
                  <a:lnTo>
                    <a:pt x="438" y="607"/>
                  </a:lnTo>
                  <a:lnTo>
                    <a:pt x="505" y="573"/>
                  </a:lnTo>
                  <a:lnTo>
                    <a:pt x="572" y="506"/>
                  </a:lnTo>
                  <a:lnTo>
                    <a:pt x="572" y="439"/>
                  </a:lnTo>
                  <a:lnTo>
                    <a:pt x="572" y="371"/>
                  </a:lnTo>
                  <a:lnTo>
                    <a:pt x="539" y="304"/>
                  </a:lnTo>
                  <a:lnTo>
                    <a:pt x="438" y="270"/>
                  </a:lnTo>
                  <a:lnTo>
                    <a:pt x="337" y="237"/>
                  </a:lnTo>
                  <a:lnTo>
                    <a:pt x="236" y="270"/>
                  </a:lnTo>
                  <a:lnTo>
                    <a:pt x="135" y="338"/>
                  </a:lnTo>
                  <a:lnTo>
                    <a:pt x="135" y="270"/>
                  </a:lnTo>
                  <a:lnTo>
                    <a:pt x="202" y="203"/>
                  </a:lnTo>
                  <a:lnTo>
                    <a:pt x="269" y="136"/>
                  </a:lnTo>
                  <a:lnTo>
                    <a:pt x="370" y="102"/>
                  </a:lnTo>
                  <a:lnTo>
                    <a:pt x="471" y="102"/>
                  </a:lnTo>
                  <a:lnTo>
                    <a:pt x="505" y="68"/>
                  </a:lnTo>
                  <a:lnTo>
                    <a:pt x="4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1" name="Google Shape;1861;p12"/>
            <p:cNvSpPr/>
            <p:nvPr/>
          </p:nvSpPr>
          <p:spPr>
            <a:xfrm>
              <a:off x="3273564" y="4850051"/>
              <a:ext cx="135745" cy="83796"/>
            </a:xfrm>
            <a:custGeom>
              <a:avLst/>
              <a:gdLst/>
              <a:ahLst/>
              <a:cxnLst/>
              <a:rect l="l" t="t" r="r" b="b"/>
              <a:pathLst>
                <a:path w="2728" h="1684" extrusionOk="0">
                  <a:moveTo>
                    <a:pt x="236" y="135"/>
                  </a:moveTo>
                  <a:lnTo>
                    <a:pt x="640" y="168"/>
                  </a:lnTo>
                  <a:lnTo>
                    <a:pt x="1785" y="202"/>
                  </a:lnTo>
                  <a:lnTo>
                    <a:pt x="2189" y="202"/>
                  </a:lnTo>
                  <a:lnTo>
                    <a:pt x="2391" y="236"/>
                  </a:lnTo>
                  <a:lnTo>
                    <a:pt x="2492" y="236"/>
                  </a:lnTo>
                  <a:lnTo>
                    <a:pt x="2559" y="269"/>
                  </a:lnTo>
                  <a:lnTo>
                    <a:pt x="2593" y="404"/>
                  </a:lnTo>
                  <a:lnTo>
                    <a:pt x="2593" y="539"/>
                  </a:lnTo>
                  <a:lnTo>
                    <a:pt x="2593" y="808"/>
                  </a:lnTo>
                  <a:lnTo>
                    <a:pt x="2593" y="1414"/>
                  </a:lnTo>
                  <a:lnTo>
                    <a:pt x="2559" y="1448"/>
                  </a:lnTo>
                  <a:lnTo>
                    <a:pt x="2492" y="1515"/>
                  </a:lnTo>
                  <a:lnTo>
                    <a:pt x="2290" y="1549"/>
                  </a:lnTo>
                  <a:lnTo>
                    <a:pt x="1616" y="1549"/>
                  </a:lnTo>
                  <a:lnTo>
                    <a:pt x="909" y="1481"/>
                  </a:lnTo>
                  <a:lnTo>
                    <a:pt x="472" y="1448"/>
                  </a:lnTo>
                  <a:lnTo>
                    <a:pt x="371" y="1414"/>
                  </a:lnTo>
                  <a:lnTo>
                    <a:pt x="303" y="1313"/>
                  </a:lnTo>
                  <a:lnTo>
                    <a:pt x="236" y="1178"/>
                  </a:lnTo>
                  <a:lnTo>
                    <a:pt x="236" y="1044"/>
                  </a:lnTo>
                  <a:lnTo>
                    <a:pt x="202" y="707"/>
                  </a:lnTo>
                  <a:lnTo>
                    <a:pt x="202" y="438"/>
                  </a:lnTo>
                  <a:lnTo>
                    <a:pt x="236" y="303"/>
                  </a:lnTo>
                  <a:lnTo>
                    <a:pt x="202" y="135"/>
                  </a:lnTo>
                  <a:close/>
                  <a:moveTo>
                    <a:pt x="236" y="0"/>
                  </a:moveTo>
                  <a:lnTo>
                    <a:pt x="34" y="34"/>
                  </a:lnTo>
                  <a:lnTo>
                    <a:pt x="0" y="67"/>
                  </a:lnTo>
                  <a:lnTo>
                    <a:pt x="0" y="101"/>
                  </a:lnTo>
                  <a:lnTo>
                    <a:pt x="0" y="135"/>
                  </a:lnTo>
                  <a:lnTo>
                    <a:pt x="34" y="168"/>
                  </a:lnTo>
                  <a:lnTo>
                    <a:pt x="101" y="168"/>
                  </a:lnTo>
                  <a:lnTo>
                    <a:pt x="101" y="202"/>
                  </a:lnTo>
                  <a:lnTo>
                    <a:pt x="101" y="303"/>
                  </a:lnTo>
                  <a:lnTo>
                    <a:pt x="68" y="471"/>
                  </a:lnTo>
                  <a:lnTo>
                    <a:pt x="68" y="673"/>
                  </a:lnTo>
                  <a:lnTo>
                    <a:pt x="101" y="1111"/>
                  </a:lnTo>
                  <a:lnTo>
                    <a:pt x="202" y="1549"/>
                  </a:lnTo>
                  <a:lnTo>
                    <a:pt x="236" y="1582"/>
                  </a:lnTo>
                  <a:lnTo>
                    <a:pt x="573" y="1582"/>
                  </a:lnTo>
                  <a:lnTo>
                    <a:pt x="876" y="1616"/>
                  </a:lnTo>
                  <a:lnTo>
                    <a:pt x="1482" y="1683"/>
                  </a:lnTo>
                  <a:lnTo>
                    <a:pt x="2357" y="1683"/>
                  </a:lnTo>
                  <a:lnTo>
                    <a:pt x="2660" y="1616"/>
                  </a:lnTo>
                  <a:lnTo>
                    <a:pt x="2694" y="1582"/>
                  </a:lnTo>
                  <a:lnTo>
                    <a:pt x="2727" y="1549"/>
                  </a:lnTo>
                  <a:lnTo>
                    <a:pt x="2727" y="909"/>
                  </a:lnTo>
                  <a:lnTo>
                    <a:pt x="2727" y="572"/>
                  </a:lnTo>
                  <a:lnTo>
                    <a:pt x="2660" y="269"/>
                  </a:lnTo>
                  <a:lnTo>
                    <a:pt x="2626" y="168"/>
                  </a:lnTo>
                  <a:lnTo>
                    <a:pt x="2525" y="135"/>
                  </a:lnTo>
                  <a:lnTo>
                    <a:pt x="2424" y="101"/>
                  </a:lnTo>
                  <a:lnTo>
                    <a:pt x="1650" y="101"/>
                  </a:lnTo>
                  <a:lnTo>
                    <a:pt x="977" y="34"/>
                  </a:lnTo>
                  <a:lnTo>
                    <a:pt x="5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2" name="Google Shape;1862;p12"/>
            <p:cNvSpPr/>
            <p:nvPr/>
          </p:nvSpPr>
          <p:spPr>
            <a:xfrm>
              <a:off x="3157971" y="5087904"/>
              <a:ext cx="137437" cy="58717"/>
            </a:xfrm>
            <a:custGeom>
              <a:avLst/>
              <a:gdLst/>
              <a:ahLst/>
              <a:cxnLst/>
              <a:rect l="l" t="t" r="r" b="b"/>
              <a:pathLst>
                <a:path w="2762" h="1180" extrusionOk="0">
                  <a:moveTo>
                    <a:pt x="438" y="1"/>
                  </a:moveTo>
                  <a:lnTo>
                    <a:pt x="202" y="68"/>
                  </a:lnTo>
                  <a:lnTo>
                    <a:pt x="101" y="102"/>
                  </a:lnTo>
                  <a:lnTo>
                    <a:pt x="34" y="169"/>
                  </a:lnTo>
                  <a:lnTo>
                    <a:pt x="0" y="237"/>
                  </a:lnTo>
                  <a:lnTo>
                    <a:pt x="34" y="270"/>
                  </a:lnTo>
                  <a:lnTo>
                    <a:pt x="101" y="270"/>
                  </a:lnTo>
                  <a:lnTo>
                    <a:pt x="135" y="237"/>
                  </a:lnTo>
                  <a:lnTo>
                    <a:pt x="202" y="203"/>
                  </a:lnTo>
                  <a:lnTo>
                    <a:pt x="303" y="169"/>
                  </a:lnTo>
                  <a:lnTo>
                    <a:pt x="539" y="136"/>
                  </a:lnTo>
                  <a:lnTo>
                    <a:pt x="977" y="169"/>
                  </a:lnTo>
                  <a:lnTo>
                    <a:pt x="1919" y="203"/>
                  </a:lnTo>
                  <a:lnTo>
                    <a:pt x="2256" y="237"/>
                  </a:lnTo>
                  <a:lnTo>
                    <a:pt x="2391" y="270"/>
                  </a:lnTo>
                  <a:lnTo>
                    <a:pt x="2525" y="338"/>
                  </a:lnTo>
                  <a:lnTo>
                    <a:pt x="2593" y="371"/>
                  </a:lnTo>
                  <a:lnTo>
                    <a:pt x="2626" y="439"/>
                  </a:lnTo>
                  <a:lnTo>
                    <a:pt x="2660" y="607"/>
                  </a:lnTo>
                  <a:lnTo>
                    <a:pt x="2626" y="910"/>
                  </a:lnTo>
                  <a:lnTo>
                    <a:pt x="2660" y="1179"/>
                  </a:lnTo>
                  <a:lnTo>
                    <a:pt x="2761" y="1179"/>
                  </a:lnTo>
                  <a:lnTo>
                    <a:pt x="2761" y="708"/>
                  </a:lnTo>
                  <a:lnTo>
                    <a:pt x="2761" y="439"/>
                  </a:lnTo>
                  <a:lnTo>
                    <a:pt x="2727" y="371"/>
                  </a:lnTo>
                  <a:lnTo>
                    <a:pt x="2660" y="270"/>
                  </a:lnTo>
                  <a:lnTo>
                    <a:pt x="2593" y="237"/>
                  </a:lnTo>
                  <a:lnTo>
                    <a:pt x="2525" y="169"/>
                  </a:lnTo>
                  <a:lnTo>
                    <a:pt x="2256" y="102"/>
                  </a:lnTo>
                  <a:lnTo>
                    <a:pt x="1919" y="68"/>
                  </a:lnTo>
                  <a:lnTo>
                    <a:pt x="1583" y="68"/>
                  </a:lnTo>
                  <a:lnTo>
                    <a:pt x="909" y="35"/>
                  </a:lnTo>
                  <a:lnTo>
                    <a:pt x="67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3" name="Google Shape;1863;p12"/>
            <p:cNvSpPr/>
            <p:nvPr/>
          </p:nvSpPr>
          <p:spPr>
            <a:xfrm>
              <a:off x="3392490" y="4943849"/>
              <a:ext cx="130720" cy="132411"/>
            </a:xfrm>
            <a:custGeom>
              <a:avLst/>
              <a:gdLst/>
              <a:ahLst/>
              <a:cxnLst/>
              <a:rect l="l" t="t" r="r" b="b"/>
              <a:pathLst>
                <a:path w="2627" h="2661" extrusionOk="0">
                  <a:moveTo>
                    <a:pt x="2122" y="135"/>
                  </a:moveTo>
                  <a:lnTo>
                    <a:pt x="2257" y="169"/>
                  </a:lnTo>
                  <a:lnTo>
                    <a:pt x="2358" y="236"/>
                  </a:lnTo>
                  <a:lnTo>
                    <a:pt x="2425" y="337"/>
                  </a:lnTo>
                  <a:lnTo>
                    <a:pt x="2492" y="539"/>
                  </a:lnTo>
                  <a:lnTo>
                    <a:pt x="2492" y="741"/>
                  </a:lnTo>
                  <a:lnTo>
                    <a:pt x="2492" y="1179"/>
                  </a:lnTo>
                  <a:lnTo>
                    <a:pt x="2425" y="1718"/>
                  </a:lnTo>
                  <a:lnTo>
                    <a:pt x="2391" y="1953"/>
                  </a:lnTo>
                  <a:lnTo>
                    <a:pt x="2290" y="2223"/>
                  </a:lnTo>
                  <a:lnTo>
                    <a:pt x="2223" y="2324"/>
                  </a:lnTo>
                  <a:lnTo>
                    <a:pt x="2156" y="2391"/>
                  </a:lnTo>
                  <a:lnTo>
                    <a:pt x="2021" y="2458"/>
                  </a:lnTo>
                  <a:lnTo>
                    <a:pt x="1920" y="2492"/>
                  </a:lnTo>
                  <a:lnTo>
                    <a:pt x="1381" y="2492"/>
                  </a:lnTo>
                  <a:lnTo>
                    <a:pt x="472" y="2458"/>
                  </a:lnTo>
                  <a:lnTo>
                    <a:pt x="337" y="2425"/>
                  </a:lnTo>
                  <a:lnTo>
                    <a:pt x="236" y="2324"/>
                  </a:lnTo>
                  <a:lnTo>
                    <a:pt x="169" y="2223"/>
                  </a:lnTo>
                  <a:lnTo>
                    <a:pt x="135" y="2088"/>
                  </a:lnTo>
                  <a:lnTo>
                    <a:pt x="135" y="1785"/>
                  </a:lnTo>
                  <a:lnTo>
                    <a:pt x="169" y="1516"/>
                  </a:lnTo>
                  <a:lnTo>
                    <a:pt x="169" y="741"/>
                  </a:lnTo>
                  <a:lnTo>
                    <a:pt x="203" y="472"/>
                  </a:lnTo>
                  <a:lnTo>
                    <a:pt x="169" y="337"/>
                  </a:lnTo>
                  <a:lnTo>
                    <a:pt x="135" y="202"/>
                  </a:lnTo>
                  <a:lnTo>
                    <a:pt x="169" y="202"/>
                  </a:lnTo>
                  <a:lnTo>
                    <a:pt x="472" y="169"/>
                  </a:lnTo>
                  <a:lnTo>
                    <a:pt x="775" y="135"/>
                  </a:lnTo>
                  <a:close/>
                  <a:moveTo>
                    <a:pt x="506" y="0"/>
                  </a:moveTo>
                  <a:lnTo>
                    <a:pt x="135" y="68"/>
                  </a:lnTo>
                  <a:lnTo>
                    <a:pt x="135" y="101"/>
                  </a:lnTo>
                  <a:lnTo>
                    <a:pt x="102" y="101"/>
                  </a:lnTo>
                  <a:lnTo>
                    <a:pt x="68" y="135"/>
                  </a:lnTo>
                  <a:lnTo>
                    <a:pt x="34" y="573"/>
                  </a:lnTo>
                  <a:lnTo>
                    <a:pt x="34" y="1010"/>
                  </a:lnTo>
                  <a:lnTo>
                    <a:pt x="34" y="1852"/>
                  </a:lnTo>
                  <a:lnTo>
                    <a:pt x="1" y="2088"/>
                  </a:lnTo>
                  <a:lnTo>
                    <a:pt x="34" y="2290"/>
                  </a:lnTo>
                  <a:lnTo>
                    <a:pt x="68" y="2357"/>
                  </a:lnTo>
                  <a:lnTo>
                    <a:pt x="102" y="2458"/>
                  </a:lnTo>
                  <a:lnTo>
                    <a:pt x="169" y="2526"/>
                  </a:lnTo>
                  <a:lnTo>
                    <a:pt x="270" y="2559"/>
                  </a:lnTo>
                  <a:lnTo>
                    <a:pt x="573" y="2627"/>
                  </a:lnTo>
                  <a:lnTo>
                    <a:pt x="876" y="2660"/>
                  </a:lnTo>
                  <a:lnTo>
                    <a:pt x="1482" y="2627"/>
                  </a:lnTo>
                  <a:lnTo>
                    <a:pt x="1718" y="2627"/>
                  </a:lnTo>
                  <a:lnTo>
                    <a:pt x="1987" y="2593"/>
                  </a:lnTo>
                  <a:lnTo>
                    <a:pt x="2122" y="2559"/>
                  </a:lnTo>
                  <a:lnTo>
                    <a:pt x="2223" y="2526"/>
                  </a:lnTo>
                  <a:lnTo>
                    <a:pt x="2324" y="2458"/>
                  </a:lnTo>
                  <a:lnTo>
                    <a:pt x="2391" y="2357"/>
                  </a:lnTo>
                  <a:lnTo>
                    <a:pt x="2526" y="2088"/>
                  </a:lnTo>
                  <a:lnTo>
                    <a:pt x="2560" y="1819"/>
                  </a:lnTo>
                  <a:lnTo>
                    <a:pt x="2593" y="1246"/>
                  </a:lnTo>
                  <a:lnTo>
                    <a:pt x="2627" y="707"/>
                  </a:lnTo>
                  <a:lnTo>
                    <a:pt x="2627" y="438"/>
                  </a:lnTo>
                  <a:lnTo>
                    <a:pt x="2593" y="337"/>
                  </a:lnTo>
                  <a:lnTo>
                    <a:pt x="2526" y="202"/>
                  </a:lnTo>
                  <a:lnTo>
                    <a:pt x="2459" y="135"/>
                  </a:lnTo>
                  <a:lnTo>
                    <a:pt x="2358" y="68"/>
                  </a:lnTo>
                  <a:lnTo>
                    <a:pt x="2257" y="34"/>
                  </a:lnTo>
                  <a:lnTo>
                    <a:pt x="215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4" name="Google Shape;1864;p12"/>
            <p:cNvSpPr/>
            <p:nvPr/>
          </p:nvSpPr>
          <p:spPr>
            <a:xfrm>
              <a:off x="3154587" y="5027595"/>
              <a:ext cx="20153" cy="26870"/>
            </a:xfrm>
            <a:custGeom>
              <a:avLst/>
              <a:gdLst/>
              <a:ahLst/>
              <a:cxnLst/>
              <a:rect l="l" t="t" r="r" b="b"/>
              <a:pathLst>
                <a:path w="405" h="540" extrusionOk="0">
                  <a:moveTo>
                    <a:pt x="1" y="1"/>
                  </a:moveTo>
                  <a:lnTo>
                    <a:pt x="1" y="68"/>
                  </a:lnTo>
                  <a:lnTo>
                    <a:pt x="1" y="169"/>
                  </a:lnTo>
                  <a:lnTo>
                    <a:pt x="35" y="237"/>
                  </a:lnTo>
                  <a:lnTo>
                    <a:pt x="68" y="270"/>
                  </a:lnTo>
                  <a:lnTo>
                    <a:pt x="237" y="270"/>
                  </a:lnTo>
                  <a:lnTo>
                    <a:pt x="270" y="338"/>
                  </a:lnTo>
                  <a:lnTo>
                    <a:pt x="270" y="405"/>
                  </a:lnTo>
                  <a:lnTo>
                    <a:pt x="102" y="405"/>
                  </a:lnTo>
                  <a:lnTo>
                    <a:pt x="68" y="371"/>
                  </a:lnTo>
                  <a:lnTo>
                    <a:pt x="35" y="405"/>
                  </a:lnTo>
                  <a:lnTo>
                    <a:pt x="1" y="439"/>
                  </a:lnTo>
                  <a:lnTo>
                    <a:pt x="1" y="506"/>
                  </a:lnTo>
                  <a:lnTo>
                    <a:pt x="35" y="540"/>
                  </a:lnTo>
                  <a:lnTo>
                    <a:pt x="304" y="540"/>
                  </a:lnTo>
                  <a:lnTo>
                    <a:pt x="338" y="506"/>
                  </a:lnTo>
                  <a:lnTo>
                    <a:pt x="371" y="472"/>
                  </a:lnTo>
                  <a:lnTo>
                    <a:pt x="405" y="371"/>
                  </a:lnTo>
                  <a:lnTo>
                    <a:pt x="405" y="270"/>
                  </a:lnTo>
                  <a:lnTo>
                    <a:pt x="371" y="203"/>
                  </a:lnTo>
                  <a:lnTo>
                    <a:pt x="304" y="169"/>
                  </a:lnTo>
                  <a:lnTo>
                    <a:pt x="237" y="136"/>
                  </a:lnTo>
                  <a:lnTo>
                    <a:pt x="136" y="136"/>
                  </a:lnTo>
                  <a:lnTo>
                    <a:pt x="136" y="102"/>
                  </a:lnTo>
                  <a:lnTo>
                    <a:pt x="237" y="102"/>
                  </a:lnTo>
                  <a:lnTo>
                    <a:pt x="304" y="68"/>
                  </a:lnTo>
                  <a:lnTo>
                    <a:pt x="405" y="35"/>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5" name="Google Shape;1865;p12"/>
            <p:cNvSpPr/>
            <p:nvPr/>
          </p:nvSpPr>
          <p:spPr>
            <a:xfrm>
              <a:off x="3245051" y="4945541"/>
              <a:ext cx="125744" cy="132362"/>
            </a:xfrm>
            <a:custGeom>
              <a:avLst/>
              <a:gdLst/>
              <a:ahLst/>
              <a:cxnLst/>
              <a:rect l="l" t="t" r="r" b="b"/>
              <a:pathLst>
                <a:path w="2527" h="2660" extrusionOk="0">
                  <a:moveTo>
                    <a:pt x="2122" y="135"/>
                  </a:moveTo>
                  <a:lnTo>
                    <a:pt x="2257" y="202"/>
                  </a:lnTo>
                  <a:lnTo>
                    <a:pt x="2324" y="337"/>
                  </a:lnTo>
                  <a:lnTo>
                    <a:pt x="2391" y="471"/>
                  </a:lnTo>
                  <a:lnTo>
                    <a:pt x="2425" y="673"/>
                  </a:lnTo>
                  <a:lnTo>
                    <a:pt x="2425" y="1044"/>
                  </a:lnTo>
                  <a:lnTo>
                    <a:pt x="2391" y="1347"/>
                  </a:lnTo>
                  <a:lnTo>
                    <a:pt x="2391" y="1818"/>
                  </a:lnTo>
                  <a:lnTo>
                    <a:pt x="2391" y="2054"/>
                  </a:lnTo>
                  <a:lnTo>
                    <a:pt x="2358" y="2290"/>
                  </a:lnTo>
                  <a:lnTo>
                    <a:pt x="2290" y="2424"/>
                  </a:lnTo>
                  <a:lnTo>
                    <a:pt x="2189" y="2492"/>
                  </a:lnTo>
                  <a:lnTo>
                    <a:pt x="1886" y="2492"/>
                  </a:lnTo>
                  <a:lnTo>
                    <a:pt x="1550" y="2458"/>
                  </a:lnTo>
                  <a:lnTo>
                    <a:pt x="1280" y="2424"/>
                  </a:lnTo>
                  <a:lnTo>
                    <a:pt x="674" y="2424"/>
                  </a:lnTo>
                  <a:lnTo>
                    <a:pt x="371" y="2458"/>
                  </a:lnTo>
                  <a:lnTo>
                    <a:pt x="203" y="2424"/>
                  </a:lnTo>
                  <a:lnTo>
                    <a:pt x="136" y="2391"/>
                  </a:lnTo>
                  <a:lnTo>
                    <a:pt x="136" y="2323"/>
                  </a:lnTo>
                  <a:lnTo>
                    <a:pt x="136" y="2054"/>
                  </a:lnTo>
                  <a:lnTo>
                    <a:pt x="136" y="1785"/>
                  </a:lnTo>
                  <a:lnTo>
                    <a:pt x="203" y="1246"/>
                  </a:lnTo>
                  <a:lnTo>
                    <a:pt x="237" y="774"/>
                  </a:lnTo>
                  <a:lnTo>
                    <a:pt x="203" y="269"/>
                  </a:lnTo>
                  <a:lnTo>
                    <a:pt x="472" y="202"/>
                  </a:lnTo>
                  <a:lnTo>
                    <a:pt x="1449" y="202"/>
                  </a:lnTo>
                  <a:lnTo>
                    <a:pt x="1684" y="135"/>
                  </a:lnTo>
                  <a:close/>
                  <a:moveTo>
                    <a:pt x="1684" y="0"/>
                  </a:moveTo>
                  <a:lnTo>
                    <a:pt x="1247" y="67"/>
                  </a:lnTo>
                  <a:lnTo>
                    <a:pt x="472" y="67"/>
                  </a:lnTo>
                  <a:lnTo>
                    <a:pt x="237" y="135"/>
                  </a:lnTo>
                  <a:lnTo>
                    <a:pt x="237" y="101"/>
                  </a:lnTo>
                  <a:lnTo>
                    <a:pt x="203" y="67"/>
                  </a:lnTo>
                  <a:lnTo>
                    <a:pt x="169" y="67"/>
                  </a:lnTo>
                  <a:lnTo>
                    <a:pt x="136" y="101"/>
                  </a:lnTo>
                  <a:lnTo>
                    <a:pt x="102" y="404"/>
                  </a:lnTo>
                  <a:lnTo>
                    <a:pt x="68" y="741"/>
                  </a:lnTo>
                  <a:lnTo>
                    <a:pt x="68" y="1044"/>
                  </a:lnTo>
                  <a:lnTo>
                    <a:pt x="68" y="1347"/>
                  </a:lnTo>
                  <a:lnTo>
                    <a:pt x="1" y="1953"/>
                  </a:lnTo>
                  <a:lnTo>
                    <a:pt x="1" y="2222"/>
                  </a:lnTo>
                  <a:lnTo>
                    <a:pt x="1" y="2525"/>
                  </a:lnTo>
                  <a:lnTo>
                    <a:pt x="35" y="2559"/>
                  </a:lnTo>
                  <a:lnTo>
                    <a:pt x="68" y="2593"/>
                  </a:lnTo>
                  <a:lnTo>
                    <a:pt x="674" y="2593"/>
                  </a:lnTo>
                  <a:lnTo>
                    <a:pt x="1280" y="2559"/>
                  </a:lnTo>
                  <a:lnTo>
                    <a:pt x="1516" y="2593"/>
                  </a:lnTo>
                  <a:lnTo>
                    <a:pt x="1752" y="2626"/>
                  </a:lnTo>
                  <a:lnTo>
                    <a:pt x="1987" y="2660"/>
                  </a:lnTo>
                  <a:lnTo>
                    <a:pt x="2223" y="2660"/>
                  </a:lnTo>
                  <a:lnTo>
                    <a:pt x="2290" y="2626"/>
                  </a:lnTo>
                  <a:lnTo>
                    <a:pt x="2358" y="2593"/>
                  </a:lnTo>
                  <a:lnTo>
                    <a:pt x="2459" y="2458"/>
                  </a:lnTo>
                  <a:lnTo>
                    <a:pt x="2526" y="2290"/>
                  </a:lnTo>
                  <a:lnTo>
                    <a:pt x="2526" y="2088"/>
                  </a:lnTo>
                  <a:lnTo>
                    <a:pt x="2526" y="1650"/>
                  </a:lnTo>
                  <a:lnTo>
                    <a:pt x="2526" y="1347"/>
                  </a:lnTo>
                  <a:lnTo>
                    <a:pt x="2526" y="976"/>
                  </a:lnTo>
                  <a:lnTo>
                    <a:pt x="2526" y="572"/>
                  </a:lnTo>
                  <a:lnTo>
                    <a:pt x="2459" y="370"/>
                  </a:lnTo>
                  <a:lnTo>
                    <a:pt x="2391" y="202"/>
                  </a:lnTo>
                  <a:lnTo>
                    <a:pt x="2257" y="101"/>
                  </a:lnTo>
                  <a:lnTo>
                    <a:pt x="208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6" name="Google Shape;1866;p12"/>
            <p:cNvSpPr/>
            <p:nvPr/>
          </p:nvSpPr>
          <p:spPr>
            <a:xfrm>
              <a:off x="3119407" y="4846668"/>
              <a:ext cx="139129" cy="87180"/>
            </a:xfrm>
            <a:custGeom>
              <a:avLst/>
              <a:gdLst/>
              <a:ahLst/>
              <a:cxnLst/>
              <a:rect l="l" t="t" r="r" b="b"/>
              <a:pathLst>
                <a:path w="2796" h="1752" extrusionOk="0">
                  <a:moveTo>
                    <a:pt x="506" y="102"/>
                  </a:moveTo>
                  <a:lnTo>
                    <a:pt x="910" y="135"/>
                  </a:lnTo>
                  <a:lnTo>
                    <a:pt x="1381" y="169"/>
                  </a:lnTo>
                  <a:lnTo>
                    <a:pt x="1819" y="203"/>
                  </a:lnTo>
                  <a:lnTo>
                    <a:pt x="2156" y="236"/>
                  </a:lnTo>
                  <a:lnTo>
                    <a:pt x="2492" y="236"/>
                  </a:lnTo>
                  <a:lnTo>
                    <a:pt x="2560" y="270"/>
                  </a:lnTo>
                  <a:lnTo>
                    <a:pt x="2593" y="337"/>
                  </a:lnTo>
                  <a:lnTo>
                    <a:pt x="2661" y="607"/>
                  </a:lnTo>
                  <a:lnTo>
                    <a:pt x="2661" y="876"/>
                  </a:lnTo>
                  <a:lnTo>
                    <a:pt x="2661" y="1078"/>
                  </a:lnTo>
                  <a:lnTo>
                    <a:pt x="2661" y="1246"/>
                  </a:lnTo>
                  <a:lnTo>
                    <a:pt x="2627" y="1448"/>
                  </a:lnTo>
                  <a:lnTo>
                    <a:pt x="2593" y="1516"/>
                  </a:lnTo>
                  <a:lnTo>
                    <a:pt x="2560" y="1549"/>
                  </a:lnTo>
                  <a:lnTo>
                    <a:pt x="2425" y="1617"/>
                  </a:lnTo>
                  <a:lnTo>
                    <a:pt x="2156" y="1617"/>
                  </a:lnTo>
                  <a:lnTo>
                    <a:pt x="1718" y="1583"/>
                  </a:lnTo>
                  <a:lnTo>
                    <a:pt x="1482" y="1549"/>
                  </a:lnTo>
                  <a:lnTo>
                    <a:pt x="1280" y="1549"/>
                  </a:lnTo>
                  <a:lnTo>
                    <a:pt x="708" y="1617"/>
                  </a:lnTo>
                  <a:lnTo>
                    <a:pt x="472" y="1583"/>
                  </a:lnTo>
                  <a:lnTo>
                    <a:pt x="405" y="1583"/>
                  </a:lnTo>
                  <a:lnTo>
                    <a:pt x="371" y="1549"/>
                  </a:lnTo>
                  <a:lnTo>
                    <a:pt x="338" y="1482"/>
                  </a:lnTo>
                  <a:lnTo>
                    <a:pt x="304" y="1280"/>
                  </a:lnTo>
                  <a:lnTo>
                    <a:pt x="304" y="741"/>
                  </a:lnTo>
                  <a:lnTo>
                    <a:pt x="304" y="203"/>
                  </a:lnTo>
                  <a:lnTo>
                    <a:pt x="304" y="169"/>
                  </a:lnTo>
                  <a:lnTo>
                    <a:pt x="270" y="135"/>
                  </a:lnTo>
                  <a:lnTo>
                    <a:pt x="506" y="102"/>
                  </a:lnTo>
                  <a:close/>
                  <a:moveTo>
                    <a:pt x="338" y="1"/>
                  </a:moveTo>
                  <a:lnTo>
                    <a:pt x="169" y="34"/>
                  </a:lnTo>
                  <a:lnTo>
                    <a:pt x="35" y="135"/>
                  </a:lnTo>
                  <a:lnTo>
                    <a:pt x="1" y="169"/>
                  </a:lnTo>
                  <a:lnTo>
                    <a:pt x="35" y="203"/>
                  </a:lnTo>
                  <a:lnTo>
                    <a:pt x="68" y="236"/>
                  </a:lnTo>
                  <a:lnTo>
                    <a:pt x="102" y="203"/>
                  </a:lnTo>
                  <a:lnTo>
                    <a:pt x="203" y="169"/>
                  </a:lnTo>
                  <a:lnTo>
                    <a:pt x="237" y="152"/>
                  </a:lnTo>
                  <a:lnTo>
                    <a:pt x="237" y="152"/>
                  </a:lnTo>
                  <a:lnTo>
                    <a:pt x="237" y="169"/>
                  </a:lnTo>
                  <a:lnTo>
                    <a:pt x="169" y="506"/>
                  </a:lnTo>
                  <a:lnTo>
                    <a:pt x="136" y="809"/>
                  </a:lnTo>
                  <a:lnTo>
                    <a:pt x="136" y="1011"/>
                  </a:lnTo>
                  <a:lnTo>
                    <a:pt x="169" y="1213"/>
                  </a:lnTo>
                  <a:lnTo>
                    <a:pt x="169" y="1415"/>
                  </a:lnTo>
                  <a:lnTo>
                    <a:pt x="169" y="1617"/>
                  </a:lnTo>
                  <a:lnTo>
                    <a:pt x="203" y="1684"/>
                  </a:lnTo>
                  <a:lnTo>
                    <a:pt x="237" y="1684"/>
                  </a:lnTo>
                  <a:lnTo>
                    <a:pt x="540" y="1718"/>
                  </a:lnTo>
                  <a:lnTo>
                    <a:pt x="843" y="1718"/>
                  </a:lnTo>
                  <a:lnTo>
                    <a:pt x="1482" y="1684"/>
                  </a:lnTo>
                  <a:lnTo>
                    <a:pt x="1718" y="1718"/>
                  </a:lnTo>
                  <a:lnTo>
                    <a:pt x="1954" y="1751"/>
                  </a:lnTo>
                  <a:lnTo>
                    <a:pt x="2459" y="1751"/>
                  </a:lnTo>
                  <a:lnTo>
                    <a:pt x="2593" y="1684"/>
                  </a:lnTo>
                  <a:lnTo>
                    <a:pt x="2728" y="1583"/>
                  </a:lnTo>
                  <a:lnTo>
                    <a:pt x="2762" y="1415"/>
                  </a:lnTo>
                  <a:lnTo>
                    <a:pt x="2795" y="1213"/>
                  </a:lnTo>
                  <a:lnTo>
                    <a:pt x="2795" y="842"/>
                  </a:lnTo>
                  <a:lnTo>
                    <a:pt x="2762" y="506"/>
                  </a:lnTo>
                  <a:lnTo>
                    <a:pt x="2694" y="304"/>
                  </a:lnTo>
                  <a:lnTo>
                    <a:pt x="2627" y="203"/>
                  </a:lnTo>
                  <a:lnTo>
                    <a:pt x="2560" y="135"/>
                  </a:lnTo>
                  <a:lnTo>
                    <a:pt x="2391" y="102"/>
                  </a:lnTo>
                  <a:lnTo>
                    <a:pt x="2223" y="135"/>
                  </a:lnTo>
                  <a:lnTo>
                    <a:pt x="2088" y="135"/>
                  </a:lnTo>
                  <a:lnTo>
                    <a:pt x="1920" y="102"/>
                  </a:lnTo>
                  <a:lnTo>
                    <a:pt x="1617" y="68"/>
                  </a:lnTo>
                  <a:lnTo>
                    <a:pt x="1146" y="34"/>
                  </a:lnTo>
                  <a:lnTo>
                    <a:pt x="67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7" name="Google Shape;1867;p12"/>
            <p:cNvSpPr/>
            <p:nvPr/>
          </p:nvSpPr>
          <p:spPr>
            <a:xfrm>
              <a:off x="3023918" y="5096314"/>
              <a:ext cx="127386" cy="50307"/>
            </a:xfrm>
            <a:custGeom>
              <a:avLst/>
              <a:gdLst/>
              <a:ahLst/>
              <a:cxnLst/>
              <a:rect l="l" t="t" r="r" b="b"/>
              <a:pathLst>
                <a:path w="2560" h="1011" extrusionOk="0">
                  <a:moveTo>
                    <a:pt x="1314" y="0"/>
                  </a:moveTo>
                  <a:lnTo>
                    <a:pt x="135" y="34"/>
                  </a:lnTo>
                  <a:lnTo>
                    <a:pt x="102" y="68"/>
                  </a:lnTo>
                  <a:lnTo>
                    <a:pt x="68" y="68"/>
                  </a:lnTo>
                  <a:lnTo>
                    <a:pt x="1" y="270"/>
                  </a:lnTo>
                  <a:lnTo>
                    <a:pt x="1" y="472"/>
                  </a:lnTo>
                  <a:lnTo>
                    <a:pt x="34" y="909"/>
                  </a:lnTo>
                  <a:lnTo>
                    <a:pt x="34" y="1010"/>
                  </a:lnTo>
                  <a:lnTo>
                    <a:pt x="169" y="1010"/>
                  </a:lnTo>
                  <a:lnTo>
                    <a:pt x="135" y="606"/>
                  </a:lnTo>
                  <a:lnTo>
                    <a:pt x="102" y="371"/>
                  </a:lnTo>
                  <a:lnTo>
                    <a:pt x="135" y="169"/>
                  </a:lnTo>
                  <a:lnTo>
                    <a:pt x="1280" y="135"/>
                  </a:lnTo>
                  <a:lnTo>
                    <a:pt x="1920" y="101"/>
                  </a:lnTo>
                  <a:lnTo>
                    <a:pt x="2257" y="101"/>
                  </a:lnTo>
                  <a:lnTo>
                    <a:pt x="2391" y="135"/>
                  </a:lnTo>
                  <a:lnTo>
                    <a:pt x="2425" y="169"/>
                  </a:lnTo>
                  <a:lnTo>
                    <a:pt x="2459" y="1010"/>
                  </a:lnTo>
                  <a:lnTo>
                    <a:pt x="2560" y="1010"/>
                  </a:lnTo>
                  <a:lnTo>
                    <a:pt x="2526" y="34"/>
                  </a:lnTo>
                  <a:lnTo>
                    <a:pt x="252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8" name="Google Shape;1868;p12"/>
            <p:cNvSpPr/>
            <p:nvPr/>
          </p:nvSpPr>
          <p:spPr>
            <a:xfrm>
              <a:off x="2330363" y="4724358"/>
              <a:ext cx="2218152" cy="422263"/>
            </a:xfrm>
            <a:custGeom>
              <a:avLst/>
              <a:gdLst/>
              <a:ahLst/>
              <a:cxnLst/>
              <a:rect l="l" t="t" r="r" b="b"/>
              <a:pathLst>
                <a:path w="44577" h="8486" extrusionOk="0">
                  <a:moveTo>
                    <a:pt x="2222" y="1"/>
                  </a:moveTo>
                  <a:lnTo>
                    <a:pt x="1583" y="35"/>
                  </a:lnTo>
                  <a:lnTo>
                    <a:pt x="1280" y="35"/>
                  </a:lnTo>
                  <a:lnTo>
                    <a:pt x="943" y="68"/>
                  </a:lnTo>
                  <a:lnTo>
                    <a:pt x="606" y="169"/>
                  </a:lnTo>
                  <a:lnTo>
                    <a:pt x="472" y="203"/>
                  </a:lnTo>
                  <a:lnTo>
                    <a:pt x="337" y="304"/>
                  </a:lnTo>
                  <a:lnTo>
                    <a:pt x="303" y="371"/>
                  </a:lnTo>
                  <a:lnTo>
                    <a:pt x="236" y="439"/>
                  </a:lnTo>
                  <a:lnTo>
                    <a:pt x="202" y="607"/>
                  </a:lnTo>
                  <a:lnTo>
                    <a:pt x="236" y="977"/>
                  </a:lnTo>
                  <a:lnTo>
                    <a:pt x="169" y="1583"/>
                  </a:lnTo>
                  <a:lnTo>
                    <a:pt x="135" y="2156"/>
                  </a:lnTo>
                  <a:lnTo>
                    <a:pt x="68" y="2762"/>
                  </a:lnTo>
                  <a:lnTo>
                    <a:pt x="34" y="3368"/>
                  </a:lnTo>
                  <a:lnTo>
                    <a:pt x="0" y="5927"/>
                  </a:lnTo>
                  <a:lnTo>
                    <a:pt x="0" y="7206"/>
                  </a:lnTo>
                  <a:lnTo>
                    <a:pt x="68" y="8485"/>
                  </a:lnTo>
                  <a:lnTo>
                    <a:pt x="202" y="8485"/>
                  </a:lnTo>
                  <a:lnTo>
                    <a:pt x="202" y="7475"/>
                  </a:lnTo>
                  <a:lnTo>
                    <a:pt x="236" y="6432"/>
                  </a:lnTo>
                  <a:lnTo>
                    <a:pt x="202" y="4378"/>
                  </a:lnTo>
                  <a:lnTo>
                    <a:pt x="236" y="3435"/>
                  </a:lnTo>
                  <a:lnTo>
                    <a:pt x="303" y="2492"/>
                  </a:lnTo>
                  <a:lnTo>
                    <a:pt x="371" y="1550"/>
                  </a:lnTo>
                  <a:lnTo>
                    <a:pt x="404" y="607"/>
                  </a:lnTo>
                  <a:lnTo>
                    <a:pt x="404" y="540"/>
                  </a:lnTo>
                  <a:lnTo>
                    <a:pt x="438" y="472"/>
                  </a:lnTo>
                  <a:lnTo>
                    <a:pt x="573" y="371"/>
                  </a:lnTo>
                  <a:lnTo>
                    <a:pt x="741" y="304"/>
                  </a:lnTo>
                  <a:lnTo>
                    <a:pt x="977" y="237"/>
                  </a:lnTo>
                  <a:lnTo>
                    <a:pt x="1280" y="169"/>
                  </a:lnTo>
                  <a:lnTo>
                    <a:pt x="1616" y="169"/>
                  </a:lnTo>
                  <a:lnTo>
                    <a:pt x="2323" y="136"/>
                  </a:lnTo>
                  <a:lnTo>
                    <a:pt x="3064" y="136"/>
                  </a:lnTo>
                  <a:lnTo>
                    <a:pt x="3737" y="169"/>
                  </a:lnTo>
                  <a:lnTo>
                    <a:pt x="4613" y="203"/>
                  </a:lnTo>
                  <a:lnTo>
                    <a:pt x="7475" y="270"/>
                  </a:lnTo>
                  <a:lnTo>
                    <a:pt x="8687" y="304"/>
                  </a:lnTo>
                  <a:lnTo>
                    <a:pt x="9192" y="270"/>
                  </a:lnTo>
                  <a:lnTo>
                    <a:pt x="19528" y="270"/>
                  </a:lnTo>
                  <a:lnTo>
                    <a:pt x="25588" y="304"/>
                  </a:lnTo>
                  <a:lnTo>
                    <a:pt x="31648" y="371"/>
                  </a:lnTo>
                  <a:lnTo>
                    <a:pt x="37675" y="439"/>
                  </a:lnTo>
                  <a:lnTo>
                    <a:pt x="43735" y="472"/>
                  </a:lnTo>
                  <a:lnTo>
                    <a:pt x="43870" y="573"/>
                  </a:lnTo>
                  <a:lnTo>
                    <a:pt x="44004" y="708"/>
                  </a:lnTo>
                  <a:lnTo>
                    <a:pt x="44105" y="843"/>
                  </a:lnTo>
                  <a:lnTo>
                    <a:pt x="44173" y="1045"/>
                  </a:lnTo>
                  <a:lnTo>
                    <a:pt x="44307" y="1449"/>
                  </a:lnTo>
                  <a:lnTo>
                    <a:pt x="44341" y="1920"/>
                  </a:lnTo>
                  <a:lnTo>
                    <a:pt x="44341" y="2391"/>
                  </a:lnTo>
                  <a:lnTo>
                    <a:pt x="44341" y="2829"/>
                  </a:lnTo>
                  <a:lnTo>
                    <a:pt x="44307" y="3570"/>
                  </a:lnTo>
                  <a:lnTo>
                    <a:pt x="44274" y="4815"/>
                  </a:lnTo>
                  <a:lnTo>
                    <a:pt x="44240" y="6061"/>
                  </a:lnTo>
                  <a:lnTo>
                    <a:pt x="44173" y="7273"/>
                  </a:lnTo>
                  <a:lnTo>
                    <a:pt x="44173" y="7879"/>
                  </a:lnTo>
                  <a:lnTo>
                    <a:pt x="44173" y="8485"/>
                  </a:lnTo>
                  <a:lnTo>
                    <a:pt x="44408" y="8485"/>
                  </a:lnTo>
                  <a:lnTo>
                    <a:pt x="44408" y="7644"/>
                  </a:lnTo>
                  <a:lnTo>
                    <a:pt x="44408" y="5792"/>
                  </a:lnTo>
                  <a:lnTo>
                    <a:pt x="44476" y="4411"/>
                  </a:lnTo>
                  <a:lnTo>
                    <a:pt x="44543" y="3031"/>
                  </a:lnTo>
                  <a:lnTo>
                    <a:pt x="44577" y="2391"/>
                  </a:lnTo>
                  <a:lnTo>
                    <a:pt x="44543" y="1987"/>
                  </a:lnTo>
                  <a:lnTo>
                    <a:pt x="44509" y="1583"/>
                  </a:lnTo>
                  <a:lnTo>
                    <a:pt x="44442" y="1213"/>
                  </a:lnTo>
                  <a:lnTo>
                    <a:pt x="44341" y="843"/>
                  </a:lnTo>
                  <a:lnTo>
                    <a:pt x="44240" y="708"/>
                  </a:lnTo>
                  <a:lnTo>
                    <a:pt x="44139" y="573"/>
                  </a:lnTo>
                  <a:lnTo>
                    <a:pt x="44038" y="439"/>
                  </a:lnTo>
                  <a:lnTo>
                    <a:pt x="43903" y="371"/>
                  </a:lnTo>
                  <a:lnTo>
                    <a:pt x="43870" y="270"/>
                  </a:lnTo>
                  <a:lnTo>
                    <a:pt x="43836" y="237"/>
                  </a:lnTo>
                  <a:lnTo>
                    <a:pt x="43802" y="237"/>
                  </a:lnTo>
                  <a:lnTo>
                    <a:pt x="37944" y="203"/>
                  </a:lnTo>
                  <a:lnTo>
                    <a:pt x="32052" y="136"/>
                  </a:lnTo>
                  <a:lnTo>
                    <a:pt x="26194" y="68"/>
                  </a:lnTo>
                  <a:lnTo>
                    <a:pt x="20336" y="35"/>
                  </a:lnTo>
                  <a:lnTo>
                    <a:pt x="6532" y="35"/>
                  </a:lnTo>
                  <a:lnTo>
                    <a:pt x="5151" y="68"/>
                  </a:lnTo>
                  <a:lnTo>
                    <a:pt x="4108" y="35"/>
                  </a:lnTo>
                  <a:lnTo>
                    <a:pt x="282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69" name="Google Shape;1869;p12"/>
            <p:cNvSpPr/>
            <p:nvPr/>
          </p:nvSpPr>
          <p:spPr>
            <a:xfrm>
              <a:off x="4044197" y="5086262"/>
              <a:ext cx="127386" cy="60359"/>
            </a:xfrm>
            <a:custGeom>
              <a:avLst/>
              <a:gdLst/>
              <a:ahLst/>
              <a:cxnLst/>
              <a:rect l="l" t="t" r="r" b="b"/>
              <a:pathLst>
                <a:path w="2560" h="1213" extrusionOk="0">
                  <a:moveTo>
                    <a:pt x="270" y="0"/>
                  </a:moveTo>
                  <a:lnTo>
                    <a:pt x="102" y="34"/>
                  </a:lnTo>
                  <a:lnTo>
                    <a:pt x="34" y="68"/>
                  </a:lnTo>
                  <a:lnTo>
                    <a:pt x="1" y="101"/>
                  </a:lnTo>
                  <a:lnTo>
                    <a:pt x="1" y="135"/>
                  </a:lnTo>
                  <a:lnTo>
                    <a:pt x="34" y="169"/>
                  </a:lnTo>
                  <a:lnTo>
                    <a:pt x="102" y="202"/>
                  </a:lnTo>
                  <a:lnTo>
                    <a:pt x="68" y="404"/>
                  </a:lnTo>
                  <a:lnTo>
                    <a:pt x="68" y="573"/>
                  </a:lnTo>
                  <a:lnTo>
                    <a:pt x="102" y="977"/>
                  </a:lnTo>
                  <a:lnTo>
                    <a:pt x="102" y="1212"/>
                  </a:lnTo>
                  <a:lnTo>
                    <a:pt x="270" y="1212"/>
                  </a:lnTo>
                  <a:lnTo>
                    <a:pt x="236" y="674"/>
                  </a:lnTo>
                  <a:lnTo>
                    <a:pt x="169" y="169"/>
                  </a:lnTo>
                  <a:lnTo>
                    <a:pt x="708" y="169"/>
                  </a:lnTo>
                  <a:lnTo>
                    <a:pt x="1516" y="202"/>
                  </a:lnTo>
                  <a:lnTo>
                    <a:pt x="2223" y="202"/>
                  </a:lnTo>
                  <a:lnTo>
                    <a:pt x="2290" y="236"/>
                  </a:lnTo>
                  <a:lnTo>
                    <a:pt x="2324" y="337"/>
                  </a:lnTo>
                  <a:lnTo>
                    <a:pt x="2391" y="438"/>
                  </a:lnTo>
                  <a:lnTo>
                    <a:pt x="2391" y="573"/>
                  </a:lnTo>
                  <a:lnTo>
                    <a:pt x="2391" y="876"/>
                  </a:lnTo>
                  <a:lnTo>
                    <a:pt x="2391" y="1212"/>
                  </a:lnTo>
                  <a:lnTo>
                    <a:pt x="2526" y="1212"/>
                  </a:lnTo>
                  <a:lnTo>
                    <a:pt x="2526" y="977"/>
                  </a:lnTo>
                  <a:lnTo>
                    <a:pt x="2559" y="606"/>
                  </a:lnTo>
                  <a:lnTo>
                    <a:pt x="2526" y="404"/>
                  </a:lnTo>
                  <a:lnTo>
                    <a:pt x="2458" y="236"/>
                  </a:lnTo>
                  <a:lnTo>
                    <a:pt x="2391" y="169"/>
                  </a:lnTo>
                  <a:lnTo>
                    <a:pt x="2324" y="101"/>
                  </a:lnTo>
                  <a:lnTo>
                    <a:pt x="2223" y="68"/>
                  </a:lnTo>
                  <a:lnTo>
                    <a:pt x="2155" y="34"/>
                  </a:lnTo>
                  <a:lnTo>
                    <a:pt x="1718" y="34"/>
                  </a:lnTo>
                  <a:lnTo>
                    <a:pt x="57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776" name="Google Shape;1776;p12"/>
          <p:cNvGrpSpPr/>
          <p:nvPr/>
        </p:nvGrpSpPr>
        <p:grpSpPr>
          <a:xfrm>
            <a:off x="3" y="1362853"/>
            <a:ext cx="830992" cy="1847937"/>
            <a:chOff x="3" y="1439053"/>
            <a:chExt cx="830992" cy="1847937"/>
          </a:xfrm>
        </p:grpSpPr>
        <p:sp>
          <p:nvSpPr>
            <p:cNvPr id="1777" name="Google Shape;1777;p12"/>
            <p:cNvSpPr/>
            <p:nvPr/>
          </p:nvSpPr>
          <p:spPr>
            <a:xfrm>
              <a:off x="3" y="1598235"/>
              <a:ext cx="698630" cy="1537982"/>
            </a:xfrm>
            <a:custGeom>
              <a:avLst/>
              <a:gdLst/>
              <a:ahLst/>
              <a:cxnLst/>
              <a:rect l="l" t="t" r="r" b="b"/>
              <a:pathLst>
                <a:path w="14040" h="30908" extrusionOk="0">
                  <a:moveTo>
                    <a:pt x="0" y="0"/>
                  </a:moveTo>
                  <a:lnTo>
                    <a:pt x="0" y="135"/>
                  </a:lnTo>
                  <a:lnTo>
                    <a:pt x="303" y="236"/>
                  </a:lnTo>
                  <a:lnTo>
                    <a:pt x="606" y="371"/>
                  </a:lnTo>
                  <a:lnTo>
                    <a:pt x="1178" y="674"/>
                  </a:lnTo>
                  <a:lnTo>
                    <a:pt x="1549" y="842"/>
                  </a:lnTo>
                  <a:lnTo>
                    <a:pt x="1953" y="977"/>
                  </a:lnTo>
                  <a:lnTo>
                    <a:pt x="2761" y="1179"/>
                  </a:lnTo>
                  <a:lnTo>
                    <a:pt x="3703" y="1448"/>
                  </a:lnTo>
                  <a:lnTo>
                    <a:pt x="4613" y="1717"/>
                  </a:lnTo>
                  <a:lnTo>
                    <a:pt x="5522" y="2020"/>
                  </a:lnTo>
                  <a:lnTo>
                    <a:pt x="6397" y="2357"/>
                  </a:lnTo>
                  <a:lnTo>
                    <a:pt x="8215" y="3064"/>
                  </a:lnTo>
                  <a:lnTo>
                    <a:pt x="10067" y="3670"/>
                  </a:lnTo>
                  <a:lnTo>
                    <a:pt x="10976" y="3939"/>
                  </a:lnTo>
                  <a:lnTo>
                    <a:pt x="11885" y="4209"/>
                  </a:lnTo>
                  <a:lnTo>
                    <a:pt x="12794" y="4478"/>
                  </a:lnTo>
                  <a:lnTo>
                    <a:pt x="13703" y="4748"/>
                  </a:lnTo>
                  <a:lnTo>
                    <a:pt x="13703" y="4815"/>
                  </a:lnTo>
                  <a:lnTo>
                    <a:pt x="13737" y="4849"/>
                  </a:lnTo>
                  <a:lnTo>
                    <a:pt x="13770" y="4882"/>
                  </a:lnTo>
                  <a:lnTo>
                    <a:pt x="13669" y="5017"/>
                  </a:lnTo>
                  <a:lnTo>
                    <a:pt x="13568" y="5522"/>
                  </a:lnTo>
                  <a:lnTo>
                    <a:pt x="13400" y="6364"/>
                  </a:lnTo>
                  <a:lnTo>
                    <a:pt x="13164" y="7239"/>
                  </a:lnTo>
                  <a:lnTo>
                    <a:pt x="12895" y="8081"/>
                  </a:lnTo>
                  <a:lnTo>
                    <a:pt x="12626" y="8922"/>
                  </a:lnTo>
                  <a:lnTo>
                    <a:pt x="12053" y="10639"/>
                  </a:lnTo>
                  <a:lnTo>
                    <a:pt x="10841" y="14141"/>
                  </a:lnTo>
                  <a:lnTo>
                    <a:pt x="10235" y="15858"/>
                  </a:lnTo>
                  <a:lnTo>
                    <a:pt x="9562" y="17609"/>
                  </a:lnTo>
                  <a:lnTo>
                    <a:pt x="8989" y="19225"/>
                  </a:lnTo>
                  <a:lnTo>
                    <a:pt x="8383" y="20841"/>
                  </a:lnTo>
                  <a:lnTo>
                    <a:pt x="7272" y="24107"/>
                  </a:lnTo>
                  <a:lnTo>
                    <a:pt x="6161" y="27339"/>
                  </a:lnTo>
                  <a:lnTo>
                    <a:pt x="5017" y="30605"/>
                  </a:lnTo>
                  <a:lnTo>
                    <a:pt x="4680" y="30571"/>
                  </a:lnTo>
                  <a:lnTo>
                    <a:pt x="4411" y="30504"/>
                  </a:lnTo>
                  <a:lnTo>
                    <a:pt x="4175" y="30436"/>
                  </a:lnTo>
                  <a:lnTo>
                    <a:pt x="3703" y="30268"/>
                  </a:lnTo>
                  <a:lnTo>
                    <a:pt x="2693" y="29830"/>
                  </a:lnTo>
                  <a:lnTo>
                    <a:pt x="2222" y="29628"/>
                  </a:lnTo>
                  <a:lnTo>
                    <a:pt x="1717" y="29460"/>
                  </a:lnTo>
                  <a:lnTo>
                    <a:pt x="842" y="29191"/>
                  </a:lnTo>
                  <a:lnTo>
                    <a:pt x="0" y="28888"/>
                  </a:lnTo>
                  <a:lnTo>
                    <a:pt x="0" y="29224"/>
                  </a:lnTo>
                  <a:lnTo>
                    <a:pt x="505" y="29393"/>
                  </a:lnTo>
                  <a:lnTo>
                    <a:pt x="1044" y="29561"/>
                  </a:lnTo>
                  <a:lnTo>
                    <a:pt x="2087" y="29864"/>
                  </a:lnTo>
                  <a:lnTo>
                    <a:pt x="2559" y="30032"/>
                  </a:lnTo>
                  <a:lnTo>
                    <a:pt x="3030" y="30234"/>
                  </a:lnTo>
                  <a:lnTo>
                    <a:pt x="3501" y="30436"/>
                  </a:lnTo>
                  <a:lnTo>
                    <a:pt x="3973" y="30638"/>
                  </a:lnTo>
                  <a:lnTo>
                    <a:pt x="4444" y="30773"/>
                  </a:lnTo>
                  <a:lnTo>
                    <a:pt x="4714" y="30840"/>
                  </a:lnTo>
                  <a:lnTo>
                    <a:pt x="4848" y="30840"/>
                  </a:lnTo>
                  <a:lnTo>
                    <a:pt x="4983" y="30807"/>
                  </a:lnTo>
                  <a:lnTo>
                    <a:pt x="5017" y="30874"/>
                  </a:lnTo>
                  <a:lnTo>
                    <a:pt x="5118" y="30908"/>
                  </a:lnTo>
                  <a:lnTo>
                    <a:pt x="5185" y="30874"/>
                  </a:lnTo>
                  <a:lnTo>
                    <a:pt x="5252" y="30807"/>
                  </a:lnTo>
                  <a:lnTo>
                    <a:pt x="6330" y="27642"/>
                  </a:lnTo>
                  <a:lnTo>
                    <a:pt x="7407" y="24477"/>
                  </a:lnTo>
                  <a:lnTo>
                    <a:pt x="8484" y="21312"/>
                  </a:lnTo>
                  <a:lnTo>
                    <a:pt x="9057" y="19730"/>
                  </a:lnTo>
                  <a:lnTo>
                    <a:pt x="9663" y="18181"/>
                  </a:lnTo>
                  <a:lnTo>
                    <a:pt x="10302" y="16498"/>
                  </a:lnTo>
                  <a:lnTo>
                    <a:pt x="10908" y="14814"/>
                  </a:lnTo>
                  <a:lnTo>
                    <a:pt x="12053" y="11447"/>
                  </a:lnTo>
                  <a:lnTo>
                    <a:pt x="12626" y="9831"/>
                  </a:lnTo>
                  <a:lnTo>
                    <a:pt x="13198" y="8182"/>
                  </a:lnTo>
                  <a:lnTo>
                    <a:pt x="13434" y="7340"/>
                  </a:lnTo>
                  <a:lnTo>
                    <a:pt x="13669" y="6498"/>
                  </a:lnTo>
                  <a:lnTo>
                    <a:pt x="13838" y="5657"/>
                  </a:lnTo>
                  <a:lnTo>
                    <a:pt x="13905" y="4815"/>
                  </a:lnTo>
                  <a:lnTo>
                    <a:pt x="14006" y="4781"/>
                  </a:lnTo>
                  <a:lnTo>
                    <a:pt x="14040" y="4714"/>
                  </a:lnTo>
                  <a:lnTo>
                    <a:pt x="14006" y="4647"/>
                  </a:lnTo>
                  <a:lnTo>
                    <a:pt x="13939" y="4579"/>
                  </a:lnTo>
                  <a:lnTo>
                    <a:pt x="13063" y="4276"/>
                  </a:lnTo>
                  <a:lnTo>
                    <a:pt x="12154" y="4040"/>
                  </a:lnTo>
                  <a:lnTo>
                    <a:pt x="11279" y="3771"/>
                  </a:lnTo>
                  <a:lnTo>
                    <a:pt x="10370" y="3535"/>
                  </a:lnTo>
                  <a:lnTo>
                    <a:pt x="9393" y="3199"/>
                  </a:lnTo>
                  <a:lnTo>
                    <a:pt x="8417" y="2862"/>
                  </a:lnTo>
                  <a:lnTo>
                    <a:pt x="6464" y="2121"/>
                  </a:lnTo>
                  <a:lnTo>
                    <a:pt x="5555" y="1785"/>
                  </a:lnTo>
                  <a:lnTo>
                    <a:pt x="4680" y="1482"/>
                  </a:lnTo>
                  <a:lnTo>
                    <a:pt x="3771" y="1212"/>
                  </a:lnTo>
                  <a:lnTo>
                    <a:pt x="2828" y="977"/>
                  </a:lnTo>
                  <a:lnTo>
                    <a:pt x="2323" y="842"/>
                  </a:lnTo>
                  <a:lnTo>
                    <a:pt x="1818" y="707"/>
                  </a:lnTo>
                  <a:lnTo>
                    <a:pt x="1347" y="539"/>
                  </a:lnTo>
                  <a:lnTo>
                    <a:pt x="875" y="337"/>
                  </a:lnTo>
                  <a:lnTo>
                    <a:pt x="438" y="135"/>
                  </a:lnTo>
                  <a:lnTo>
                    <a:pt x="236" y="68"/>
                  </a:lnTo>
                  <a:lnTo>
                    <a:pt x="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78" name="Google Shape;1778;p12"/>
            <p:cNvSpPr/>
            <p:nvPr/>
          </p:nvSpPr>
          <p:spPr>
            <a:xfrm>
              <a:off x="211084" y="1586492"/>
              <a:ext cx="20153" cy="23536"/>
            </a:xfrm>
            <a:custGeom>
              <a:avLst/>
              <a:gdLst/>
              <a:ahLst/>
              <a:cxnLst/>
              <a:rect l="l" t="t" r="r" b="b"/>
              <a:pathLst>
                <a:path w="405" h="473" extrusionOk="0">
                  <a:moveTo>
                    <a:pt x="202" y="1"/>
                  </a:moveTo>
                  <a:lnTo>
                    <a:pt x="101" y="68"/>
                  </a:lnTo>
                  <a:lnTo>
                    <a:pt x="68" y="102"/>
                  </a:lnTo>
                  <a:lnTo>
                    <a:pt x="34" y="135"/>
                  </a:lnTo>
                  <a:lnTo>
                    <a:pt x="0" y="270"/>
                  </a:lnTo>
                  <a:lnTo>
                    <a:pt x="0" y="371"/>
                  </a:lnTo>
                  <a:lnTo>
                    <a:pt x="68" y="438"/>
                  </a:lnTo>
                  <a:lnTo>
                    <a:pt x="135" y="472"/>
                  </a:lnTo>
                  <a:lnTo>
                    <a:pt x="236" y="438"/>
                  </a:lnTo>
                  <a:lnTo>
                    <a:pt x="303" y="405"/>
                  </a:lnTo>
                  <a:lnTo>
                    <a:pt x="371" y="304"/>
                  </a:lnTo>
                  <a:lnTo>
                    <a:pt x="371" y="270"/>
                  </a:lnTo>
                  <a:lnTo>
                    <a:pt x="404" y="270"/>
                  </a:lnTo>
                  <a:lnTo>
                    <a:pt x="404" y="203"/>
                  </a:lnTo>
                  <a:lnTo>
                    <a:pt x="404" y="169"/>
                  </a:lnTo>
                  <a:lnTo>
                    <a:pt x="404" y="102"/>
                  </a:lnTo>
                  <a:lnTo>
                    <a:pt x="371" y="68"/>
                  </a:lnTo>
                  <a:lnTo>
                    <a:pt x="3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79" name="Google Shape;1779;p12"/>
            <p:cNvSpPr/>
            <p:nvPr/>
          </p:nvSpPr>
          <p:spPr>
            <a:xfrm>
              <a:off x="3" y="1439053"/>
              <a:ext cx="830992" cy="1847937"/>
            </a:xfrm>
            <a:custGeom>
              <a:avLst/>
              <a:gdLst/>
              <a:ahLst/>
              <a:cxnLst/>
              <a:rect l="l" t="t" r="r" b="b"/>
              <a:pathLst>
                <a:path w="16700" h="37137" extrusionOk="0">
                  <a:moveTo>
                    <a:pt x="0" y="1"/>
                  </a:moveTo>
                  <a:lnTo>
                    <a:pt x="0" y="169"/>
                  </a:lnTo>
                  <a:lnTo>
                    <a:pt x="505" y="270"/>
                  </a:lnTo>
                  <a:lnTo>
                    <a:pt x="976" y="439"/>
                  </a:lnTo>
                  <a:lnTo>
                    <a:pt x="1953" y="809"/>
                  </a:lnTo>
                  <a:lnTo>
                    <a:pt x="2592" y="1011"/>
                  </a:lnTo>
                  <a:lnTo>
                    <a:pt x="3232" y="1179"/>
                  </a:lnTo>
                  <a:lnTo>
                    <a:pt x="3872" y="1348"/>
                  </a:lnTo>
                  <a:lnTo>
                    <a:pt x="4512" y="1550"/>
                  </a:lnTo>
                  <a:lnTo>
                    <a:pt x="7171" y="2358"/>
                  </a:lnTo>
                  <a:lnTo>
                    <a:pt x="8484" y="2795"/>
                  </a:lnTo>
                  <a:lnTo>
                    <a:pt x="9831" y="3233"/>
                  </a:lnTo>
                  <a:lnTo>
                    <a:pt x="12019" y="4007"/>
                  </a:lnTo>
                  <a:lnTo>
                    <a:pt x="14242" y="4815"/>
                  </a:lnTo>
                  <a:lnTo>
                    <a:pt x="14747" y="4984"/>
                  </a:lnTo>
                  <a:lnTo>
                    <a:pt x="15252" y="5186"/>
                  </a:lnTo>
                  <a:lnTo>
                    <a:pt x="15757" y="5455"/>
                  </a:lnTo>
                  <a:lnTo>
                    <a:pt x="15959" y="5623"/>
                  </a:lnTo>
                  <a:lnTo>
                    <a:pt x="16194" y="5792"/>
                  </a:lnTo>
                  <a:lnTo>
                    <a:pt x="16329" y="5960"/>
                  </a:lnTo>
                  <a:lnTo>
                    <a:pt x="16396" y="6162"/>
                  </a:lnTo>
                  <a:lnTo>
                    <a:pt x="16430" y="6431"/>
                  </a:lnTo>
                  <a:lnTo>
                    <a:pt x="16430" y="6768"/>
                  </a:lnTo>
                  <a:lnTo>
                    <a:pt x="16430" y="7105"/>
                  </a:lnTo>
                  <a:lnTo>
                    <a:pt x="16363" y="7475"/>
                  </a:lnTo>
                  <a:lnTo>
                    <a:pt x="16228" y="8283"/>
                  </a:lnTo>
                  <a:lnTo>
                    <a:pt x="16026" y="9091"/>
                  </a:lnTo>
                  <a:lnTo>
                    <a:pt x="15790" y="9798"/>
                  </a:lnTo>
                  <a:lnTo>
                    <a:pt x="15487" y="10808"/>
                  </a:lnTo>
                  <a:lnTo>
                    <a:pt x="15285" y="11448"/>
                  </a:lnTo>
                  <a:lnTo>
                    <a:pt x="15083" y="12054"/>
                  </a:lnTo>
                  <a:lnTo>
                    <a:pt x="14612" y="13333"/>
                  </a:lnTo>
                  <a:lnTo>
                    <a:pt x="14141" y="14613"/>
                  </a:lnTo>
                  <a:lnTo>
                    <a:pt x="13703" y="15892"/>
                  </a:lnTo>
                  <a:lnTo>
                    <a:pt x="13299" y="17172"/>
                  </a:lnTo>
                  <a:lnTo>
                    <a:pt x="12929" y="18485"/>
                  </a:lnTo>
                  <a:lnTo>
                    <a:pt x="12525" y="19831"/>
                  </a:lnTo>
                  <a:lnTo>
                    <a:pt x="12120" y="21144"/>
                  </a:lnTo>
                  <a:lnTo>
                    <a:pt x="11211" y="23838"/>
                  </a:lnTo>
                  <a:lnTo>
                    <a:pt x="9326" y="29124"/>
                  </a:lnTo>
                  <a:lnTo>
                    <a:pt x="7508" y="34376"/>
                  </a:lnTo>
                  <a:lnTo>
                    <a:pt x="7340" y="34982"/>
                  </a:lnTo>
                  <a:lnTo>
                    <a:pt x="7138" y="35655"/>
                  </a:lnTo>
                  <a:lnTo>
                    <a:pt x="7003" y="35992"/>
                  </a:lnTo>
                  <a:lnTo>
                    <a:pt x="6835" y="36261"/>
                  </a:lnTo>
                  <a:lnTo>
                    <a:pt x="6599" y="36497"/>
                  </a:lnTo>
                  <a:lnTo>
                    <a:pt x="6498" y="36598"/>
                  </a:lnTo>
                  <a:lnTo>
                    <a:pt x="6363" y="36699"/>
                  </a:lnTo>
                  <a:lnTo>
                    <a:pt x="6161" y="36800"/>
                  </a:lnTo>
                  <a:lnTo>
                    <a:pt x="5926" y="36834"/>
                  </a:lnTo>
                  <a:lnTo>
                    <a:pt x="5690" y="36867"/>
                  </a:lnTo>
                  <a:lnTo>
                    <a:pt x="5454" y="36834"/>
                  </a:lnTo>
                  <a:lnTo>
                    <a:pt x="4983" y="36733"/>
                  </a:lnTo>
                  <a:lnTo>
                    <a:pt x="4512" y="36598"/>
                  </a:lnTo>
                  <a:lnTo>
                    <a:pt x="4074" y="36430"/>
                  </a:lnTo>
                  <a:lnTo>
                    <a:pt x="3670" y="36228"/>
                  </a:lnTo>
                  <a:lnTo>
                    <a:pt x="2794" y="35824"/>
                  </a:lnTo>
                  <a:lnTo>
                    <a:pt x="2525" y="35689"/>
                  </a:lnTo>
                  <a:lnTo>
                    <a:pt x="2222" y="35588"/>
                  </a:lnTo>
                  <a:lnTo>
                    <a:pt x="1616" y="35386"/>
                  </a:lnTo>
                  <a:lnTo>
                    <a:pt x="1010" y="35218"/>
                  </a:lnTo>
                  <a:lnTo>
                    <a:pt x="404" y="35049"/>
                  </a:lnTo>
                  <a:lnTo>
                    <a:pt x="202" y="34948"/>
                  </a:lnTo>
                  <a:lnTo>
                    <a:pt x="0" y="34847"/>
                  </a:lnTo>
                  <a:lnTo>
                    <a:pt x="0" y="35184"/>
                  </a:lnTo>
                  <a:lnTo>
                    <a:pt x="505" y="35386"/>
                  </a:lnTo>
                  <a:lnTo>
                    <a:pt x="1044" y="35554"/>
                  </a:lnTo>
                  <a:lnTo>
                    <a:pt x="1650" y="35756"/>
                  </a:lnTo>
                  <a:lnTo>
                    <a:pt x="2222" y="35992"/>
                  </a:lnTo>
                  <a:lnTo>
                    <a:pt x="2828" y="36228"/>
                  </a:lnTo>
                  <a:lnTo>
                    <a:pt x="3400" y="36497"/>
                  </a:lnTo>
                  <a:lnTo>
                    <a:pt x="3804" y="36665"/>
                  </a:lnTo>
                  <a:lnTo>
                    <a:pt x="4209" y="36834"/>
                  </a:lnTo>
                  <a:lnTo>
                    <a:pt x="4613" y="36968"/>
                  </a:lnTo>
                  <a:lnTo>
                    <a:pt x="5050" y="37103"/>
                  </a:lnTo>
                  <a:lnTo>
                    <a:pt x="5387" y="37137"/>
                  </a:lnTo>
                  <a:lnTo>
                    <a:pt x="5690" y="37137"/>
                  </a:lnTo>
                  <a:lnTo>
                    <a:pt x="6027" y="37103"/>
                  </a:lnTo>
                  <a:lnTo>
                    <a:pt x="6330" y="37002"/>
                  </a:lnTo>
                  <a:lnTo>
                    <a:pt x="6599" y="36867"/>
                  </a:lnTo>
                  <a:lnTo>
                    <a:pt x="6835" y="36665"/>
                  </a:lnTo>
                  <a:lnTo>
                    <a:pt x="7037" y="36430"/>
                  </a:lnTo>
                  <a:lnTo>
                    <a:pt x="7205" y="36093"/>
                  </a:lnTo>
                  <a:lnTo>
                    <a:pt x="7710" y="34679"/>
                  </a:lnTo>
                  <a:lnTo>
                    <a:pt x="8181" y="33265"/>
                  </a:lnTo>
                  <a:lnTo>
                    <a:pt x="9158" y="30437"/>
                  </a:lnTo>
                  <a:lnTo>
                    <a:pt x="11178" y="24747"/>
                  </a:lnTo>
                  <a:lnTo>
                    <a:pt x="12154" y="21885"/>
                  </a:lnTo>
                  <a:lnTo>
                    <a:pt x="12592" y="20471"/>
                  </a:lnTo>
                  <a:lnTo>
                    <a:pt x="13030" y="19023"/>
                  </a:lnTo>
                  <a:lnTo>
                    <a:pt x="13838" y="16296"/>
                  </a:lnTo>
                  <a:lnTo>
                    <a:pt x="14275" y="14949"/>
                  </a:lnTo>
                  <a:lnTo>
                    <a:pt x="14747" y="13636"/>
                  </a:lnTo>
                  <a:lnTo>
                    <a:pt x="15252" y="12256"/>
                  </a:lnTo>
                  <a:lnTo>
                    <a:pt x="15723" y="10842"/>
                  </a:lnTo>
                  <a:lnTo>
                    <a:pt x="16060" y="9765"/>
                  </a:lnTo>
                  <a:lnTo>
                    <a:pt x="16329" y="8957"/>
                  </a:lnTo>
                  <a:lnTo>
                    <a:pt x="16531" y="8048"/>
                  </a:lnTo>
                  <a:lnTo>
                    <a:pt x="16632" y="7610"/>
                  </a:lnTo>
                  <a:lnTo>
                    <a:pt x="16666" y="7172"/>
                  </a:lnTo>
                  <a:lnTo>
                    <a:pt x="16699" y="6734"/>
                  </a:lnTo>
                  <a:lnTo>
                    <a:pt x="16666" y="6364"/>
                  </a:lnTo>
                  <a:lnTo>
                    <a:pt x="16598" y="5994"/>
                  </a:lnTo>
                  <a:lnTo>
                    <a:pt x="16464" y="5691"/>
                  </a:lnTo>
                  <a:lnTo>
                    <a:pt x="16363" y="5556"/>
                  </a:lnTo>
                  <a:lnTo>
                    <a:pt x="16262" y="5455"/>
                  </a:lnTo>
                  <a:lnTo>
                    <a:pt x="16127" y="5354"/>
                  </a:lnTo>
                  <a:lnTo>
                    <a:pt x="15992" y="5287"/>
                  </a:lnTo>
                  <a:lnTo>
                    <a:pt x="14982" y="4815"/>
                  </a:lnTo>
                  <a:lnTo>
                    <a:pt x="14477" y="4613"/>
                  </a:lnTo>
                  <a:lnTo>
                    <a:pt x="13972" y="4445"/>
                  </a:lnTo>
                  <a:lnTo>
                    <a:pt x="12659" y="3974"/>
                  </a:lnTo>
                  <a:lnTo>
                    <a:pt x="11346" y="3502"/>
                  </a:lnTo>
                  <a:lnTo>
                    <a:pt x="9831" y="2964"/>
                  </a:lnTo>
                  <a:lnTo>
                    <a:pt x="8316" y="2492"/>
                  </a:lnTo>
                  <a:lnTo>
                    <a:pt x="5286" y="1516"/>
                  </a:lnTo>
                  <a:lnTo>
                    <a:pt x="3737" y="1078"/>
                  </a:lnTo>
                  <a:lnTo>
                    <a:pt x="2188" y="641"/>
                  </a:lnTo>
                  <a:lnTo>
                    <a:pt x="1650" y="439"/>
                  </a:lnTo>
                  <a:lnTo>
                    <a:pt x="1111" y="237"/>
                  </a:lnTo>
                  <a:lnTo>
                    <a:pt x="842" y="136"/>
                  </a:lnTo>
                  <a:lnTo>
                    <a:pt x="572" y="68"/>
                  </a:lnTo>
                  <a:lnTo>
                    <a:pt x="3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1780" name="Google Shape;1780;p12"/>
          <p:cNvSpPr/>
          <p:nvPr/>
        </p:nvSpPr>
        <p:spPr>
          <a:xfrm>
            <a:off x="7570249" y="187589"/>
            <a:ext cx="830992" cy="847761"/>
          </a:xfrm>
          <a:custGeom>
            <a:avLst/>
            <a:gdLst/>
            <a:ahLst/>
            <a:cxnLst/>
            <a:rect l="l" t="t" r="r" b="b"/>
            <a:pathLst>
              <a:path w="16700" h="17037" extrusionOk="0">
                <a:moveTo>
                  <a:pt x="10471" y="169"/>
                </a:moveTo>
                <a:lnTo>
                  <a:pt x="10471" y="338"/>
                </a:lnTo>
                <a:lnTo>
                  <a:pt x="10538" y="472"/>
                </a:lnTo>
                <a:lnTo>
                  <a:pt x="10606" y="674"/>
                </a:lnTo>
                <a:lnTo>
                  <a:pt x="10336" y="775"/>
                </a:lnTo>
                <a:lnTo>
                  <a:pt x="10303" y="809"/>
                </a:lnTo>
                <a:lnTo>
                  <a:pt x="10202" y="641"/>
                </a:lnTo>
                <a:lnTo>
                  <a:pt x="10101" y="472"/>
                </a:lnTo>
                <a:lnTo>
                  <a:pt x="10269" y="338"/>
                </a:lnTo>
                <a:lnTo>
                  <a:pt x="10404" y="236"/>
                </a:lnTo>
                <a:lnTo>
                  <a:pt x="10471" y="169"/>
                </a:lnTo>
                <a:close/>
                <a:moveTo>
                  <a:pt x="10673" y="944"/>
                </a:moveTo>
                <a:lnTo>
                  <a:pt x="10673" y="1011"/>
                </a:lnTo>
                <a:lnTo>
                  <a:pt x="10707" y="1112"/>
                </a:lnTo>
                <a:lnTo>
                  <a:pt x="10774" y="1314"/>
                </a:lnTo>
                <a:lnTo>
                  <a:pt x="10673" y="1314"/>
                </a:lnTo>
                <a:lnTo>
                  <a:pt x="10336" y="1381"/>
                </a:lnTo>
                <a:lnTo>
                  <a:pt x="10303" y="1213"/>
                </a:lnTo>
                <a:lnTo>
                  <a:pt x="10269" y="1078"/>
                </a:lnTo>
                <a:lnTo>
                  <a:pt x="10404" y="1045"/>
                </a:lnTo>
                <a:lnTo>
                  <a:pt x="10673" y="944"/>
                </a:lnTo>
                <a:close/>
                <a:moveTo>
                  <a:pt x="10942" y="1516"/>
                </a:moveTo>
                <a:lnTo>
                  <a:pt x="11043" y="1617"/>
                </a:lnTo>
                <a:lnTo>
                  <a:pt x="11481" y="2055"/>
                </a:lnTo>
                <a:lnTo>
                  <a:pt x="11717" y="2290"/>
                </a:lnTo>
                <a:lnTo>
                  <a:pt x="11919" y="2526"/>
                </a:lnTo>
                <a:lnTo>
                  <a:pt x="11649" y="2627"/>
                </a:lnTo>
                <a:lnTo>
                  <a:pt x="11346" y="2694"/>
                </a:lnTo>
                <a:lnTo>
                  <a:pt x="10740" y="2829"/>
                </a:lnTo>
                <a:lnTo>
                  <a:pt x="10404" y="2896"/>
                </a:lnTo>
                <a:lnTo>
                  <a:pt x="10235" y="2930"/>
                </a:lnTo>
                <a:lnTo>
                  <a:pt x="10101" y="3031"/>
                </a:lnTo>
                <a:lnTo>
                  <a:pt x="10168" y="2425"/>
                </a:lnTo>
                <a:lnTo>
                  <a:pt x="10303" y="1819"/>
                </a:lnTo>
                <a:lnTo>
                  <a:pt x="10336" y="1583"/>
                </a:lnTo>
                <a:lnTo>
                  <a:pt x="10505" y="1550"/>
                </a:lnTo>
                <a:lnTo>
                  <a:pt x="10808" y="1516"/>
                </a:lnTo>
                <a:close/>
                <a:moveTo>
                  <a:pt x="12087" y="2728"/>
                </a:moveTo>
                <a:lnTo>
                  <a:pt x="12255" y="2964"/>
                </a:lnTo>
                <a:lnTo>
                  <a:pt x="11582" y="3199"/>
                </a:lnTo>
                <a:lnTo>
                  <a:pt x="10942" y="3368"/>
                </a:lnTo>
                <a:lnTo>
                  <a:pt x="10505" y="3502"/>
                </a:lnTo>
                <a:lnTo>
                  <a:pt x="10067" y="3637"/>
                </a:lnTo>
                <a:lnTo>
                  <a:pt x="10101" y="3199"/>
                </a:lnTo>
                <a:lnTo>
                  <a:pt x="10303" y="3166"/>
                </a:lnTo>
                <a:lnTo>
                  <a:pt x="10505" y="3132"/>
                </a:lnTo>
                <a:lnTo>
                  <a:pt x="10942" y="3031"/>
                </a:lnTo>
                <a:lnTo>
                  <a:pt x="11515" y="2896"/>
                </a:lnTo>
                <a:lnTo>
                  <a:pt x="11818" y="2829"/>
                </a:lnTo>
                <a:lnTo>
                  <a:pt x="12087" y="2728"/>
                </a:lnTo>
                <a:close/>
                <a:moveTo>
                  <a:pt x="12525" y="3098"/>
                </a:moveTo>
                <a:lnTo>
                  <a:pt x="12626" y="3671"/>
                </a:lnTo>
                <a:lnTo>
                  <a:pt x="12760" y="4243"/>
                </a:lnTo>
                <a:lnTo>
                  <a:pt x="13063" y="5320"/>
                </a:lnTo>
                <a:lnTo>
                  <a:pt x="13265" y="5994"/>
                </a:lnTo>
                <a:lnTo>
                  <a:pt x="13535" y="6633"/>
                </a:lnTo>
                <a:lnTo>
                  <a:pt x="13804" y="7273"/>
                </a:lnTo>
                <a:lnTo>
                  <a:pt x="14040" y="7913"/>
                </a:lnTo>
                <a:lnTo>
                  <a:pt x="14242" y="8519"/>
                </a:lnTo>
                <a:lnTo>
                  <a:pt x="14410" y="9159"/>
                </a:lnTo>
                <a:lnTo>
                  <a:pt x="14679" y="10404"/>
                </a:lnTo>
                <a:lnTo>
                  <a:pt x="14780" y="10876"/>
                </a:lnTo>
                <a:lnTo>
                  <a:pt x="14881" y="11347"/>
                </a:lnTo>
                <a:lnTo>
                  <a:pt x="15016" y="11818"/>
                </a:lnTo>
                <a:lnTo>
                  <a:pt x="15117" y="12020"/>
                </a:lnTo>
                <a:lnTo>
                  <a:pt x="15252" y="12222"/>
                </a:lnTo>
                <a:lnTo>
                  <a:pt x="14612" y="12458"/>
                </a:lnTo>
                <a:lnTo>
                  <a:pt x="13939" y="12660"/>
                </a:lnTo>
                <a:lnTo>
                  <a:pt x="13333" y="12828"/>
                </a:lnTo>
                <a:lnTo>
                  <a:pt x="12996" y="12929"/>
                </a:lnTo>
                <a:lnTo>
                  <a:pt x="12727" y="13030"/>
                </a:lnTo>
                <a:lnTo>
                  <a:pt x="12592" y="12458"/>
                </a:lnTo>
                <a:lnTo>
                  <a:pt x="12457" y="11919"/>
                </a:lnTo>
                <a:lnTo>
                  <a:pt x="12154" y="10808"/>
                </a:lnTo>
                <a:lnTo>
                  <a:pt x="11818" y="9563"/>
                </a:lnTo>
                <a:lnTo>
                  <a:pt x="11616" y="8923"/>
                </a:lnTo>
                <a:lnTo>
                  <a:pt x="11414" y="8317"/>
                </a:lnTo>
                <a:lnTo>
                  <a:pt x="11010" y="7239"/>
                </a:lnTo>
                <a:lnTo>
                  <a:pt x="10808" y="6667"/>
                </a:lnTo>
                <a:lnTo>
                  <a:pt x="10639" y="6128"/>
                </a:lnTo>
                <a:lnTo>
                  <a:pt x="10471" y="5590"/>
                </a:lnTo>
                <a:lnTo>
                  <a:pt x="10269" y="5051"/>
                </a:lnTo>
                <a:lnTo>
                  <a:pt x="10101" y="4479"/>
                </a:lnTo>
                <a:lnTo>
                  <a:pt x="9932" y="3940"/>
                </a:lnTo>
                <a:lnTo>
                  <a:pt x="9966" y="3906"/>
                </a:lnTo>
                <a:lnTo>
                  <a:pt x="10572" y="3704"/>
                </a:lnTo>
                <a:lnTo>
                  <a:pt x="11178" y="3536"/>
                </a:lnTo>
                <a:lnTo>
                  <a:pt x="11885" y="3368"/>
                </a:lnTo>
                <a:lnTo>
                  <a:pt x="12222" y="3233"/>
                </a:lnTo>
                <a:lnTo>
                  <a:pt x="12525" y="3098"/>
                </a:lnTo>
                <a:close/>
                <a:moveTo>
                  <a:pt x="15353" y="12492"/>
                </a:moveTo>
                <a:lnTo>
                  <a:pt x="15386" y="12761"/>
                </a:lnTo>
                <a:lnTo>
                  <a:pt x="15454" y="12997"/>
                </a:lnTo>
                <a:lnTo>
                  <a:pt x="15622" y="13535"/>
                </a:lnTo>
                <a:lnTo>
                  <a:pt x="15521" y="13502"/>
                </a:lnTo>
                <a:lnTo>
                  <a:pt x="15420" y="13502"/>
                </a:lnTo>
                <a:lnTo>
                  <a:pt x="15117" y="13535"/>
                </a:lnTo>
                <a:lnTo>
                  <a:pt x="14646" y="13670"/>
                </a:lnTo>
                <a:lnTo>
                  <a:pt x="13972" y="13872"/>
                </a:lnTo>
                <a:lnTo>
                  <a:pt x="13535" y="13973"/>
                </a:lnTo>
                <a:lnTo>
                  <a:pt x="13265" y="14040"/>
                </a:lnTo>
                <a:lnTo>
                  <a:pt x="13164" y="13805"/>
                </a:lnTo>
                <a:lnTo>
                  <a:pt x="13097" y="13569"/>
                </a:lnTo>
                <a:lnTo>
                  <a:pt x="12996" y="13367"/>
                </a:lnTo>
                <a:lnTo>
                  <a:pt x="12861" y="13199"/>
                </a:lnTo>
                <a:lnTo>
                  <a:pt x="13097" y="13165"/>
                </a:lnTo>
                <a:lnTo>
                  <a:pt x="13366" y="13098"/>
                </a:lnTo>
                <a:lnTo>
                  <a:pt x="13838" y="12963"/>
                </a:lnTo>
                <a:lnTo>
                  <a:pt x="14612" y="12727"/>
                </a:lnTo>
                <a:lnTo>
                  <a:pt x="15353" y="12492"/>
                </a:lnTo>
                <a:close/>
                <a:moveTo>
                  <a:pt x="337" y="11886"/>
                </a:moveTo>
                <a:lnTo>
                  <a:pt x="472" y="12155"/>
                </a:lnTo>
                <a:lnTo>
                  <a:pt x="674" y="12357"/>
                </a:lnTo>
                <a:lnTo>
                  <a:pt x="909" y="12593"/>
                </a:lnTo>
                <a:lnTo>
                  <a:pt x="1145" y="12727"/>
                </a:lnTo>
                <a:lnTo>
                  <a:pt x="1381" y="12828"/>
                </a:lnTo>
                <a:lnTo>
                  <a:pt x="1650" y="12896"/>
                </a:lnTo>
                <a:lnTo>
                  <a:pt x="1919" y="12929"/>
                </a:lnTo>
                <a:lnTo>
                  <a:pt x="2020" y="13333"/>
                </a:lnTo>
                <a:lnTo>
                  <a:pt x="2121" y="13805"/>
                </a:lnTo>
                <a:lnTo>
                  <a:pt x="2222" y="13939"/>
                </a:lnTo>
                <a:lnTo>
                  <a:pt x="2290" y="14074"/>
                </a:lnTo>
                <a:lnTo>
                  <a:pt x="2525" y="14276"/>
                </a:lnTo>
                <a:lnTo>
                  <a:pt x="2189" y="14175"/>
                </a:lnTo>
                <a:lnTo>
                  <a:pt x="1886" y="14040"/>
                </a:lnTo>
                <a:lnTo>
                  <a:pt x="1583" y="13906"/>
                </a:lnTo>
                <a:lnTo>
                  <a:pt x="1313" y="13704"/>
                </a:lnTo>
                <a:lnTo>
                  <a:pt x="1078" y="13468"/>
                </a:lnTo>
                <a:lnTo>
                  <a:pt x="876" y="13199"/>
                </a:lnTo>
                <a:lnTo>
                  <a:pt x="674" y="12929"/>
                </a:lnTo>
                <a:lnTo>
                  <a:pt x="539" y="12593"/>
                </a:lnTo>
                <a:lnTo>
                  <a:pt x="404" y="12256"/>
                </a:lnTo>
                <a:lnTo>
                  <a:pt x="337" y="11886"/>
                </a:lnTo>
                <a:close/>
                <a:moveTo>
                  <a:pt x="15285" y="13838"/>
                </a:moveTo>
                <a:lnTo>
                  <a:pt x="14545" y="14074"/>
                </a:lnTo>
                <a:lnTo>
                  <a:pt x="13972" y="14276"/>
                </a:lnTo>
                <a:lnTo>
                  <a:pt x="13669" y="14377"/>
                </a:lnTo>
                <a:lnTo>
                  <a:pt x="13400" y="14512"/>
                </a:lnTo>
                <a:lnTo>
                  <a:pt x="13400" y="14545"/>
                </a:lnTo>
                <a:lnTo>
                  <a:pt x="13400" y="14579"/>
                </a:lnTo>
                <a:lnTo>
                  <a:pt x="13669" y="14579"/>
                </a:lnTo>
                <a:lnTo>
                  <a:pt x="13939" y="14512"/>
                </a:lnTo>
                <a:lnTo>
                  <a:pt x="14444" y="14377"/>
                </a:lnTo>
                <a:lnTo>
                  <a:pt x="15117" y="14175"/>
                </a:lnTo>
                <a:lnTo>
                  <a:pt x="15757" y="13973"/>
                </a:lnTo>
                <a:lnTo>
                  <a:pt x="15790" y="14108"/>
                </a:lnTo>
                <a:lnTo>
                  <a:pt x="15184" y="14209"/>
                </a:lnTo>
                <a:lnTo>
                  <a:pt x="14578" y="14377"/>
                </a:lnTo>
                <a:lnTo>
                  <a:pt x="13972" y="14646"/>
                </a:lnTo>
                <a:lnTo>
                  <a:pt x="13703" y="14781"/>
                </a:lnTo>
                <a:lnTo>
                  <a:pt x="13467" y="14949"/>
                </a:lnTo>
                <a:lnTo>
                  <a:pt x="13400" y="14747"/>
                </a:lnTo>
                <a:lnTo>
                  <a:pt x="13299" y="14242"/>
                </a:lnTo>
                <a:lnTo>
                  <a:pt x="13669" y="14175"/>
                </a:lnTo>
                <a:lnTo>
                  <a:pt x="14073" y="14108"/>
                </a:lnTo>
                <a:lnTo>
                  <a:pt x="14814" y="13906"/>
                </a:lnTo>
                <a:lnTo>
                  <a:pt x="15285" y="13838"/>
                </a:lnTo>
                <a:close/>
                <a:moveTo>
                  <a:pt x="1145" y="3098"/>
                </a:moveTo>
                <a:lnTo>
                  <a:pt x="1684" y="3199"/>
                </a:lnTo>
                <a:lnTo>
                  <a:pt x="2189" y="3267"/>
                </a:lnTo>
                <a:lnTo>
                  <a:pt x="3232" y="3368"/>
                </a:lnTo>
                <a:lnTo>
                  <a:pt x="4276" y="3435"/>
                </a:lnTo>
                <a:lnTo>
                  <a:pt x="5320" y="3502"/>
                </a:lnTo>
                <a:lnTo>
                  <a:pt x="6397" y="3637"/>
                </a:lnTo>
                <a:lnTo>
                  <a:pt x="7508" y="3772"/>
                </a:lnTo>
                <a:lnTo>
                  <a:pt x="8619" y="3906"/>
                </a:lnTo>
                <a:lnTo>
                  <a:pt x="9730" y="3974"/>
                </a:lnTo>
                <a:lnTo>
                  <a:pt x="9831" y="4411"/>
                </a:lnTo>
                <a:lnTo>
                  <a:pt x="9932" y="4883"/>
                </a:lnTo>
                <a:lnTo>
                  <a:pt x="10269" y="5758"/>
                </a:lnTo>
                <a:lnTo>
                  <a:pt x="10639" y="6970"/>
                </a:lnTo>
                <a:lnTo>
                  <a:pt x="11077" y="8148"/>
                </a:lnTo>
                <a:lnTo>
                  <a:pt x="11346" y="8990"/>
                </a:lnTo>
                <a:lnTo>
                  <a:pt x="11616" y="9866"/>
                </a:lnTo>
                <a:lnTo>
                  <a:pt x="11582" y="9899"/>
                </a:lnTo>
                <a:lnTo>
                  <a:pt x="11649" y="10573"/>
                </a:lnTo>
                <a:lnTo>
                  <a:pt x="11616" y="11246"/>
                </a:lnTo>
                <a:lnTo>
                  <a:pt x="11548" y="11919"/>
                </a:lnTo>
                <a:lnTo>
                  <a:pt x="11447" y="12593"/>
                </a:lnTo>
                <a:lnTo>
                  <a:pt x="11178" y="13771"/>
                </a:lnTo>
                <a:lnTo>
                  <a:pt x="11111" y="14377"/>
                </a:lnTo>
                <a:lnTo>
                  <a:pt x="11077" y="14983"/>
                </a:lnTo>
                <a:lnTo>
                  <a:pt x="10538" y="15050"/>
                </a:lnTo>
                <a:lnTo>
                  <a:pt x="9495" y="15050"/>
                </a:lnTo>
                <a:lnTo>
                  <a:pt x="8956" y="14983"/>
                </a:lnTo>
                <a:lnTo>
                  <a:pt x="7878" y="14848"/>
                </a:lnTo>
                <a:lnTo>
                  <a:pt x="6835" y="14714"/>
                </a:lnTo>
                <a:lnTo>
                  <a:pt x="5892" y="14613"/>
                </a:lnTo>
                <a:lnTo>
                  <a:pt x="4949" y="14545"/>
                </a:lnTo>
                <a:lnTo>
                  <a:pt x="3064" y="14444"/>
                </a:lnTo>
                <a:lnTo>
                  <a:pt x="3064" y="14411"/>
                </a:lnTo>
                <a:lnTo>
                  <a:pt x="3064" y="14343"/>
                </a:lnTo>
                <a:lnTo>
                  <a:pt x="3030" y="14310"/>
                </a:lnTo>
                <a:lnTo>
                  <a:pt x="2997" y="14276"/>
                </a:lnTo>
                <a:lnTo>
                  <a:pt x="2795" y="14175"/>
                </a:lnTo>
                <a:lnTo>
                  <a:pt x="2593" y="14040"/>
                </a:lnTo>
                <a:lnTo>
                  <a:pt x="2458" y="13872"/>
                </a:lnTo>
                <a:lnTo>
                  <a:pt x="2323" y="13704"/>
                </a:lnTo>
                <a:lnTo>
                  <a:pt x="2256" y="13502"/>
                </a:lnTo>
                <a:lnTo>
                  <a:pt x="2189" y="13300"/>
                </a:lnTo>
                <a:lnTo>
                  <a:pt x="2189" y="13064"/>
                </a:lnTo>
                <a:lnTo>
                  <a:pt x="2189" y="12828"/>
                </a:lnTo>
                <a:lnTo>
                  <a:pt x="2155" y="12761"/>
                </a:lnTo>
                <a:lnTo>
                  <a:pt x="2088" y="12727"/>
                </a:lnTo>
                <a:lnTo>
                  <a:pt x="1852" y="12727"/>
                </a:lnTo>
                <a:lnTo>
                  <a:pt x="1650" y="12694"/>
                </a:lnTo>
                <a:lnTo>
                  <a:pt x="1448" y="12626"/>
                </a:lnTo>
                <a:lnTo>
                  <a:pt x="1246" y="12559"/>
                </a:lnTo>
                <a:lnTo>
                  <a:pt x="1078" y="12458"/>
                </a:lnTo>
                <a:lnTo>
                  <a:pt x="909" y="12357"/>
                </a:lnTo>
                <a:lnTo>
                  <a:pt x="573" y="12054"/>
                </a:lnTo>
                <a:lnTo>
                  <a:pt x="472" y="11886"/>
                </a:lnTo>
                <a:lnTo>
                  <a:pt x="303" y="11717"/>
                </a:lnTo>
                <a:lnTo>
                  <a:pt x="236" y="11111"/>
                </a:lnTo>
                <a:lnTo>
                  <a:pt x="269" y="10505"/>
                </a:lnTo>
                <a:lnTo>
                  <a:pt x="303" y="9899"/>
                </a:lnTo>
                <a:lnTo>
                  <a:pt x="370" y="9327"/>
                </a:lnTo>
                <a:lnTo>
                  <a:pt x="505" y="7778"/>
                </a:lnTo>
                <a:lnTo>
                  <a:pt x="674" y="6196"/>
                </a:lnTo>
                <a:lnTo>
                  <a:pt x="741" y="5421"/>
                </a:lnTo>
                <a:lnTo>
                  <a:pt x="842" y="4647"/>
                </a:lnTo>
                <a:lnTo>
                  <a:pt x="977" y="3873"/>
                </a:lnTo>
                <a:lnTo>
                  <a:pt x="1145" y="3098"/>
                </a:lnTo>
                <a:close/>
                <a:moveTo>
                  <a:pt x="15858" y="14377"/>
                </a:moveTo>
                <a:lnTo>
                  <a:pt x="15858" y="14444"/>
                </a:lnTo>
                <a:lnTo>
                  <a:pt x="15656" y="14478"/>
                </a:lnTo>
                <a:lnTo>
                  <a:pt x="15420" y="14545"/>
                </a:lnTo>
                <a:lnTo>
                  <a:pt x="15083" y="14646"/>
                </a:lnTo>
                <a:lnTo>
                  <a:pt x="14679" y="14747"/>
                </a:lnTo>
                <a:lnTo>
                  <a:pt x="14275" y="14916"/>
                </a:lnTo>
                <a:lnTo>
                  <a:pt x="13871" y="15084"/>
                </a:lnTo>
                <a:lnTo>
                  <a:pt x="13703" y="15185"/>
                </a:lnTo>
                <a:lnTo>
                  <a:pt x="13535" y="15320"/>
                </a:lnTo>
                <a:lnTo>
                  <a:pt x="13467" y="15017"/>
                </a:lnTo>
                <a:lnTo>
                  <a:pt x="13905" y="14916"/>
                </a:lnTo>
                <a:lnTo>
                  <a:pt x="14376" y="14781"/>
                </a:lnTo>
                <a:lnTo>
                  <a:pt x="14814" y="14646"/>
                </a:lnTo>
                <a:lnTo>
                  <a:pt x="15285" y="14512"/>
                </a:lnTo>
                <a:lnTo>
                  <a:pt x="15521" y="14444"/>
                </a:lnTo>
                <a:lnTo>
                  <a:pt x="15689" y="14411"/>
                </a:lnTo>
                <a:lnTo>
                  <a:pt x="15858" y="14377"/>
                </a:lnTo>
                <a:close/>
                <a:moveTo>
                  <a:pt x="15925" y="14747"/>
                </a:moveTo>
                <a:lnTo>
                  <a:pt x="15925" y="14815"/>
                </a:lnTo>
                <a:lnTo>
                  <a:pt x="14747" y="15151"/>
                </a:lnTo>
                <a:lnTo>
                  <a:pt x="14141" y="15387"/>
                </a:lnTo>
                <a:lnTo>
                  <a:pt x="13871" y="15522"/>
                </a:lnTo>
                <a:lnTo>
                  <a:pt x="13602" y="15656"/>
                </a:lnTo>
                <a:lnTo>
                  <a:pt x="13535" y="15421"/>
                </a:lnTo>
                <a:lnTo>
                  <a:pt x="13905" y="15320"/>
                </a:lnTo>
                <a:lnTo>
                  <a:pt x="14275" y="15219"/>
                </a:lnTo>
                <a:lnTo>
                  <a:pt x="14612" y="15084"/>
                </a:lnTo>
                <a:lnTo>
                  <a:pt x="14982" y="14949"/>
                </a:lnTo>
                <a:lnTo>
                  <a:pt x="15420" y="14882"/>
                </a:lnTo>
                <a:lnTo>
                  <a:pt x="15689" y="14815"/>
                </a:lnTo>
                <a:lnTo>
                  <a:pt x="15925" y="14747"/>
                </a:lnTo>
                <a:close/>
                <a:moveTo>
                  <a:pt x="15959" y="15050"/>
                </a:moveTo>
                <a:lnTo>
                  <a:pt x="15992" y="15185"/>
                </a:lnTo>
                <a:lnTo>
                  <a:pt x="15790" y="15219"/>
                </a:lnTo>
                <a:lnTo>
                  <a:pt x="15588" y="15252"/>
                </a:lnTo>
                <a:lnTo>
                  <a:pt x="15218" y="15387"/>
                </a:lnTo>
                <a:lnTo>
                  <a:pt x="14444" y="15690"/>
                </a:lnTo>
                <a:lnTo>
                  <a:pt x="14073" y="15858"/>
                </a:lnTo>
                <a:lnTo>
                  <a:pt x="13703" y="16060"/>
                </a:lnTo>
                <a:lnTo>
                  <a:pt x="13636" y="15791"/>
                </a:lnTo>
                <a:lnTo>
                  <a:pt x="13804" y="15757"/>
                </a:lnTo>
                <a:lnTo>
                  <a:pt x="13972" y="15724"/>
                </a:lnTo>
                <a:lnTo>
                  <a:pt x="14275" y="15623"/>
                </a:lnTo>
                <a:lnTo>
                  <a:pt x="14612" y="15488"/>
                </a:lnTo>
                <a:lnTo>
                  <a:pt x="14915" y="15387"/>
                </a:lnTo>
                <a:lnTo>
                  <a:pt x="15454" y="15252"/>
                </a:lnTo>
                <a:lnTo>
                  <a:pt x="15723" y="15151"/>
                </a:lnTo>
                <a:lnTo>
                  <a:pt x="15959" y="15050"/>
                </a:lnTo>
                <a:close/>
                <a:moveTo>
                  <a:pt x="16026" y="15421"/>
                </a:moveTo>
                <a:lnTo>
                  <a:pt x="16093" y="15623"/>
                </a:lnTo>
                <a:lnTo>
                  <a:pt x="15420" y="15858"/>
                </a:lnTo>
                <a:lnTo>
                  <a:pt x="14747" y="16027"/>
                </a:lnTo>
                <a:lnTo>
                  <a:pt x="14275" y="16195"/>
                </a:lnTo>
                <a:lnTo>
                  <a:pt x="14040" y="16262"/>
                </a:lnTo>
                <a:lnTo>
                  <a:pt x="13838" y="16397"/>
                </a:lnTo>
                <a:lnTo>
                  <a:pt x="13737" y="16128"/>
                </a:lnTo>
                <a:lnTo>
                  <a:pt x="14073" y="16060"/>
                </a:lnTo>
                <a:lnTo>
                  <a:pt x="14410" y="15959"/>
                </a:lnTo>
                <a:lnTo>
                  <a:pt x="14713" y="15825"/>
                </a:lnTo>
                <a:lnTo>
                  <a:pt x="15050" y="15690"/>
                </a:lnTo>
                <a:lnTo>
                  <a:pt x="16026" y="15421"/>
                </a:lnTo>
                <a:close/>
                <a:moveTo>
                  <a:pt x="16161" y="15825"/>
                </a:moveTo>
                <a:lnTo>
                  <a:pt x="16228" y="15993"/>
                </a:lnTo>
                <a:lnTo>
                  <a:pt x="15151" y="16330"/>
                </a:lnTo>
                <a:lnTo>
                  <a:pt x="14578" y="16532"/>
                </a:lnTo>
                <a:lnTo>
                  <a:pt x="14309" y="16667"/>
                </a:lnTo>
                <a:lnTo>
                  <a:pt x="14040" y="16835"/>
                </a:lnTo>
                <a:lnTo>
                  <a:pt x="13871" y="16532"/>
                </a:lnTo>
                <a:lnTo>
                  <a:pt x="14174" y="16465"/>
                </a:lnTo>
                <a:lnTo>
                  <a:pt x="14444" y="16397"/>
                </a:lnTo>
                <a:lnTo>
                  <a:pt x="14982" y="16229"/>
                </a:lnTo>
                <a:lnTo>
                  <a:pt x="15588" y="16060"/>
                </a:lnTo>
                <a:lnTo>
                  <a:pt x="16161" y="15825"/>
                </a:lnTo>
                <a:close/>
                <a:moveTo>
                  <a:pt x="10370" y="1"/>
                </a:moveTo>
                <a:lnTo>
                  <a:pt x="10303" y="68"/>
                </a:lnTo>
                <a:lnTo>
                  <a:pt x="10168" y="169"/>
                </a:lnTo>
                <a:lnTo>
                  <a:pt x="10033" y="304"/>
                </a:lnTo>
                <a:lnTo>
                  <a:pt x="10000" y="371"/>
                </a:lnTo>
                <a:lnTo>
                  <a:pt x="9966" y="472"/>
                </a:lnTo>
                <a:lnTo>
                  <a:pt x="10000" y="506"/>
                </a:lnTo>
                <a:lnTo>
                  <a:pt x="10033" y="607"/>
                </a:lnTo>
                <a:lnTo>
                  <a:pt x="10067" y="674"/>
                </a:lnTo>
                <a:lnTo>
                  <a:pt x="10134" y="876"/>
                </a:lnTo>
                <a:lnTo>
                  <a:pt x="10067" y="910"/>
                </a:lnTo>
                <a:lnTo>
                  <a:pt x="10033" y="977"/>
                </a:lnTo>
                <a:lnTo>
                  <a:pt x="10033" y="1045"/>
                </a:lnTo>
                <a:lnTo>
                  <a:pt x="10067" y="1078"/>
                </a:lnTo>
                <a:lnTo>
                  <a:pt x="10033" y="1449"/>
                </a:lnTo>
                <a:lnTo>
                  <a:pt x="10033" y="1651"/>
                </a:lnTo>
                <a:lnTo>
                  <a:pt x="10000" y="1886"/>
                </a:lnTo>
                <a:lnTo>
                  <a:pt x="9899" y="2324"/>
                </a:lnTo>
                <a:lnTo>
                  <a:pt x="9831" y="2661"/>
                </a:lnTo>
                <a:lnTo>
                  <a:pt x="9798" y="2997"/>
                </a:lnTo>
                <a:lnTo>
                  <a:pt x="9764" y="3334"/>
                </a:lnTo>
                <a:lnTo>
                  <a:pt x="9798" y="3671"/>
                </a:lnTo>
                <a:lnTo>
                  <a:pt x="9831" y="3772"/>
                </a:lnTo>
                <a:lnTo>
                  <a:pt x="9798" y="3772"/>
                </a:lnTo>
                <a:lnTo>
                  <a:pt x="7643" y="3536"/>
                </a:lnTo>
                <a:lnTo>
                  <a:pt x="5488" y="3368"/>
                </a:lnTo>
                <a:lnTo>
                  <a:pt x="3333" y="3166"/>
                </a:lnTo>
                <a:lnTo>
                  <a:pt x="1179" y="2964"/>
                </a:lnTo>
                <a:lnTo>
                  <a:pt x="1145" y="2930"/>
                </a:lnTo>
                <a:lnTo>
                  <a:pt x="1078" y="2930"/>
                </a:lnTo>
                <a:lnTo>
                  <a:pt x="1044" y="2964"/>
                </a:lnTo>
                <a:lnTo>
                  <a:pt x="1010" y="2997"/>
                </a:lnTo>
                <a:lnTo>
                  <a:pt x="1010" y="3031"/>
                </a:lnTo>
                <a:lnTo>
                  <a:pt x="876" y="3469"/>
                </a:lnTo>
                <a:lnTo>
                  <a:pt x="775" y="3906"/>
                </a:lnTo>
                <a:lnTo>
                  <a:pt x="674" y="4344"/>
                </a:lnTo>
                <a:lnTo>
                  <a:pt x="606" y="4782"/>
                </a:lnTo>
                <a:lnTo>
                  <a:pt x="539" y="5691"/>
                </a:lnTo>
                <a:lnTo>
                  <a:pt x="472" y="6566"/>
                </a:lnTo>
                <a:lnTo>
                  <a:pt x="370" y="7542"/>
                </a:lnTo>
                <a:lnTo>
                  <a:pt x="236" y="8519"/>
                </a:lnTo>
                <a:lnTo>
                  <a:pt x="101" y="9495"/>
                </a:lnTo>
                <a:lnTo>
                  <a:pt x="34" y="10472"/>
                </a:lnTo>
                <a:lnTo>
                  <a:pt x="0" y="10842"/>
                </a:lnTo>
                <a:lnTo>
                  <a:pt x="0" y="11246"/>
                </a:lnTo>
                <a:lnTo>
                  <a:pt x="34" y="11650"/>
                </a:lnTo>
                <a:lnTo>
                  <a:pt x="101" y="12054"/>
                </a:lnTo>
                <a:lnTo>
                  <a:pt x="168" y="12424"/>
                </a:lnTo>
                <a:lnTo>
                  <a:pt x="303" y="12795"/>
                </a:lnTo>
                <a:lnTo>
                  <a:pt x="505" y="13165"/>
                </a:lnTo>
                <a:lnTo>
                  <a:pt x="741" y="13468"/>
                </a:lnTo>
                <a:lnTo>
                  <a:pt x="909" y="13704"/>
                </a:lnTo>
                <a:lnTo>
                  <a:pt x="1145" y="13906"/>
                </a:lnTo>
                <a:lnTo>
                  <a:pt x="1381" y="14108"/>
                </a:lnTo>
                <a:lnTo>
                  <a:pt x="1650" y="14310"/>
                </a:lnTo>
                <a:lnTo>
                  <a:pt x="1953" y="14444"/>
                </a:lnTo>
                <a:lnTo>
                  <a:pt x="2256" y="14579"/>
                </a:lnTo>
                <a:lnTo>
                  <a:pt x="2559" y="14613"/>
                </a:lnTo>
                <a:lnTo>
                  <a:pt x="2828" y="14579"/>
                </a:lnTo>
                <a:lnTo>
                  <a:pt x="3333" y="14714"/>
                </a:lnTo>
                <a:lnTo>
                  <a:pt x="3838" y="14781"/>
                </a:lnTo>
                <a:lnTo>
                  <a:pt x="4310" y="14815"/>
                </a:lnTo>
                <a:lnTo>
                  <a:pt x="4848" y="14848"/>
                </a:lnTo>
                <a:lnTo>
                  <a:pt x="5858" y="14882"/>
                </a:lnTo>
                <a:lnTo>
                  <a:pt x="6835" y="14949"/>
                </a:lnTo>
                <a:lnTo>
                  <a:pt x="7912" y="15084"/>
                </a:lnTo>
                <a:lnTo>
                  <a:pt x="8956" y="15252"/>
                </a:lnTo>
                <a:lnTo>
                  <a:pt x="9495" y="15286"/>
                </a:lnTo>
                <a:lnTo>
                  <a:pt x="10033" y="15320"/>
                </a:lnTo>
                <a:lnTo>
                  <a:pt x="10572" y="15286"/>
                </a:lnTo>
                <a:lnTo>
                  <a:pt x="11111" y="15252"/>
                </a:lnTo>
                <a:lnTo>
                  <a:pt x="11245" y="15252"/>
                </a:lnTo>
                <a:lnTo>
                  <a:pt x="11279" y="15219"/>
                </a:lnTo>
                <a:lnTo>
                  <a:pt x="11313" y="15151"/>
                </a:lnTo>
                <a:lnTo>
                  <a:pt x="11313" y="14680"/>
                </a:lnTo>
                <a:lnTo>
                  <a:pt x="11380" y="14175"/>
                </a:lnTo>
                <a:lnTo>
                  <a:pt x="11616" y="13165"/>
                </a:lnTo>
                <a:lnTo>
                  <a:pt x="11818" y="12155"/>
                </a:lnTo>
                <a:lnTo>
                  <a:pt x="11919" y="11616"/>
                </a:lnTo>
                <a:lnTo>
                  <a:pt x="11919" y="11145"/>
                </a:lnTo>
                <a:lnTo>
                  <a:pt x="12222" y="12155"/>
                </a:lnTo>
                <a:lnTo>
                  <a:pt x="12356" y="12660"/>
                </a:lnTo>
                <a:lnTo>
                  <a:pt x="12491" y="13199"/>
                </a:lnTo>
                <a:lnTo>
                  <a:pt x="12525" y="13266"/>
                </a:lnTo>
                <a:lnTo>
                  <a:pt x="12626" y="13266"/>
                </a:lnTo>
                <a:lnTo>
                  <a:pt x="12693" y="13232"/>
                </a:lnTo>
                <a:lnTo>
                  <a:pt x="12727" y="13468"/>
                </a:lnTo>
                <a:lnTo>
                  <a:pt x="12828" y="13704"/>
                </a:lnTo>
                <a:lnTo>
                  <a:pt x="12996" y="14108"/>
                </a:lnTo>
                <a:lnTo>
                  <a:pt x="13131" y="14613"/>
                </a:lnTo>
                <a:lnTo>
                  <a:pt x="13265" y="15151"/>
                </a:lnTo>
                <a:lnTo>
                  <a:pt x="13333" y="15589"/>
                </a:lnTo>
                <a:lnTo>
                  <a:pt x="13467" y="16229"/>
                </a:lnTo>
                <a:lnTo>
                  <a:pt x="13568" y="16532"/>
                </a:lnTo>
                <a:lnTo>
                  <a:pt x="13669" y="16801"/>
                </a:lnTo>
                <a:lnTo>
                  <a:pt x="13737" y="16902"/>
                </a:lnTo>
                <a:lnTo>
                  <a:pt x="13804" y="16970"/>
                </a:lnTo>
                <a:lnTo>
                  <a:pt x="13905" y="17037"/>
                </a:lnTo>
                <a:lnTo>
                  <a:pt x="14040" y="17037"/>
                </a:lnTo>
                <a:lnTo>
                  <a:pt x="14107" y="16970"/>
                </a:lnTo>
                <a:lnTo>
                  <a:pt x="14376" y="16902"/>
                </a:lnTo>
                <a:lnTo>
                  <a:pt x="14679" y="16801"/>
                </a:lnTo>
                <a:lnTo>
                  <a:pt x="15218" y="16566"/>
                </a:lnTo>
                <a:lnTo>
                  <a:pt x="16262" y="16229"/>
                </a:lnTo>
                <a:lnTo>
                  <a:pt x="16295" y="16296"/>
                </a:lnTo>
                <a:lnTo>
                  <a:pt x="16329" y="16330"/>
                </a:lnTo>
                <a:lnTo>
                  <a:pt x="16430" y="16330"/>
                </a:lnTo>
                <a:lnTo>
                  <a:pt x="16497" y="16262"/>
                </a:lnTo>
                <a:lnTo>
                  <a:pt x="16497" y="16229"/>
                </a:lnTo>
                <a:lnTo>
                  <a:pt x="16531" y="16161"/>
                </a:lnTo>
                <a:lnTo>
                  <a:pt x="16497" y="16161"/>
                </a:lnTo>
                <a:lnTo>
                  <a:pt x="16598" y="16128"/>
                </a:lnTo>
                <a:lnTo>
                  <a:pt x="16666" y="16094"/>
                </a:lnTo>
                <a:lnTo>
                  <a:pt x="16666" y="16060"/>
                </a:lnTo>
                <a:lnTo>
                  <a:pt x="16699" y="15959"/>
                </a:lnTo>
                <a:lnTo>
                  <a:pt x="16632" y="15892"/>
                </a:lnTo>
                <a:lnTo>
                  <a:pt x="16531" y="15892"/>
                </a:lnTo>
                <a:lnTo>
                  <a:pt x="16464" y="15926"/>
                </a:lnTo>
                <a:lnTo>
                  <a:pt x="16396" y="15724"/>
                </a:lnTo>
                <a:lnTo>
                  <a:pt x="16464" y="15690"/>
                </a:lnTo>
                <a:lnTo>
                  <a:pt x="16430" y="15623"/>
                </a:lnTo>
                <a:lnTo>
                  <a:pt x="16396" y="15555"/>
                </a:lnTo>
                <a:lnTo>
                  <a:pt x="16363" y="15522"/>
                </a:lnTo>
                <a:lnTo>
                  <a:pt x="16262" y="15219"/>
                </a:lnTo>
                <a:lnTo>
                  <a:pt x="16161" y="14949"/>
                </a:lnTo>
                <a:lnTo>
                  <a:pt x="16127" y="14646"/>
                </a:lnTo>
                <a:lnTo>
                  <a:pt x="16026" y="14074"/>
                </a:lnTo>
                <a:lnTo>
                  <a:pt x="15959" y="13670"/>
                </a:lnTo>
                <a:lnTo>
                  <a:pt x="15824" y="13232"/>
                </a:lnTo>
                <a:lnTo>
                  <a:pt x="15656" y="12828"/>
                </a:lnTo>
                <a:lnTo>
                  <a:pt x="15454" y="12424"/>
                </a:lnTo>
                <a:lnTo>
                  <a:pt x="15521" y="12424"/>
                </a:lnTo>
                <a:lnTo>
                  <a:pt x="15588" y="12357"/>
                </a:lnTo>
                <a:lnTo>
                  <a:pt x="15588" y="12290"/>
                </a:lnTo>
                <a:lnTo>
                  <a:pt x="15555" y="12222"/>
                </a:lnTo>
                <a:lnTo>
                  <a:pt x="15487" y="12155"/>
                </a:lnTo>
                <a:lnTo>
                  <a:pt x="15487" y="12088"/>
                </a:lnTo>
                <a:lnTo>
                  <a:pt x="15353" y="11886"/>
                </a:lnTo>
                <a:lnTo>
                  <a:pt x="15218" y="11650"/>
                </a:lnTo>
                <a:lnTo>
                  <a:pt x="15151" y="11414"/>
                </a:lnTo>
                <a:lnTo>
                  <a:pt x="15083" y="11179"/>
                </a:lnTo>
                <a:lnTo>
                  <a:pt x="14982" y="10674"/>
                </a:lnTo>
                <a:lnTo>
                  <a:pt x="14881" y="10169"/>
                </a:lnTo>
                <a:lnTo>
                  <a:pt x="14612" y="8990"/>
                </a:lnTo>
                <a:lnTo>
                  <a:pt x="14477" y="8418"/>
                </a:lnTo>
                <a:lnTo>
                  <a:pt x="14309" y="7845"/>
                </a:lnTo>
                <a:lnTo>
                  <a:pt x="14073" y="7239"/>
                </a:lnTo>
                <a:lnTo>
                  <a:pt x="13838" y="6667"/>
                </a:lnTo>
                <a:lnTo>
                  <a:pt x="13568" y="6095"/>
                </a:lnTo>
                <a:lnTo>
                  <a:pt x="13366" y="5489"/>
                </a:lnTo>
                <a:lnTo>
                  <a:pt x="13164" y="4883"/>
                </a:lnTo>
                <a:lnTo>
                  <a:pt x="13030" y="4243"/>
                </a:lnTo>
                <a:lnTo>
                  <a:pt x="12861" y="3603"/>
                </a:lnTo>
                <a:lnTo>
                  <a:pt x="12693" y="2997"/>
                </a:lnTo>
                <a:lnTo>
                  <a:pt x="12693" y="2930"/>
                </a:lnTo>
                <a:lnTo>
                  <a:pt x="12693" y="2896"/>
                </a:lnTo>
                <a:lnTo>
                  <a:pt x="12659" y="2863"/>
                </a:lnTo>
                <a:lnTo>
                  <a:pt x="12626" y="2829"/>
                </a:lnTo>
                <a:lnTo>
                  <a:pt x="12558" y="2829"/>
                </a:lnTo>
                <a:lnTo>
                  <a:pt x="12525" y="2863"/>
                </a:lnTo>
                <a:lnTo>
                  <a:pt x="12457" y="2896"/>
                </a:lnTo>
                <a:lnTo>
                  <a:pt x="12323" y="2627"/>
                </a:lnTo>
                <a:lnTo>
                  <a:pt x="12154" y="2358"/>
                </a:lnTo>
                <a:lnTo>
                  <a:pt x="11952" y="2122"/>
                </a:lnTo>
                <a:lnTo>
                  <a:pt x="11717" y="1920"/>
                </a:lnTo>
                <a:lnTo>
                  <a:pt x="11447" y="1651"/>
                </a:lnTo>
                <a:lnTo>
                  <a:pt x="11212" y="1415"/>
                </a:lnTo>
                <a:lnTo>
                  <a:pt x="11010" y="1146"/>
                </a:lnTo>
                <a:lnTo>
                  <a:pt x="10909" y="977"/>
                </a:lnTo>
                <a:lnTo>
                  <a:pt x="10841" y="809"/>
                </a:lnTo>
                <a:lnTo>
                  <a:pt x="10841" y="742"/>
                </a:lnTo>
                <a:lnTo>
                  <a:pt x="10808" y="641"/>
                </a:lnTo>
                <a:lnTo>
                  <a:pt x="10707" y="439"/>
                </a:lnTo>
                <a:lnTo>
                  <a:pt x="10639" y="203"/>
                </a:lnTo>
                <a:lnTo>
                  <a:pt x="10606" y="102"/>
                </a:lnTo>
                <a:lnTo>
                  <a:pt x="10538" y="34"/>
                </a:lnTo>
                <a:lnTo>
                  <a:pt x="10505" y="1"/>
                </a:lnTo>
                <a:lnTo>
                  <a:pt x="10471" y="34"/>
                </a:lnTo>
                <a:lnTo>
                  <a:pt x="104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nvGrpSpPr>
          <p:cNvPr id="1781" name="Google Shape;1781;p12"/>
          <p:cNvGrpSpPr/>
          <p:nvPr/>
        </p:nvGrpSpPr>
        <p:grpSpPr>
          <a:xfrm>
            <a:off x="1390437" y="-6"/>
            <a:ext cx="1603317" cy="405444"/>
            <a:chOff x="448987" y="-6"/>
            <a:chExt cx="1603317" cy="405444"/>
          </a:xfrm>
        </p:grpSpPr>
        <p:sp>
          <p:nvSpPr>
            <p:cNvPr id="1782" name="Google Shape;1782;p12"/>
            <p:cNvSpPr/>
            <p:nvPr/>
          </p:nvSpPr>
          <p:spPr>
            <a:xfrm>
              <a:off x="495861" y="65329"/>
              <a:ext cx="387083" cy="314981"/>
            </a:xfrm>
            <a:custGeom>
              <a:avLst/>
              <a:gdLst/>
              <a:ahLst/>
              <a:cxnLst/>
              <a:rect l="l" t="t" r="r" b="b"/>
              <a:pathLst>
                <a:path w="7779" h="6330" extrusionOk="0">
                  <a:moveTo>
                    <a:pt x="5893" y="168"/>
                  </a:moveTo>
                  <a:lnTo>
                    <a:pt x="6196" y="202"/>
                  </a:lnTo>
                  <a:lnTo>
                    <a:pt x="6532" y="269"/>
                  </a:lnTo>
                  <a:lnTo>
                    <a:pt x="6835" y="337"/>
                  </a:lnTo>
                  <a:lnTo>
                    <a:pt x="7105" y="438"/>
                  </a:lnTo>
                  <a:lnTo>
                    <a:pt x="7239" y="673"/>
                  </a:lnTo>
                  <a:lnTo>
                    <a:pt x="7340" y="909"/>
                  </a:lnTo>
                  <a:lnTo>
                    <a:pt x="5960" y="943"/>
                  </a:lnTo>
                  <a:lnTo>
                    <a:pt x="4613" y="976"/>
                  </a:lnTo>
                  <a:lnTo>
                    <a:pt x="2795" y="976"/>
                  </a:lnTo>
                  <a:lnTo>
                    <a:pt x="2189" y="1010"/>
                  </a:lnTo>
                  <a:lnTo>
                    <a:pt x="2189" y="1010"/>
                  </a:lnTo>
                  <a:lnTo>
                    <a:pt x="3368" y="606"/>
                  </a:lnTo>
                  <a:lnTo>
                    <a:pt x="4007" y="438"/>
                  </a:lnTo>
                  <a:lnTo>
                    <a:pt x="4647" y="303"/>
                  </a:lnTo>
                  <a:lnTo>
                    <a:pt x="5287" y="202"/>
                  </a:lnTo>
                  <a:lnTo>
                    <a:pt x="5590" y="168"/>
                  </a:lnTo>
                  <a:close/>
                  <a:moveTo>
                    <a:pt x="6768" y="1111"/>
                  </a:moveTo>
                  <a:lnTo>
                    <a:pt x="6027" y="1347"/>
                  </a:lnTo>
                  <a:lnTo>
                    <a:pt x="4984" y="1717"/>
                  </a:lnTo>
                  <a:lnTo>
                    <a:pt x="4445" y="1919"/>
                  </a:lnTo>
                  <a:lnTo>
                    <a:pt x="3940" y="2155"/>
                  </a:lnTo>
                  <a:lnTo>
                    <a:pt x="3637" y="2323"/>
                  </a:lnTo>
                  <a:lnTo>
                    <a:pt x="3334" y="2525"/>
                  </a:lnTo>
                  <a:lnTo>
                    <a:pt x="3065" y="2761"/>
                  </a:lnTo>
                  <a:lnTo>
                    <a:pt x="2795" y="2997"/>
                  </a:lnTo>
                  <a:lnTo>
                    <a:pt x="2762" y="2997"/>
                  </a:lnTo>
                  <a:lnTo>
                    <a:pt x="2459" y="3030"/>
                  </a:lnTo>
                  <a:lnTo>
                    <a:pt x="2155" y="3064"/>
                  </a:lnTo>
                  <a:lnTo>
                    <a:pt x="1516" y="3030"/>
                  </a:lnTo>
                  <a:lnTo>
                    <a:pt x="876" y="2997"/>
                  </a:lnTo>
                  <a:lnTo>
                    <a:pt x="539" y="3030"/>
                  </a:lnTo>
                  <a:lnTo>
                    <a:pt x="236" y="3098"/>
                  </a:lnTo>
                  <a:lnTo>
                    <a:pt x="236" y="2795"/>
                  </a:lnTo>
                  <a:lnTo>
                    <a:pt x="270" y="2424"/>
                  </a:lnTo>
                  <a:lnTo>
                    <a:pt x="337" y="2155"/>
                  </a:lnTo>
                  <a:lnTo>
                    <a:pt x="472" y="1885"/>
                  </a:lnTo>
                  <a:lnTo>
                    <a:pt x="640" y="1683"/>
                  </a:lnTo>
                  <a:lnTo>
                    <a:pt x="842" y="1515"/>
                  </a:lnTo>
                  <a:lnTo>
                    <a:pt x="1078" y="1380"/>
                  </a:lnTo>
                  <a:lnTo>
                    <a:pt x="1347" y="1246"/>
                  </a:lnTo>
                  <a:lnTo>
                    <a:pt x="1617" y="1145"/>
                  </a:lnTo>
                  <a:lnTo>
                    <a:pt x="2256" y="1212"/>
                  </a:lnTo>
                  <a:lnTo>
                    <a:pt x="4176" y="1212"/>
                  </a:lnTo>
                  <a:lnTo>
                    <a:pt x="5489" y="1145"/>
                  </a:lnTo>
                  <a:lnTo>
                    <a:pt x="6768" y="1111"/>
                  </a:lnTo>
                  <a:close/>
                  <a:moveTo>
                    <a:pt x="7441" y="1212"/>
                  </a:moveTo>
                  <a:lnTo>
                    <a:pt x="7509" y="1616"/>
                  </a:lnTo>
                  <a:lnTo>
                    <a:pt x="7509" y="2054"/>
                  </a:lnTo>
                  <a:lnTo>
                    <a:pt x="7475" y="2087"/>
                  </a:lnTo>
                  <a:lnTo>
                    <a:pt x="7307" y="2222"/>
                  </a:lnTo>
                  <a:lnTo>
                    <a:pt x="7105" y="2357"/>
                  </a:lnTo>
                  <a:lnTo>
                    <a:pt x="6869" y="2458"/>
                  </a:lnTo>
                  <a:lnTo>
                    <a:pt x="6600" y="2525"/>
                  </a:lnTo>
                  <a:lnTo>
                    <a:pt x="6061" y="2693"/>
                  </a:lnTo>
                  <a:lnTo>
                    <a:pt x="5623" y="2828"/>
                  </a:lnTo>
                  <a:lnTo>
                    <a:pt x="4748" y="3131"/>
                  </a:lnTo>
                  <a:lnTo>
                    <a:pt x="3906" y="3502"/>
                  </a:lnTo>
                  <a:lnTo>
                    <a:pt x="3570" y="3670"/>
                  </a:lnTo>
                  <a:lnTo>
                    <a:pt x="3300" y="3872"/>
                  </a:lnTo>
                  <a:lnTo>
                    <a:pt x="3031" y="4108"/>
                  </a:lnTo>
                  <a:lnTo>
                    <a:pt x="2829" y="4377"/>
                  </a:lnTo>
                  <a:lnTo>
                    <a:pt x="2694" y="4579"/>
                  </a:lnTo>
                  <a:lnTo>
                    <a:pt x="2627" y="4781"/>
                  </a:lnTo>
                  <a:lnTo>
                    <a:pt x="2492" y="5185"/>
                  </a:lnTo>
                  <a:lnTo>
                    <a:pt x="2425" y="5387"/>
                  </a:lnTo>
                  <a:lnTo>
                    <a:pt x="2358" y="5589"/>
                  </a:lnTo>
                  <a:lnTo>
                    <a:pt x="2223" y="5791"/>
                  </a:lnTo>
                  <a:lnTo>
                    <a:pt x="2088" y="5959"/>
                  </a:lnTo>
                  <a:lnTo>
                    <a:pt x="2054" y="6027"/>
                  </a:lnTo>
                  <a:lnTo>
                    <a:pt x="1751" y="5892"/>
                  </a:lnTo>
                  <a:lnTo>
                    <a:pt x="1415" y="5724"/>
                  </a:lnTo>
                  <a:lnTo>
                    <a:pt x="1145" y="5488"/>
                  </a:lnTo>
                  <a:lnTo>
                    <a:pt x="876" y="5185"/>
                  </a:lnTo>
                  <a:lnTo>
                    <a:pt x="741" y="4983"/>
                  </a:lnTo>
                  <a:lnTo>
                    <a:pt x="640" y="4747"/>
                  </a:lnTo>
                  <a:lnTo>
                    <a:pt x="438" y="4242"/>
                  </a:lnTo>
                  <a:lnTo>
                    <a:pt x="304" y="3737"/>
                  </a:lnTo>
                  <a:lnTo>
                    <a:pt x="270" y="3199"/>
                  </a:lnTo>
                  <a:lnTo>
                    <a:pt x="270" y="3199"/>
                  </a:lnTo>
                  <a:lnTo>
                    <a:pt x="573" y="3266"/>
                  </a:lnTo>
                  <a:lnTo>
                    <a:pt x="2021" y="3266"/>
                  </a:lnTo>
                  <a:lnTo>
                    <a:pt x="2560" y="3232"/>
                  </a:lnTo>
                  <a:lnTo>
                    <a:pt x="2155" y="3737"/>
                  </a:lnTo>
                  <a:lnTo>
                    <a:pt x="1751" y="4242"/>
                  </a:lnTo>
                  <a:lnTo>
                    <a:pt x="1011" y="5286"/>
                  </a:lnTo>
                  <a:lnTo>
                    <a:pt x="1011" y="5320"/>
                  </a:lnTo>
                  <a:lnTo>
                    <a:pt x="1044" y="5353"/>
                  </a:lnTo>
                  <a:lnTo>
                    <a:pt x="1112" y="5353"/>
                  </a:lnTo>
                  <a:lnTo>
                    <a:pt x="1280" y="5185"/>
                  </a:lnTo>
                  <a:lnTo>
                    <a:pt x="1448" y="5017"/>
                  </a:lnTo>
                  <a:lnTo>
                    <a:pt x="1751" y="4646"/>
                  </a:lnTo>
                  <a:lnTo>
                    <a:pt x="2324" y="3872"/>
                  </a:lnTo>
                  <a:lnTo>
                    <a:pt x="2694" y="3401"/>
                  </a:lnTo>
                  <a:lnTo>
                    <a:pt x="3098" y="2997"/>
                  </a:lnTo>
                  <a:lnTo>
                    <a:pt x="3536" y="2626"/>
                  </a:lnTo>
                  <a:lnTo>
                    <a:pt x="4041" y="2323"/>
                  </a:lnTo>
                  <a:lnTo>
                    <a:pt x="4445" y="2121"/>
                  </a:lnTo>
                  <a:lnTo>
                    <a:pt x="4849" y="1953"/>
                  </a:lnTo>
                  <a:lnTo>
                    <a:pt x="5724" y="1683"/>
                  </a:lnTo>
                  <a:lnTo>
                    <a:pt x="7441" y="1212"/>
                  </a:lnTo>
                  <a:close/>
                  <a:moveTo>
                    <a:pt x="7509" y="2390"/>
                  </a:moveTo>
                  <a:lnTo>
                    <a:pt x="7441" y="2795"/>
                  </a:lnTo>
                  <a:lnTo>
                    <a:pt x="7307" y="3199"/>
                  </a:lnTo>
                  <a:lnTo>
                    <a:pt x="7172" y="3603"/>
                  </a:lnTo>
                  <a:lnTo>
                    <a:pt x="6970" y="3973"/>
                  </a:lnTo>
                  <a:lnTo>
                    <a:pt x="6768" y="4310"/>
                  </a:lnTo>
                  <a:lnTo>
                    <a:pt x="6532" y="4646"/>
                  </a:lnTo>
                  <a:lnTo>
                    <a:pt x="6263" y="4916"/>
                  </a:lnTo>
                  <a:lnTo>
                    <a:pt x="5960" y="5151"/>
                  </a:lnTo>
                  <a:lnTo>
                    <a:pt x="5691" y="5320"/>
                  </a:lnTo>
                  <a:lnTo>
                    <a:pt x="5421" y="5454"/>
                  </a:lnTo>
                  <a:lnTo>
                    <a:pt x="4849" y="5656"/>
                  </a:lnTo>
                  <a:lnTo>
                    <a:pt x="4277" y="5825"/>
                  </a:lnTo>
                  <a:lnTo>
                    <a:pt x="3671" y="5959"/>
                  </a:lnTo>
                  <a:lnTo>
                    <a:pt x="3300" y="6027"/>
                  </a:lnTo>
                  <a:lnTo>
                    <a:pt x="2930" y="6060"/>
                  </a:lnTo>
                  <a:lnTo>
                    <a:pt x="2223" y="6060"/>
                  </a:lnTo>
                  <a:lnTo>
                    <a:pt x="2425" y="5825"/>
                  </a:lnTo>
                  <a:lnTo>
                    <a:pt x="2560" y="5589"/>
                  </a:lnTo>
                  <a:lnTo>
                    <a:pt x="2661" y="5320"/>
                  </a:lnTo>
                  <a:lnTo>
                    <a:pt x="2762" y="5050"/>
                  </a:lnTo>
                  <a:lnTo>
                    <a:pt x="2863" y="4781"/>
                  </a:lnTo>
                  <a:lnTo>
                    <a:pt x="2964" y="4545"/>
                  </a:lnTo>
                  <a:lnTo>
                    <a:pt x="3132" y="4343"/>
                  </a:lnTo>
                  <a:lnTo>
                    <a:pt x="3267" y="4141"/>
                  </a:lnTo>
                  <a:lnTo>
                    <a:pt x="3469" y="3973"/>
                  </a:lnTo>
                  <a:lnTo>
                    <a:pt x="3671" y="3838"/>
                  </a:lnTo>
                  <a:lnTo>
                    <a:pt x="4142" y="3569"/>
                  </a:lnTo>
                  <a:lnTo>
                    <a:pt x="4681" y="3333"/>
                  </a:lnTo>
                  <a:lnTo>
                    <a:pt x="5219" y="3165"/>
                  </a:lnTo>
                  <a:lnTo>
                    <a:pt x="6297" y="2828"/>
                  </a:lnTo>
                  <a:lnTo>
                    <a:pt x="6903" y="2660"/>
                  </a:lnTo>
                  <a:lnTo>
                    <a:pt x="7206" y="2525"/>
                  </a:lnTo>
                  <a:lnTo>
                    <a:pt x="7509" y="2390"/>
                  </a:lnTo>
                  <a:close/>
                  <a:moveTo>
                    <a:pt x="5219" y="0"/>
                  </a:moveTo>
                  <a:lnTo>
                    <a:pt x="4613" y="67"/>
                  </a:lnTo>
                  <a:lnTo>
                    <a:pt x="3738" y="269"/>
                  </a:lnTo>
                  <a:lnTo>
                    <a:pt x="2896" y="505"/>
                  </a:lnTo>
                  <a:lnTo>
                    <a:pt x="2054" y="774"/>
                  </a:lnTo>
                  <a:lnTo>
                    <a:pt x="1213" y="1077"/>
                  </a:lnTo>
                  <a:lnTo>
                    <a:pt x="910" y="1212"/>
                  </a:lnTo>
                  <a:lnTo>
                    <a:pt x="640" y="1380"/>
                  </a:lnTo>
                  <a:lnTo>
                    <a:pt x="438" y="1616"/>
                  </a:lnTo>
                  <a:lnTo>
                    <a:pt x="270" y="1852"/>
                  </a:lnTo>
                  <a:lnTo>
                    <a:pt x="135" y="2121"/>
                  </a:lnTo>
                  <a:lnTo>
                    <a:pt x="68" y="2424"/>
                  </a:lnTo>
                  <a:lnTo>
                    <a:pt x="1" y="2727"/>
                  </a:lnTo>
                  <a:lnTo>
                    <a:pt x="1" y="3030"/>
                  </a:lnTo>
                  <a:lnTo>
                    <a:pt x="34" y="3367"/>
                  </a:lnTo>
                  <a:lnTo>
                    <a:pt x="68" y="3704"/>
                  </a:lnTo>
                  <a:lnTo>
                    <a:pt x="135" y="4007"/>
                  </a:lnTo>
                  <a:lnTo>
                    <a:pt x="236" y="4343"/>
                  </a:lnTo>
                  <a:lnTo>
                    <a:pt x="371" y="4646"/>
                  </a:lnTo>
                  <a:lnTo>
                    <a:pt x="506" y="4949"/>
                  </a:lnTo>
                  <a:lnTo>
                    <a:pt x="640" y="5219"/>
                  </a:lnTo>
                  <a:lnTo>
                    <a:pt x="809" y="5454"/>
                  </a:lnTo>
                  <a:lnTo>
                    <a:pt x="1011" y="5724"/>
                  </a:lnTo>
                  <a:lnTo>
                    <a:pt x="1280" y="5926"/>
                  </a:lnTo>
                  <a:lnTo>
                    <a:pt x="1549" y="6094"/>
                  </a:lnTo>
                  <a:lnTo>
                    <a:pt x="1819" y="6229"/>
                  </a:lnTo>
                  <a:lnTo>
                    <a:pt x="2155" y="6296"/>
                  </a:lnTo>
                  <a:lnTo>
                    <a:pt x="2459" y="6330"/>
                  </a:lnTo>
                  <a:lnTo>
                    <a:pt x="2795" y="6330"/>
                  </a:lnTo>
                  <a:lnTo>
                    <a:pt x="3132" y="6296"/>
                  </a:lnTo>
                  <a:lnTo>
                    <a:pt x="3906" y="6195"/>
                  </a:lnTo>
                  <a:lnTo>
                    <a:pt x="4647" y="5993"/>
                  </a:lnTo>
                  <a:lnTo>
                    <a:pt x="5017" y="5892"/>
                  </a:lnTo>
                  <a:lnTo>
                    <a:pt x="5388" y="5724"/>
                  </a:lnTo>
                  <a:lnTo>
                    <a:pt x="5758" y="5555"/>
                  </a:lnTo>
                  <a:lnTo>
                    <a:pt x="6095" y="5387"/>
                  </a:lnTo>
                  <a:lnTo>
                    <a:pt x="6364" y="5185"/>
                  </a:lnTo>
                  <a:lnTo>
                    <a:pt x="6600" y="4949"/>
                  </a:lnTo>
                  <a:lnTo>
                    <a:pt x="6835" y="4680"/>
                  </a:lnTo>
                  <a:lnTo>
                    <a:pt x="7037" y="4411"/>
                  </a:lnTo>
                  <a:lnTo>
                    <a:pt x="7239" y="4074"/>
                  </a:lnTo>
                  <a:lnTo>
                    <a:pt x="7408" y="3771"/>
                  </a:lnTo>
                  <a:lnTo>
                    <a:pt x="7542" y="3401"/>
                  </a:lnTo>
                  <a:lnTo>
                    <a:pt x="7643" y="3064"/>
                  </a:lnTo>
                  <a:lnTo>
                    <a:pt x="7711" y="2693"/>
                  </a:lnTo>
                  <a:lnTo>
                    <a:pt x="7744" y="2323"/>
                  </a:lnTo>
                  <a:lnTo>
                    <a:pt x="7778" y="1953"/>
                  </a:lnTo>
                  <a:lnTo>
                    <a:pt x="7744" y="1582"/>
                  </a:lnTo>
                  <a:lnTo>
                    <a:pt x="7677" y="1246"/>
                  </a:lnTo>
                  <a:lnTo>
                    <a:pt x="7610" y="909"/>
                  </a:lnTo>
                  <a:lnTo>
                    <a:pt x="7475" y="572"/>
                  </a:lnTo>
                  <a:lnTo>
                    <a:pt x="7307" y="303"/>
                  </a:lnTo>
                  <a:lnTo>
                    <a:pt x="7273" y="236"/>
                  </a:lnTo>
                  <a:lnTo>
                    <a:pt x="7172" y="236"/>
                  </a:lnTo>
                  <a:lnTo>
                    <a:pt x="7105" y="269"/>
                  </a:lnTo>
                  <a:lnTo>
                    <a:pt x="6835" y="168"/>
                  </a:lnTo>
                  <a:lnTo>
                    <a:pt x="6499" y="67"/>
                  </a:lnTo>
                  <a:lnTo>
                    <a:pt x="6196" y="34"/>
                  </a:lnTo>
                  <a:lnTo>
                    <a:pt x="585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3" name="Google Shape;1783;p12"/>
            <p:cNvSpPr/>
            <p:nvPr/>
          </p:nvSpPr>
          <p:spPr>
            <a:xfrm>
              <a:off x="448987" y="-6"/>
              <a:ext cx="954944" cy="405444"/>
            </a:xfrm>
            <a:custGeom>
              <a:avLst/>
              <a:gdLst/>
              <a:ahLst/>
              <a:cxnLst/>
              <a:rect l="l" t="t" r="r" b="b"/>
              <a:pathLst>
                <a:path w="19191" h="8148" extrusionOk="0">
                  <a:moveTo>
                    <a:pt x="9528" y="2761"/>
                  </a:moveTo>
                  <a:lnTo>
                    <a:pt x="9663" y="2794"/>
                  </a:lnTo>
                  <a:lnTo>
                    <a:pt x="9932" y="2895"/>
                  </a:lnTo>
                  <a:lnTo>
                    <a:pt x="10100" y="3030"/>
                  </a:lnTo>
                  <a:lnTo>
                    <a:pt x="10235" y="3165"/>
                  </a:lnTo>
                  <a:lnTo>
                    <a:pt x="10336" y="3333"/>
                  </a:lnTo>
                  <a:lnTo>
                    <a:pt x="9730" y="3367"/>
                  </a:lnTo>
                  <a:lnTo>
                    <a:pt x="9461" y="3367"/>
                  </a:lnTo>
                  <a:lnTo>
                    <a:pt x="9158" y="3434"/>
                  </a:lnTo>
                  <a:lnTo>
                    <a:pt x="9191" y="3400"/>
                  </a:lnTo>
                  <a:lnTo>
                    <a:pt x="9259" y="2963"/>
                  </a:lnTo>
                  <a:lnTo>
                    <a:pt x="9292" y="2828"/>
                  </a:lnTo>
                  <a:lnTo>
                    <a:pt x="9393" y="2761"/>
                  </a:lnTo>
                  <a:close/>
                  <a:moveTo>
                    <a:pt x="18618" y="3973"/>
                  </a:moveTo>
                  <a:lnTo>
                    <a:pt x="18719" y="4006"/>
                  </a:lnTo>
                  <a:lnTo>
                    <a:pt x="18820" y="4074"/>
                  </a:lnTo>
                  <a:lnTo>
                    <a:pt x="18888" y="4141"/>
                  </a:lnTo>
                  <a:lnTo>
                    <a:pt x="18955" y="4209"/>
                  </a:lnTo>
                  <a:lnTo>
                    <a:pt x="18989" y="4310"/>
                  </a:lnTo>
                  <a:lnTo>
                    <a:pt x="18989" y="4444"/>
                  </a:lnTo>
                  <a:lnTo>
                    <a:pt x="18989" y="4545"/>
                  </a:lnTo>
                  <a:lnTo>
                    <a:pt x="18955" y="4646"/>
                  </a:lnTo>
                  <a:lnTo>
                    <a:pt x="18854" y="4781"/>
                  </a:lnTo>
                  <a:lnTo>
                    <a:pt x="18719" y="4848"/>
                  </a:lnTo>
                  <a:lnTo>
                    <a:pt x="18585" y="4916"/>
                  </a:lnTo>
                  <a:lnTo>
                    <a:pt x="18450" y="4949"/>
                  </a:lnTo>
                  <a:lnTo>
                    <a:pt x="18214" y="4916"/>
                  </a:lnTo>
                  <a:lnTo>
                    <a:pt x="18012" y="4916"/>
                  </a:lnTo>
                  <a:lnTo>
                    <a:pt x="18181" y="4680"/>
                  </a:lnTo>
                  <a:lnTo>
                    <a:pt x="18349" y="4478"/>
                  </a:lnTo>
                  <a:lnTo>
                    <a:pt x="18484" y="4209"/>
                  </a:lnTo>
                  <a:lnTo>
                    <a:pt x="18618" y="3973"/>
                  </a:lnTo>
                  <a:close/>
                  <a:moveTo>
                    <a:pt x="1650" y="7171"/>
                  </a:moveTo>
                  <a:lnTo>
                    <a:pt x="1885" y="7373"/>
                  </a:lnTo>
                  <a:lnTo>
                    <a:pt x="2121" y="7542"/>
                  </a:lnTo>
                  <a:lnTo>
                    <a:pt x="2390" y="7676"/>
                  </a:lnTo>
                  <a:lnTo>
                    <a:pt x="2660" y="7811"/>
                  </a:lnTo>
                  <a:lnTo>
                    <a:pt x="2491" y="7878"/>
                  </a:lnTo>
                  <a:lnTo>
                    <a:pt x="2289" y="7946"/>
                  </a:lnTo>
                  <a:lnTo>
                    <a:pt x="2087" y="7946"/>
                  </a:lnTo>
                  <a:lnTo>
                    <a:pt x="1852" y="7912"/>
                  </a:lnTo>
                  <a:lnTo>
                    <a:pt x="1683" y="7845"/>
                  </a:lnTo>
                  <a:lnTo>
                    <a:pt x="1582" y="7777"/>
                  </a:lnTo>
                  <a:lnTo>
                    <a:pt x="1549" y="7710"/>
                  </a:lnTo>
                  <a:lnTo>
                    <a:pt x="1515" y="7609"/>
                  </a:lnTo>
                  <a:lnTo>
                    <a:pt x="1549" y="7542"/>
                  </a:lnTo>
                  <a:lnTo>
                    <a:pt x="1582" y="7340"/>
                  </a:lnTo>
                  <a:lnTo>
                    <a:pt x="1650" y="7171"/>
                  </a:lnTo>
                  <a:close/>
                  <a:moveTo>
                    <a:pt x="9090" y="0"/>
                  </a:moveTo>
                  <a:lnTo>
                    <a:pt x="7845" y="370"/>
                  </a:lnTo>
                  <a:lnTo>
                    <a:pt x="7373" y="471"/>
                  </a:lnTo>
                  <a:lnTo>
                    <a:pt x="6902" y="606"/>
                  </a:lnTo>
                  <a:lnTo>
                    <a:pt x="6397" y="707"/>
                  </a:lnTo>
                  <a:lnTo>
                    <a:pt x="5926" y="808"/>
                  </a:lnTo>
                  <a:lnTo>
                    <a:pt x="5017" y="1077"/>
                  </a:lnTo>
                  <a:lnTo>
                    <a:pt x="4141" y="1380"/>
                  </a:lnTo>
                  <a:lnTo>
                    <a:pt x="2323" y="1953"/>
                  </a:lnTo>
                  <a:lnTo>
                    <a:pt x="1549" y="2155"/>
                  </a:lnTo>
                  <a:lnTo>
                    <a:pt x="774" y="2390"/>
                  </a:lnTo>
                  <a:lnTo>
                    <a:pt x="438" y="2491"/>
                  </a:lnTo>
                  <a:lnTo>
                    <a:pt x="269" y="2559"/>
                  </a:lnTo>
                  <a:lnTo>
                    <a:pt x="135" y="2626"/>
                  </a:lnTo>
                  <a:lnTo>
                    <a:pt x="34" y="2626"/>
                  </a:lnTo>
                  <a:lnTo>
                    <a:pt x="34" y="2660"/>
                  </a:lnTo>
                  <a:lnTo>
                    <a:pt x="0" y="2727"/>
                  </a:lnTo>
                  <a:lnTo>
                    <a:pt x="0" y="3266"/>
                  </a:lnTo>
                  <a:lnTo>
                    <a:pt x="67" y="3838"/>
                  </a:lnTo>
                  <a:lnTo>
                    <a:pt x="168" y="4377"/>
                  </a:lnTo>
                  <a:lnTo>
                    <a:pt x="303" y="4949"/>
                  </a:lnTo>
                  <a:lnTo>
                    <a:pt x="539" y="5488"/>
                  </a:lnTo>
                  <a:lnTo>
                    <a:pt x="774" y="5993"/>
                  </a:lnTo>
                  <a:lnTo>
                    <a:pt x="1077" y="6464"/>
                  </a:lnTo>
                  <a:lnTo>
                    <a:pt x="1414" y="6902"/>
                  </a:lnTo>
                  <a:lnTo>
                    <a:pt x="1549" y="7070"/>
                  </a:lnTo>
                  <a:lnTo>
                    <a:pt x="1549" y="7104"/>
                  </a:lnTo>
                  <a:lnTo>
                    <a:pt x="1414" y="7306"/>
                  </a:lnTo>
                  <a:lnTo>
                    <a:pt x="1347" y="7542"/>
                  </a:lnTo>
                  <a:lnTo>
                    <a:pt x="1347" y="7676"/>
                  </a:lnTo>
                  <a:lnTo>
                    <a:pt x="1347" y="7777"/>
                  </a:lnTo>
                  <a:lnTo>
                    <a:pt x="1414" y="7878"/>
                  </a:lnTo>
                  <a:lnTo>
                    <a:pt x="1515" y="7979"/>
                  </a:lnTo>
                  <a:lnTo>
                    <a:pt x="1650" y="8047"/>
                  </a:lnTo>
                  <a:lnTo>
                    <a:pt x="1784" y="8114"/>
                  </a:lnTo>
                  <a:lnTo>
                    <a:pt x="1919" y="8148"/>
                  </a:lnTo>
                  <a:lnTo>
                    <a:pt x="2424" y="8148"/>
                  </a:lnTo>
                  <a:lnTo>
                    <a:pt x="2693" y="8047"/>
                  </a:lnTo>
                  <a:lnTo>
                    <a:pt x="2794" y="7979"/>
                  </a:lnTo>
                  <a:lnTo>
                    <a:pt x="2895" y="7912"/>
                  </a:lnTo>
                  <a:lnTo>
                    <a:pt x="3165" y="7979"/>
                  </a:lnTo>
                  <a:lnTo>
                    <a:pt x="3468" y="8047"/>
                  </a:lnTo>
                  <a:lnTo>
                    <a:pt x="4040" y="8148"/>
                  </a:lnTo>
                  <a:lnTo>
                    <a:pt x="4646" y="8148"/>
                  </a:lnTo>
                  <a:lnTo>
                    <a:pt x="5252" y="8080"/>
                  </a:lnTo>
                  <a:lnTo>
                    <a:pt x="5757" y="7946"/>
                  </a:lnTo>
                  <a:lnTo>
                    <a:pt x="6262" y="7811"/>
                  </a:lnTo>
                  <a:lnTo>
                    <a:pt x="6734" y="7609"/>
                  </a:lnTo>
                  <a:lnTo>
                    <a:pt x="7205" y="7373"/>
                  </a:lnTo>
                  <a:lnTo>
                    <a:pt x="7643" y="7070"/>
                  </a:lnTo>
                  <a:lnTo>
                    <a:pt x="8013" y="6734"/>
                  </a:lnTo>
                  <a:lnTo>
                    <a:pt x="8181" y="6565"/>
                  </a:lnTo>
                  <a:lnTo>
                    <a:pt x="8350" y="6330"/>
                  </a:lnTo>
                  <a:lnTo>
                    <a:pt x="8451" y="6128"/>
                  </a:lnTo>
                  <a:lnTo>
                    <a:pt x="8585" y="5892"/>
                  </a:lnTo>
                  <a:lnTo>
                    <a:pt x="8787" y="5320"/>
                  </a:lnTo>
                  <a:lnTo>
                    <a:pt x="8922" y="4781"/>
                  </a:lnTo>
                  <a:lnTo>
                    <a:pt x="9023" y="4209"/>
                  </a:lnTo>
                  <a:lnTo>
                    <a:pt x="9124" y="3636"/>
                  </a:lnTo>
                  <a:lnTo>
                    <a:pt x="10370" y="3535"/>
                  </a:lnTo>
                  <a:lnTo>
                    <a:pt x="10403" y="3501"/>
                  </a:lnTo>
                  <a:lnTo>
                    <a:pt x="10504" y="3771"/>
                  </a:lnTo>
                  <a:lnTo>
                    <a:pt x="10605" y="4040"/>
                  </a:lnTo>
                  <a:lnTo>
                    <a:pt x="10706" y="4242"/>
                  </a:lnTo>
                  <a:lnTo>
                    <a:pt x="10841" y="4444"/>
                  </a:lnTo>
                  <a:lnTo>
                    <a:pt x="11144" y="4781"/>
                  </a:lnTo>
                  <a:lnTo>
                    <a:pt x="11481" y="5118"/>
                  </a:lnTo>
                  <a:lnTo>
                    <a:pt x="11885" y="5387"/>
                  </a:lnTo>
                  <a:lnTo>
                    <a:pt x="12323" y="5623"/>
                  </a:lnTo>
                  <a:lnTo>
                    <a:pt x="12794" y="5825"/>
                  </a:lnTo>
                  <a:lnTo>
                    <a:pt x="13232" y="5959"/>
                  </a:lnTo>
                  <a:lnTo>
                    <a:pt x="13669" y="6060"/>
                  </a:lnTo>
                  <a:lnTo>
                    <a:pt x="14073" y="6128"/>
                  </a:lnTo>
                  <a:lnTo>
                    <a:pt x="14511" y="6161"/>
                  </a:lnTo>
                  <a:lnTo>
                    <a:pt x="14915" y="6161"/>
                  </a:lnTo>
                  <a:lnTo>
                    <a:pt x="15319" y="6128"/>
                  </a:lnTo>
                  <a:lnTo>
                    <a:pt x="15723" y="6060"/>
                  </a:lnTo>
                  <a:lnTo>
                    <a:pt x="16127" y="5959"/>
                  </a:lnTo>
                  <a:lnTo>
                    <a:pt x="16497" y="5858"/>
                  </a:lnTo>
                  <a:lnTo>
                    <a:pt x="16901" y="5690"/>
                  </a:lnTo>
                  <a:lnTo>
                    <a:pt x="17171" y="5555"/>
                  </a:lnTo>
                  <a:lnTo>
                    <a:pt x="17440" y="5387"/>
                  </a:lnTo>
                  <a:lnTo>
                    <a:pt x="17676" y="5219"/>
                  </a:lnTo>
                  <a:lnTo>
                    <a:pt x="17911" y="5017"/>
                  </a:lnTo>
                  <a:lnTo>
                    <a:pt x="18046" y="5084"/>
                  </a:lnTo>
                  <a:lnTo>
                    <a:pt x="18214" y="5118"/>
                  </a:lnTo>
                  <a:lnTo>
                    <a:pt x="18517" y="5118"/>
                  </a:lnTo>
                  <a:lnTo>
                    <a:pt x="18719" y="5050"/>
                  </a:lnTo>
                  <a:lnTo>
                    <a:pt x="18888" y="4983"/>
                  </a:lnTo>
                  <a:lnTo>
                    <a:pt x="19022" y="4848"/>
                  </a:lnTo>
                  <a:lnTo>
                    <a:pt x="19123" y="4714"/>
                  </a:lnTo>
                  <a:lnTo>
                    <a:pt x="19191" y="4579"/>
                  </a:lnTo>
                  <a:lnTo>
                    <a:pt x="19191" y="4411"/>
                  </a:lnTo>
                  <a:lnTo>
                    <a:pt x="19157" y="4276"/>
                  </a:lnTo>
                  <a:lnTo>
                    <a:pt x="19123" y="4141"/>
                  </a:lnTo>
                  <a:lnTo>
                    <a:pt x="19056" y="4040"/>
                  </a:lnTo>
                  <a:lnTo>
                    <a:pt x="18921" y="3905"/>
                  </a:lnTo>
                  <a:lnTo>
                    <a:pt x="18820" y="3838"/>
                  </a:lnTo>
                  <a:lnTo>
                    <a:pt x="18686" y="3804"/>
                  </a:lnTo>
                  <a:lnTo>
                    <a:pt x="18787" y="3400"/>
                  </a:lnTo>
                  <a:lnTo>
                    <a:pt x="18888" y="2996"/>
                  </a:lnTo>
                  <a:lnTo>
                    <a:pt x="18989" y="2357"/>
                  </a:lnTo>
                  <a:lnTo>
                    <a:pt x="19022" y="1717"/>
                  </a:lnTo>
                  <a:lnTo>
                    <a:pt x="19056" y="1077"/>
                  </a:lnTo>
                  <a:lnTo>
                    <a:pt x="19022" y="438"/>
                  </a:lnTo>
                  <a:lnTo>
                    <a:pt x="19022" y="0"/>
                  </a:lnTo>
                  <a:lnTo>
                    <a:pt x="18753" y="0"/>
                  </a:lnTo>
                  <a:lnTo>
                    <a:pt x="18753" y="640"/>
                  </a:lnTo>
                  <a:lnTo>
                    <a:pt x="18787" y="1279"/>
                  </a:lnTo>
                  <a:lnTo>
                    <a:pt x="18753" y="1919"/>
                  </a:lnTo>
                  <a:lnTo>
                    <a:pt x="18686" y="2559"/>
                  </a:lnTo>
                  <a:lnTo>
                    <a:pt x="18585" y="3165"/>
                  </a:lnTo>
                  <a:lnTo>
                    <a:pt x="18551" y="3400"/>
                  </a:lnTo>
                  <a:lnTo>
                    <a:pt x="18450" y="3636"/>
                  </a:lnTo>
                  <a:lnTo>
                    <a:pt x="18282" y="4074"/>
                  </a:lnTo>
                  <a:lnTo>
                    <a:pt x="18012" y="4478"/>
                  </a:lnTo>
                  <a:lnTo>
                    <a:pt x="17709" y="4815"/>
                  </a:lnTo>
                  <a:lnTo>
                    <a:pt x="17339" y="5118"/>
                  </a:lnTo>
                  <a:lnTo>
                    <a:pt x="16969" y="5353"/>
                  </a:lnTo>
                  <a:lnTo>
                    <a:pt x="16531" y="5555"/>
                  </a:lnTo>
                  <a:lnTo>
                    <a:pt x="16060" y="5724"/>
                  </a:lnTo>
                  <a:lnTo>
                    <a:pt x="15656" y="5825"/>
                  </a:lnTo>
                  <a:lnTo>
                    <a:pt x="15252" y="5858"/>
                  </a:lnTo>
                  <a:lnTo>
                    <a:pt x="14848" y="5892"/>
                  </a:lnTo>
                  <a:lnTo>
                    <a:pt x="14444" y="5892"/>
                  </a:lnTo>
                  <a:lnTo>
                    <a:pt x="14040" y="5858"/>
                  </a:lnTo>
                  <a:lnTo>
                    <a:pt x="13636" y="5791"/>
                  </a:lnTo>
                  <a:lnTo>
                    <a:pt x="13265" y="5690"/>
                  </a:lnTo>
                  <a:lnTo>
                    <a:pt x="12861" y="5589"/>
                  </a:lnTo>
                  <a:lnTo>
                    <a:pt x="12592" y="5454"/>
                  </a:lnTo>
                  <a:lnTo>
                    <a:pt x="12289" y="5320"/>
                  </a:lnTo>
                  <a:lnTo>
                    <a:pt x="12020" y="5151"/>
                  </a:lnTo>
                  <a:lnTo>
                    <a:pt x="11750" y="4983"/>
                  </a:lnTo>
                  <a:lnTo>
                    <a:pt x="11481" y="4781"/>
                  </a:lnTo>
                  <a:lnTo>
                    <a:pt x="11245" y="4545"/>
                  </a:lnTo>
                  <a:lnTo>
                    <a:pt x="11043" y="4310"/>
                  </a:lnTo>
                  <a:lnTo>
                    <a:pt x="10875" y="4040"/>
                  </a:lnTo>
                  <a:lnTo>
                    <a:pt x="10706" y="3703"/>
                  </a:lnTo>
                  <a:lnTo>
                    <a:pt x="10572" y="3367"/>
                  </a:lnTo>
                  <a:lnTo>
                    <a:pt x="10403" y="3030"/>
                  </a:lnTo>
                  <a:lnTo>
                    <a:pt x="10302" y="2862"/>
                  </a:lnTo>
                  <a:lnTo>
                    <a:pt x="10168" y="2727"/>
                  </a:lnTo>
                  <a:lnTo>
                    <a:pt x="9999" y="2626"/>
                  </a:lnTo>
                  <a:lnTo>
                    <a:pt x="9764" y="2559"/>
                  </a:lnTo>
                  <a:lnTo>
                    <a:pt x="9528" y="2491"/>
                  </a:lnTo>
                  <a:lnTo>
                    <a:pt x="9326" y="2525"/>
                  </a:lnTo>
                  <a:lnTo>
                    <a:pt x="9191" y="2592"/>
                  </a:lnTo>
                  <a:lnTo>
                    <a:pt x="9124" y="2660"/>
                  </a:lnTo>
                  <a:lnTo>
                    <a:pt x="9057" y="2761"/>
                  </a:lnTo>
                  <a:lnTo>
                    <a:pt x="9023" y="2862"/>
                  </a:lnTo>
                  <a:lnTo>
                    <a:pt x="8956" y="3097"/>
                  </a:lnTo>
                  <a:lnTo>
                    <a:pt x="8922" y="3367"/>
                  </a:lnTo>
                  <a:lnTo>
                    <a:pt x="8720" y="4478"/>
                  </a:lnTo>
                  <a:lnTo>
                    <a:pt x="8585" y="5017"/>
                  </a:lnTo>
                  <a:lnTo>
                    <a:pt x="8417" y="5555"/>
                  </a:lnTo>
                  <a:lnTo>
                    <a:pt x="8316" y="5825"/>
                  </a:lnTo>
                  <a:lnTo>
                    <a:pt x="8181" y="6060"/>
                  </a:lnTo>
                  <a:lnTo>
                    <a:pt x="8047" y="6296"/>
                  </a:lnTo>
                  <a:lnTo>
                    <a:pt x="7878" y="6498"/>
                  </a:lnTo>
                  <a:lnTo>
                    <a:pt x="7676" y="6700"/>
                  </a:lnTo>
                  <a:lnTo>
                    <a:pt x="7474" y="6868"/>
                  </a:lnTo>
                  <a:lnTo>
                    <a:pt x="7239" y="7037"/>
                  </a:lnTo>
                  <a:lnTo>
                    <a:pt x="6969" y="7205"/>
                  </a:lnTo>
                  <a:lnTo>
                    <a:pt x="6363" y="7441"/>
                  </a:lnTo>
                  <a:lnTo>
                    <a:pt x="5757" y="7643"/>
                  </a:lnTo>
                  <a:lnTo>
                    <a:pt x="5151" y="7811"/>
                  </a:lnTo>
                  <a:lnTo>
                    <a:pt x="4545" y="7878"/>
                  </a:lnTo>
                  <a:lnTo>
                    <a:pt x="3939" y="7878"/>
                  </a:lnTo>
                  <a:lnTo>
                    <a:pt x="3636" y="7845"/>
                  </a:lnTo>
                  <a:lnTo>
                    <a:pt x="3333" y="7777"/>
                  </a:lnTo>
                  <a:lnTo>
                    <a:pt x="3030" y="7676"/>
                  </a:lnTo>
                  <a:lnTo>
                    <a:pt x="2727" y="7575"/>
                  </a:lnTo>
                  <a:lnTo>
                    <a:pt x="2424" y="7407"/>
                  </a:lnTo>
                  <a:lnTo>
                    <a:pt x="2155" y="7239"/>
                  </a:lnTo>
                  <a:lnTo>
                    <a:pt x="1919" y="7070"/>
                  </a:lnTo>
                  <a:lnTo>
                    <a:pt x="1683" y="6868"/>
                  </a:lnTo>
                  <a:lnTo>
                    <a:pt x="1481" y="6633"/>
                  </a:lnTo>
                  <a:lnTo>
                    <a:pt x="1279" y="6397"/>
                  </a:lnTo>
                  <a:lnTo>
                    <a:pt x="1077" y="6128"/>
                  </a:lnTo>
                  <a:lnTo>
                    <a:pt x="943" y="5858"/>
                  </a:lnTo>
                  <a:lnTo>
                    <a:pt x="640" y="5252"/>
                  </a:lnTo>
                  <a:lnTo>
                    <a:pt x="438" y="4613"/>
                  </a:lnTo>
                  <a:lnTo>
                    <a:pt x="303" y="4006"/>
                  </a:lnTo>
                  <a:lnTo>
                    <a:pt x="202" y="3367"/>
                  </a:lnTo>
                  <a:lnTo>
                    <a:pt x="202" y="2761"/>
                  </a:lnTo>
                  <a:lnTo>
                    <a:pt x="505" y="2626"/>
                  </a:lnTo>
                  <a:lnTo>
                    <a:pt x="808" y="2491"/>
                  </a:lnTo>
                  <a:lnTo>
                    <a:pt x="1515" y="2323"/>
                  </a:lnTo>
                  <a:lnTo>
                    <a:pt x="2188" y="2155"/>
                  </a:lnTo>
                  <a:lnTo>
                    <a:pt x="2862" y="1986"/>
                  </a:lnTo>
                  <a:lnTo>
                    <a:pt x="4545" y="1481"/>
                  </a:lnTo>
                  <a:lnTo>
                    <a:pt x="5387" y="1212"/>
                  </a:lnTo>
                  <a:lnTo>
                    <a:pt x="6229" y="943"/>
                  </a:lnTo>
                  <a:lnTo>
                    <a:pt x="7070" y="774"/>
                  </a:lnTo>
                  <a:lnTo>
                    <a:pt x="7912" y="572"/>
                  </a:lnTo>
                  <a:lnTo>
                    <a:pt x="8686" y="370"/>
                  </a:lnTo>
                  <a:lnTo>
                    <a:pt x="9090" y="269"/>
                  </a:lnTo>
                  <a:lnTo>
                    <a:pt x="9461" y="168"/>
                  </a:lnTo>
                  <a:lnTo>
                    <a:pt x="1020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4" name="Google Shape;1784;p12"/>
            <p:cNvSpPr/>
            <p:nvPr/>
          </p:nvSpPr>
          <p:spPr>
            <a:xfrm>
              <a:off x="963306" y="-6"/>
              <a:ext cx="395393" cy="271441"/>
            </a:xfrm>
            <a:custGeom>
              <a:avLst/>
              <a:gdLst/>
              <a:ahLst/>
              <a:cxnLst/>
              <a:rect l="l" t="t" r="r" b="b"/>
              <a:pathLst>
                <a:path w="7946" h="5455" extrusionOk="0">
                  <a:moveTo>
                    <a:pt x="7373" y="1380"/>
                  </a:moveTo>
                  <a:lnTo>
                    <a:pt x="7609" y="2155"/>
                  </a:lnTo>
                  <a:lnTo>
                    <a:pt x="7676" y="2559"/>
                  </a:lnTo>
                  <a:lnTo>
                    <a:pt x="7710" y="2996"/>
                  </a:lnTo>
                  <a:lnTo>
                    <a:pt x="7710" y="3232"/>
                  </a:lnTo>
                  <a:lnTo>
                    <a:pt x="7676" y="3434"/>
                  </a:lnTo>
                  <a:lnTo>
                    <a:pt x="7643" y="3400"/>
                  </a:lnTo>
                  <a:lnTo>
                    <a:pt x="6700" y="2828"/>
                  </a:lnTo>
                  <a:lnTo>
                    <a:pt x="6229" y="2559"/>
                  </a:lnTo>
                  <a:lnTo>
                    <a:pt x="5757" y="2323"/>
                  </a:lnTo>
                  <a:lnTo>
                    <a:pt x="5387" y="2121"/>
                  </a:lnTo>
                  <a:lnTo>
                    <a:pt x="5185" y="2054"/>
                  </a:lnTo>
                  <a:lnTo>
                    <a:pt x="4983" y="1986"/>
                  </a:lnTo>
                  <a:lnTo>
                    <a:pt x="6195" y="1717"/>
                  </a:lnTo>
                  <a:lnTo>
                    <a:pt x="6801" y="1549"/>
                  </a:lnTo>
                  <a:lnTo>
                    <a:pt x="7373" y="1380"/>
                  </a:lnTo>
                  <a:close/>
                  <a:moveTo>
                    <a:pt x="4512" y="2087"/>
                  </a:moveTo>
                  <a:lnTo>
                    <a:pt x="5151" y="2323"/>
                  </a:lnTo>
                  <a:lnTo>
                    <a:pt x="5454" y="2424"/>
                  </a:lnTo>
                  <a:lnTo>
                    <a:pt x="5791" y="2559"/>
                  </a:lnTo>
                  <a:lnTo>
                    <a:pt x="6229" y="2794"/>
                  </a:lnTo>
                  <a:lnTo>
                    <a:pt x="6666" y="3064"/>
                  </a:lnTo>
                  <a:lnTo>
                    <a:pt x="7104" y="3333"/>
                  </a:lnTo>
                  <a:lnTo>
                    <a:pt x="7542" y="3602"/>
                  </a:lnTo>
                  <a:lnTo>
                    <a:pt x="7609" y="3602"/>
                  </a:lnTo>
                  <a:lnTo>
                    <a:pt x="7508" y="3838"/>
                  </a:lnTo>
                  <a:lnTo>
                    <a:pt x="7373" y="4040"/>
                  </a:lnTo>
                  <a:lnTo>
                    <a:pt x="7205" y="4242"/>
                  </a:lnTo>
                  <a:lnTo>
                    <a:pt x="7003" y="4411"/>
                  </a:lnTo>
                  <a:lnTo>
                    <a:pt x="6599" y="3939"/>
                  </a:lnTo>
                  <a:lnTo>
                    <a:pt x="6363" y="3703"/>
                  </a:lnTo>
                  <a:lnTo>
                    <a:pt x="6128" y="3468"/>
                  </a:lnTo>
                  <a:lnTo>
                    <a:pt x="5858" y="3266"/>
                  </a:lnTo>
                  <a:lnTo>
                    <a:pt x="5589" y="3097"/>
                  </a:lnTo>
                  <a:lnTo>
                    <a:pt x="5286" y="2963"/>
                  </a:lnTo>
                  <a:lnTo>
                    <a:pt x="4983" y="2929"/>
                  </a:lnTo>
                  <a:lnTo>
                    <a:pt x="4478" y="2895"/>
                  </a:lnTo>
                  <a:lnTo>
                    <a:pt x="3973" y="2929"/>
                  </a:lnTo>
                  <a:lnTo>
                    <a:pt x="2963" y="2996"/>
                  </a:lnTo>
                  <a:lnTo>
                    <a:pt x="1987" y="3097"/>
                  </a:lnTo>
                  <a:lnTo>
                    <a:pt x="976" y="3165"/>
                  </a:lnTo>
                  <a:lnTo>
                    <a:pt x="909" y="3198"/>
                  </a:lnTo>
                  <a:lnTo>
                    <a:pt x="909" y="3232"/>
                  </a:lnTo>
                  <a:lnTo>
                    <a:pt x="875" y="3165"/>
                  </a:lnTo>
                  <a:lnTo>
                    <a:pt x="741" y="2996"/>
                  </a:lnTo>
                  <a:lnTo>
                    <a:pt x="1145" y="2895"/>
                  </a:lnTo>
                  <a:lnTo>
                    <a:pt x="1549" y="2794"/>
                  </a:lnTo>
                  <a:lnTo>
                    <a:pt x="2357" y="2592"/>
                  </a:lnTo>
                  <a:lnTo>
                    <a:pt x="3973" y="2222"/>
                  </a:lnTo>
                  <a:lnTo>
                    <a:pt x="4512" y="2087"/>
                  </a:lnTo>
                  <a:close/>
                  <a:moveTo>
                    <a:pt x="4646" y="3131"/>
                  </a:moveTo>
                  <a:lnTo>
                    <a:pt x="4882" y="3165"/>
                  </a:lnTo>
                  <a:lnTo>
                    <a:pt x="5084" y="3198"/>
                  </a:lnTo>
                  <a:lnTo>
                    <a:pt x="5320" y="3232"/>
                  </a:lnTo>
                  <a:lnTo>
                    <a:pt x="5522" y="3333"/>
                  </a:lnTo>
                  <a:lnTo>
                    <a:pt x="5757" y="3434"/>
                  </a:lnTo>
                  <a:lnTo>
                    <a:pt x="5959" y="3602"/>
                  </a:lnTo>
                  <a:lnTo>
                    <a:pt x="6195" y="3804"/>
                  </a:lnTo>
                  <a:lnTo>
                    <a:pt x="6397" y="4040"/>
                  </a:lnTo>
                  <a:lnTo>
                    <a:pt x="6835" y="4545"/>
                  </a:lnTo>
                  <a:lnTo>
                    <a:pt x="6532" y="4680"/>
                  </a:lnTo>
                  <a:lnTo>
                    <a:pt x="6195" y="4815"/>
                  </a:lnTo>
                  <a:lnTo>
                    <a:pt x="5825" y="4916"/>
                  </a:lnTo>
                  <a:lnTo>
                    <a:pt x="5454" y="5017"/>
                  </a:lnTo>
                  <a:lnTo>
                    <a:pt x="4714" y="5118"/>
                  </a:lnTo>
                  <a:lnTo>
                    <a:pt x="4040" y="5185"/>
                  </a:lnTo>
                  <a:lnTo>
                    <a:pt x="3468" y="5219"/>
                  </a:lnTo>
                  <a:lnTo>
                    <a:pt x="3199" y="5185"/>
                  </a:lnTo>
                  <a:lnTo>
                    <a:pt x="2929" y="5151"/>
                  </a:lnTo>
                  <a:lnTo>
                    <a:pt x="2660" y="5084"/>
                  </a:lnTo>
                  <a:lnTo>
                    <a:pt x="2424" y="4983"/>
                  </a:lnTo>
                  <a:lnTo>
                    <a:pt x="2189" y="4848"/>
                  </a:lnTo>
                  <a:lnTo>
                    <a:pt x="1953" y="4680"/>
                  </a:lnTo>
                  <a:lnTo>
                    <a:pt x="1650" y="4377"/>
                  </a:lnTo>
                  <a:lnTo>
                    <a:pt x="1414" y="4040"/>
                  </a:lnTo>
                  <a:lnTo>
                    <a:pt x="943" y="3299"/>
                  </a:lnTo>
                  <a:lnTo>
                    <a:pt x="943" y="3299"/>
                  </a:lnTo>
                  <a:lnTo>
                    <a:pt x="976" y="3333"/>
                  </a:lnTo>
                  <a:lnTo>
                    <a:pt x="1785" y="3333"/>
                  </a:lnTo>
                  <a:lnTo>
                    <a:pt x="2559" y="3299"/>
                  </a:lnTo>
                  <a:lnTo>
                    <a:pt x="3367" y="3198"/>
                  </a:lnTo>
                  <a:lnTo>
                    <a:pt x="4141" y="3131"/>
                  </a:lnTo>
                  <a:close/>
                  <a:moveTo>
                    <a:pt x="1583" y="0"/>
                  </a:moveTo>
                  <a:lnTo>
                    <a:pt x="1313" y="101"/>
                  </a:lnTo>
                  <a:lnTo>
                    <a:pt x="1010" y="236"/>
                  </a:lnTo>
                  <a:lnTo>
                    <a:pt x="774" y="404"/>
                  </a:lnTo>
                  <a:lnTo>
                    <a:pt x="572" y="539"/>
                  </a:lnTo>
                  <a:lnTo>
                    <a:pt x="370" y="707"/>
                  </a:lnTo>
                  <a:lnTo>
                    <a:pt x="202" y="909"/>
                  </a:lnTo>
                  <a:lnTo>
                    <a:pt x="101" y="1111"/>
                  </a:lnTo>
                  <a:lnTo>
                    <a:pt x="0" y="1347"/>
                  </a:lnTo>
                  <a:lnTo>
                    <a:pt x="0" y="1582"/>
                  </a:lnTo>
                  <a:lnTo>
                    <a:pt x="0" y="1818"/>
                  </a:lnTo>
                  <a:lnTo>
                    <a:pt x="34" y="2054"/>
                  </a:lnTo>
                  <a:lnTo>
                    <a:pt x="135" y="2323"/>
                  </a:lnTo>
                  <a:lnTo>
                    <a:pt x="370" y="2828"/>
                  </a:lnTo>
                  <a:lnTo>
                    <a:pt x="673" y="3367"/>
                  </a:lnTo>
                  <a:lnTo>
                    <a:pt x="976" y="3838"/>
                  </a:lnTo>
                  <a:lnTo>
                    <a:pt x="1313" y="4310"/>
                  </a:lnTo>
                  <a:lnTo>
                    <a:pt x="1616" y="4714"/>
                  </a:lnTo>
                  <a:lnTo>
                    <a:pt x="1818" y="4882"/>
                  </a:lnTo>
                  <a:lnTo>
                    <a:pt x="2020" y="5017"/>
                  </a:lnTo>
                  <a:lnTo>
                    <a:pt x="2222" y="5151"/>
                  </a:lnTo>
                  <a:lnTo>
                    <a:pt x="2424" y="5286"/>
                  </a:lnTo>
                  <a:lnTo>
                    <a:pt x="2660" y="5353"/>
                  </a:lnTo>
                  <a:lnTo>
                    <a:pt x="2929" y="5421"/>
                  </a:lnTo>
                  <a:lnTo>
                    <a:pt x="3300" y="5454"/>
                  </a:lnTo>
                  <a:lnTo>
                    <a:pt x="3670" y="5454"/>
                  </a:lnTo>
                  <a:lnTo>
                    <a:pt x="4040" y="5421"/>
                  </a:lnTo>
                  <a:lnTo>
                    <a:pt x="4444" y="5387"/>
                  </a:lnTo>
                  <a:lnTo>
                    <a:pt x="5185" y="5286"/>
                  </a:lnTo>
                  <a:lnTo>
                    <a:pt x="5926" y="5118"/>
                  </a:lnTo>
                  <a:lnTo>
                    <a:pt x="6229" y="5050"/>
                  </a:lnTo>
                  <a:lnTo>
                    <a:pt x="6498" y="4949"/>
                  </a:lnTo>
                  <a:lnTo>
                    <a:pt x="6767" y="4848"/>
                  </a:lnTo>
                  <a:lnTo>
                    <a:pt x="7003" y="4714"/>
                  </a:lnTo>
                  <a:lnTo>
                    <a:pt x="7205" y="4579"/>
                  </a:lnTo>
                  <a:lnTo>
                    <a:pt x="7407" y="4377"/>
                  </a:lnTo>
                  <a:lnTo>
                    <a:pt x="7609" y="4175"/>
                  </a:lnTo>
                  <a:lnTo>
                    <a:pt x="7744" y="3905"/>
                  </a:lnTo>
                  <a:lnTo>
                    <a:pt x="7878" y="3636"/>
                  </a:lnTo>
                  <a:lnTo>
                    <a:pt x="7946" y="3367"/>
                  </a:lnTo>
                  <a:lnTo>
                    <a:pt x="7946" y="3064"/>
                  </a:lnTo>
                  <a:lnTo>
                    <a:pt x="7946" y="2794"/>
                  </a:lnTo>
                  <a:lnTo>
                    <a:pt x="7946" y="2525"/>
                  </a:lnTo>
                  <a:lnTo>
                    <a:pt x="7878" y="2222"/>
                  </a:lnTo>
                  <a:lnTo>
                    <a:pt x="7777" y="1683"/>
                  </a:lnTo>
                  <a:lnTo>
                    <a:pt x="7542" y="842"/>
                  </a:lnTo>
                  <a:lnTo>
                    <a:pt x="7272" y="0"/>
                  </a:lnTo>
                  <a:lnTo>
                    <a:pt x="6936" y="0"/>
                  </a:lnTo>
                  <a:lnTo>
                    <a:pt x="7104" y="404"/>
                  </a:lnTo>
                  <a:lnTo>
                    <a:pt x="7239" y="875"/>
                  </a:lnTo>
                  <a:lnTo>
                    <a:pt x="7306" y="1145"/>
                  </a:lnTo>
                  <a:lnTo>
                    <a:pt x="6498" y="1380"/>
                  </a:lnTo>
                  <a:lnTo>
                    <a:pt x="5623" y="1616"/>
                  </a:lnTo>
                  <a:lnTo>
                    <a:pt x="3939" y="2020"/>
                  </a:lnTo>
                  <a:lnTo>
                    <a:pt x="3131" y="2188"/>
                  </a:lnTo>
                  <a:lnTo>
                    <a:pt x="2256" y="2323"/>
                  </a:lnTo>
                  <a:lnTo>
                    <a:pt x="1852" y="2424"/>
                  </a:lnTo>
                  <a:lnTo>
                    <a:pt x="1448" y="2559"/>
                  </a:lnTo>
                  <a:lnTo>
                    <a:pt x="1044" y="2693"/>
                  </a:lnTo>
                  <a:lnTo>
                    <a:pt x="707" y="2895"/>
                  </a:lnTo>
                  <a:lnTo>
                    <a:pt x="505" y="2592"/>
                  </a:lnTo>
                  <a:lnTo>
                    <a:pt x="370" y="2289"/>
                  </a:lnTo>
                  <a:lnTo>
                    <a:pt x="269" y="1986"/>
                  </a:lnTo>
                  <a:lnTo>
                    <a:pt x="202" y="1650"/>
                  </a:lnTo>
                  <a:lnTo>
                    <a:pt x="370" y="1683"/>
                  </a:lnTo>
                  <a:lnTo>
                    <a:pt x="741" y="1683"/>
                  </a:lnTo>
                  <a:lnTo>
                    <a:pt x="909" y="1616"/>
                  </a:lnTo>
                  <a:lnTo>
                    <a:pt x="1280" y="1481"/>
                  </a:lnTo>
                  <a:lnTo>
                    <a:pt x="1583" y="1347"/>
                  </a:lnTo>
                  <a:lnTo>
                    <a:pt x="3805" y="606"/>
                  </a:lnTo>
                  <a:lnTo>
                    <a:pt x="4512" y="303"/>
                  </a:lnTo>
                  <a:lnTo>
                    <a:pt x="5252" y="0"/>
                  </a:lnTo>
                  <a:lnTo>
                    <a:pt x="4579" y="0"/>
                  </a:lnTo>
                  <a:lnTo>
                    <a:pt x="4040" y="236"/>
                  </a:lnTo>
                  <a:lnTo>
                    <a:pt x="3502" y="438"/>
                  </a:lnTo>
                  <a:lnTo>
                    <a:pt x="202" y="1582"/>
                  </a:lnTo>
                  <a:lnTo>
                    <a:pt x="236" y="1347"/>
                  </a:lnTo>
                  <a:lnTo>
                    <a:pt x="269" y="1212"/>
                  </a:lnTo>
                  <a:lnTo>
                    <a:pt x="337" y="1077"/>
                  </a:lnTo>
                  <a:lnTo>
                    <a:pt x="505" y="842"/>
                  </a:lnTo>
                  <a:lnTo>
                    <a:pt x="774" y="640"/>
                  </a:lnTo>
                  <a:lnTo>
                    <a:pt x="1078" y="471"/>
                  </a:lnTo>
                  <a:lnTo>
                    <a:pt x="1414" y="303"/>
                  </a:lnTo>
                  <a:lnTo>
                    <a:pt x="1717" y="202"/>
                  </a:lnTo>
                  <a:lnTo>
                    <a:pt x="2054" y="101"/>
                  </a:lnTo>
                  <a:lnTo>
                    <a:pt x="2323" y="67"/>
                  </a:lnTo>
                  <a:lnTo>
                    <a:pt x="2357" y="67"/>
                  </a:lnTo>
                  <a:lnTo>
                    <a:pt x="239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5" name="Google Shape;1785;p12"/>
            <p:cNvSpPr/>
            <p:nvPr/>
          </p:nvSpPr>
          <p:spPr>
            <a:xfrm>
              <a:off x="1661887" y="155793"/>
              <a:ext cx="390417" cy="172568"/>
            </a:xfrm>
            <a:custGeom>
              <a:avLst/>
              <a:gdLst/>
              <a:ahLst/>
              <a:cxnLst/>
              <a:rect l="l" t="t" r="r" b="b"/>
              <a:pathLst>
                <a:path w="7846" h="3468" extrusionOk="0">
                  <a:moveTo>
                    <a:pt x="135" y="707"/>
                  </a:moveTo>
                  <a:lnTo>
                    <a:pt x="304" y="774"/>
                  </a:lnTo>
                  <a:lnTo>
                    <a:pt x="1583" y="774"/>
                  </a:lnTo>
                  <a:lnTo>
                    <a:pt x="1549" y="1179"/>
                  </a:lnTo>
                  <a:lnTo>
                    <a:pt x="1516" y="1549"/>
                  </a:lnTo>
                  <a:lnTo>
                    <a:pt x="1549" y="1953"/>
                  </a:lnTo>
                  <a:lnTo>
                    <a:pt x="506" y="1953"/>
                  </a:lnTo>
                  <a:lnTo>
                    <a:pt x="371" y="1987"/>
                  </a:lnTo>
                  <a:lnTo>
                    <a:pt x="203" y="2054"/>
                  </a:lnTo>
                  <a:lnTo>
                    <a:pt x="203" y="1717"/>
                  </a:lnTo>
                  <a:lnTo>
                    <a:pt x="203" y="1347"/>
                  </a:lnTo>
                  <a:lnTo>
                    <a:pt x="203" y="1010"/>
                  </a:lnTo>
                  <a:lnTo>
                    <a:pt x="203" y="875"/>
                  </a:lnTo>
                  <a:lnTo>
                    <a:pt x="135" y="707"/>
                  </a:lnTo>
                  <a:close/>
                  <a:moveTo>
                    <a:pt x="2189" y="236"/>
                  </a:moveTo>
                  <a:lnTo>
                    <a:pt x="2862" y="303"/>
                  </a:lnTo>
                  <a:lnTo>
                    <a:pt x="3536" y="303"/>
                  </a:lnTo>
                  <a:lnTo>
                    <a:pt x="4883" y="269"/>
                  </a:lnTo>
                  <a:lnTo>
                    <a:pt x="5556" y="303"/>
                  </a:lnTo>
                  <a:lnTo>
                    <a:pt x="6229" y="337"/>
                  </a:lnTo>
                  <a:lnTo>
                    <a:pt x="6903" y="370"/>
                  </a:lnTo>
                  <a:lnTo>
                    <a:pt x="7610" y="404"/>
                  </a:lnTo>
                  <a:lnTo>
                    <a:pt x="7542" y="707"/>
                  </a:lnTo>
                  <a:lnTo>
                    <a:pt x="7509" y="1044"/>
                  </a:lnTo>
                  <a:lnTo>
                    <a:pt x="7542" y="1684"/>
                  </a:lnTo>
                  <a:lnTo>
                    <a:pt x="7542" y="3098"/>
                  </a:lnTo>
                  <a:lnTo>
                    <a:pt x="6229" y="3030"/>
                  </a:lnTo>
                  <a:lnTo>
                    <a:pt x="4883" y="2963"/>
                  </a:lnTo>
                  <a:lnTo>
                    <a:pt x="3671" y="2862"/>
                  </a:lnTo>
                  <a:lnTo>
                    <a:pt x="3064" y="2828"/>
                  </a:lnTo>
                  <a:lnTo>
                    <a:pt x="2458" y="2862"/>
                  </a:lnTo>
                  <a:lnTo>
                    <a:pt x="2458" y="2828"/>
                  </a:lnTo>
                  <a:lnTo>
                    <a:pt x="2391" y="2795"/>
                  </a:lnTo>
                  <a:lnTo>
                    <a:pt x="2189" y="2694"/>
                  </a:lnTo>
                  <a:lnTo>
                    <a:pt x="2021" y="2626"/>
                  </a:lnTo>
                  <a:lnTo>
                    <a:pt x="1953" y="2559"/>
                  </a:lnTo>
                  <a:lnTo>
                    <a:pt x="1886" y="2492"/>
                  </a:lnTo>
                  <a:lnTo>
                    <a:pt x="1785" y="2256"/>
                  </a:lnTo>
                  <a:lnTo>
                    <a:pt x="1751" y="2088"/>
                  </a:lnTo>
                  <a:lnTo>
                    <a:pt x="1751" y="1886"/>
                  </a:lnTo>
                  <a:lnTo>
                    <a:pt x="1785" y="1549"/>
                  </a:lnTo>
                  <a:lnTo>
                    <a:pt x="1785" y="1179"/>
                  </a:lnTo>
                  <a:lnTo>
                    <a:pt x="1785" y="774"/>
                  </a:lnTo>
                  <a:lnTo>
                    <a:pt x="1852" y="606"/>
                  </a:lnTo>
                  <a:lnTo>
                    <a:pt x="1920" y="438"/>
                  </a:lnTo>
                  <a:lnTo>
                    <a:pt x="2021" y="337"/>
                  </a:lnTo>
                  <a:lnTo>
                    <a:pt x="2189" y="236"/>
                  </a:lnTo>
                  <a:close/>
                  <a:moveTo>
                    <a:pt x="3603" y="0"/>
                  </a:moveTo>
                  <a:lnTo>
                    <a:pt x="2930" y="34"/>
                  </a:lnTo>
                  <a:lnTo>
                    <a:pt x="2290" y="101"/>
                  </a:lnTo>
                  <a:lnTo>
                    <a:pt x="2256" y="67"/>
                  </a:lnTo>
                  <a:lnTo>
                    <a:pt x="1987" y="67"/>
                  </a:lnTo>
                  <a:lnTo>
                    <a:pt x="1886" y="135"/>
                  </a:lnTo>
                  <a:lnTo>
                    <a:pt x="1819" y="168"/>
                  </a:lnTo>
                  <a:lnTo>
                    <a:pt x="1751" y="269"/>
                  </a:lnTo>
                  <a:lnTo>
                    <a:pt x="1684" y="370"/>
                  </a:lnTo>
                  <a:lnTo>
                    <a:pt x="1617" y="606"/>
                  </a:lnTo>
                  <a:lnTo>
                    <a:pt x="1213" y="572"/>
                  </a:lnTo>
                  <a:lnTo>
                    <a:pt x="438" y="572"/>
                  </a:lnTo>
                  <a:lnTo>
                    <a:pt x="270" y="606"/>
                  </a:lnTo>
                  <a:lnTo>
                    <a:pt x="102" y="673"/>
                  </a:lnTo>
                  <a:lnTo>
                    <a:pt x="68" y="673"/>
                  </a:lnTo>
                  <a:lnTo>
                    <a:pt x="102" y="707"/>
                  </a:lnTo>
                  <a:lnTo>
                    <a:pt x="68" y="842"/>
                  </a:lnTo>
                  <a:lnTo>
                    <a:pt x="34" y="1010"/>
                  </a:lnTo>
                  <a:lnTo>
                    <a:pt x="34" y="1347"/>
                  </a:lnTo>
                  <a:lnTo>
                    <a:pt x="1" y="1751"/>
                  </a:lnTo>
                  <a:lnTo>
                    <a:pt x="34" y="1919"/>
                  </a:lnTo>
                  <a:lnTo>
                    <a:pt x="68" y="2121"/>
                  </a:lnTo>
                  <a:lnTo>
                    <a:pt x="102" y="2155"/>
                  </a:lnTo>
                  <a:lnTo>
                    <a:pt x="68" y="2189"/>
                  </a:lnTo>
                  <a:lnTo>
                    <a:pt x="405" y="2189"/>
                  </a:lnTo>
                  <a:lnTo>
                    <a:pt x="741" y="2155"/>
                  </a:lnTo>
                  <a:lnTo>
                    <a:pt x="1145" y="2189"/>
                  </a:lnTo>
                  <a:lnTo>
                    <a:pt x="1549" y="2155"/>
                  </a:lnTo>
                  <a:lnTo>
                    <a:pt x="1617" y="2492"/>
                  </a:lnTo>
                  <a:lnTo>
                    <a:pt x="1684" y="2626"/>
                  </a:lnTo>
                  <a:lnTo>
                    <a:pt x="1751" y="2761"/>
                  </a:lnTo>
                  <a:lnTo>
                    <a:pt x="1852" y="2862"/>
                  </a:lnTo>
                  <a:lnTo>
                    <a:pt x="1953" y="2963"/>
                  </a:lnTo>
                  <a:lnTo>
                    <a:pt x="2088" y="2997"/>
                  </a:lnTo>
                  <a:lnTo>
                    <a:pt x="2290" y="2997"/>
                  </a:lnTo>
                  <a:lnTo>
                    <a:pt x="2930" y="3064"/>
                  </a:lnTo>
                  <a:lnTo>
                    <a:pt x="3603" y="3131"/>
                  </a:lnTo>
                  <a:lnTo>
                    <a:pt x="4883" y="3165"/>
                  </a:lnTo>
                  <a:lnTo>
                    <a:pt x="6196" y="3266"/>
                  </a:lnTo>
                  <a:lnTo>
                    <a:pt x="7542" y="3333"/>
                  </a:lnTo>
                  <a:lnTo>
                    <a:pt x="7542" y="3367"/>
                  </a:lnTo>
                  <a:lnTo>
                    <a:pt x="7576" y="3434"/>
                  </a:lnTo>
                  <a:lnTo>
                    <a:pt x="7677" y="3468"/>
                  </a:lnTo>
                  <a:lnTo>
                    <a:pt x="7778" y="3434"/>
                  </a:lnTo>
                  <a:lnTo>
                    <a:pt x="7812" y="3367"/>
                  </a:lnTo>
                  <a:lnTo>
                    <a:pt x="7812" y="3333"/>
                  </a:lnTo>
                  <a:lnTo>
                    <a:pt x="7812" y="2559"/>
                  </a:lnTo>
                  <a:lnTo>
                    <a:pt x="7812" y="1818"/>
                  </a:lnTo>
                  <a:lnTo>
                    <a:pt x="7845" y="1078"/>
                  </a:lnTo>
                  <a:lnTo>
                    <a:pt x="7812" y="707"/>
                  </a:lnTo>
                  <a:lnTo>
                    <a:pt x="7778" y="337"/>
                  </a:lnTo>
                  <a:lnTo>
                    <a:pt x="7744" y="303"/>
                  </a:lnTo>
                  <a:lnTo>
                    <a:pt x="7778" y="269"/>
                  </a:lnTo>
                  <a:lnTo>
                    <a:pt x="7744" y="202"/>
                  </a:lnTo>
                  <a:lnTo>
                    <a:pt x="7711" y="168"/>
                  </a:lnTo>
                  <a:lnTo>
                    <a:pt x="7643" y="135"/>
                  </a:lnTo>
                  <a:lnTo>
                    <a:pt x="6970" y="135"/>
                  </a:lnTo>
                  <a:lnTo>
                    <a:pt x="6297" y="101"/>
                  </a:lnTo>
                  <a:lnTo>
                    <a:pt x="4950" y="34"/>
                  </a:lnTo>
                  <a:lnTo>
                    <a:pt x="4277" y="34"/>
                  </a:lnTo>
                  <a:lnTo>
                    <a:pt x="36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6" name="Google Shape;1786;p12"/>
            <p:cNvSpPr/>
            <p:nvPr/>
          </p:nvSpPr>
          <p:spPr>
            <a:xfrm>
              <a:off x="1698759" y="204358"/>
              <a:ext cx="28512" cy="13435"/>
            </a:xfrm>
            <a:custGeom>
              <a:avLst/>
              <a:gdLst/>
              <a:ahLst/>
              <a:cxnLst/>
              <a:rect l="l" t="t" r="r" b="b"/>
              <a:pathLst>
                <a:path w="573" h="270" extrusionOk="0">
                  <a:moveTo>
                    <a:pt x="169" y="1"/>
                  </a:moveTo>
                  <a:lnTo>
                    <a:pt x="34" y="34"/>
                  </a:lnTo>
                  <a:lnTo>
                    <a:pt x="0" y="68"/>
                  </a:lnTo>
                  <a:lnTo>
                    <a:pt x="0" y="135"/>
                  </a:lnTo>
                  <a:lnTo>
                    <a:pt x="0" y="169"/>
                  </a:lnTo>
                  <a:lnTo>
                    <a:pt x="34" y="203"/>
                  </a:lnTo>
                  <a:lnTo>
                    <a:pt x="135" y="236"/>
                  </a:lnTo>
                  <a:lnTo>
                    <a:pt x="236" y="236"/>
                  </a:lnTo>
                  <a:lnTo>
                    <a:pt x="438" y="270"/>
                  </a:lnTo>
                  <a:lnTo>
                    <a:pt x="505" y="270"/>
                  </a:lnTo>
                  <a:lnTo>
                    <a:pt x="539" y="236"/>
                  </a:lnTo>
                  <a:lnTo>
                    <a:pt x="573" y="169"/>
                  </a:lnTo>
                  <a:lnTo>
                    <a:pt x="539" y="68"/>
                  </a:lnTo>
                  <a:lnTo>
                    <a:pt x="505"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7" name="Google Shape;1787;p12"/>
            <p:cNvSpPr/>
            <p:nvPr/>
          </p:nvSpPr>
          <p:spPr>
            <a:xfrm>
              <a:off x="1978510" y="202666"/>
              <a:ext cx="15127" cy="77128"/>
            </a:xfrm>
            <a:custGeom>
              <a:avLst/>
              <a:gdLst/>
              <a:ahLst/>
              <a:cxnLst/>
              <a:rect l="l" t="t" r="r" b="b"/>
              <a:pathLst>
                <a:path w="304" h="1550" extrusionOk="0">
                  <a:moveTo>
                    <a:pt x="237" y="1"/>
                  </a:moveTo>
                  <a:lnTo>
                    <a:pt x="136" y="136"/>
                  </a:lnTo>
                  <a:lnTo>
                    <a:pt x="68" y="304"/>
                  </a:lnTo>
                  <a:lnTo>
                    <a:pt x="35" y="641"/>
                  </a:lnTo>
                  <a:lnTo>
                    <a:pt x="1" y="1045"/>
                  </a:lnTo>
                  <a:lnTo>
                    <a:pt x="68" y="1449"/>
                  </a:lnTo>
                  <a:lnTo>
                    <a:pt x="68" y="1516"/>
                  </a:lnTo>
                  <a:lnTo>
                    <a:pt x="102" y="1516"/>
                  </a:lnTo>
                  <a:lnTo>
                    <a:pt x="203" y="1550"/>
                  </a:lnTo>
                  <a:lnTo>
                    <a:pt x="304" y="1482"/>
                  </a:lnTo>
                  <a:lnTo>
                    <a:pt x="304" y="1449"/>
                  </a:lnTo>
                  <a:lnTo>
                    <a:pt x="304" y="1381"/>
                  </a:lnTo>
                  <a:lnTo>
                    <a:pt x="270" y="1011"/>
                  </a:lnTo>
                  <a:lnTo>
                    <a:pt x="270" y="641"/>
                  </a:lnTo>
                  <a:lnTo>
                    <a:pt x="304" y="338"/>
                  </a:lnTo>
                  <a:lnTo>
                    <a:pt x="304" y="169"/>
                  </a:lnTo>
                  <a:lnTo>
                    <a:pt x="304" y="35"/>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8" name="Google Shape;1788;p12"/>
            <p:cNvSpPr/>
            <p:nvPr/>
          </p:nvSpPr>
          <p:spPr>
            <a:xfrm>
              <a:off x="1956765" y="217744"/>
              <a:ext cx="11743" cy="41948"/>
            </a:xfrm>
            <a:custGeom>
              <a:avLst/>
              <a:gdLst/>
              <a:ahLst/>
              <a:cxnLst/>
              <a:rect l="l" t="t" r="r" b="b"/>
              <a:pathLst>
                <a:path w="236" h="843" extrusionOk="0">
                  <a:moveTo>
                    <a:pt x="135" y="1"/>
                  </a:moveTo>
                  <a:lnTo>
                    <a:pt x="68" y="68"/>
                  </a:lnTo>
                  <a:lnTo>
                    <a:pt x="34" y="169"/>
                  </a:lnTo>
                  <a:lnTo>
                    <a:pt x="0" y="338"/>
                  </a:lnTo>
                  <a:lnTo>
                    <a:pt x="0" y="742"/>
                  </a:lnTo>
                  <a:lnTo>
                    <a:pt x="34" y="775"/>
                  </a:lnTo>
                  <a:lnTo>
                    <a:pt x="68" y="809"/>
                  </a:lnTo>
                  <a:lnTo>
                    <a:pt x="135" y="843"/>
                  </a:lnTo>
                  <a:lnTo>
                    <a:pt x="202" y="809"/>
                  </a:lnTo>
                  <a:lnTo>
                    <a:pt x="236" y="775"/>
                  </a:lnTo>
                  <a:lnTo>
                    <a:pt x="236" y="742"/>
                  </a:lnTo>
                  <a:lnTo>
                    <a:pt x="202" y="405"/>
                  </a:lnTo>
                  <a:lnTo>
                    <a:pt x="236" y="237"/>
                  </a:lnTo>
                  <a:lnTo>
                    <a:pt x="236" y="68"/>
                  </a:lnTo>
                  <a:lnTo>
                    <a:pt x="2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89" name="Google Shape;1789;p12"/>
            <p:cNvSpPr/>
            <p:nvPr/>
          </p:nvSpPr>
          <p:spPr>
            <a:xfrm>
              <a:off x="1485985" y="92100"/>
              <a:ext cx="174309" cy="150823"/>
            </a:xfrm>
            <a:custGeom>
              <a:avLst/>
              <a:gdLst/>
              <a:ahLst/>
              <a:cxnLst/>
              <a:rect l="l" t="t" r="r" b="b"/>
              <a:pathLst>
                <a:path w="3503" h="3031" extrusionOk="0">
                  <a:moveTo>
                    <a:pt x="1516" y="169"/>
                  </a:moveTo>
                  <a:lnTo>
                    <a:pt x="1886" y="304"/>
                  </a:lnTo>
                  <a:lnTo>
                    <a:pt x="2256" y="472"/>
                  </a:lnTo>
                  <a:lnTo>
                    <a:pt x="2627" y="708"/>
                  </a:lnTo>
                  <a:lnTo>
                    <a:pt x="2930" y="977"/>
                  </a:lnTo>
                  <a:lnTo>
                    <a:pt x="2829" y="1011"/>
                  </a:lnTo>
                  <a:lnTo>
                    <a:pt x="2728" y="1044"/>
                  </a:lnTo>
                  <a:lnTo>
                    <a:pt x="2559" y="1145"/>
                  </a:lnTo>
                  <a:lnTo>
                    <a:pt x="2391" y="1314"/>
                  </a:lnTo>
                  <a:lnTo>
                    <a:pt x="2256" y="1482"/>
                  </a:lnTo>
                  <a:lnTo>
                    <a:pt x="2021" y="1819"/>
                  </a:lnTo>
                  <a:lnTo>
                    <a:pt x="1819" y="2155"/>
                  </a:lnTo>
                  <a:lnTo>
                    <a:pt x="1751" y="2358"/>
                  </a:lnTo>
                  <a:lnTo>
                    <a:pt x="1684" y="2560"/>
                  </a:lnTo>
                  <a:lnTo>
                    <a:pt x="1650" y="2526"/>
                  </a:lnTo>
                  <a:lnTo>
                    <a:pt x="1314" y="2324"/>
                  </a:lnTo>
                  <a:lnTo>
                    <a:pt x="1011" y="2088"/>
                  </a:lnTo>
                  <a:lnTo>
                    <a:pt x="809" y="1852"/>
                  </a:lnTo>
                  <a:lnTo>
                    <a:pt x="573" y="1617"/>
                  </a:lnTo>
                  <a:lnTo>
                    <a:pt x="135" y="1213"/>
                  </a:lnTo>
                  <a:lnTo>
                    <a:pt x="169" y="1179"/>
                  </a:lnTo>
                  <a:lnTo>
                    <a:pt x="304" y="1011"/>
                  </a:lnTo>
                  <a:lnTo>
                    <a:pt x="438" y="876"/>
                  </a:lnTo>
                  <a:lnTo>
                    <a:pt x="775" y="640"/>
                  </a:lnTo>
                  <a:lnTo>
                    <a:pt x="1112" y="405"/>
                  </a:lnTo>
                  <a:lnTo>
                    <a:pt x="1280" y="304"/>
                  </a:lnTo>
                  <a:lnTo>
                    <a:pt x="1482" y="203"/>
                  </a:lnTo>
                  <a:lnTo>
                    <a:pt x="1516" y="169"/>
                  </a:lnTo>
                  <a:close/>
                  <a:moveTo>
                    <a:pt x="3064" y="1044"/>
                  </a:moveTo>
                  <a:lnTo>
                    <a:pt x="3266" y="1246"/>
                  </a:lnTo>
                  <a:lnTo>
                    <a:pt x="3165" y="1482"/>
                  </a:lnTo>
                  <a:lnTo>
                    <a:pt x="3031" y="1718"/>
                  </a:lnTo>
                  <a:lnTo>
                    <a:pt x="2694" y="2122"/>
                  </a:lnTo>
                  <a:lnTo>
                    <a:pt x="2324" y="2492"/>
                  </a:lnTo>
                  <a:lnTo>
                    <a:pt x="2155" y="2661"/>
                  </a:lnTo>
                  <a:lnTo>
                    <a:pt x="1953" y="2728"/>
                  </a:lnTo>
                  <a:lnTo>
                    <a:pt x="1987" y="2492"/>
                  </a:lnTo>
                  <a:lnTo>
                    <a:pt x="2054" y="2324"/>
                  </a:lnTo>
                  <a:lnTo>
                    <a:pt x="2122" y="2155"/>
                  </a:lnTo>
                  <a:lnTo>
                    <a:pt x="2324" y="1852"/>
                  </a:lnTo>
                  <a:lnTo>
                    <a:pt x="2458" y="1650"/>
                  </a:lnTo>
                  <a:lnTo>
                    <a:pt x="2627" y="1415"/>
                  </a:lnTo>
                  <a:lnTo>
                    <a:pt x="2795" y="1213"/>
                  </a:lnTo>
                  <a:lnTo>
                    <a:pt x="3031" y="1078"/>
                  </a:lnTo>
                  <a:lnTo>
                    <a:pt x="3031" y="1044"/>
                  </a:lnTo>
                  <a:close/>
                  <a:moveTo>
                    <a:pt x="1415" y="1"/>
                  </a:moveTo>
                  <a:lnTo>
                    <a:pt x="1179" y="102"/>
                  </a:lnTo>
                  <a:lnTo>
                    <a:pt x="977" y="203"/>
                  </a:lnTo>
                  <a:lnTo>
                    <a:pt x="573" y="506"/>
                  </a:lnTo>
                  <a:lnTo>
                    <a:pt x="405" y="640"/>
                  </a:lnTo>
                  <a:lnTo>
                    <a:pt x="236" y="775"/>
                  </a:lnTo>
                  <a:lnTo>
                    <a:pt x="68" y="943"/>
                  </a:lnTo>
                  <a:lnTo>
                    <a:pt x="34" y="1044"/>
                  </a:lnTo>
                  <a:lnTo>
                    <a:pt x="34" y="1145"/>
                  </a:lnTo>
                  <a:lnTo>
                    <a:pt x="34" y="1179"/>
                  </a:lnTo>
                  <a:lnTo>
                    <a:pt x="1" y="1246"/>
                  </a:lnTo>
                  <a:lnTo>
                    <a:pt x="1" y="1314"/>
                  </a:lnTo>
                  <a:lnTo>
                    <a:pt x="68" y="1415"/>
                  </a:lnTo>
                  <a:lnTo>
                    <a:pt x="169" y="1583"/>
                  </a:lnTo>
                  <a:lnTo>
                    <a:pt x="337" y="1751"/>
                  </a:lnTo>
                  <a:lnTo>
                    <a:pt x="607" y="2054"/>
                  </a:lnTo>
                  <a:lnTo>
                    <a:pt x="842" y="2290"/>
                  </a:lnTo>
                  <a:lnTo>
                    <a:pt x="1112" y="2492"/>
                  </a:lnTo>
                  <a:lnTo>
                    <a:pt x="1381" y="2661"/>
                  </a:lnTo>
                  <a:lnTo>
                    <a:pt x="1617" y="2829"/>
                  </a:lnTo>
                  <a:lnTo>
                    <a:pt x="1617" y="2863"/>
                  </a:lnTo>
                  <a:lnTo>
                    <a:pt x="1617" y="2896"/>
                  </a:lnTo>
                  <a:lnTo>
                    <a:pt x="1617" y="2930"/>
                  </a:lnTo>
                  <a:lnTo>
                    <a:pt x="1684" y="2997"/>
                  </a:lnTo>
                  <a:lnTo>
                    <a:pt x="1785" y="3031"/>
                  </a:lnTo>
                  <a:lnTo>
                    <a:pt x="1852" y="2964"/>
                  </a:lnTo>
                  <a:lnTo>
                    <a:pt x="2088" y="2964"/>
                  </a:lnTo>
                  <a:lnTo>
                    <a:pt x="2223" y="2896"/>
                  </a:lnTo>
                  <a:lnTo>
                    <a:pt x="2324" y="2829"/>
                  </a:lnTo>
                  <a:lnTo>
                    <a:pt x="2593" y="2593"/>
                  </a:lnTo>
                  <a:lnTo>
                    <a:pt x="2829" y="2290"/>
                  </a:lnTo>
                  <a:lnTo>
                    <a:pt x="3064" y="1987"/>
                  </a:lnTo>
                  <a:lnTo>
                    <a:pt x="3266" y="1650"/>
                  </a:lnTo>
                  <a:lnTo>
                    <a:pt x="3401" y="1415"/>
                  </a:lnTo>
                  <a:lnTo>
                    <a:pt x="3502" y="1246"/>
                  </a:lnTo>
                  <a:lnTo>
                    <a:pt x="3468" y="1179"/>
                  </a:lnTo>
                  <a:lnTo>
                    <a:pt x="3435" y="1112"/>
                  </a:lnTo>
                  <a:lnTo>
                    <a:pt x="3334" y="1011"/>
                  </a:lnTo>
                  <a:lnTo>
                    <a:pt x="3233" y="943"/>
                  </a:lnTo>
                  <a:lnTo>
                    <a:pt x="3233" y="876"/>
                  </a:lnTo>
                  <a:lnTo>
                    <a:pt x="3199" y="842"/>
                  </a:lnTo>
                  <a:lnTo>
                    <a:pt x="2829" y="539"/>
                  </a:lnTo>
                  <a:lnTo>
                    <a:pt x="2425" y="270"/>
                  </a:lnTo>
                  <a:lnTo>
                    <a:pt x="2189" y="135"/>
                  </a:lnTo>
                  <a:lnTo>
                    <a:pt x="1953" y="34"/>
                  </a:lnTo>
                  <a:lnTo>
                    <a:pt x="17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0" name="Google Shape;1790;p12"/>
            <p:cNvSpPr/>
            <p:nvPr/>
          </p:nvSpPr>
          <p:spPr>
            <a:xfrm>
              <a:off x="1697067" y="227795"/>
              <a:ext cx="28562" cy="15127"/>
            </a:xfrm>
            <a:custGeom>
              <a:avLst/>
              <a:gdLst/>
              <a:ahLst/>
              <a:cxnLst/>
              <a:rect l="l" t="t" r="r" b="b"/>
              <a:pathLst>
                <a:path w="574" h="304" extrusionOk="0">
                  <a:moveTo>
                    <a:pt x="405" y="1"/>
                  </a:moveTo>
                  <a:lnTo>
                    <a:pt x="169" y="35"/>
                  </a:lnTo>
                  <a:lnTo>
                    <a:pt x="68" y="102"/>
                  </a:lnTo>
                  <a:lnTo>
                    <a:pt x="34" y="136"/>
                  </a:lnTo>
                  <a:lnTo>
                    <a:pt x="34" y="169"/>
                  </a:lnTo>
                  <a:lnTo>
                    <a:pt x="1" y="203"/>
                  </a:lnTo>
                  <a:lnTo>
                    <a:pt x="68" y="270"/>
                  </a:lnTo>
                  <a:lnTo>
                    <a:pt x="135" y="270"/>
                  </a:lnTo>
                  <a:lnTo>
                    <a:pt x="203" y="304"/>
                  </a:lnTo>
                  <a:lnTo>
                    <a:pt x="438" y="270"/>
                  </a:lnTo>
                  <a:lnTo>
                    <a:pt x="506" y="237"/>
                  </a:lnTo>
                  <a:lnTo>
                    <a:pt x="573" y="203"/>
                  </a:lnTo>
                  <a:lnTo>
                    <a:pt x="573" y="169"/>
                  </a:lnTo>
                  <a:lnTo>
                    <a:pt x="573" y="102"/>
                  </a:lnTo>
                  <a:lnTo>
                    <a:pt x="573" y="68"/>
                  </a:lnTo>
                  <a:lnTo>
                    <a:pt x="539" y="35"/>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791" name="Google Shape;1791;p12"/>
          <p:cNvGrpSpPr/>
          <p:nvPr/>
        </p:nvGrpSpPr>
        <p:grpSpPr>
          <a:xfrm>
            <a:off x="7935832" y="1674515"/>
            <a:ext cx="1207974" cy="1445876"/>
            <a:chOff x="5654182" y="1903115"/>
            <a:chExt cx="1207974" cy="1445876"/>
          </a:xfrm>
        </p:grpSpPr>
        <p:sp>
          <p:nvSpPr>
            <p:cNvPr id="1792" name="Google Shape;1792;p12"/>
            <p:cNvSpPr/>
            <p:nvPr/>
          </p:nvSpPr>
          <p:spPr>
            <a:xfrm>
              <a:off x="6773284" y="2228147"/>
              <a:ext cx="88871" cy="36922"/>
            </a:xfrm>
            <a:custGeom>
              <a:avLst/>
              <a:gdLst/>
              <a:ahLst/>
              <a:cxnLst/>
              <a:rect l="l" t="t" r="r" b="b"/>
              <a:pathLst>
                <a:path w="1786" h="742" extrusionOk="0">
                  <a:moveTo>
                    <a:pt x="1752" y="1"/>
                  </a:moveTo>
                  <a:lnTo>
                    <a:pt x="1314" y="102"/>
                  </a:lnTo>
                  <a:lnTo>
                    <a:pt x="876" y="236"/>
                  </a:lnTo>
                  <a:lnTo>
                    <a:pt x="439" y="405"/>
                  </a:lnTo>
                  <a:lnTo>
                    <a:pt x="35" y="573"/>
                  </a:lnTo>
                  <a:lnTo>
                    <a:pt x="1" y="607"/>
                  </a:lnTo>
                  <a:lnTo>
                    <a:pt x="1" y="674"/>
                  </a:lnTo>
                  <a:lnTo>
                    <a:pt x="35" y="708"/>
                  </a:lnTo>
                  <a:lnTo>
                    <a:pt x="68" y="741"/>
                  </a:lnTo>
                  <a:lnTo>
                    <a:pt x="371" y="708"/>
                  </a:lnTo>
                  <a:lnTo>
                    <a:pt x="641" y="640"/>
                  </a:lnTo>
                  <a:lnTo>
                    <a:pt x="1213" y="438"/>
                  </a:lnTo>
                  <a:lnTo>
                    <a:pt x="1785" y="270"/>
                  </a:lnTo>
                  <a:lnTo>
                    <a:pt x="178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3" name="Google Shape;1793;p12"/>
            <p:cNvSpPr/>
            <p:nvPr/>
          </p:nvSpPr>
          <p:spPr>
            <a:xfrm>
              <a:off x="6726410" y="2104195"/>
              <a:ext cx="135745" cy="48616"/>
            </a:xfrm>
            <a:custGeom>
              <a:avLst/>
              <a:gdLst/>
              <a:ahLst/>
              <a:cxnLst/>
              <a:rect l="l" t="t" r="r" b="b"/>
              <a:pathLst>
                <a:path w="2728" h="977" extrusionOk="0">
                  <a:moveTo>
                    <a:pt x="2727" y="0"/>
                  </a:moveTo>
                  <a:lnTo>
                    <a:pt x="2492" y="67"/>
                  </a:lnTo>
                  <a:lnTo>
                    <a:pt x="1886" y="236"/>
                  </a:lnTo>
                  <a:lnTo>
                    <a:pt x="1246" y="438"/>
                  </a:lnTo>
                  <a:lnTo>
                    <a:pt x="34" y="909"/>
                  </a:lnTo>
                  <a:lnTo>
                    <a:pt x="0" y="943"/>
                  </a:lnTo>
                  <a:lnTo>
                    <a:pt x="34" y="976"/>
                  </a:lnTo>
                  <a:lnTo>
                    <a:pt x="371" y="976"/>
                  </a:lnTo>
                  <a:lnTo>
                    <a:pt x="707" y="943"/>
                  </a:lnTo>
                  <a:lnTo>
                    <a:pt x="1044" y="842"/>
                  </a:lnTo>
                  <a:lnTo>
                    <a:pt x="1381" y="741"/>
                  </a:lnTo>
                  <a:lnTo>
                    <a:pt x="2054" y="505"/>
                  </a:lnTo>
                  <a:lnTo>
                    <a:pt x="2391" y="404"/>
                  </a:lnTo>
                  <a:lnTo>
                    <a:pt x="2727" y="303"/>
                  </a:lnTo>
                  <a:lnTo>
                    <a:pt x="272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4" name="Google Shape;1794;p12"/>
            <p:cNvSpPr/>
            <p:nvPr/>
          </p:nvSpPr>
          <p:spPr>
            <a:xfrm>
              <a:off x="6746513" y="2144401"/>
              <a:ext cx="115642" cy="43590"/>
            </a:xfrm>
            <a:custGeom>
              <a:avLst/>
              <a:gdLst/>
              <a:ahLst/>
              <a:cxnLst/>
              <a:rect l="l" t="t" r="r" b="b"/>
              <a:pathLst>
                <a:path w="2324" h="876" extrusionOk="0">
                  <a:moveTo>
                    <a:pt x="2323" y="0"/>
                  </a:moveTo>
                  <a:lnTo>
                    <a:pt x="1953" y="135"/>
                  </a:lnTo>
                  <a:lnTo>
                    <a:pt x="1448" y="303"/>
                  </a:lnTo>
                  <a:lnTo>
                    <a:pt x="977" y="471"/>
                  </a:lnTo>
                  <a:lnTo>
                    <a:pt x="472" y="640"/>
                  </a:lnTo>
                  <a:lnTo>
                    <a:pt x="34" y="842"/>
                  </a:lnTo>
                  <a:lnTo>
                    <a:pt x="0" y="875"/>
                  </a:lnTo>
                  <a:lnTo>
                    <a:pt x="303" y="875"/>
                  </a:lnTo>
                  <a:lnTo>
                    <a:pt x="539" y="842"/>
                  </a:lnTo>
                  <a:lnTo>
                    <a:pt x="1044" y="741"/>
                  </a:lnTo>
                  <a:lnTo>
                    <a:pt x="1549" y="606"/>
                  </a:lnTo>
                  <a:lnTo>
                    <a:pt x="2020" y="438"/>
                  </a:lnTo>
                  <a:lnTo>
                    <a:pt x="2323" y="303"/>
                  </a:lnTo>
                  <a:lnTo>
                    <a:pt x="232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5" name="Google Shape;1795;p12"/>
            <p:cNvSpPr/>
            <p:nvPr/>
          </p:nvSpPr>
          <p:spPr>
            <a:xfrm>
              <a:off x="6793387" y="2305226"/>
              <a:ext cx="68768" cy="31846"/>
            </a:xfrm>
            <a:custGeom>
              <a:avLst/>
              <a:gdLst/>
              <a:ahLst/>
              <a:cxnLst/>
              <a:rect l="l" t="t" r="r" b="b"/>
              <a:pathLst>
                <a:path w="1382" h="640" extrusionOk="0">
                  <a:moveTo>
                    <a:pt x="1381" y="0"/>
                  </a:moveTo>
                  <a:lnTo>
                    <a:pt x="1045" y="101"/>
                  </a:lnTo>
                  <a:lnTo>
                    <a:pt x="775" y="169"/>
                  </a:lnTo>
                  <a:lnTo>
                    <a:pt x="439" y="236"/>
                  </a:lnTo>
                  <a:lnTo>
                    <a:pt x="270" y="303"/>
                  </a:lnTo>
                  <a:lnTo>
                    <a:pt x="136" y="404"/>
                  </a:lnTo>
                  <a:lnTo>
                    <a:pt x="68" y="505"/>
                  </a:lnTo>
                  <a:lnTo>
                    <a:pt x="1" y="640"/>
                  </a:lnTo>
                  <a:lnTo>
                    <a:pt x="35" y="640"/>
                  </a:lnTo>
                  <a:lnTo>
                    <a:pt x="371" y="573"/>
                  </a:lnTo>
                  <a:lnTo>
                    <a:pt x="708" y="472"/>
                  </a:lnTo>
                  <a:lnTo>
                    <a:pt x="1381" y="303"/>
                  </a:lnTo>
                  <a:lnTo>
                    <a:pt x="138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6" name="Google Shape;1796;p12"/>
            <p:cNvSpPr/>
            <p:nvPr/>
          </p:nvSpPr>
          <p:spPr>
            <a:xfrm>
              <a:off x="6726410" y="2055580"/>
              <a:ext cx="135745" cy="50307"/>
            </a:xfrm>
            <a:custGeom>
              <a:avLst/>
              <a:gdLst/>
              <a:ahLst/>
              <a:cxnLst/>
              <a:rect l="l" t="t" r="r" b="b"/>
              <a:pathLst>
                <a:path w="2728" h="1011" extrusionOk="0">
                  <a:moveTo>
                    <a:pt x="2727" y="1"/>
                  </a:moveTo>
                  <a:lnTo>
                    <a:pt x="1347" y="438"/>
                  </a:lnTo>
                  <a:lnTo>
                    <a:pt x="674" y="674"/>
                  </a:lnTo>
                  <a:lnTo>
                    <a:pt x="34" y="943"/>
                  </a:lnTo>
                  <a:lnTo>
                    <a:pt x="0" y="977"/>
                  </a:lnTo>
                  <a:lnTo>
                    <a:pt x="34" y="1011"/>
                  </a:lnTo>
                  <a:lnTo>
                    <a:pt x="404" y="1011"/>
                  </a:lnTo>
                  <a:lnTo>
                    <a:pt x="775" y="943"/>
                  </a:lnTo>
                  <a:lnTo>
                    <a:pt x="1145" y="809"/>
                  </a:lnTo>
                  <a:lnTo>
                    <a:pt x="1515" y="674"/>
                  </a:lnTo>
                  <a:lnTo>
                    <a:pt x="2121" y="438"/>
                  </a:lnTo>
                  <a:lnTo>
                    <a:pt x="2727" y="236"/>
                  </a:lnTo>
                  <a:lnTo>
                    <a:pt x="272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7" name="Google Shape;1797;p12"/>
            <p:cNvSpPr/>
            <p:nvPr/>
          </p:nvSpPr>
          <p:spPr>
            <a:xfrm>
              <a:off x="6776668" y="2268353"/>
              <a:ext cx="85488" cy="38564"/>
            </a:xfrm>
            <a:custGeom>
              <a:avLst/>
              <a:gdLst/>
              <a:ahLst/>
              <a:cxnLst/>
              <a:rect l="l" t="t" r="r" b="b"/>
              <a:pathLst>
                <a:path w="1718" h="775" extrusionOk="0">
                  <a:moveTo>
                    <a:pt x="1717" y="1"/>
                  </a:moveTo>
                  <a:lnTo>
                    <a:pt x="842" y="337"/>
                  </a:lnTo>
                  <a:lnTo>
                    <a:pt x="34" y="708"/>
                  </a:lnTo>
                  <a:lnTo>
                    <a:pt x="0" y="741"/>
                  </a:lnTo>
                  <a:lnTo>
                    <a:pt x="68" y="775"/>
                  </a:lnTo>
                  <a:lnTo>
                    <a:pt x="472" y="741"/>
                  </a:lnTo>
                  <a:lnTo>
                    <a:pt x="876" y="640"/>
                  </a:lnTo>
                  <a:lnTo>
                    <a:pt x="1313" y="506"/>
                  </a:lnTo>
                  <a:lnTo>
                    <a:pt x="1717" y="371"/>
                  </a:lnTo>
                  <a:lnTo>
                    <a:pt x="171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8" name="Google Shape;1798;p12"/>
            <p:cNvSpPr/>
            <p:nvPr/>
          </p:nvSpPr>
          <p:spPr>
            <a:xfrm>
              <a:off x="5994291" y="2241533"/>
              <a:ext cx="321698" cy="110616"/>
            </a:xfrm>
            <a:custGeom>
              <a:avLst/>
              <a:gdLst/>
              <a:ahLst/>
              <a:cxnLst/>
              <a:rect l="l" t="t" r="r" b="b"/>
              <a:pathLst>
                <a:path w="6465" h="2223" extrusionOk="0">
                  <a:moveTo>
                    <a:pt x="6364" y="1"/>
                  </a:moveTo>
                  <a:lnTo>
                    <a:pt x="6128" y="102"/>
                  </a:lnTo>
                  <a:lnTo>
                    <a:pt x="5825" y="237"/>
                  </a:lnTo>
                  <a:lnTo>
                    <a:pt x="5252" y="540"/>
                  </a:lnTo>
                  <a:lnTo>
                    <a:pt x="4949" y="641"/>
                  </a:lnTo>
                  <a:lnTo>
                    <a:pt x="4646" y="708"/>
                  </a:lnTo>
                  <a:lnTo>
                    <a:pt x="4512" y="742"/>
                  </a:lnTo>
                  <a:lnTo>
                    <a:pt x="4343" y="742"/>
                  </a:lnTo>
                  <a:lnTo>
                    <a:pt x="4209" y="708"/>
                  </a:lnTo>
                  <a:lnTo>
                    <a:pt x="4074" y="641"/>
                  </a:lnTo>
                  <a:lnTo>
                    <a:pt x="4007" y="641"/>
                  </a:lnTo>
                  <a:lnTo>
                    <a:pt x="3939" y="674"/>
                  </a:lnTo>
                  <a:lnTo>
                    <a:pt x="3872" y="775"/>
                  </a:lnTo>
                  <a:lnTo>
                    <a:pt x="3805" y="876"/>
                  </a:lnTo>
                  <a:lnTo>
                    <a:pt x="3704" y="910"/>
                  </a:lnTo>
                  <a:lnTo>
                    <a:pt x="3636" y="944"/>
                  </a:lnTo>
                  <a:lnTo>
                    <a:pt x="3569" y="910"/>
                  </a:lnTo>
                  <a:lnTo>
                    <a:pt x="3502" y="843"/>
                  </a:lnTo>
                  <a:lnTo>
                    <a:pt x="3333" y="641"/>
                  </a:lnTo>
                  <a:lnTo>
                    <a:pt x="3367" y="472"/>
                  </a:lnTo>
                  <a:lnTo>
                    <a:pt x="3333" y="405"/>
                  </a:lnTo>
                  <a:lnTo>
                    <a:pt x="3300" y="371"/>
                  </a:lnTo>
                  <a:lnTo>
                    <a:pt x="3199" y="371"/>
                  </a:lnTo>
                  <a:lnTo>
                    <a:pt x="3030" y="506"/>
                  </a:lnTo>
                  <a:lnTo>
                    <a:pt x="2963" y="641"/>
                  </a:lnTo>
                  <a:lnTo>
                    <a:pt x="2929" y="775"/>
                  </a:lnTo>
                  <a:lnTo>
                    <a:pt x="2963" y="876"/>
                  </a:lnTo>
                  <a:lnTo>
                    <a:pt x="2828" y="1011"/>
                  </a:lnTo>
                  <a:lnTo>
                    <a:pt x="2727" y="1045"/>
                  </a:lnTo>
                  <a:lnTo>
                    <a:pt x="2593" y="1112"/>
                  </a:lnTo>
                  <a:lnTo>
                    <a:pt x="2458" y="1112"/>
                  </a:lnTo>
                  <a:lnTo>
                    <a:pt x="2391" y="1045"/>
                  </a:lnTo>
                  <a:lnTo>
                    <a:pt x="2391" y="977"/>
                  </a:lnTo>
                  <a:lnTo>
                    <a:pt x="2424" y="876"/>
                  </a:lnTo>
                  <a:lnTo>
                    <a:pt x="2424" y="843"/>
                  </a:lnTo>
                  <a:lnTo>
                    <a:pt x="2391" y="775"/>
                  </a:lnTo>
                  <a:lnTo>
                    <a:pt x="2323" y="742"/>
                  </a:lnTo>
                  <a:lnTo>
                    <a:pt x="2256" y="742"/>
                  </a:lnTo>
                  <a:lnTo>
                    <a:pt x="2222" y="809"/>
                  </a:lnTo>
                  <a:lnTo>
                    <a:pt x="2189" y="977"/>
                  </a:lnTo>
                  <a:lnTo>
                    <a:pt x="2088" y="1179"/>
                  </a:lnTo>
                  <a:lnTo>
                    <a:pt x="1919" y="1348"/>
                  </a:lnTo>
                  <a:lnTo>
                    <a:pt x="1751" y="1449"/>
                  </a:lnTo>
                  <a:lnTo>
                    <a:pt x="1515" y="1482"/>
                  </a:lnTo>
                  <a:lnTo>
                    <a:pt x="1313" y="1482"/>
                  </a:lnTo>
                  <a:lnTo>
                    <a:pt x="1179" y="1449"/>
                  </a:lnTo>
                  <a:lnTo>
                    <a:pt x="1347" y="1078"/>
                  </a:lnTo>
                  <a:lnTo>
                    <a:pt x="1414" y="809"/>
                  </a:lnTo>
                  <a:lnTo>
                    <a:pt x="1414" y="742"/>
                  </a:lnTo>
                  <a:lnTo>
                    <a:pt x="1381" y="708"/>
                  </a:lnTo>
                  <a:lnTo>
                    <a:pt x="1347" y="674"/>
                  </a:lnTo>
                  <a:lnTo>
                    <a:pt x="1280" y="708"/>
                  </a:lnTo>
                  <a:lnTo>
                    <a:pt x="1044" y="843"/>
                  </a:lnTo>
                  <a:lnTo>
                    <a:pt x="876" y="1078"/>
                  </a:lnTo>
                  <a:lnTo>
                    <a:pt x="842" y="1179"/>
                  </a:lnTo>
                  <a:lnTo>
                    <a:pt x="808" y="1280"/>
                  </a:lnTo>
                  <a:lnTo>
                    <a:pt x="808" y="1415"/>
                  </a:lnTo>
                  <a:lnTo>
                    <a:pt x="876" y="1516"/>
                  </a:lnTo>
                  <a:lnTo>
                    <a:pt x="606" y="1819"/>
                  </a:lnTo>
                  <a:lnTo>
                    <a:pt x="539" y="1886"/>
                  </a:lnTo>
                  <a:lnTo>
                    <a:pt x="472" y="1920"/>
                  </a:lnTo>
                  <a:lnTo>
                    <a:pt x="404" y="1920"/>
                  </a:lnTo>
                  <a:lnTo>
                    <a:pt x="371" y="1886"/>
                  </a:lnTo>
                  <a:lnTo>
                    <a:pt x="270" y="1819"/>
                  </a:lnTo>
                  <a:lnTo>
                    <a:pt x="202" y="1651"/>
                  </a:lnTo>
                  <a:lnTo>
                    <a:pt x="202" y="1482"/>
                  </a:lnTo>
                  <a:lnTo>
                    <a:pt x="236" y="1280"/>
                  </a:lnTo>
                  <a:lnTo>
                    <a:pt x="337" y="1112"/>
                  </a:lnTo>
                  <a:lnTo>
                    <a:pt x="404" y="1045"/>
                  </a:lnTo>
                  <a:lnTo>
                    <a:pt x="505" y="977"/>
                  </a:lnTo>
                  <a:lnTo>
                    <a:pt x="539" y="944"/>
                  </a:lnTo>
                  <a:lnTo>
                    <a:pt x="539" y="910"/>
                  </a:lnTo>
                  <a:lnTo>
                    <a:pt x="505" y="876"/>
                  </a:lnTo>
                  <a:lnTo>
                    <a:pt x="472" y="876"/>
                  </a:lnTo>
                  <a:lnTo>
                    <a:pt x="371" y="910"/>
                  </a:lnTo>
                  <a:lnTo>
                    <a:pt x="303" y="944"/>
                  </a:lnTo>
                  <a:lnTo>
                    <a:pt x="169" y="1078"/>
                  </a:lnTo>
                  <a:lnTo>
                    <a:pt x="68" y="1280"/>
                  </a:lnTo>
                  <a:lnTo>
                    <a:pt x="0" y="1516"/>
                  </a:lnTo>
                  <a:lnTo>
                    <a:pt x="0" y="1752"/>
                  </a:lnTo>
                  <a:lnTo>
                    <a:pt x="34" y="1954"/>
                  </a:lnTo>
                  <a:lnTo>
                    <a:pt x="68" y="2021"/>
                  </a:lnTo>
                  <a:lnTo>
                    <a:pt x="135" y="2122"/>
                  </a:lnTo>
                  <a:lnTo>
                    <a:pt x="202" y="2156"/>
                  </a:lnTo>
                  <a:lnTo>
                    <a:pt x="303" y="2189"/>
                  </a:lnTo>
                  <a:lnTo>
                    <a:pt x="404" y="2223"/>
                  </a:lnTo>
                  <a:lnTo>
                    <a:pt x="505" y="2189"/>
                  </a:lnTo>
                  <a:lnTo>
                    <a:pt x="606" y="2156"/>
                  </a:lnTo>
                  <a:lnTo>
                    <a:pt x="707" y="2088"/>
                  </a:lnTo>
                  <a:lnTo>
                    <a:pt x="909" y="1886"/>
                  </a:lnTo>
                  <a:lnTo>
                    <a:pt x="1078" y="1617"/>
                  </a:lnTo>
                  <a:lnTo>
                    <a:pt x="1145" y="1651"/>
                  </a:lnTo>
                  <a:lnTo>
                    <a:pt x="1313" y="1684"/>
                  </a:lnTo>
                  <a:lnTo>
                    <a:pt x="1482" y="1718"/>
                  </a:lnTo>
                  <a:lnTo>
                    <a:pt x="1650" y="1684"/>
                  </a:lnTo>
                  <a:lnTo>
                    <a:pt x="1818" y="1651"/>
                  </a:lnTo>
                  <a:lnTo>
                    <a:pt x="1953" y="1583"/>
                  </a:lnTo>
                  <a:lnTo>
                    <a:pt x="2088" y="1482"/>
                  </a:lnTo>
                  <a:lnTo>
                    <a:pt x="2189" y="1381"/>
                  </a:lnTo>
                  <a:lnTo>
                    <a:pt x="2290" y="1247"/>
                  </a:lnTo>
                  <a:lnTo>
                    <a:pt x="2357" y="1280"/>
                  </a:lnTo>
                  <a:lnTo>
                    <a:pt x="2458" y="1314"/>
                  </a:lnTo>
                  <a:lnTo>
                    <a:pt x="2660" y="1280"/>
                  </a:lnTo>
                  <a:lnTo>
                    <a:pt x="2896" y="1179"/>
                  </a:lnTo>
                  <a:lnTo>
                    <a:pt x="3098" y="1045"/>
                  </a:lnTo>
                  <a:lnTo>
                    <a:pt x="3232" y="1112"/>
                  </a:lnTo>
                  <a:lnTo>
                    <a:pt x="3401" y="1146"/>
                  </a:lnTo>
                  <a:lnTo>
                    <a:pt x="3603" y="1179"/>
                  </a:lnTo>
                  <a:lnTo>
                    <a:pt x="3771" y="1112"/>
                  </a:lnTo>
                  <a:lnTo>
                    <a:pt x="3906" y="1045"/>
                  </a:lnTo>
                  <a:lnTo>
                    <a:pt x="4007" y="977"/>
                  </a:lnTo>
                  <a:lnTo>
                    <a:pt x="4074" y="944"/>
                  </a:lnTo>
                  <a:lnTo>
                    <a:pt x="4209" y="910"/>
                  </a:lnTo>
                  <a:lnTo>
                    <a:pt x="4613" y="910"/>
                  </a:lnTo>
                  <a:lnTo>
                    <a:pt x="4983" y="809"/>
                  </a:lnTo>
                  <a:lnTo>
                    <a:pt x="5353" y="708"/>
                  </a:lnTo>
                  <a:lnTo>
                    <a:pt x="5757" y="540"/>
                  </a:lnTo>
                  <a:lnTo>
                    <a:pt x="6128" y="371"/>
                  </a:lnTo>
                  <a:lnTo>
                    <a:pt x="6296" y="237"/>
                  </a:lnTo>
                  <a:lnTo>
                    <a:pt x="6465" y="136"/>
                  </a:lnTo>
                  <a:lnTo>
                    <a:pt x="6465" y="68"/>
                  </a:lnTo>
                  <a:lnTo>
                    <a:pt x="6465" y="35"/>
                  </a:lnTo>
                  <a:lnTo>
                    <a:pt x="643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799" name="Google Shape;1799;p12"/>
            <p:cNvSpPr/>
            <p:nvPr/>
          </p:nvSpPr>
          <p:spPr>
            <a:xfrm>
              <a:off x="6123269" y="2578308"/>
              <a:ext cx="474163" cy="135745"/>
            </a:xfrm>
            <a:custGeom>
              <a:avLst/>
              <a:gdLst/>
              <a:ahLst/>
              <a:cxnLst/>
              <a:rect l="l" t="t" r="r" b="b"/>
              <a:pathLst>
                <a:path w="9529" h="2728" extrusionOk="0">
                  <a:moveTo>
                    <a:pt x="9360" y="0"/>
                  </a:moveTo>
                  <a:lnTo>
                    <a:pt x="8855" y="67"/>
                  </a:lnTo>
                  <a:lnTo>
                    <a:pt x="8350" y="168"/>
                  </a:lnTo>
                  <a:lnTo>
                    <a:pt x="7845" y="303"/>
                  </a:lnTo>
                  <a:lnTo>
                    <a:pt x="7340" y="471"/>
                  </a:lnTo>
                  <a:lnTo>
                    <a:pt x="6330" y="842"/>
                  </a:lnTo>
                  <a:lnTo>
                    <a:pt x="5825" y="1010"/>
                  </a:lnTo>
                  <a:lnTo>
                    <a:pt x="5320" y="1145"/>
                  </a:lnTo>
                  <a:lnTo>
                    <a:pt x="2694" y="1886"/>
                  </a:lnTo>
                  <a:lnTo>
                    <a:pt x="1516" y="2189"/>
                  </a:lnTo>
                  <a:lnTo>
                    <a:pt x="775" y="2357"/>
                  </a:lnTo>
                  <a:lnTo>
                    <a:pt x="539" y="2424"/>
                  </a:lnTo>
                  <a:lnTo>
                    <a:pt x="438" y="2424"/>
                  </a:lnTo>
                  <a:lnTo>
                    <a:pt x="337" y="2458"/>
                  </a:lnTo>
                  <a:lnTo>
                    <a:pt x="270" y="2525"/>
                  </a:lnTo>
                  <a:lnTo>
                    <a:pt x="203" y="2593"/>
                  </a:lnTo>
                  <a:lnTo>
                    <a:pt x="169" y="2559"/>
                  </a:lnTo>
                  <a:lnTo>
                    <a:pt x="1" y="2559"/>
                  </a:lnTo>
                  <a:lnTo>
                    <a:pt x="1" y="2593"/>
                  </a:lnTo>
                  <a:lnTo>
                    <a:pt x="1" y="2626"/>
                  </a:lnTo>
                  <a:lnTo>
                    <a:pt x="34" y="2694"/>
                  </a:lnTo>
                  <a:lnTo>
                    <a:pt x="68" y="2727"/>
                  </a:lnTo>
                  <a:lnTo>
                    <a:pt x="708" y="2660"/>
                  </a:lnTo>
                  <a:lnTo>
                    <a:pt x="1314" y="2559"/>
                  </a:lnTo>
                  <a:lnTo>
                    <a:pt x="1920" y="2424"/>
                  </a:lnTo>
                  <a:lnTo>
                    <a:pt x="2526" y="2290"/>
                  </a:lnTo>
                  <a:lnTo>
                    <a:pt x="3738" y="1919"/>
                  </a:lnTo>
                  <a:lnTo>
                    <a:pt x="4950" y="1549"/>
                  </a:lnTo>
                  <a:lnTo>
                    <a:pt x="5489" y="1414"/>
                  </a:lnTo>
                  <a:lnTo>
                    <a:pt x="6027" y="1212"/>
                  </a:lnTo>
                  <a:lnTo>
                    <a:pt x="7138" y="808"/>
                  </a:lnTo>
                  <a:lnTo>
                    <a:pt x="7677" y="640"/>
                  </a:lnTo>
                  <a:lnTo>
                    <a:pt x="8249" y="471"/>
                  </a:lnTo>
                  <a:lnTo>
                    <a:pt x="8822" y="370"/>
                  </a:lnTo>
                  <a:lnTo>
                    <a:pt x="9360" y="337"/>
                  </a:lnTo>
                  <a:lnTo>
                    <a:pt x="9428" y="303"/>
                  </a:lnTo>
                  <a:lnTo>
                    <a:pt x="9495" y="269"/>
                  </a:lnTo>
                  <a:lnTo>
                    <a:pt x="9495" y="236"/>
                  </a:lnTo>
                  <a:lnTo>
                    <a:pt x="9529" y="168"/>
                  </a:lnTo>
                  <a:lnTo>
                    <a:pt x="9495" y="101"/>
                  </a:lnTo>
                  <a:lnTo>
                    <a:pt x="9495" y="67"/>
                  </a:lnTo>
                  <a:lnTo>
                    <a:pt x="9428" y="34"/>
                  </a:lnTo>
                  <a:lnTo>
                    <a:pt x="936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0" name="Google Shape;1800;p12"/>
            <p:cNvSpPr/>
            <p:nvPr/>
          </p:nvSpPr>
          <p:spPr>
            <a:xfrm>
              <a:off x="5691054" y="2422510"/>
              <a:ext cx="236260" cy="217800"/>
            </a:xfrm>
            <a:custGeom>
              <a:avLst/>
              <a:gdLst/>
              <a:ahLst/>
              <a:cxnLst/>
              <a:rect l="l" t="t" r="r" b="b"/>
              <a:pathLst>
                <a:path w="4748" h="4377" extrusionOk="0">
                  <a:moveTo>
                    <a:pt x="606" y="202"/>
                  </a:moveTo>
                  <a:lnTo>
                    <a:pt x="674" y="269"/>
                  </a:lnTo>
                  <a:lnTo>
                    <a:pt x="775" y="370"/>
                  </a:lnTo>
                  <a:lnTo>
                    <a:pt x="943" y="539"/>
                  </a:lnTo>
                  <a:lnTo>
                    <a:pt x="1482" y="1077"/>
                  </a:lnTo>
                  <a:lnTo>
                    <a:pt x="1987" y="1650"/>
                  </a:lnTo>
                  <a:lnTo>
                    <a:pt x="2559" y="2256"/>
                  </a:lnTo>
                  <a:lnTo>
                    <a:pt x="3165" y="2794"/>
                  </a:lnTo>
                  <a:lnTo>
                    <a:pt x="3333" y="2895"/>
                  </a:lnTo>
                  <a:lnTo>
                    <a:pt x="3502" y="3030"/>
                  </a:lnTo>
                  <a:lnTo>
                    <a:pt x="3872" y="3232"/>
                  </a:lnTo>
                  <a:lnTo>
                    <a:pt x="4040" y="3333"/>
                  </a:lnTo>
                  <a:lnTo>
                    <a:pt x="4209" y="3468"/>
                  </a:lnTo>
                  <a:lnTo>
                    <a:pt x="4310" y="3636"/>
                  </a:lnTo>
                  <a:lnTo>
                    <a:pt x="4377" y="3805"/>
                  </a:lnTo>
                  <a:lnTo>
                    <a:pt x="4243" y="3838"/>
                  </a:lnTo>
                  <a:lnTo>
                    <a:pt x="4141" y="3805"/>
                  </a:lnTo>
                  <a:lnTo>
                    <a:pt x="4007" y="3737"/>
                  </a:lnTo>
                  <a:lnTo>
                    <a:pt x="3906" y="3636"/>
                  </a:lnTo>
                  <a:lnTo>
                    <a:pt x="3805" y="3501"/>
                  </a:lnTo>
                  <a:lnTo>
                    <a:pt x="3704" y="3400"/>
                  </a:lnTo>
                  <a:lnTo>
                    <a:pt x="3468" y="3198"/>
                  </a:lnTo>
                  <a:lnTo>
                    <a:pt x="3199" y="2996"/>
                  </a:lnTo>
                  <a:lnTo>
                    <a:pt x="2929" y="2828"/>
                  </a:lnTo>
                  <a:lnTo>
                    <a:pt x="2357" y="2525"/>
                  </a:lnTo>
                  <a:lnTo>
                    <a:pt x="2020" y="2289"/>
                  </a:lnTo>
                  <a:lnTo>
                    <a:pt x="1684" y="2020"/>
                  </a:lnTo>
                  <a:lnTo>
                    <a:pt x="1381" y="1751"/>
                  </a:lnTo>
                  <a:lnTo>
                    <a:pt x="1078" y="1448"/>
                  </a:lnTo>
                  <a:lnTo>
                    <a:pt x="640" y="943"/>
                  </a:lnTo>
                  <a:lnTo>
                    <a:pt x="404" y="707"/>
                  </a:lnTo>
                  <a:lnTo>
                    <a:pt x="169" y="505"/>
                  </a:lnTo>
                  <a:lnTo>
                    <a:pt x="202" y="471"/>
                  </a:lnTo>
                  <a:lnTo>
                    <a:pt x="337" y="337"/>
                  </a:lnTo>
                  <a:lnTo>
                    <a:pt x="472" y="269"/>
                  </a:lnTo>
                  <a:lnTo>
                    <a:pt x="606" y="202"/>
                  </a:lnTo>
                  <a:close/>
                  <a:moveTo>
                    <a:pt x="505" y="0"/>
                  </a:moveTo>
                  <a:lnTo>
                    <a:pt x="371" y="67"/>
                  </a:lnTo>
                  <a:lnTo>
                    <a:pt x="169" y="202"/>
                  </a:lnTo>
                  <a:lnTo>
                    <a:pt x="34" y="370"/>
                  </a:lnTo>
                  <a:lnTo>
                    <a:pt x="0" y="404"/>
                  </a:lnTo>
                  <a:lnTo>
                    <a:pt x="0" y="471"/>
                  </a:lnTo>
                  <a:lnTo>
                    <a:pt x="34" y="505"/>
                  </a:lnTo>
                  <a:lnTo>
                    <a:pt x="68" y="539"/>
                  </a:lnTo>
                  <a:lnTo>
                    <a:pt x="135" y="505"/>
                  </a:lnTo>
                  <a:lnTo>
                    <a:pt x="303" y="707"/>
                  </a:lnTo>
                  <a:lnTo>
                    <a:pt x="505" y="943"/>
                  </a:lnTo>
                  <a:lnTo>
                    <a:pt x="808" y="1414"/>
                  </a:lnTo>
                  <a:lnTo>
                    <a:pt x="1246" y="1885"/>
                  </a:lnTo>
                  <a:lnTo>
                    <a:pt x="1717" y="2323"/>
                  </a:lnTo>
                  <a:lnTo>
                    <a:pt x="2020" y="2525"/>
                  </a:lnTo>
                  <a:lnTo>
                    <a:pt x="2323" y="2727"/>
                  </a:lnTo>
                  <a:lnTo>
                    <a:pt x="2929" y="3097"/>
                  </a:lnTo>
                  <a:lnTo>
                    <a:pt x="3199" y="3299"/>
                  </a:lnTo>
                  <a:lnTo>
                    <a:pt x="3468" y="3501"/>
                  </a:lnTo>
                  <a:lnTo>
                    <a:pt x="3737" y="3771"/>
                  </a:lnTo>
                  <a:lnTo>
                    <a:pt x="3939" y="4074"/>
                  </a:lnTo>
                  <a:lnTo>
                    <a:pt x="4040" y="4209"/>
                  </a:lnTo>
                  <a:lnTo>
                    <a:pt x="4141" y="4276"/>
                  </a:lnTo>
                  <a:lnTo>
                    <a:pt x="4243" y="4343"/>
                  </a:lnTo>
                  <a:lnTo>
                    <a:pt x="4344" y="4377"/>
                  </a:lnTo>
                  <a:lnTo>
                    <a:pt x="4411" y="4377"/>
                  </a:lnTo>
                  <a:lnTo>
                    <a:pt x="4512" y="4343"/>
                  </a:lnTo>
                  <a:lnTo>
                    <a:pt x="4647" y="4209"/>
                  </a:lnTo>
                  <a:lnTo>
                    <a:pt x="4748" y="4074"/>
                  </a:lnTo>
                  <a:lnTo>
                    <a:pt x="4748" y="3872"/>
                  </a:lnTo>
                  <a:lnTo>
                    <a:pt x="4748" y="3805"/>
                  </a:lnTo>
                  <a:lnTo>
                    <a:pt x="4680" y="3704"/>
                  </a:lnTo>
                  <a:lnTo>
                    <a:pt x="4613" y="3636"/>
                  </a:lnTo>
                  <a:lnTo>
                    <a:pt x="4512" y="3569"/>
                  </a:lnTo>
                  <a:lnTo>
                    <a:pt x="4445" y="3434"/>
                  </a:lnTo>
                  <a:lnTo>
                    <a:pt x="4310" y="3266"/>
                  </a:lnTo>
                  <a:lnTo>
                    <a:pt x="4209" y="3165"/>
                  </a:lnTo>
                  <a:lnTo>
                    <a:pt x="4074" y="3097"/>
                  </a:lnTo>
                  <a:lnTo>
                    <a:pt x="3771" y="2963"/>
                  </a:lnTo>
                  <a:lnTo>
                    <a:pt x="3535" y="2828"/>
                  </a:lnTo>
                  <a:lnTo>
                    <a:pt x="3300" y="2660"/>
                  </a:lnTo>
                  <a:lnTo>
                    <a:pt x="2828" y="2256"/>
                  </a:lnTo>
                  <a:lnTo>
                    <a:pt x="2189" y="1582"/>
                  </a:lnTo>
                  <a:lnTo>
                    <a:pt x="1549" y="875"/>
                  </a:lnTo>
                  <a:lnTo>
                    <a:pt x="1111" y="471"/>
                  </a:lnTo>
                  <a:lnTo>
                    <a:pt x="909" y="269"/>
                  </a:lnTo>
                  <a:lnTo>
                    <a:pt x="674" y="101"/>
                  </a:lnTo>
                  <a:lnTo>
                    <a:pt x="640" y="34"/>
                  </a:lnTo>
                  <a:lnTo>
                    <a:pt x="6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1" name="Google Shape;1801;p12"/>
            <p:cNvSpPr/>
            <p:nvPr/>
          </p:nvSpPr>
          <p:spPr>
            <a:xfrm>
              <a:off x="6800105" y="2340406"/>
              <a:ext cx="62051" cy="30204"/>
            </a:xfrm>
            <a:custGeom>
              <a:avLst/>
              <a:gdLst/>
              <a:ahLst/>
              <a:cxnLst/>
              <a:rect l="l" t="t" r="r" b="b"/>
              <a:pathLst>
                <a:path w="1247" h="607" extrusionOk="0">
                  <a:moveTo>
                    <a:pt x="1246" y="0"/>
                  </a:moveTo>
                  <a:lnTo>
                    <a:pt x="607" y="202"/>
                  </a:lnTo>
                  <a:lnTo>
                    <a:pt x="304" y="337"/>
                  </a:lnTo>
                  <a:lnTo>
                    <a:pt x="1" y="505"/>
                  </a:lnTo>
                  <a:lnTo>
                    <a:pt x="1" y="539"/>
                  </a:lnTo>
                  <a:lnTo>
                    <a:pt x="1" y="573"/>
                  </a:lnTo>
                  <a:lnTo>
                    <a:pt x="1" y="606"/>
                  </a:lnTo>
                  <a:lnTo>
                    <a:pt x="34" y="606"/>
                  </a:lnTo>
                  <a:lnTo>
                    <a:pt x="1246" y="303"/>
                  </a:lnTo>
                  <a:lnTo>
                    <a:pt x="124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2" name="Google Shape;1802;p12"/>
            <p:cNvSpPr/>
            <p:nvPr/>
          </p:nvSpPr>
          <p:spPr>
            <a:xfrm>
              <a:off x="5654182" y="1903115"/>
              <a:ext cx="1207974" cy="1445876"/>
            </a:xfrm>
            <a:custGeom>
              <a:avLst/>
              <a:gdLst/>
              <a:ahLst/>
              <a:cxnLst/>
              <a:rect l="l" t="t" r="r" b="b"/>
              <a:pathLst>
                <a:path w="24276" h="29057" extrusionOk="0">
                  <a:moveTo>
                    <a:pt x="236" y="10909"/>
                  </a:moveTo>
                  <a:lnTo>
                    <a:pt x="203" y="10943"/>
                  </a:lnTo>
                  <a:lnTo>
                    <a:pt x="203" y="10909"/>
                  </a:lnTo>
                  <a:close/>
                  <a:moveTo>
                    <a:pt x="1246" y="9933"/>
                  </a:moveTo>
                  <a:lnTo>
                    <a:pt x="1650" y="10202"/>
                  </a:lnTo>
                  <a:lnTo>
                    <a:pt x="1987" y="10472"/>
                  </a:lnTo>
                  <a:lnTo>
                    <a:pt x="2660" y="11078"/>
                  </a:lnTo>
                  <a:lnTo>
                    <a:pt x="3064" y="11448"/>
                  </a:lnTo>
                  <a:lnTo>
                    <a:pt x="3468" y="11785"/>
                  </a:lnTo>
                  <a:lnTo>
                    <a:pt x="3872" y="12121"/>
                  </a:lnTo>
                  <a:lnTo>
                    <a:pt x="4243" y="12458"/>
                  </a:lnTo>
                  <a:lnTo>
                    <a:pt x="4916" y="13131"/>
                  </a:lnTo>
                  <a:lnTo>
                    <a:pt x="5556" y="13838"/>
                  </a:lnTo>
                  <a:lnTo>
                    <a:pt x="5724" y="14007"/>
                  </a:lnTo>
                  <a:lnTo>
                    <a:pt x="5724" y="14074"/>
                  </a:lnTo>
                  <a:lnTo>
                    <a:pt x="5792" y="14142"/>
                  </a:lnTo>
                  <a:lnTo>
                    <a:pt x="5859" y="14142"/>
                  </a:lnTo>
                  <a:lnTo>
                    <a:pt x="6364" y="14613"/>
                  </a:lnTo>
                  <a:lnTo>
                    <a:pt x="6600" y="14882"/>
                  </a:lnTo>
                  <a:lnTo>
                    <a:pt x="6835" y="15118"/>
                  </a:lnTo>
                  <a:lnTo>
                    <a:pt x="6734" y="15253"/>
                  </a:lnTo>
                  <a:lnTo>
                    <a:pt x="6633" y="15387"/>
                  </a:lnTo>
                  <a:lnTo>
                    <a:pt x="6465" y="15623"/>
                  </a:lnTo>
                  <a:lnTo>
                    <a:pt x="6162" y="15960"/>
                  </a:lnTo>
                  <a:lnTo>
                    <a:pt x="6027" y="16162"/>
                  </a:lnTo>
                  <a:lnTo>
                    <a:pt x="5893" y="16330"/>
                  </a:lnTo>
                  <a:lnTo>
                    <a:pt x="5590" y="15960"/>
                  </a:lnTo>
                  <a:lnTo>
                    <a:pt x="5287" y="15657"/>
                  </a:lnTo>
                  <a:lnTo>
                    <a:pt x="4950" y="15320"/>
                  </a:lnTo>
                  <a:lnTo>
                    <a:pt x="4613" y="15017"/>
                  </a:lnTo>
                  <a:lnTo>
                    <a:pt x="3738" y="14209"/>
                  </a:lnTo>
                  <a:lnTo>
                    <a:pt x="3300" y="13838"/>
                  </a:lnTo>
                  <a:lnTo>
                    <a:pt x="2829" y="13502"/>
                  </a:lnTo>
                  <a:lnTo>
                    <a:pt x="2391" y="13165"/>
                  </a:lnTo>
                  <a:lnTo>
                    <a:pt x="1953" y="12761"/>
                  </a:lnTo>
                  <a:lnTo>
                    <a:pt x="1583" y="12323"/>
                  </a:lnTo>
                  <a:lnTo>
                    <a:pt x="1213" y="11886"/>
                  </a:lnTo>
                  <a:lnTo>
                    <a:pt x="1044" y="11684"/>
                  </a:lnTo>
                  <a:lnTo>
                    <a:pt x="708" y="11313"/>
                  </a:lnTo>
                  <a:lnTo>
                    <a:pt x="405" y="11010"/>
                  </a:lnTo>
                  <a:lnTo>
                    <a:pt x="270" y="10943"/>
                  </a:lnTo>
                  <a:lnTo>
                    <a:pt x="236" y="10909"/>
                  </a:lnTo>
                  <a:lnTo>
                    <a:pt x="270" y="10909"/>
                  </a:lnTo>
                  <a:lnTo>
                    <a:pt x="304" y="10876"/>
                  </a:lnTo>
                  <a:lnTo>
                    <a:pt x="438" y="10775"/>
                  </a:lnTo>
                  <a:lnTo>
                    <a:pt x="607" y="10505"/>
                  </a:lnTo>
                  <a:lnTo>
                    <a:pt x="910" y="10202"/>
                  </a:lnTo>
                  <a:lnTo>
                    <a:pt x="1044" y="10068"/>
                  </a:lnTo>
                  <a:lnTo>
                    <a:pt x="1246" y="9933"/>
                  </a:lnTo>
                  <a:close/>
                  <a:moveTo>
                    <a:pt x="17003" y="3098"/>
                  </a:moveTo>
                  <a:lnTo>
                    <a:pt x="17138" y="3502"/>
                  </a:lnTo>
                  <a:lnTo>
                    <a:pt x="17272" y="3906"/>
                  </a:lnTo>
                  <a:lnTo>
                    <a:pt x="17609" y="4681"/>
                  </a:lnTo>
                  <a:lnTo>
                    <a:pt x="17744" y="4984"/>
                  </a:lnTo>
                  <a:lnTo>
                    <a:pt x="17845" y="5320"/>
                  </a:lnTo>
                  <a:lnTo>
                    <a:pt x="18013" y="5960"/>
                  </a:lnTo>
                  <a:lnTo>
                    <a:pt x="18249" y="7307"/>
                  </a:lnTo>
                  <a:lnTo>
                    <a:pt x="18518" y="8721"/>
                  </a:lnTo>
                  <a:lnTo>
                    <a:pt x="18282" y="8755"/>
                  </a:lnTo>
                  <a:lnTo>
                    <a:pt x="18047" y="8788"/>
                  </a:lnTo>
                  <a:lnTo>
                    <a:pt x="17575" y="8923"/>
                  </a:lnTo>
                  <a:lnTo>
                    <a:pt x="16700" y="9260"/>
                  </a:lnTo>
                  <a:lnTo>
                    <a:pt x="15959" y="9495"/>
                  </a:lnTo>
                  <a:lnTo>
                    <a:pt x="15219" y="9697"/>
                  </a:lnTo>
                  <a:lnTo>
                    <a:pt x="13670" y="10034"/>
                  </a:lnTo>
                  <a:lnTo>
                    <a:pt x="12895" y="10202"/>
                  </a:lnTo>
                  <a:lnTo>
                    <a:pt x="12087" y="10404"/>
                  </a:lnTo>
                  <a:lnTo>
                    <a:pt x="10539" y="10876"/>
                  </a:lnTo>
                  <a:lnTo>
                    <a:pt x="9933" y="11044"/>
                  </a:lnTo>
                  <a:lnTo>
                    <a:pt x="9293" y="11179"/>
                  </a:lnTo>
                  <a:lnTo>
                    <a:pt x="8956" y="11280"/>
                  </a:lnTo>
                  <a:lnTo>
                    <a:pt x="8653" y="11381"/>
                  </a:lnTo>
                  <a:lnTo>
                    <a:pt x="8384" y="11482"/>
                  </a:lnTo>
                  <a:lnTo>
                    <a:pt x="8115" y="11650"/>
                  </a:lnTo>
                  <a:lnTo>
                    <a:pt x="8081" y="11684"/>
                  </a:lnTo>
                  <a:lnTo>
                    <a:pt x="8081" y="11751"/>
                  </a:lnTo>
                  <a:lnTo>
                    <a:pt x="8115" y="11818"/>
                  </a:lnTo>
                  <a:lnTo>
                    <a:pt x="8182" y="11818"/>
                  </a:lnTo>
                  <a:lnTo>
                    <a:pt x="8788" y="11616"/>
                  </a:lnTo>
                  <a:lnTo>
                    <a:pt x="9394" y="11482"/>
                  </a:lnTo>
                  <a:lnTo>
                    <a:pt x="10000" y="11347"/>
                  </a:lnTo>
                  <a:lnTo>
                    <a:pt x="10606" y="11179"/>
                  </a:lnTo>
                  <a:lnTo>
                    <a:pt x="12054" y="10741"/>
                  </a:lnTo>
                  <a:lnTo>
                    <a:pt x="13502" y="10371"/>
                  </a:lnTo>
                  <a:lnTo>
                    <a:pt x="14983" y="10068"/>
                  </a:lnTo>
                  <a:lnTo>
                    <a:pt x="15690" y="9899"/>
                  </a:lnTo>
                  <a:lnTo>
                    <a:pt x="16397" y="9697"/>
                  </a:lnTo>
                  <a:lnTo>
                    <a:pt x="16936" y="9495"/>
                  </a:lnTo>
                  <a:lnTo>
                    <a:pt x="17474" y="9293"/>
                  </a:lnTo>
                  <a:lnTo>
                    <a:pt x="18013" y="9125"/>
                  </a:lnTo>
                  <a:lnTo>
                    <a:pt x="18282" y="9058"/>
                  </a:lnTo>
                  <a:lnTo>
                    <a:pt x="18585" y="9024"/>
                  </a:lnTo>
                  <a:lnTo>
                    <a:pt x="18686" y="9529"/>
                  </a:lnTo>
                  <a:lnTo>
                    <a:pt x="18484" y="9529"/>
                  </a:lnTo>
                  <a:lnTo>
                    <a:pt x="18249" y="9563"/>
                  </a:lnTo>
                  <a:lnTo>
                    <a:pt x="17845" y="9664"/>
                  </a:lnTo>
                  <a:lnTo>
                    <a:pt x="17037" y="9967"/>
                  </a:lnTo>
                  <a:lnTo>
                    <a:pt x="16363" y="10202"/>
                  </a:lnTo>
                  <a:lnTo>
                    <a:pt x="15656" y="10404"/>
                  </a:lnTo>
                  <a:lnTo>
                    <a:pt x="14276" y="10775"/>
                  </a:lnTo>
                  <a:lnTo>
                    <a:pt x="11313" y="11583"/>
                  </a:lnTo>
                  <a:lnTo>
                    <a:pt x="9832" y="11953"/>
                  </a:lnTo>
                  <a:lnTo>
                    <a:pt x="8350" y="12323"/>
                  </a:lnTo>
                  <a:lnTo>
                    <a:pt x="8283" y="12357"/>
                  </a:lnTo>
                  <a:lnTo>
                    <a:pt x="8283" y="12458"/>
                  </a:lnTo>
                  <a:lnTo>
                    <a:pt x="8317" y="12525"/>
                  </a:lnTo>
                  <a:lnTo>
                    <a:pt x="8384" y="12559"/>
                  </a:lnTo>
                  <a:lnTo>
                    <a:pt x="9091" y="12458"/>
                  </a:lnTo>
                  <a:lnTo>
                    <a:pt x="9764" y="12357"/>
                  </a:lnTo>
                  <a:lnTo>
                    <a:pt x="10471" y="12189"/>
                  </a:lnTo>
                  <a:lnTo>
                    <a:pt x="11145" y="12020"/>
                  </a:lnTo>
                  <a:lnTo>
                    <a:pt x="12525" y="11616"/>
                  </a:lnTo>
                  <a:lnTo>
                    <a:pt x="13872" y="11212"/>
                  </a:lnTo>
                  <a:lnTo>
                    <a:pt x="15320" y="10808"/>
                  </a:lnTo>
                  <a:lnTo>
                    <a:pt x="16767" y="10371"/>
                  </a:lnTo>
                  <a:lnTo>
                    <a:pt x="17744" y="10068"/>
                  </a:lnTo>
                  <a:lnTo>
                    <a:pt x="18249" y="9933"/>
                  </a:lnTo>
                  <a:lnTo>
                    <a:pt x="18754" y="9832"/>
                  </a:lnTo>
                  <a:lnTo>
                    <a:pt x="18855" y="10371"/>
                  </a:lnTo>
                  <a:lnTo>
                    <a:pt x="17542" y="10775"/>
                  </a:lnTo>
                  <a:lnTo>
                    <a:pt x="16229" y="11179"/>
                  </a:lnTo>
                  <a:lnTo>
                    <a:pt x="14882" y="11515"/>
                  </a:lnTo>
                  <a:lnTo>
                    <a:pt x="13569" y="11818"/>
                  </a:lnTo>
                  <a:lnTo>
                    <a:pt x="12256" y="12121"/>
                  </a:lnTo>
                  <a:lnTo>
                    <a:pt x="10976" y="12458"/>
                  </a:lnTo>
                  <a:lnTo>
                    <a:pt x="9731" y="12761"/>
                  </a:lnTo>
                  <a:lnTo>
                    <a:pt x="9428" y="12862"/>
                  </a:lnTo>
                  <a:lnTo>
                    <a:pt x="9125" y="12963"/>
                  </a:lnTo>
                  <a:lnTo>
                    <a:pt x="8923" y="13098"/>
                  </a:lnTo>
                  <a:lnTo>
                    <a:pt x="8788" y="13131"/>
                  </a:lnTo>
                  <a:lnTo>
                    <a:pt x="8721" y="13165"/>
                  </a:lnTo>
                  <a:lnTo>
                    <a:pt x="8653" y="13199"/>
                  </a:lnTo>
                  <a:lnTo>
                    <a:pt x="8620" y="13232"/>
                  </a:lnTo>
                  <a:lnTo>
                    <a:pt x="8620" y="13300"/>
                  </a:lnTo>
                  <a:lnTo>
                    <a:pt x="8687" y="13333"/>
                  </a:lnTo>
                  <a:lnTo>
                    <a:pt x="8754" y="13401"/>
                  </a:lnTo>
                  <a:lnTo>
                    <a:pt x="8855" y="13401"/>
                  </a:lnTo>
                  <a:lnTo>
                    <a:pt x="9024" y="13300"/>
                  </a:lnTo>
                  <a:lnTo>
                    <a:pt x="9394" y="13165"/>
                  </a:lnTo>
                  <a:lnTo>
                    <a:pt x="9731" y="13064"/>
                  </a:lnTo>
                  <a:lnTo>
                    <a:pt x="10438" y="12896"/>
                  </a:lnTo>
                  <a:lnTo>
                    <a:pt x="11784" y="12525"/>
                  </a:lnTo>
                  <a:lnTo>
                    <a:pt x="12458" y="12357"/>
                  </a:lnTo>
                  <a:lnTo>
                    <a:pt x="13165" y="12222"/>
                  </a:lnTo>
                  <a:lnTo>
                    <a:pt x="14613" y="11886"/>
                  </a:lnTo>
                  <a:lnTo>
                    <a:pt x="16060" y="11515"/>
                  </a:lnTo>
                  <a:lnTo>
                    <a:pt x="17508" y="11111"/>
                  </a:lnTo>
                  <a:lnTo>
                    <a:pt x="18922" y="10674"/>
                  </a:lnTo>
                  <a:lnTo>
                    <a:pt x="19023" y="11078"/>
                  </a:lnTo>
                  <a:lnTo>
                    <a:pt x="17676" y="11414"/>
                  </a:lnTo>
                  <a:lnTo>
                    <a:pt x="16330" y="11785"/>
                  </a:lnTo>
                  <a:lnTo>
                    <a:pt x="14983" y="12155"/>
                  </a:lnTo>
                  <a:lnTo>
                    <a:pt x="13636" y="12424"/>
                  </a:lnTo>
                  <a:lnTo>
                    <a:pt x="12996" y="12593"/>
                  </a:lnTo>
                  <a:lnTo>
                    <a:pt x="12390" y="12761"/>
                  </a:lnTo>
                  <a:lnTo>
                    <a:pt x="11212" y="13165"/>
                  </a:lnTo>
                  <a:lnTo>
                    <a:pt x="10640" y="13300"/>
                  </a:lnTo>
                  <a:lnTo>
                    <a:pt x="10034" y="13434"/>
                  </a:lnTo>
                  <a:lnTo>
                    <a:pt x="9461" y="13569"/>
                  </a:lnTo>
                  <a:lnTo>
                    <a:pt x="9192" y="13670"/>
                  </a:lnTo>
                  <a:lnTo>
                    <a:pt x="8923" y="13805"/>
                  </a:lnTo>
                  <a:lnTo>
                    <a:pt x="8923" y="13838"/>
                  </a:lnTo>
                  <a:lnTo>
                    <a:pt x="8923" y="13906"/>
                  </a:lnTo>
                  <a:lnTo>
                    <a:pt x="8923" y="13939"/>
                  </a:lnTo>
                  <a:lnTo>
                    <a:pt x="8990" y="13939"/>
                  </a:lnTo>
                  <a:lnTo>
                    <a:pt x="9596" y="13838"/>
                  </a:lnTo>
                  <a:lnTo>
                    <a:pt x="10168" y="13704"/>
                  </a:lnTo>
                  <a:lnTo>
                    <a:pt x="11347" y="13367"/>
                  </a:lnTo>
                  <a:lnTo>
                    <a:pt x="12525" y="12997"/>
                  </a:lnTo>
                  <a:lnTo>
                    <a:pt x="13097" y="12828"/>
                  </a:lnTo>
                  <a:lnTo>
                    <a:pt x="13704" y="12694"/>
                  </a:lnTo>
                  <a:lnTo>
                    <a:pt x="15050" y="12424"/>
                  </a:lnTo>
                  <a:lnTo>
                    <a:pt x="15724" y="12256"/>
                  </a:lnTo>
                  <a:lnTo>
                    <a:pt x="16397" y="12088"/>
                  </a:lnTo>
                  <a:lnTo>
                    <a:pt x="17744" y="11717"/>
                  </a:lnTo>
                  <a:lnTo>
                    <a:pt x="19090" y="11347"/>
                  </a:lnTo>
                  <a:lnTo>
                    <a:pt x="19225" y="11818"/>
                  </a:lnTo>
                  <a:lnTo>
                    <a:pt x="19191" y="11818"/>
                  </a:lnTo>
                  <a:lnTo>
                    <a:pt x="18484" y="11919"/>
                  </a:lnTo>
                  <a:lnTo>
                    <a:pt x="17811" y="12088"/>
                  </a:lnTo>
                  <a:lnTo>
                    <a:pt x="17138" y="12256"/>
                  </a:lnTo>
                  <a:lnTo>
                    <a:pt x="16431" y="12458"/>
                  </a:lnTo>
                  <a:lnTo>
                    <a:pt x="15084" y="12929"/>
                  </a:lnTo>
                  <a:lnTo>
                    <a:pt x="14411" y="13131"/>
                  </a:lnTo>
                  <a:lnTo>
                    <a:pt x="13737" y="13333"/>
                  </a:lnTo>
                  <a:lnTo>
                    <a:pt x="11010" y="14007"/>
                  </a:lnTo>
                  <a:lnTo>
                    <a:pt x="10471" y="14142"/>
                  </a:lnTo>
                  <a:lnTo>
                    <a:pt x="9865" y="14276"/>
                  </a:lnTo>
                  <a:lnTo>
                    <a:pt x="9562" y="14377"/>
                  </a:lnTo>
                  <a:lnTo>
                    <a:pt x="9293" y="14478"/>
                  </a:lnTo>
                  <a:lnTo>
                    <a:pt x="9057" y="14613"/>
                  </a:lnTo>
                  <a:lnTo>
                    <a:pt x="8855" y="14781"/>
                  </a:lnTo>
                  <a:lnTo>
                    <a:pt x="8855" y="14815"/>
                  </a:lnTo>
                  <a:lnTo>
                    <a:pt x="8889" y="14849"/>
                  </a:lnTo>
                  <a:lnTo>
                    <a:pt x="9125" y="14849"/>
                  </a:lnTo>
                  <a:lnTo>
                    <a:pt x="9428" y="14815"/>
                  </a:lnTo>
                  <a:lnTo>
                    <a:pt x="9697" y="14748"/>
                  </a:lnTo>
                  <a:lnTo>
                    <a:pt x="10000" y="14647"/>
                  </a:lnTo>
                  <a:lnTo>
                    <a:pt x="10539" y="14478"/>
                  </a:lnTo>
                  <a:lnTo>
                    <a:pt x="11077" y="14310"/>
                  </a:lnTo>
                  <a:lnTo>
                    <a:pt x="13603" y="13670"/>
                  </a:lnTo>
                  <a:lnTo>
                    <a:pt x="14310" y="13468"/>
                  </a:lnTo>
                  <a:lnTo>
                    <a:pt x="14983" y="13266"/>
                  </a:lnTo>
                  <a:lnTo>
                    <a:pt x="16363" y="12828"/>
                  </a:lnTo>
                  <a:lnTo>
                    <a:pt x="17070" y="12593"/>
                  </a:lnTo>
                  <a:lnTo>
                    <a:pt x="17777" y="12424"/>
                  </a:lnTo>
                  <a:lnTo>
                    <a:pt x="18484" y="12256"/>
                  </a:lnTo>
                  <a:lnTo>
                    <a:pt x="19191" y="12155"/>
                  </a:lnTo>
                  <a:lnTo>
                    <a:pt x="19292" y="12121"/>
                  </a:lnTo>
                  <a:lnTo>
                    <a:pt x="19427" y="12660"/>
                  </a:lnTo>
                  <a:lnTo>
                    <a:pt x="19158" y="12660"/>
                  </a:lnTo>
                  <a:lnTo>
                    <a:pt x="18888" y="12727"/>
                  </a:lnTo>
                  <a:lnTo>
                    <a:pt x="18215" y="12929"/>
                  </a:lnTo>
                  <a:lnTo>
                    <a:pt x="17542" y="13131"/>
                  </a:lnTo>
                  <a:lnTo>
                    <a:pt x="16633" y="13401"/>
                  </a:lnTo>
                  <a:lnTo>
                    <a:pt x="15757" y="13670"/>
                  </a:lnTo>
                  <a:lnTo>
                    <a:pt x="14848" y="13939"/>
                  </a:lnTo>
                  <a:lnTo>
                    <a:pt x="13973" y="14209"/>
                  </a:lnTo>
                  <a:lnTo>
                    <a:pt x="11549" y="14849"/>
                  </a:lnTo>
                  <a:lnTo>
                    <a:pt x="10269" y="15152"/>
                  </a:lnTo>
                  <a:lnTo>
                    <a:pt x="9933" y="15253"/>
                  </a:lnTo>
                  <a:lnTo>
                    <a:pt x="9731" y="15286"/>
                  </a:lnTo>
                  <a:lnTo>
                    <a:pt x="9529" y="15286"/>
                  </a:lnTo>
                  <a:lnTo>
                    <a:pt x="9495" y="15320"/>
                  </a:lnTo>
                  <a:lnTo>
                    <a:pt x="9495" y="15354"/>
                  </a:lnTo>
                  <a:lnTo>
                    <a:pt x="9495" y="15387"/>
                  </a:lnTo>
                  <a:lnTo>
                    <a:pt x="9630" y="15455"/>
                  </a:lnTo>
                  <a:lnTo>
                    <a:pt x="9764" y="15488"/>
                  </a:lnTo>
                  <a:lnTo>
                    <a:pt x="9933" y="15488"/>
                  </a:lnTo>
                  <a:lnTo>
                    <a:pt x="10101" y="15455"/>
                  </a:lnTo>
                  <a:lnTo>
                    <a:pt x="10438" y="15387"/>
                  </a:lnTo>
                  <a:lnTo>
                    <a:pt x="10707" y="15320"/>
                  </a:lnTo>
                  <a:lnTo>
                    <a:pt x="12054" y="14983"/>
                  </a:lnTo>
                  <a:lnTo>
                    <a:pt x="13401" y="14647"/>
                  </a:lnTo>
                  <a:lnTo>
                    <a:pt x="14882" y="14243"/>
                  </a:lnTo>
                  <a:lnTo>
                    <a:pt x="15623" y="14040"/>
                  </a:lnTo>
                  <a:lnTo>
                    <a:pt x="16330" y="13805"/>
                  </a:lnTo>
                  <a:lnTo>
                    <a:pt x="18114" y="13266"/>
                  </a:lnTo>
                  <a:lnTo>
                    <a:pt x="18754" y="13030"/>
                  </a:lnTo>
                  <a:lnTo>
                    <a:pt x="19090" y="12929"/>
                  </a:lnTo>
                  <a:lnTo>
                    <a:pt x="19494" y="12929"/>
                  </a:lnTo>
                  <a:lnTo>
                    <a:pt x="19999" y="14882"/>
                  </a:lnTo>
                  <a:lnTo>
                    <a:pt x="17508" y="15623"/>
                  </a:lnTo>
                  <a:lnTo>
                    <a:pt x="15017" y="16364"/>
                  </a:lnTo>
                  <a:lnTo>
                    <a:pt x="12559" y="17003"/>
                  </a:lnTo>
                  <a:lnTo>
                    <a:pt x="11885" y="17172"/>
                  </a:lnTo>
                  <a:lnTo>
                    <a:pt x="11212" y="17306"/>
                  </a:lnTo>
                  <a:lnTo>
                    <a:pt x="10539" y="17475"/>
                  </a:lnTo>
                  <a:lnTo>
                    <a:pt x="9899" y="17677"/>
                  </a:lnTo>
                  <a:lnTo>
                    <a:pt x="9865" y="17710"/>
                  </a:lnTo>
                  <a:lnTo>
                    <a:pt x="9865" y="17744"/>
                  </a:lnTo>
                  <a:lnTo>
                    <a:pt x="9865" y="17778"/>
                  </a:lnTo>
                  <a:lnTo>
                    <a:pt x="9899" y="17778"/>
                  </a:lnTo>
                  <a:lnTo>
                    <a:pt x="10471" y="17744"/>
                  </a:lnTo>
                  <a:lnTo>
                    <a:pt x="11044" y="17677"/>
                  </a:lnTo>
                  <a:lnTo>
                    <a:pt x="12121" y="17407"/>
                  </a:lnTo>
                  <a:lnTo>
                    <a:pt x="13502" y="17071"/>
                  </a:lnTo>
                  <a:lnTo>
                    <a:pt x="14848" y="16700"/>
                  </a:lnTo>
                  <a:lnTo>
                    <a:pt x="17474" y="15960"/>
                  </a:lnTo>
                  <a:lnTo>
                    <a:pt x="20067" y="15185"/>
                  </a:lnTo>
                  <a:lnTo>
                    <a:pt x="20168" y="15657"/>
                  </a:lnTo>
                  <a:lnTo>
                    <a:pt x="19629" y="15825"/>
                  </a:lnTo>
                  <a:lnTo>
                    <a:pt x="19090" y="15960"/>
                  </a:lnTo>
                  <a:lnTo>
                    <a:pt x="18552" y="16094"/>
                  </a:lnTo>
                  <a:lnTo>
                    <a:pt x="18013" y="16229"/>
                  </a:lnTo>
                  <a:lnTo>
                    <a:pt x="16666" y="16633"/>
                  </a:lnTo>
                  <a:lnTo>
                    <a:pt x="15993" y="16835"/>
                  </a:lnTo>
                  <a:lnTo>
                    <a:pt x="15320" y="17037"/>
                  </a:lnTo>
                  <a:lnTo>
                    <a:pt x="12862" y="17643"/>
                  </a:lnTo>
                  <a:lnTo>
                    <a:pt x="11616" y="17946"/>
                  </a:lnTo>
                  <a:lnTo>
                    <a:pt x="11010" y="18114"/>
                  </a:lnTo>
                  <a:lnTo>
                    <a:pt x="10404" y="18316"/>
                  </a:lnTo>
                  <a:lnTo>
                    <a:pt x="10303" y="18350"/>
                  </a:lnTo>
                  <a:lnTo>
                    <a:pt x="9630" y="17677"/>
                  </a:lnTo>
                  <a:lnTo>
                    <a:pt x="9125" y="17104"/>
                  </a:lnTo>
                  <a:lnTo>
                    <a:pt x="8552" y="16498"/>
                  </a:lnTo>
                  <a:lnTo>
                    <a:pt x="8249" y="16229"/>
                  </a:lnTo>
                  <a:lnTo>
                    <a:pt x="7946" y="15960"/>
                  </a:lnTo>
                  <a:lnTo>
                    <a:pt x="7610" y="15724"/>
                  </a:lnTo>
                  <a:lnTo>
                    <a:pt x="7273" y="15556"/>
                  </a:lnTo>
                  <a:lnTo>
                    <a:pt x="7172" y="15185"/>
                  </a:lnTo>
                  <a:lnTo>
                    <a:pt x="7172" y="15118"/>
                  </a:lnTo>
                  <a:lnTo>
                    <a:pt x="7138" y="15084"/>
                  </a:lnTo>
                  <a:lnTo>
                    <a:pt x="7105" y="15051"/>
                  </a:lnTo>
                  <a:lnTo>
                    <a:pt x="6768" y="14074"/>
                  </a:lnTo>
                  <a:lnTo>
                    <a:pt x="6600" y="13569"/>
                  </a:lnTo>
                  <a:lnTo>
                    <a:pt x="6465" y="13064"/>
                  </a:lnTo>
                  <a:lnTo>
                    <a:pt x="6095" y="11616"/>
                  </a:lnTo>
                  <a:lnTo>
                    <a:pt x="5792" y="10135"/>
                  </a:lnTo>
                  <a:lnTo>
                    <a:pt x="5489" y="8755"/>
                  </a:lnTo>
                  <a:lnTo>
                    <a:pt x="5320" y="8048"/>
                  </a:lnTo>
                  <a:lnTo>
                    <a:pt x="5219" y="7374"/>
                  </a:lnTo>
                  <a:lnTo>
                    <a:pt x="5219" y="7105"/>
                  </a:lnTo>
                  <a:lnTo>
                    <a:pt x="5253" y="6869"/>
                  </a:lnTo>
                  <a:lnTo>
                    <a:pt x="5320" y="6667"/>
                  </a:lnTo>
                  <a:lnTo>
                    <a:pt x="5421" y="6465"/>
                  </a:lnTo>
                  <a:lnTo>
                    <a:pt x="5556" y="6297"/>
                  </a:lnTo>
                  <a:lnTo>
                    <a:pt x="5724" y="6162"/>
                  </a:lnTo>
                  <a:lnTo>
                    <a:pt x="5926" y="6027"/>
                  </a:lnTo>
                  <a:lnTo>
                    <a:pt x="6128" y="5926"/>
                  </a:lnTo>
                  <a:lnTo>
                    <a:pt x="6398" y="5825"/>
                  </a:lnTo>
                  <a:lnTo>
                    <a:pt x="6499" y="5758"/>
                  </a:lnTo>
                  <a:lnTo>
                    <a:pt x="6566" y="5657"/>
                  </a:lnTo>
                  <a:lnTo>
                    <a:pt x="6600" y="5657"/>
                  </a:lnTo>
                  <a:lnTo>
                    <a:pt x="7071" y="5623"/>
                  </a:lnTo>
                  <a:lnTo>
                    <a:pt x="7542" y="5522"/>
                  </a:lnTo>
                  <a:lnTo>
                    <a:pt x="8485" y="5253"/>
                  </a:lnTo>
                  <a:lnTo>
                    <a:pt x="9259" y="5051"/>
                  </a:lnTo>
                  <a:lnTo>
                    <a:pt x="10000" y="4849"/>
                  </a:lnTo>
                  <a:lnTo>
                    <a:pt x="10774" y="4613"/>
                  </a:lnTo>
                  <a:lnTo>
                    <a:pt x="11549" y="4445"/>
                  </a:lnTo>
                  <a:lnTo>
                    <a:pt x="12929" y="4142"/>
                  </a:lnTo>
                  <a:lnTo>
                    <a:pt x="14310" y="3839"/>
                  </a:lnTo>
                  <a:lnTo>
                    <a:pt x="15656" y="3536"/>
                  </a:lnTo>
                  <a:lnTo>
                    <a:pt x="16330" y="3334"/>
                  </a:lnTo>
                  <a:lnTo>
                    <a:pt x="17003" y="3098"/>
                  </a:lnTo>
                  <a:close/>
                  <a:moveTo>
                    <a:pt x="20235" y="15892"/>
                  </a:moveTo>
                  <a:lnTo>
                    <a:pt x="20336" y="16397"/>
                  </a:lnTo>
                  <a:lnTo>
                    <a:pt x="18181" y="16835"/>
                  </a:lnTo>
                  <a:lnTo>
                    <a:pt x="17104" y="17104"/>
                  </a:lnTo>
                  <a:lnTo>
                    <a:pt x="16027" y="17374"/>
                  </a:lnTo>
                  <a:lnTo>
                    <a:pt x="14815" y="17710"/>
                  </a:lnTo>
                  <a:lnTo>
                    <a:pt x="13636" y="18114"/>
                  </a:lnTo>
                  <a:lnTo>
                    <a:pt x="13064" y="18283"/>
                  </a:lnTo>
                  <a:lnTo>
                    <a:pt x="12491" y="18451"/>
                  </a:lnTo>
                  <a:lnTo>
                    <a:pt x="11919" y="18619"/>
                  </a:lnTo>
                  <a:lnTo>
                    <a:pt x="11347" y="18821"/>
                  </a:lnTo>
                  <a:lnTo>
                    <a:pt x="11111" y="18855"/>
                  </a:lnTo>
                  <a:lnTo>
                    <a:pt x="10909" y="18956"/>
                  </a:lnTo>
                  <a:lnTo>
                    <a:pt x="10471" y="18518"/>
                  </a:lnTo>
                  <a:lnTo>
                    <a:pt x="10606" y="18485"/>
                  </a:lnTo>
                  <a:lnTo>
                    <a:pt x="10741" y="18451"/>
                  </a:lnTo>
                  <a:lnTo>
                    <a:pt x="10842" y="18384"/>
                  </a:lnTo>
                  <a:lnTo>
                    <a:pt x="11380" y="18283"/>
                  </a:lnTo>
                  <a:lnTo>
                    <a:pt x="11885" y="18182"/>
                  </a:lnTo>
                  <a:lnTo>
                    <a:pt x="12929" y="17879"/>
                  </a:lnTo>
                  <a:lnTo>
                    <a:pt x="15623" y="17205"/>
                  </a:lnTo>
                  <a:lnTo>
                    <a:pt x="16296" y="17003"/>
                  </a:lnTo>
                  <a:lnTo>
                    <a:pt x="16936" y="16801"/>
                  </a:lnTo>
                  <a:lnTo>
                    <a:pt x="18282" y="16397"/>
                  </a:lnTo>
                  <a:lnTo>
                    <a:pt x="19259" y="16162"/>
                  </a:lnTo>
                  <a:lnTo>
                    <a:pt x="19764" y="16061"/>
                  </a:lnTo>
                  <a:lnTo>
                    <a:pt x="20235" y="15892"/>
                  </a:lnTo>
                  <a:close/>
                  <a:moveTo>
                    <a:pt x="20403" y="16667"/>
                  </a:moveTo>
                  <a:lnTo>
                    <a:pt x="20504" y="17138"/>
                  </a:lnTo>
                  <a:lnTo>
                    <a:pt x="19393" y="17407"/>
                  </a:lnTo>
                  <a:lnTo>
                    <a:pt x="18282" y="17677"/>
                  </a:lnTo>
                  <a:lnTo>
                    <a:pt x="17205" y="18013"/>
                  </a:lnTo>
                  <a:lnTo>
                    <a:pt x="16128" y="18384"/>
                  </a:lnTo>
                  <a:lnTo>
                    <a:pt x="15118" y="18754"/>
                  </a:lnTo>
                  <a:lnTo>
                    <a:pt x="14074" y="19124"/>
                  </a:lnTo>
                  <a:lnTo>
                    <a:pt x="13502" y="19293"/>
                  </a:lnTo>
                  <a:lnTo>
                    <a:pt x="12929" y="19394"/>
                  </a:lnTo>
                  <a:lnTo>
                    <a:pt x="11751" y="19596"/>
                  </a:lnTo>
                  <a:lnTo>
                    <a:pt x="11717" y="19629"/>
                  </a:lnTo>
                  <a:lnTo>
                    <a:pt x="11683" y="19663"/>
                  </a:lnTo>
                  <a:lnTo>
                    <a:pt x="11212" y="19259"/>
                  </a:lnTo>
                  <a:lnTo>
                    <a:pt x="11111" y="19158"/>
                  </a:lnTo>
                  <a:lnTo>
                    <a:pt x="11313" y="19091"/>
                  </a:lnTo>
                  <a:lnTo>
                    <a:pt x="11515" y="19023"/>
                  </a:lnTo>
                  <a:lnTo>
                    <a:pt x="12020" y="18889"/>
                  </a:lnTo>
                  <a:lnTo>
                    <a:pt x="12289" y="18855"/>
                  </a:lnTo>
                  <a:lnTo>
                    <a:pt x="12424" y="18821"/>
                  </a:lnTo>
                  <a:lnTo>
                    <a:pt x="12525" y="18754"/>
                  </a:lnTo>
                  <a:lnTo>
                    <a:pt x="12559" y="18754"/>
                  </a:lnTo>
                  <a:lnTo>
                    <a:pt x="13468" y="18451"/>
                  </a:lnTo>
                  <a:lnTo>
                    <a:pt x="14680" y="18047"/>
                  </a:lnTo>
                  <a:lnTo>
                    <a:pt x="15858" y="17677"/>
                  </a:lnTo>
                  <a:lnTo>
                    <a:pt x="17003" y="17407"/>
                  </a:lnTo>
                  <a:lnTo>
                    <a:pt x="18114" y="17138"/>
                  </a:lnTo>
                  <a:lnTo>
                    <a:pt x="20403" y="16667"/>
                  </a:lnTo>
                  <a:close/>
                  <a:moveTo>
                    <a:pt x="6835" y="15556"/>
                  </a:moveTo>
                  <a:lnTo>
                    <a:pt x="7239" y="15825"/>
                  </a:lnTo>
                  <a:lnTo>
                    <a:pt x="7610" y="16094"/>
                  </a:lnTo>
                  <a:lnTo>
                    <a:pt x="7980" y="16397"/>
                  </a:lnTo>
                  <a:lnTo>
                    <a:pt x="8317" y="16700"/>
                  </a:lnTo>
                  <a:lnTo>
                    <a:pt x="8990" y="17340"/>
                  </a:lnTo>
                  <a:lnTo>
                    <a:pt x="9630" y="18013"/>
                  </a:lnTo>
                  <a:lnTo>
                    <a:pt x="10337" y="18754"/>
                  </a:lnTo>
                  <a:lnTo>
                    <a:pt x="11044" y="19461"/>
                  </a:lnTo>
                  <a:lnTo>
                    <a:pt x="11380" y="19730"/>
                  </a:lnTo>
                  <a:lnTo>
                    <a:pt x="11717" y="20000"/>
                  </a:lnTo>
                  <a:lnTo>
                    <a:pt x="12054" y="20303"/>
                  </a:lnTo>
                  <a:lnTo>
                    <a:pt x="12357" y="20572"/>
                  </a:lnTo>
                  <a:lnTo>
                    <a:pt x="12289" y="20639"/>
                  </a:lnTo>
                  <a:lnTo>
                    <a:pt x="12256" y="20707"/>
                  </a:lnTo>
                  <a:lnTo>
                    <a:pt x="12256" y="20740"/>
                  </a:lnTo>
                  <a:lnTo>
                    <a:pt x="12054" y="20976"/>
                  </a:lnTo>
                  <a:lnTo>
                    <a:pt x="11852" y="21178"/>
                  </a:lnTo>
                  <a:lnTo>
                    <a:pt x="11650" y="21346"/>
                  </a:lnTo>
                  <a:lnTo>
                    <a:pt x="11414" y="21212"/>
                  </a:lnTo>
                  <a:lnTo>
                    <a:pt x="11212" y="21077"/>
                  </a:lnTo>
                  <a:lnTo>
                    <a:pt x="10842" y="20740"/>
                  </a:lnTo>
                  <a:lnTo>
                    <a:pt x="10438" y="20404"/>
                  </a:lnTo>
                  <a:lnTo>
                    <a:pt x="10034" y="20067"/>
                  </a:lnTo>
                  <a:lnTo>
                    <a:pt x="9226" y="19293"/>
                  </a:lnTo>
                  <a:lnTo>
                    <a:pt x="8384" y="18552"/>
                  </a:lnTo>
                  <a:lnTo>
                    <a:pt x="7643" y="17946"/>
                  </a:lnTo>
                  <a:lnTo>
                    <a:pt x="7273" y="17643"/>
                  </a:lnTo>
                  <a:lnTo>
                    <a:pt x="6936" y="17273"/>
                  </a:lnTo>
                  <a:lnTo>
                    <a:pt x="6566" y="16835"/>
                  </a:lnTo>
                  <a:lnTo>
                    <a:pt x="6364" y="16633"/>
                  </a:lnTo>
                  <a:lnTo>
                    <a:pt x="6128" y="16465"/>
                  </a:lnTo>
                  <a:lnTo>
                    <a:pt x="6398" y="16128"/>
                  </a:lnTo>
                  <a:lnTo>
                    <a:pt x="6701" y="15791"/>
                  </a:lnTo>
                  <a:lnTo>
                    <a:pt x="6835" y="15556"/>
                  </a:lnTo>
                  <a:close/>
                  <a:moveTo>
                    <a:pt x="20538" y="17407"/>
                  </a:moveTo>
                  <a:lnTo>
                    <a:pt x="20673" y="18081"/>
                  </a:lnTo>
                  <a:lnTo>
                    <a:pt x="20942" y="19562"/>
                  </a:lnTo>
                  <a:lnTo>
                    <a:pt x="18619" y="20134"/>
                  </a:lnTo>
                  <a:lnTo>
                    <a:pt x="16296" y="20707"/>
                  </a:lnTo>
                  <a:lnTo>
                    <a:pt x="14916" y="21077"/>
                  </a:lnTo>
                  <a:lnTo>
                    <a:pt x="13535" y="21481"/>
                  </a:lnTo>
                  <a:lnTo>
                    <a:pt x="12862" y="21683"/>
                  </a:lnTo>
                  <a:lnTo>
                    <a:pt x="12963" y="21616"/>
                  </a:lnTo>
                  <a:lnTo>
                    <a:pt x="13030" y="21515"/>
                  </a:lnTo>
                  <a:lnTo>
                    <a:pt x="13064" y="21414"/>
                  </a:lnTo>
                  <a:lnTo>
                    <a:pt x="13064" y="21279"/>
                  </a:lnTo>
                  <a:lnTo>
                    <a:pt x="12996" y="21178"/>
                  </a:lnTo>
                  <a:lnTo>
                    <a:pt x="12895" y="21077"/>
                  </a:lnTo>
                  <a:lnTo>
                    <a:pt x="12794" y="20976"/>
                  </a:lnTo>
                  <a:lnTo>
                    <a:pt x="12559" y="20774"/>
                  </a:lnTo>
                  <a:lnTo>
                    <a:pt x="12660" y="20572"/>
                  </a:lnTo>
                  <a:lnTo>
                    <a:pt x="12660" y="20505"/>
                  </a:lnTo>
                  <a:lnTo>
                    <a:pt x="12592" y="20471"/>
                  </a:lnTo>
                  <a:lnTo>
                    <a:pt x="12592" y="20437"/>
                  </a:lnTo>
                  <a:lnTo>
                    <a:pt x="12929" y="20404"/>
                  </a:lnTo>
                  <a:lnTo>
                    <a:pt x="13266" y="20336"/>
                  </a:lnTo>
                  <a:lnTo>
                    <a:pt x="13973" y="20168"/>
                  </a:lnTo>
                  <a:lnTo>
                    <a:pt x="14646" y="19966"/>
                  </a:lnTo>
                  <a:lnTo>
                    <a:pt x="15286" y="19764"/>
                  </a:lnTo>
                  <a:lnTo>
                    <a:pt x="15690" y="19629"/>
                  </a:lnTo>
                  <a:lnTo>
                    <a:pt x="16094" y="19461"/>
                  </a:lnTo>
                  <a:lnTo>
                    <a:pt x="16868" y="19091"/>
                  </a:lnTo>
                  <a:lnTo>
                    <a:pt x="17239" y="18956"/>
                  </a:lnTo>
                  <a:lnTo>
                    <a:pt x="17643" y="18821"/>
                  </a:lnTo>
                  <a:lnTo>
                    <a:pt x="18047" y="18720"/>
                  </a:lnTo>
                  <a:lnTo>
                    <a:pt x="18484" y="18687"/>
                  </a:lnTo>
                  <a:lnTo>
                    <a:pt x="18552" y="18687"/>
                  </a:lnTo>
                  <a:lnTo>
                    <a:pt x="18585" y="18653"/>
                  </a:lnTo>
                  <a:lnTo>
                    <a:pt x="18619" y="18552"/>
                  </a:lnTo>
                  <a:lnTo>
                    <a:pt x="18585" y="18451"/>
                  </a:lnTo>
                  <a:lnTo>
                    <a:pt x="18552" y="18417"/>
                  </a:lnTo>
                  <a:lnTo>
                    <a:pt x="18484" y="18384"/>
                  </a:lnTo>
                  <a:lnTo>
                    <a:pt x="18114" y="18417"/>
                  </a:lnTo>
                  <a:lnTo>
                    <a:pt x="17777" y="18485"/>
                  </a:lnTo>
                  <a:lnTo>
                    <a:pt x="17407" y="18552"/>
                  </a:lnTo>
                  <a:lnTo>
                    <a:pt x="17070" y="18687"/>
                  </a:lnTo>
                  <a:lnTo>
                    <a:pt x="16397" y="18956"/>
                  </a:lnTo>
                  <a:lnTo>
                    <a:pt x="15757" y="19259"/>
                  </a:lnTo>
                  <a:lnTo>
                    <a:pt x="15353" y="19427"/>
                  </a:lnTo>
                  <a:lnTo>
                    <a:pt x="14916" y="19562"/>
                  </a:lnTo>
                  <a:lnTo>
                    <a:pt x="14108" y="19798"/>
                  </a:lnTo>
                  <a:lnTo>
                    <a:pt x="13232" y="20000"/>
                  </a:lnTo>
                  <a:lnTo>
                    <a:pt x="12828" y="20134"/>
                  </a:lnTo>
                  <a:lnTo>
                    <a:pt x="12424" y="20269"/>
                  </a:lnTo>
                  <a:lnTo>
                    <a:pt x="11784" y="19730"/>
                  </a:lnTo>
                  <a:lnTo>
                    <a:pt x="12054" y="19764"/>
                  </a:lnTo>
                  <a:lnTo>
                    <a:pt x="12323" y="19764"/>
                  </a:lnTo>
                  <a:lnTo>
                    <a:pt x="12828" y="19730"/>
                  </a:lnTo>
                  <a:lnTo>
                    <a:pt x="13367" y="19629"/>
                  </a:lnTo>
                  <a:lnTo>
                    <a:pt x="13906" y="19461"/>
                  </a:lnTo>
                  <a:lnTo>
                    <a:pt x="14444" y="19293"/>
                  </a:lnTo>
                  <a:lnTo>
                    <a:pt x="14983" y="19091"/>
                  </a:lnTo>
                  <a:lnTo>
                    <a:pt x="15959" y="18720"/>
                  </a:lnTo>
                  <a:lnTo>
                    <a:pt x="17070" y="18316"/>
                  </a:lnTo>
                  <a:lnTo>
                    <a:pt x="18215" y="17980"/>
                  </a:lnTo>
                  <a:lnTo>
                    <a:pt x="19393" y="17677"/>
                  </a:lnTo>
                  <a:lnTo>
                    <a:pt x="20538" y="17407"/>
                  </a:lnTo>
                  <a:close/>
                  <a:moveTo>
                    <a:pt x="12458" y="20909"/>
                  </a:moveTo>
                  <a:lnTo>
                    <a:pt x="12559" y="21010"/>
                  </a:lnTo>
                  <a:lnTo>
                    <a:pt x="12761" y="21178"/>
                  </a:lnTo>
                  <a:lnTo>
                    <a:pt x="12862" y="21245"/>
                  </a:lnTo>
                  <a:lnTo>
                    <a:pt x="12895" y="21313"/>
                  </a:lnTo>
                  <a:lnTo>
                    <a:pt x="12895" y="21380"/>
                  </a:lnTo>
                  <a:lnTo>
                    <a:pt x="12794" y="21447"/>
                  </a:lnTo>
                  <a:lnTo>
                    <a:pt x="12693" y="21582"/>
                  </a:lnTo>
                  <a:lnTo>
                    <a:pt x="12559" y="21649"/>
                  </a:lnTo>
                  <a:lnTo>
                    <a:pt x="12390" y="21717"/>
                  </a:lnTo>
                  <a:lnTo>
                    <a:pt x="12222" y="21717"/>
                  </a:lnTo>
                  <a:lnTo>
                    <a:pt x="12020" y="21616"/>
                  </a:lnTo>
                  <a:lnTo>
                    <a:pt x="11919" y="21548"/>
                  </a:lnTo>
                  <a:lnTo>
                    <a:pt x="11852" y="21481"/>
                  </a:lnTo>
                  <a:lnTo>
                    <a:pt x="12020" y="21346"/>
                  </a:lnTo>
                  <a:lnTo>
                    <a:pt x="12155" y="21212"/>
                  </a:lnTo>
                  <a:lnTo>
                    <a:pt x="12458" y="20909"/>
                  </a:lnTo>
                  <a:close/>
                  <a:moveTo>
                    <a:pt x="17979" y="2661"/>
                  </a:moveTo>
                  <a:lnTo>
                    <a:pt x="18047" y="2762"/>
                  </a:lnTo>
                  <a:lnTo>
                    <a:pt x="18148" y="2762"/>
                  </a:lnTo>
                  <a:lnTo>
                    <a:pt x="18080" y="2829"/>
                  </a:lnTo>
                  <a:lnTo>
                    <a:pt x="18080" y="2964"/>
                  </a:lnTo>
                  <a:lnTo>
                    <a:pt x="18181" y="3300"/>
                  </a:lnTo>
                  <a:lnTo>
                    <a:pt x="18417" y="3940"/>
                  </a:lnTo>
                  <a:lnTo>
                    <a:pt x="18787" y="5085"/>
                  </a:lnTo>
                  <a:lnTo>
                    <a:pt x="19124" y="6230"/>
                  </a:lnTo>
                  <a:lnTo>
                    <a:pt x="19427" y="7576"/>
                  </a:lnTo>
                  <a:lnTo>
                    <a:pt x="19595" y="8250"/>
                  </a:lnTo>
                  <a:lnTo>
                    <a:pt x="19764" y="8923"/>
                  </a:lnTo>
                  <a:lnTo>
                    <a:pt x="20134" y="10236"/>
                  </a:lnTo>
                  <a:lnTo>
                    <a:pt x="20302" y="10876"/>
                  </a:lnTo>
                  <a:lnTo>
                    <a:pt x="20471" y="11549"/>
                  </a:lnTo>
                  <a:lnTo>
                    <a:pt x="20605" y="12222"/>
                  </a:lnTo>
                  <a:lnTo>
                    <a:pt x="20706" y="12929"/>
                  </a:lnTo>
                  <a:lnTo>
                    <a:pt x="20807" y="13636"/>
                  </a:lnTo>
                  <a:lnTo>
                    <a:pt x="20942" y="14344"/>
                  </a:lnTo>
                  <a:lnTo>
                    <a:pt x="21211" y="15724"/>
                  </a:lnTo>
                  <a:lnTo>
                    <a:pt x="21548" y="17104"/>
                  </a:lnTo>
                  <a:lnTo>
                    <a:pt x="21885" y="18350"/>
                  </a:lnTo>
                  <a:lnTo>
                    <a:pt x="22289" y="19596"/>
                  </a:lnTo>
                  <a:lnTo>
                    <a:pt x="22659" y="20841"/>
                  </a:lnTo>
                  <a:lnTo>
                    <a:pt x="23063" y="22087"/>
                  </a:lnTo>
                  <a:lnTo>
                    <a:pt x="22895" y="21952"/>
                  </a:lnTo>
                  <a:lnTo>
                    <a:pt x="22760" y="21784"/>
                  </a:lnTo>
                  <a:lnTo>
                    <a:pt x="22727" y="21750"/>
                  </a:lnTo>
                  <a:lnTo>
                    <a:pt x="22659" y="21717"/>
                  </a:lnTo>
                  <a:lnTo>
                    <a:pt x="22592" y="21750"/>
                  </a:lnTo>
                  <a:lnTo>
                    <a:pt x="22558" y="21784"/>
                  </a:lnTo>
                  <a:lnTo>
                    <a:pt x="22424" y="21986"/>
                  </a:lnTo>
                  <a:lnTo>
                    <a:pt x="22356" y="22188"/>
                  </a:lnTo>
                  <a:lnTo>
                    <a:pt x="22222" y="22559"/>
                  </a:lnTo>
                  <a:lnTo>
                    <a:pt x="21986" y="22053"/>
                  </a:lnTo>
                  <a:lnTo>
                    <a:pt x="21784" y="21515"/>
                  </a:lnTo>
                  <a:lnTo>
                    <a:pt x="21616" y="20976"/>
                  </a:lnTo>
                  <a:lnTo>
                    <a:pt x="21447" y="20437"/>
                  </a:lnTo>
                  <a:lnTo>
                    <a:pt x="21481" y="20404"/>
                  </a:lnTo>
                  <a:lnTo>
                    <a:pt x="21447" y="20336"/>
                  </a:lnTo>
                  <a:lnTo>
                    <a:pt x="21447" y="20303"/>
                  </a:lnTo>
                  <a:lnTo>
                    <a:pt x="21380" y="20269"/>
                  </a:lnTo>
                  <a:lnTo>
                    <a:pt x="21245" y="19629"/>
                  </a:lnTo>
                  <a:lnTo>
                    <a:pt x="21077" y="18821"/>
                  </a:lnTo>
                  <a:lnTo>
                    <a:pt x="20908" y="18013"/>
                  </a:lnTo>
                  <a:lnTo>
                    <a:pt x="20774" y="17340"/>
                  </a:lnTo>
                  <a:lnTo>
                    <a:pt x="20807" y="17273"/>
                  </a:lnTo>
                  <a:lnTo>
                    <a:pt x="20807" y="17239"/>
                  </a:lnTo>
                  <a:lnTo>
                    <a:pt x="20774" y="17172"/>
                  </a:lnTo>
                  <a:lnTo>
                    <a:pt x="20740" y="17138"/>
                  </a:lnTo>
                  <a:lnTo>
                    <a:pt x="20471" y="15791"/>
                  </a:lnTo>
                  <a:lnTo>
                    <a:pt x="20504" y="15758"/>
                  </a:lnTo>
                  <a:lnTo>
                    <a:pt x="20504" y="15690"/>
                  </a:lnTo>
                  <a:lnTo>
                    <a:pt x="20471" y="15657"/>
                  </a:lnTo>
                  <a:lnTo>
                    <a:pt x="20403" y="15589"/>
                  </a:lnTo>
                  <a:lnTo>
                    <a:pt x="20302" y="15118"/>
                  </a:lnTo>
                  <a:lnTo>
                    <a:pt x="20336" y="15017"/>
                  </a:lnTo>
                  <a:lnTo>
                    <a:pt x="20336" y="14950"/>
                  </a:lnTo>
                  <a:lnTo>
                    <a:pt x="20302" y="14882"/>
                  </a:lnTo>
                  <a:lnTo>
                    <a:pt x="20235" y="14849"/>
                  </a:lnTo>
                  <a:lnTo>
                    <a:pt x="19764" y="12963"/>
                  </a:lnTo>
                  <a:lnTo>
                    <a:pt x="19326" y="11246"/>
                  </a:lnTo>
                  <a:lnTo>
                    <a:pt x="19326" y="11145"/>
                  </a:lnTo>
                  <a:lnTo>
                    <a:pt x="19259" y="11078"/>
                  </a:lnTo>
                  <a:lnTo>
                    <a:pt x="18956" y="9731"/>
                  </a:lnTo>
                  <a:lnTo>
                    <a:pt x="18956" y="9630"/>
                  </a:lnTo>
                  <a:lnTo>
                    <a:pt x="18787" y="8957"/>
                  </a:lnTo>
                  <a:lnTo>
                    <a:pt x="18821" y="8856"/>
                  </a:lnTo>
                  <a:lnTo>
                    <a:pt x="18787" y="8788"/>
                  </a:lnTo>
                  <a:lnTo>
                    <a:pt x="18754" y="8755"/>
                  </a:lnTo>
                  <a:lnTo>
                    <a:pt x="18552" y="7745"/>
                  </a:lnTo>
                  <a:lnTo>
                    <a:pt x="18316" y="6364"/>
                  </a:lnTo>
                  <a:lnTo>
                    <a:pt x="18148" y="5691"/>
                  </a:lnTo>
                  <a:lnTo>
                    <a:pt x="17979" y="4984"/>
                  </a:lnTo>
                  <a:lnTo>
                    <a:pt x="17777" y="4512"/>
                  </a:lnTo>
                  <a:lnTo>
                    <a:pt x="17575" y="4007"/>
                  </a:lnTo>
                  <a:lnTo>
                    <a:pt x="17340" y="3536"/>
                  </a:lnTo>
                  <a:lnTo>
                    <a:pt x="17239" y="3267"/>
                  </a:lnTo>
                  <a:lnTo>
                    <a:pt x="17171" y="3031"/>
                  </a:lnTo>
                  <a:lnTo>
                    <a:pt x="17205" y="2930"/>
                  </a:lnTo>
                  <a:lnTo>
                    <a:pt x="17171" y="2896"/>
                  </a:lnTo>
                  <a:lnTo>
                    <a:pt x="17138" y="2863"/>
                  </a:lnTo>
                  <a:lnTo>
                    <a:pt x="17138" y="2829"/>
                  </a:lnTo>
                  <a:lnTo>
                    <a:pt x="17171" y="2829"/>
                  </a:lnTo>
                  <a:lnTo>
                    <a:pt x="17441" y="2728"/>
                  </a:lnTo>
                  <a:lnTo>
                    <a:pt x="17710" y="2694"/>
                  </a:lnTo>
                  <a:lnTo>
                    <a:pt x="17979" y="2661"/>
                  </a:lnTo>
                  <a:close/>
                  <a:moveTo>
                    <a:pt x="24275" y="1"/>
                  </a:moveTo>
                  <a:lnTo>
                    <a:pt x="22626" y="506"/>
                  </a:lnTo>
                  <a:lnTo>
                    <a:pt x="20976" y="977"/>
                  </a:lnTo>
                  <a:lnTo>
                    <a:pt x="19326" y="1381"/>
                  </a:lnTo>
                  <a:lnTo>
                    <a:pt x="17643" y="1785"/>
                  </a:lnTo>
                  <a:lnTo>
                    <a:pt x="14310" y="2593"/>
                  </a:lnTo>
                  <a:lnTo>
                    <a:pt x="12626" y="2997"/>
                  </a:lnTo>
                  <a:lnTo>
                    <a:pt x="10976" y="3401"/>
                  </a:lnTo>
                  <a:lnTo>
                    <a:pt x="9630" y="3772"/>
                  </a:lnTo>
                  <a:lnTo>
                    <a:pt x="8317" y="4176"/>
                  </a:lnTo>
                  <a:lnTo>
                    <a:pt x="5691" y="5017"/>
                  </a:lnTo>
                  <a:lnTo>
                    <a:pt x="5051" y="5253"/>
                  </a:lnTo>
                  <a:lnTo>
                    <a:pt x="4714" y="5388"/>
                  </a:lnTo>
                  <a:lnTo>
                    <a:pt x="4377" y="5590"/>
                  </a:lnTo>
                  <a:lnTo>
                    <a:pt x="4108" y="5792"/>
                  </a:lnTo>
                  <a:lnTo>
                    <a:pt x="3973" y="5926"/>
                  </a:lnTo>
                  <a:lnTo>
                    <a:pt x="3906" y="6061"/>
                  </a:lnTo>
                  <a:lnTo>
                    <a:pt x="3839" y="6230"/>
                  </a:lnTo>
                  <a:lnTo>
                    <a:pt x="3805" y="6364"/>
                  </a:lnTo>
                  <a:lnTo>
                    <a:pt x="3771" y="6533"/>
                  </a:lnTo>
                  <a:lnTo>
                    <a:pt x="3805" y="6735"/>
                  </a:lnTo>
                  <a:lnTo>
                    <a:pt x="3771" y="7105"/>
                  </a:lnTo>
                  <a:lnTo>
                    <a:pt x="3805" y="7509"/>
                  </a:lnTo>
                  <a:lnTo>
                    <a:pt x="3906" y="7913"/>
                  </a:lnTo>
                  <a:lnTo>
                    <a:pt x="4007" y="8317"/>
                  </a:lnTo>
                  <a:lnTo>
                    <a:pt x="4310" y="9125"/>
                  </a:lnTo>
                  <a:lnTo>
                    <a:pt x="4546" y="9866"/>
                  </a:lnTo>
                  <a:lnTo>
                    <a:pt x="5556" y="13434"/>
                  </a:lnTo>
                  <a:lnTo>
                    <a:pt x="4916" y="12761"/>
                  </a:lnTo>
                  <a:lnTo>
                    <a:pt x="4243" y="12121"/>
                  </a:lnTo>
                  <a:lnTo>
                    <a:pt x="3839" y="11717"/>
                  </a:lnTo>
                  <a:lnTo>
                    <a:pt x="3401" y="11381"/>
                  </a:lnTo>
                  <a:lnTo>
                    <a:pt x="2963" y="11010"/>
                  </a:lnTo>
                  <a:lnTo>
                    <a:pt x="2559" y="10606"/>
                  </a:lnTo>
                  <a:lnTo>
                    <a:pt x="2290" y="10371"/>
                  </a:lnTo>
                  <a:lnTo>
                    <a:pt x="1987" y="10101"/>
                  </a:lnTo>
                  <a:lnTo>
                    <a:pt x="1819" y="9967"/>
                  </a:lnTo>
                  <a:lnTo>
                    <a:pt x="1650" y="9899"/>
                  </a:lnTo>
                  <a:lnTo>
                    <a:pt x="1482" y="9866"/>
                  </a:lnTo>
                  <a:lnTo>
                    <a:pt x="1280" y="9899"/>
                  </a:lnTo>
                  <a:lnTo>
                    <a:pt x="1280" y="9832"/>
                  </a:lnTo>
                  <a:lnTo>
                    <a:pt x="1246" y="9765"/>
                  </a:lnTo>
                  <a:lnTo>
                    <a:pt x="1179" y="9731"/>
                  </a:lnTo>
                  <a:lnTo>
                    <a:pt x="1112" y="9731"/>
                  </a:lnTo>
                  <a:lnTo>
                    <a:pt x="943" y="9832"/>
                  </a:lnTo>
                  <a:lnTo>
                    <a:pt x="775" y="10000"/>
                  </a:lnTo>
                  <a:lnTo>
                    <a:pt x="506" y="10303"/>
                  </a:lnTo>
                  <a:lnTo>
                    <a:pt x="270" y="10573"/>
                  </a:lnTo>
                  <a:lnTo>
                    <a:pt x="169" y="10741"/>
                  </a:lnTo>
                  <a:lnTo>
                    <a:pt x="135" y="10808"/>
                  </a:lnTo>
                  <a:lnTo>
                    <a:pt x="135" y="10876"/>
                  </a:lnTo>
                  <a:lnTo>
                    <a:pt x="102" y="10876"/>
                  </a:lnTo>
                  <a:lnTo>
                    <a:pt x="68" y="10909"/>
                  </a:lnTo>
                  <a:lnTo>
                    <a:pt x="34" y="10943"/>
                  </a:lnTo>
                  <a:lnTo>
                    <a:pt x="1" y="10977"/>
                  </a:lnTo>
                  <a:lnTo>
                    <a:pt x="34" y="11010"/>
                  </a:lnTo>
                  <a:lnTo>
                    <a:pt x="68" y="11044"/>
                  </a:lnTo>
                  <a:lnTo>
                    <a:pt x="236" y="11145"/>
                  </a:lnTo>
                  <a:lnTo>
                    <a:pt x="371" y="11280"/>
                  </a:lnTo>
                  <a:lnTo>
                    <a:pt x="640" y="11549"/>
                  </a:lnTo>
                  <a:lnTo>
                    <a:pt x="1145" y="12155"/>
                  </a:lnTo>
                  <a:lnTo>
                    <a:pt x="1448" y="12525"/>
                  </a:lnTo>
                  <a:lnTo>
                    <a:pt x="1785" y="12896"/>
                  </a:lnTo>
                  <a:lnTo>
                    <a:pt x="2155" y="13232"/>
                  </a:lnTo>
                  <a:lnTo>
                    <a:pt x="2526" y="13569"/>
                  </a:lnTo>
                  <a:lnTo>
                    <a:pt x="3401" y="14243"/>
                  </a:lnTo>
                  <a:lnTo>
                    <a:pt x="4276" y="14983"/>
                  </a:lnTo>
                  <a:lnTo>
                    <a:pt x="4680" y="15354"/>
                  </a:lnTo>
                  <a:lnTo>
                    <a:pt x="5085" y="15758"/>
                  </a:lnTo>
                  <a:lnTo>
                    <a:pt x="5455" y="16195"/>
                  </a:lnTo>
                  <a:lnTo>
                    <a:pt x="5792" y="16633"/>
                  </a:lnTo>
                  <a:lnTo>
                    <a:pt x="5859" y="16700"/>
                  </a:lnTo>
                  <a:lnTo>
                    <a:pt x="5994" y="16700"/>
                  </a:lnTo>
                  <a:lnTo>
                    <a:pt x="6027" y="16633"/>
                  </a:lnTo>
                  <a:lnTo>
                    <a:pt x="6061" y="16599"/>
                  </a:lnTo>
                  <a:lnTo>
                    <a:pt x="6162" y="16734"/>
                  </a:lnTo>
                  <a:lnTo>
                    <a:pt x="6263" y="16835"/>
                  </a:lnTo>
                  <a:lnTo>
                    <a:pt x="6330" y="16869"/>
                  </a:lnTo>
                  <a:lnTo>
                    <a:pt x="6330" y="16902"/>
                  </a:lnTo>
                  <a:lnTo>
                    <a:pt x="6600" y="17744"/>
                  </a:lnTo>
                  <a:lnTo>
                    <a:pt x="6869" y="18619"/>
                  </a:lnTo>
                  <a:lnTo>
                    <a:pt x="7071" y="19461"/>
                  </a:lnTo>
                  <a:lnTo>
                    <a:pt x="7239" y="20336"/>
                  </a:lnTo>
                  <a:lnTo>
                    <a:pt x="7610" y="22087"/>
                  </a:lnTo>
                  <a:lnTo>
                    <a:pt x="7812" y="22963"/>
                  </a:lnTo>
                  <a:lnTo>
                    <a:pt x="8081" y="23838"/>
                  </a:lnTo>
                  <a:lnTo>
                    <a:pt x="8653" y="25656"/>
                  </a:lnTo>
                  <a:lnTo>
                    <a:pt x="9226" y="27474"/>
                  </a:lnTo>
                  <a:lnTo>
                    <a:pt x="9327" y="27710"/>
                  </a:lnTo>
                  <a:lnTo>
                    <a:pt x="9428" y="27912"/>
                  </a:lnTo>
                  <a:lnTo>
                    <a:pt x="9529" y="28114"/>
                  </a:lnTo>
                  <a:lnTo>
                    <a:pt x="9663" y="28316"/>
                  </a:lnTo>
                  <a:lnTo>
                    <a:pt x="9832" y="28484"/>
                  </a:lnTo>
                  <a:lnTo>
                    <a:pt x="10000" y="28652"/>
                  </a:lnTo>
                  <a:lnTo>
                    <a:pt x="10202" y="28787"/>
                  </a:lnTo>
                  <a:lnTo>
                    <a:pt x="10438" y="28888"/>
                  </a:lnTo>
                  <a:lnTo>
                    <a:pt x="10707" y="28955"/>
                  </a:lnTo>
                  <a:lnTo>
                    <a:pt x="11010" y="29023"/>
                  </a:lnTo>
                  <a:lnTo>
                    <a:pt x="11313" y="29056"/>
                  </a:lnTo>
                  <a:lnTo>
                    <a:pt x="11616" y="29056"/>
                  </a:lnTo>
                  <a:lnTo>
                    <a:pt x="11919" y="29023"/>
                  </a:lnTo>
                  <a:lnTo>
                    <a:pt x="12222" y="28989"/>
                  </a:lnTo>
                  <a:lnTo>
                    <a:pt x="12828" y="28854"/>
                  </a:lnTo>
                  <a:lnTo>
                    <a:pt x="13434" y="28686"/>
                  </a:lnTo>
                  <a:lnTo>
                    <a:pt x="14040" y="28484"/>
                  </a:lnTo>
                  <a:lnTo>
                    <a:pt x="15151" y="28080"/>
                  </a:lnTo>
                  <a:lnTo>
                    <a:pt x="17104" y="27541"/>
                  </a:lnTo>
                  <a:lnTo>
                    <a:pt x="19057" y="27003"/>
                  </a:lnTo>
                  <a:lnTo>
                    <a:pt x="20067" y="26666"/>
                  </a:lnTo>
                  <a:lnTo>
                    <a:pt x="21110" y="26329"/>
                  </a:lnTo>
                  <a:lnTo>
                    <a:pt x="21616" y="26161"/>
                  </a:lnTo>
                  <a:lnTo>
                    <a:pt x="22154" y="26026"/>
                  </a:lnTo>
                  <a:lnTo>
                    <a:pt x="22659" y="25892"/>
                  </a:lnTo>
                  <a:lnTo>
                    <a:pt x="23198" y="25824"/>
                  </a:lnTo>
                  <a:lnTo>
                    <a:pt x="23265" y="25791"/>
                  </a:lnTo>
                  <a:lnTo>
                    <a:pt x="23333" y="25690"/>
                  </a:lnTo>
                  <a:lnTo>
                    <a:pt x="23467" y="25690"/>
                  </a:lnTo>
                  <a:lnTo>
                    <a:pt x="23636" y="25656"/>
                  </a:lnTo>
                  <a:lnTo>
                    <a:pt x="23972" y="25589"/>
                  </a:lnTo>
                  <a:lnTo>
                    <a:pt x="24275" y="25488"/>
                  </a:lnTo>
                  <a:lnTo>
                    <a:pt x="24275" y="25151"/>
                  </a:lnTo>
                  <a:lnTo>
                    <a:pt x="23636" y="25353"/>
                  </a:lnTo>
                  <a:lnTo>
                    <a:pt x="23366" y="25454"/>
                  </a:lnTo>
                  <a:lnTo>
                    <a:pt x="23198" y="25555"/>
                  </a:lnTo>
                  <a:lnTo>
                    <a:pt x="22760" y="25589"/>
                  </a:lnTo>
                  <a:lnTo>
                    <a:pt x="22356" y="25690"/>
                  </a:lnTo>
                  <a:lnTo>
                    <a:pt x="21548" y="25892"/>
                  </a:lnTo>
                  <a:lnTo>
                    <a:pt x="19966" y="26430"/>
                  </a:lnTo>
                  <a:lnTo>
                    <a:pt x="19057" y="26700"/>
                  </a:lnTo>
                  <a:lnTo>
                    <a:pt x="18148" y="26969"/>
                  </a:lnTo>
                  <a:lnTo>
                    <a:pt x="16296" y="27474"/>
                  </a:lnTo>
                  <a:lnTo>
                    <a:pt x="14882" y="27912"/>
                  </a:lnTo>
                  <a:lnTo>
                    <a:pt x="13468" y="28349"/>
                  </a:lnTo>
                  <a:lnTo>
                    <a:pt x="12895" y="28518"/>
                  </a:lnTo>
                  <a:lnTo>
                    <a:pt x="12323" y="28686"/>
                  </a:lnTo>
                  <a:lnTo>
                    <a:pt x="11717" y="28753"/>
                  </a:lnTo>
                  <a:lnTo>
                    <a:pt x="11414" y="28787"/>
                  </a:lnTo>
                  <a:lnTo>
                    <a:pt x="11111" y="28787"/>
                  </a:lnTo>
                  <a:lnTo>
                    <a:pt x="10741" y="28720"/>
                  </a:lnTo>
                  <a:lnTo>
                    <a:pt x="10438" y="28585"/>
                  </a:lnTo>
                  <a:lnTo>
                    <a:pt x="10202" y="28417"/>
                  </a:lnTo>
                  <a:lnTo>
                    <a:pt x="9966" y="28181"/>
                  </a:lnTo>
                  <a:lnTo>
                    <a:pt x="9798" y="27912"/>
                  </a:lnTo>
                  <a:lnTo>
                    <a:pt x="9630" y="27609"/>
                  </a:lnTo>
                  <a:lnTo>
                    <a:pt x="9495" y="27306"/>
                  </a:lnTo>
                  <a:lnTo>
                    <a:pt x="9394" y="26969"/>
                  </a:lnTo>
                  <a:lnTo>
                    <a:pt x="9125" y="26094"/>
                  </a:lnTo>
                  <a:lnTo>
                    <a:pt x="8822" y="25252"/>
                  </a:lnTo>
                  <a:lnTo>
                    <a:pt x="8249" y="23535"/>
                  </a:lnTo>
                  <a:lnTo>
                    <a:pt x="8014" y="22761"/>
                  </a:lnTo>
                  <a:lnTo>
                    <a:pt x="7812" y="21986"/>
                  </a:lnTo>
                  <a:lnTo>
                    <a:pt x="7475" y="20437"/>
                  </a:lnTo>
                  <a:lnTo>
                    <a:pt x="7138" y="18855"/>
                  </a:lnTo>
                  <a:lnTo>
                    <a:pt x="6936" y="18114"/>
                  </a:lnTo>
                  <a:lnTo>
                    <a:pt x="6667" y="17340"/>
                  </a:lnTo>
                  <a:lnTo>
                    <a:pt x="6768" y="17441"/>
                  </a:lnTo>
                  <a:lnTo>
                    <a:pt x="7037" y="17744"/>
                  </a:lnTo>
                  <a:lnTo>
                    <a:pt x="7307" y="18047"/>
                  </a:lnTo>
                  <a:lnTo>
                    <a:pt x="7946" y="18586"/>
                  </a:lnTo>
                  <a:lnTo>
                    <a:pt x="8115" y="18956"/>
                  </a:lnTo>
                  <a:lnTo>
                    <a:pt x="8216" y="19360"/>
                  </a:lnTo>
                  <a:lnTo>
                    <a:pt x="8418" y="20168"/>
                  </a:lnTo>
                  <a:lnTo>
                    <a:pt x="8586" y="21010"/>
                  </a:lnTo>
                  <a:lnTo>
                    <a:pt x="8721" y="21818"/>
                  </a:lnTo>
                  <a:lnTo>
                    <a:pt x="8923" y="23030"/>
                  </a:lnTo>
                  <a:lnTo>
                    <a:pt x="9192" y="24242"/>
                  </a:lnTo>
                  <a:lnTo>
                    <a:pt x="9394" y="25319"/>
                  </a:lnTo>
                  <a:lnTo>
                    <a:pt x="9562" y="25892"/>
                  </a:lnTo>
                  <a:lnTo>
                    <a:pt x="9731" y="26498"/>
                  </a:lnTo>
                  <a:lnTo>
                    <a:pt x="10000" y="27036"/>
                  </a:lnTo>
                  <a:lnTo>
                    <a:pt x="10135" y="27272"/>
                  </a:lnTo>
                  <a:lnTo>
                    <a:pt x="10303" y="27508"/>
                  </a:lnTo>
                  <a:lnTo>
                    <a:pt x="10505" y="27710"/>
                  </a:lnTo>
                  <a:lnTo>
                    <a:pt x="10707" y="27878"/>
                  </a:lnTo>
                  <a:lnTo>
                    <a:pt x="10943" y="28013"/>
                  </a:lnTo>
                  <a:lnTo>
                    <a:pt x="11178" y="28147"/>
                  </a:lnTo>
                  <a:lnTo>
                    <a:pt x="11515" y="28215"/>
                  </a:lnTo>
                  <a:lnTo>
                    <a:pt x="11852" y="28248"/>
                  </a:lnTo>
                  <a:lnTo>
                    <a:pt x="12188" y="28248"/>
                  </a:lnTo>
                  <a:lnTo>
                    <a:pt x="12525" y="28215"/>
                  </a:lnTo>
                  <a:lnTo>
                    <a:pt x="12862" y="28147"/>
                  </a:lnTo>
                  <a:lnTo>
                    <a:pt x="13199" y="28046"/>
                  </a:lnTo>
                  <a:lnTo>
                    <a:pt x="13838" y="27878"/>
                  </a:lnTo>
                  <a:lnTo>
                    <a:pt x="14613" y="27609"/>
                  </a:lnTo>
                  <a:lnTo>
                    <a:pt x="15387" y="27306"/>
                  </a:lnTo>
                  <a:lnTo>
                    <a:pt x="16195" y="27003"/>
                  </a:lnTo>
                  <a:lnTo>
                    <a:pt x="16969" y="26733"/>
                  </a:lnTo>
                  <a:lnTo>
                    <a:pt x="21279" y="25488"/>
                  </a:lnTo>
                  <a:lnTo>
                    <a:pt x="22356" y="25151"/>
                  </a:lnTo>
                  <a:lnTo>
                    <a:pt x="23467" y="24814"/>
                  </a:lnTo>
                  <a:lnTo>
                    <a:pt x="24275" y="24579"/>
                  </a:lnTo>
                  <a:lnTo>
                    <a:pt x="24275" y="24276"/>
                  </a:lnTo>
                  <a:lnTo>
                    <a:pt x="22929" y="24713"/>
                  </a:lnTo>
                  <a:lnTo>
                    <a:pt x="20807" y="25387"/>
                  </a:lnTo>
                  <a:lnTo>
                    <a:pt x="18686" y="25993"/>
                  </a:lnTo>
                  <a:lnTo>
                    <a:pt x="16936" y="26531"/>
                  </a:lnTo>
                  <a:lnTo>
                    <a:pt x="16094" y="26801"/>
                  </a:lnTo>
                  <a:lnTo>
                    <a:pt x="15252" y="27104"/>
                  </a:lnTo>
                  <a:lnTo>
                    <a:pt x="14444" y="27407"/>
                  </a:lnTo>
                  <a:lnTo>
                    <a:pt x="13670" y="27676"/>
                  </a:lnTo>
                  <a:lnTo>
                    <a:pt x="13232" y="27811"/>
                  </a:lnTo>
                  <a:lnTo>
                    <a:pt x="12828" y="27878"/>
                  </a:lnTo>
                  <a:lnTo>
                    <a:pt x="12424" y="27945"/>
                  </a:lnTo>
                  <a:lnTo>
                    <a:pt x="12020" y="27979"/>
                  </a:lnTo>
                  <a:lnTo>
                    <a:pt x="11650" y="27979"/>
                  </a:lnTo>
                  <a:lnTo>
                    <a:pt x="11313" y="27878"/>
                  </a:lnTo>
                  <a:lnTo>
                    <a:pt x="11044" y="27777"/>
                  </a:lnTo>
                  <a:lnTo>
                    <a:pt x="10774" y="27575"/>
                  </a:lnTo>
                  <a:lnTo>
                    <a:pt x="10539" y="27373"/>
                  </a:lnTo>
                  <a:lnTo>
                    <a:pt x="10337" y="27104"/>
                  </a:lnTo>
                  <a:lnTo>
                    <a:pt x="10168" y="26834"/>
                  </a:lnTo>
                  <a:lnTo>
                    <a:pt x="10034" y="26531"/>
                  </a:lnTo>
                  <a:lnTo>
                    <a:pt x="9899" y="26195"/>
                  </a:lnTo>
                  <a:lnTo>
                    <a:pt x="9764" y="25858"/>
                  </a:lnTo>
                  <a:lnTo>
                    <a:pt x="9596" y="25185"/>
                  </a:lnTo>
                  <a:lnTo>
                    <a:pt x="9461" y="24511"/>
                  </a:lnTo>
                  <a:lnTo>
                    <a:pt x="9327" y="23872"/>
                  </a:lnTo>
                  <a:lnTo>
                    <a:pt x="9125" y="22626"/>
                  </a:lnTo>
                  <a:lnTo>
                    <a:pt x="8923" y="21346"/>
                  </a:lnTo>
                  <a:lnTo>
                    <a:pt x="8822" y="20707"/>
                  </a:lnTo>
                  <a:lnTo>
                    <a:pt x="8687" y="20101"/>
                  </a:lnTo>
                  <a:lnTo>
                    <a:pt x="8519" y="19495"/>
                  </a:lnTo>
                  <a:lnTo>
                    <a:pt x="8317" y="18889"/>
                  </a:lnTo>
                  <a:lnTo>
                    <a:pt x="8350" y="18922"/>
                  </a:lnTo>
                  <a:lnTo>
                    <a:pt x="9259" y="19764"/>
                  </a:lnTo>
                  <a:lnTo>
                    <a:pt x="9697" y="20168"/>
                  </a:lnTo>
                  <a:lnTo>
                    <a:pt x="10135" y="20572"/>
                  </a:lnTo>
                  <a:lnTo>
                    <a:pt x="10539" y="20875"/>
                  </a:lnTo>
                  <a:lnTo>
                    <a:pt x="10741" y="21043"/>
                  </a:lnTo>
                  <a:lnTo>
                    <a:pt x="10909" y="21178"/>
                  </a:lnTo>
                  <a:lnTo>
                    <a:pt x="11212" y="21447"/>
                  </a:lnTo>
                  <a:lnTo>
                    <a:pt x="11347" y="21548"/>
                  </a:lnTo>
                  <a:lnTo>
                    <a:pt x="11549" y="21616"/>
                  </a:lnTo>
                  <a:lnTo>
                    <a:pt x="11616" y="21649"/>
                  </a:lnTo>
                  <a:lnTo>
                    <a:pt x="11683" y="21616"/>
                  </a:lnTo>
                  <a:lnTo>
                    <a:pt x="11717" y="21582"/>
                  </a:lnTo>
                  <a:lnTo>
                    <a:pt x="11717" y="21616"/>
                  </a:lnTo>
                  <a:lnTo>
                    <a:pt x="11751" y="21649"/>
                  </a:lnTo>
                  <a:lnTo>
                    <a:pt x="11919" y="21784"/>
                  </a:lnTo>
                  <a:lnTo>
                    <a:pt x="12121" y="21885"/>
                  </a:lnTo>
                  <a:lnTo>
                    <a:pt x="11616" y="21986"/>
                  </a:lnTo>
                  <a:lnTo>
                    <a:pt x="11380" y="22053"/>
                  </a:lnTo>
                  <a:lnTo>
                    <a:pt x="11178" y="22155"/>
                  </a:lnTo>
                  <a:lnTo>
                    <a:pt x="11111" y="22222"/>
                  </a:lnTo>
                  <a:lnTo>
                    <a:pt x="11111" y="22289"/>
                  </a:lnTo>
                  <a:lnTo>
                    <a:pt x="11178" y="22357"/>
                  </a:lnTo>
                  <a:lnTo>
                    <a:pt x="11246" y="22357"/>
                  </a:lnTo>
                  <a:lnTo>
                    <a:pt x="12525" y="22020"/>
                  </a:lnTo>
                  <a:lnTo>
                    <a:pt x="13805" y="21683"/>
                  </a:lnTo>
                  <a:lnTo>
                    <a:pt x="15084" y="21313"/>
                  </a:lnTo>
                  <a:lnTo>
                    <a:pt x="16363" y="20976"/>
                  </a:lnTo>
                  <a:lnTo>
                    <a:pt x="18686" y="20404"/>
                  </a:lnTo>
                  <a:lnTo>
                    <a:pt x="21009" y="19831"/>
                  </a:lnTo>
                  <a:lnTo>
                    <a:pt x="21110" y="20235"/>
                  </a:lnTo>
                  <a:lnTo>
                    <a:pt x="20841" y="20269"/>
                  </a:lnTo>
                  <a:lnTo>
                    <a:pt x="20538" y="20303"/>
                  </a:lnTo>
                  <a:lnTo>
                    <a:pt x="19932" y="20437"/>
                  </a:lnTo>
                  <a:lnTo>
                    <a:pt x="18821" y="20740"/>
                  </a:lnTo>
                  <a:lnTo>
                    <a:pt x="18013" y="20942"/>
                  </a:lnTo>
                  <a:lnTo>
                    <a:pt x="17239" y="21178"/>
                  </a:lnTo>
                  <a:lnTo>
                    <a:pt x="15690" y="21649"/>
                  </a:lnTo>
                  <a:lnTo>
                    <a:pt x="14108" y="22155"/>
                  </a:lnTo>
                  <a:lnTo>
                    <a:pt x="13333" y="22424"/>
                  </a:lnTo>
                  <a:lnTo>
                    <a:pt x="12525" y="22660"/>
                  </a:lnTo>
                  <a:lnTo>
                    <a:pt x="12188" y="22693"/>
                  </a:lnTo>
                  <a:lnTo>
                    <a:pt x="11852" y="22761"/>
                  </a:lnTo>
                  <a:lnTo>
                    <a:pt x="11683" y="22794"/>
                  </a:lnTo>
                  <a:lnTo>
                    <a:pt x="11515" y="22895"/>
                  </a:lnTo>
                  <a:lnTo>
                    <a:pt x="11414" y="22996"/>
                  </a:lnTo>
                  <a:lnTo>
                    <a:pt x="11313" y="23131"/>
                  </a:lnTo>
                  <a:lnTo>
                    <a:pt x="11313" y="23165"/>
                  </a:lnTo>
                  <a:lnTo>
                    <a:pt x="11347" y="23165"/>
                  </a:lnTo>
                  <a:lnTo>
                    <a:pt x="11784" y="23030"/>
                  </a:lnTo>
                  <a:lnTo>
                    <a:pt x="12222" y="22929"/>
                  </a:lnTo>
                  <a:lnTo>
                    <a:pt x="12660" y="22862"/>
                  </a:lnTo>
                  <a:lnTo>
                    <a:pt x="13097" y="22727"/>
                  </a:lnTo>
                  <a:lnTo>
                    <a:pt x="14545" y="22289"/>
                  </a:lnTo>
                  <a:lnTo>
                    <a:pt x="15993" y="21818"/>
                  </a:lnTo>
                  <a:lnTo>
                    <a:pt x="17306" y="21414"/>
                  </a:lnTo>
                  <a:lnTo>
                    <a:pt x="18653" y="21043"/>
                  </a:lnTo>
                  <a:lnTo>
                    <a:pt x="19259" y="20841"/>
                  </a:lnTo>
                  <a:lnTo>
                    <a:pt x="19898" y="20673"/>
                  </a:lnTo>
                  <a:lnTo>
                    <a:pt x="20538" y="20538"/>
                  </a:lnTo>
                  <a:lnTo>
                    <a:pt x="20875" y="20505"/>
                  </a:lnTo>
                  <a:lnTo>
                    <a:pt x="21178" y="20505"/>
                  </a:lnTo>
                  <a:lnTo>
                    <a:pt x="21346" y="21043"/>
                  </a:lnTo>
                  <a:lnTo>
                    <a:pt x="20740" y="21144"/>
                  </a:lnTo>
                  <a:lnTo>
                    <a:pt x="20134" y="21279"/>
                  </a:lnTo>
                  <a:lnTo>
                    <a:pt x="18922" y="21582"/>
                  </a:lnTo>
                  <a:lnTo>
                    <a:pt x="16498" y="22256"/>
                  </a:lnTo>
                  <a:lnTo>
                    <a:pt x="15252" y="22592"/>
                  </a:lnTo>
                  <a:lnTo>
                    <a:pt x="14007" y="22963"/>
                  </a:lnTo>
                  <a:lnTo>
                    <a:pt x="12761" y="23400"/>
                  </a:lnTo>
                  <a:lnTo>
                    <a:pt x="11549" y="23838"/>
                  </a:lnTo>
                  <a:lnTo>
                    <a:pt x="11515" y="23872"/>
                  </a:lnTo>
                  <a:lnTo>
                    <a:pt x="11515" y="23905"/>
                  </a:lnTo>
                  <a:lnTo>
                    <a:pt x="11549" y="23973"/>
                  </a:lnTo>
                  <a:lnTo>
                    <a:pt x="11582" y="23973"/>
                  </a:lnTo>
                  <a:lnTo>
                    <a:pt x="12188" y="23872"/>
                  </a:lnTo>
                  <a:lnTo>
                    <a:pt x="12794" y="23737"/>
                  </a:lnTo>
                  <a:lnTo>
                    <a:pt x="13367" y="23569"/>
                  </a:lnTo>
                  <a:lnTo>
                    <a:pt x="13973" y="23333"/>
                  </a:lnTo>
                  <a:lnTo>
                    <a:pt x="15151" y="22929"/>
                  </a:lnTo>
                  <a:lnTo>
                    <a:pt x="15724" y="22727"/>
                  </a:lnTo>
                  <a:lnTo>
                    <a:pt x="16330" y="22559"/>
                  </a:lnTo>
                  <a:lnTo>
                    <a:pt x="17575" y="22222"/>
                  </a:lnTo>
                  <a:lnTo>
                    <a:pt x="18855" y="21851"/>
                  </a:lnTo>
                  <a:lnTo>
                    <a:pt x="20134" y="21548"/>
                  </a:lnTo>
                  <a:lnTo>
                    <a:pt x="20774" y="21414"/>
                  </a:lnTo>
                  <a:lnTo>
                    <a:pt x="21414" y="21279"/>
                  </a:lnTo>
                  <a:lnTo>
                    <a:pt x="21750" y="22155"/>
                  </a:lnTo>
                  <a:lnTo>
                    <a:pt x="21919" y="22592"/>
                  </a:lnTo>
                  <a:lnTo>
                    <a:pt x="22154" y="22996"/>
                  </a:lnTo>
                  <a:lnTo>
                    <a:pt x="22188" y="23064"/>
                  </a:lnTo>
                  <a:lnTo>
                    <a:pt x="22255" y="23064"/>
                  </a:lnTo>
                  <a:lnTo>
                    <a:pt x="22356" y="23030"/>
                  </a:lnTo>
                  <a:lnTo>
                    <a:pt x="22390" y="22963"/>
                  </a:lnTo>
                  <a:lnTo>
                    <a:pt x="22525" y="22525"/>
                  </a:lnTo>
                  <a:lnTo>
                    <a:pt x="22592" y="22323"/>
                  </a:lnTo>
                  <a:lnTo>
                    <a:pt x="22659" y="22121"/>
                  </a:lnTo>
                  <a:lnTo>
                    <a:pt x="22760" y="22222"/>
                  </a:lnTo>
                  <a:lnTo>
                    <a:pt x="22861" y="22289"/>
                  </a:lnTo>
                  <a:lnTo>
                    <a:pt x="23131" y="22390"/>
                  </a:lnTo>
                  <a:lnTo>
                    <a:pt x="23164" y="22491"/>
                  </a:lnTo>
                  <a:lnTo>
                    <a:pt x="23198" y="22525"/>
                  </a:lnTo>
                  <a:lnTo>
                    <a:pt x="23232" y="22559"/>
                  </a:lnTo>
                  <a:lnTo>
                    <a:pt x="23333" y="22559"/>
                  </a:lnTo>
                  <a:lnTo>
                    <a:pt x="23400" y="22525"/>
                  </a:lnTo>
                  <a:lnTo>
                    <a:pt x="23434" y="22458"/>
                  </a:lnTo>
                  <a:lnTo>
                    <a:pt x="23434" y="22424"/>
                  </a:lnTo>
                  <a:lnTo>
                    <a:pt x="23400" y="22357"/>
                  </a:lnTo>
                  <a:lnTo>
                    <a:pt x="23400" y="22256"/>
                  </a:lnTo>
                  <a:lnTo>
                    <a:pt x="23366" y="22188"/>
                  </a:lnTo>
                  <a:lnTo>
                    <a:pt x="22962" y="20841"/>
                  </a:lnTo>
                  <a:lnTo>
                    <a:pt x="22558" y="19495"/>
                  </a:lnTo>
                  <a:lnTo>
                    <a:pt x="22121" y="18114"/>
                  </a:lnTo>
                  <a:lnTo>
                    <a:pt x="21750" y="16768"/>
                  </a:lnTo>
                  <a:lnTo>
                    <a:pt x="21582" y="16061"/>
                  </a:lnTo>
                  <a:lnTo>
                    <a:pt x="21414" y="15320"/>
                  </a:lnTo>
                  <a:lnTo>
                    <a:pt x="21178" y="13872"/>
                  </a:lnTo>
                  <a:lnTo>
                    <a:pt x="20908" y="12424"/>
                  </a:lnTo>
                  <a:lnTo>
                    <a:pt x="20774" y="11717"/>
                  </a:lnTo>
                  <a:lnTo>
                    <a:pt x="20639" y="10977"/>
                  </a:lnTo>
                  <a:lnTo>
                    <a:pt x="20437" y="10337"/>
                  </a:lnTo>
                  <a:lnTo>
                    <a:pt x="20269" y="9664"/>
                  </a:lnTo>
                  <a:lnTo>
                    <a:pt x="19898" y="8384"/>
                  </a:lnTo>
                  <a:lnTo>
                    <a:pt x="19528" y="6903"/>
                  </a:lnTo>
                  <a:lnTo>
                    <a:pt x="19360" y="6162"/>
                  </a:lnTo>
                  <a:lnTo>
                    <a:pt x="19158" y="5421"/>
                  </a:lnTo>
                  <a:lnTo>
                    <a:pt x="18855" y="4479"/>
                  </a:lnTo>
                  <a:lnTo>
                    <a:pt x="18552" y="3570"/>
                  </a:lnTo>
                  <a:lnTo>
                    <a:pt x="18451" y="3132"/>
                  </a:lnTo>
                  <a:lnTo>
                    <a:pt x="18350" y="2896"/>
                  </a:lnTo>
                  <a:lnTo>
                    <a:pt x="18282" y="2694"/>
                  </a:lnTo>
                  <a:lnTo>
                    <a:pt x="18518" y="2728"/>
                  </a:lnTo>
                  <a:lnTo>
                    <a:pt x="18821" y="2694"/>
                  </a:lnTo>
                  <a:lnTo>
                    <a:pt x="19494" y="2560"/>
                  </a:lnTo>
                  <a:lnTo>
                    <a:pt x="19494" y="2795"/>
                  </a:lnTo>
                  <a:lnTo>
                    <a:pt x="19528" y="3065"/>
                  </a:lnTo>
                  <a:lnTo>
                    <a:pt x="19629" y="3570"/>
                  </a:lnTo>
                  <a:lnTo>
                    <a:pt x="19764" y="4075"/>
                  </a:lnTo>
                  <a:lnTo>
                    <a:pt x="19932" y="4580"/>
                  </a:lnTo>
                  <a:lnTo>
                    <a:pt x="20100" y="5287"/>
                  </a:lnTo>
                  <a:lnTo>
                    <a:pt x="20269" y="5994"/>
                  </a:lnTo>
                  <a:lnTo>
                    <a:pt x="20572" y="7442"/>
                  </a:lnTo>
                  <a:lnTo>
                    <a:pt x="20740" y="8182"/>
                  </a:lnTo>
                  <a:lnTo>
                    <a:pt x="20908" y="8889"/>
                  </a:lnTo>
                  <a:lnTo>
                    <a:pt x="21312" y="10371"/>
                  </a:lnTo>
                  <a:lnTo>
                    <a:pt x="22154" y="13232"/>
                  </a:lnTo>
                  <a:lnTo>
                    <a:pt x="22962" y="16061"/>
                  </a:lnTo>
                  <a:lnTo>
                    <a:pt x="23366" y="17441"/>
                  </a:lnTo>
                  <a:lnTo>
                    <a:pt x="23737" y="18855"/>
                  </a:lnTo>
                  <a:lnTo>
                    <a:pt x="23972" y="19663"/>
                  </a:lnTo>
                  <a:lnTo>
                    <a:pt x="24275" y="20471"/>
                  </a:lnTo>
                  <a:lnTo>
                    <a:pt x="24275" y="19697"/>
                  </a:lnTo>
                  <a:lnTo>
                    <a:pt x="24107" y="19259"/>
                  </a:lnTo>
                  <a:lnTo>
                    <a:pt x="23972" y="18788"/>
                  </a:lnTo>
                  <a:lnTo>
                    <a:pt x="23602" y="17441"/>
                  </a:lnTo>
                  <a:lnTo>
                    <a:pt x="23232" y="16094"/>
                  </a:lnTo>
                  <a:lnTo>
                    <a:pt x="22457" y="13434"/>
                  </a:lnTo>
                  <a:lnTo>
                    <a:pt x="21649" y="10674"/>
                  </a:lnTo>
                  <a:lnTo>
                    <a:pt x="21245" y="9260"/>
                  </a:lnTo>
                  <a:lnTo>
                    <a:pt x="20875" y="7879"/>
                  </a:lnTo>
                  <a:lnTo>
                    <a:pt x="20605" y="6499"/>
                  </a:lnTo>
                  <a:lnTo>
                    <a:pt x="20302" y="5152"/>
                  </a:lnTo>
                  <a:lnTo>
                    <a:pt x="20134" y="4479"/>
                  </a:lnTo>
                  <a:lnTo>
                    <a:pt x="19932" y="3839"/>
                  </a:lnTo>
                  <a:lnTo>
                    <a:pt x="19764" y="3166"/>
                  </a:lnTo>
                  <a:lnTo>
                    <a:pt x="19629" y="2492"/>
                  </a:lnTo>
                  <a:lnTo>
                    <a:pt x="20504" y="2257"/>
                  </a:lnTo>
                  <a:lnTo>
                    <a:pt x="20976" y="2088"/>
                  </a:lnTo>
                  <a:lnTo>
                    <a:pt x="21818" y="1819"/>
                  </a:lnTo>
                  <a:lnTo>
                    <a:pt x="22626" y="1516"/>
                  </a:lnTo>
                  <a:lnTo>
                    <a:pt x="23434" y="1247"/>
                  </a:lnTo>
                  <a:lnTo>
                    <a:pt x="24275" y="1011"/>
                  </a:lnTo>
                  <a:lnTo>
                    <a:pt x="24275" y="742"/>
                  </a:lnTo>
                  <a:lnTo>
                    <a:pt x="24141" y="809"/>
                  </a:lnTo>
                  <a:lnTo>
                    <a:pt x="21851" y="1583"/>
                  </a:lnTo>
                  <a:lnTo>
                    <a:pt x="20706" y="1954"/>
                  </a:lnTo>
                  <a:lnTo>
                    <a:pt x="19595" y="2290"/>
                  </a:lnTo>
                  <a:lnTo>
                    <a:pt x="18922" y="2492"/>
                  </a:lnTo>
                  <a:lnTo>
                    <a:pt x="18518" y="2560"/>
                  </a:lnTo>
                  <a:lnTo>
                    <a:pt x="18350" y="2560"/>
                  </a:lnTo>
                  <a:lnTo>
                    <a:pt x="18215" y="2526"/>
                  </a:lnTo>
                  <a:lnTo>
                    <a:pt x="18181" y="2492"/>
                  </a:lnTo>
                  <a:lnTo>
                    <a:pt x="18047" y="2459"/>
                  </a:lnTo>
                  <a:lnTo>
                    <a:pt x="17609" y="2459"/>
                  </a:lnTo>
                  <a:lnTo>
                    <a:pt x="17340" y="2526"/>
                  </a:lnTo>
                  <a:lnTo>
                    <a:pt x="17205" y="2593"/>
                  </a:lnTo>
                  <a:lnTo>
                    <a:pt x="17104" y="2661"/>
                  </a:lnTo>
                  <a:lnTo>
                    <a:pt x="17003" y="2661"/>
                  </a:lnTo>
                  <a:lnTo>
                    <a:pt x="16969" y="2694"/>
                  </a:lnTo>
                  <a:lnTo>
                    <a:pt x="16969" y="2728"/>
                  </a:lnTo>
                  <a:lnTo>
                    <a:pt x="16969" y="2863"/>
                  </a:lnTo>
                  <a:lnTo>
                    <a:pt x="16969" y="2896"/>
                  </a:lnTo>
                  <a:lnTo>
                    <a:pt x="16296" y="3098"/>
                  </a:lnTo>
                  <a:lnTo>
                    <a:pt x="15623" y="3300"/>
                  </a:lnTo>
                  <a:lnTo>
                    <a:pt x="14242" y="3637"/>
                  </a:lnTo>
                  <a:lnTo>
                    <a:pt x="12862" y="3906"/>
                  </a:lnTo>
                  <a:lnTo>
                    <a:pt x="11481" y="4209"/>
                  </a:lnTo>
                  <a:lnTo>
                    <a:pt x="10707" y="4411"/>
                  </a:lnTo>
                  <a:lnTo>
                    <a:pt x="9933" y="4647"/>
                  </a:lnTo>
                  <a:lnTo>
                    <a:pt x="8418" y="5051"/>
                  </a:lnTo>
                  <a:lnTo>
                    <a:pt x="7812" y="5219"/>
                  </a:lnTo>
                  <a:lnTo>
                    <a:pt x="7239" y="5354"/>
                  </a:lnTo>
                  <a:lnTo>
                    <a:pt x="6869" y="5455"/>
                  </a:lnTo>
                  <a:lnTo>
                    <a:pt x="6667" y="5522"/>
                  </a:lnTo>
                  <a:lnTo>
                    <a:pt x="6532" y="5522"/>
                  </a:lnTo>
                  <a:lnTo>
                    <a:pt x="6532" y="5556"/>
                  </a:lnTo>
                  <a:lnTo>
                    <a:pt x="6532" y="5623"/>
                  </a:lnTo>
                  <a:lnTo>
                    <a:pt x="6095" y="5758"/>
                  </a:lnTo>
                  <a:lnTo>
                    <a:pt x="5859" y="5859"/>
                  </a:lnTo>
                  <a:lnTo>
                    <a:pt x="5657" y="5994"/>
                  </a:lnTo>
                  <a:lnTo>
                    <a:pt x="5489" y="6129"/>
                  </a:lnTo>
                  <a:lnTo>
                    <a:pt x="5320" y="6263"/>
                  </a:lnTo>
                  <a:lnTo>
                    <a:pt x="5186" y="6465"/>
                  </a:lnTo>
                  <a:lnTo>
                    <a:pt x="5085" y="6701"/>
                  </a:lnTo>
                  <a:lnTo>
                    <a:pt x="5017" y="6937"/>
                  </a:lnTo>
                  <a:lnTo>
                    <a:pt x="4984" y="7240"/>
                  </a:lnTo>
                  <a:lnTo>
                    <a:pt x="5017" y="7543"/>
                  </a:lnTo>
                  <a:lnTo>
                    <a:pt x="5051" y="7846"/>
                  </a:lnTo>
                  <a:lnTo>
                    <a:pt x="5219" y="8418"/>
                  </a:lnTo>
                  <a:lnTo>
                    <a:pt x="5354" y="8957"/>
                  </a:lnTo>
                  <a:lnTo>
                    <a:pt x="5691" y="10674"/>
                  </a:lnTo>
                  <a:lnTo>
                    <a:pt x="6095" y="12391"/>
                  </a:lnTo>
                  <a:lnTo>
                    <a:pt x="6229" y="12963"/>
                  </a:lnTo>
                  <a:lnTo>
                    <a:pt x="6398" y="13535"/>
                  </a:lnTo>
                  <a:lnTo>
                    <a:pt x="6768" y="14647"/>
                  </a:lnTo>
                  <a:lnTo>
                    <a:pt x="6330" y="14243"/>
                  </a:lnTo>
                  <a:lnTo>
                    <a:pt x="5893" y="13805"/>
                  </a:lnTo>
                  <a:lnTo>
                    <a:pt x="5792" y="13333"/>
                  </a:lnTo>
                  <a:lnTo>
                    <a:pt x="5691" y="12862"/>
                  </a:lnTo>
                  <a:lnTo>
                    <a:pt x="5421" y="11919"/>
                  </a:lnTo>
                  <a:lnTo>
                    <a:pt x="5118" y="10977"/>
                  </a:lnTo>
                  <a:lnTo>
                    <a:pt x="4815" y="10034"/>
                  </a:lnTo>
                  <a:lnTo>
                    <a:pt x="4579" y="9226"/>
                  </a:lnTo>
                  <a:lnTo>
                    <a:pt x="4310" y="8384"/>
                  </a:lnTo>
                  <a:lnTo>
                    <a:pt x="4209" y="8014"/>
                  </a:lnTo>
                  <a:lnTo>
                    <a:pt x="4142" y="7644"/>
                  </a:lnTo>
                  <a:lnTo>
                    <a:pt x="4007" y="6903"/>
                  </a:lnTo>
                  <a:lnTo>
                    <a:pt x="4041" y="6869"/>
                  </a:lnTo>
                  <a:lnTo>
                    <a:pt x="4041" y="6802"/>
                  </a:lnTo>
                  <a:lnTo>
                    <a:pt x="4007" y="6566"/>
                  </a:lnTo>
                  <a:lnTo>
                    <a:pt x="4041" y="6364"/>
                  </a:lnTo>
                  <a:lnTo>
                    <a:pt x="4108" y="6196"/>
                  </a:lnTo>
                  <a:lnTo>
                    <a:pt x="4243" y="6027"/>
                  </a:lnTo>
                  <a:lnTo>
                    <a:pt x="4411" y="5859"/>
                  </a:lnTo>
                  <a:lnTo>
                    <a:pt x="4579" y="5724"/>
                  </a:lnTo>
                  <a:lnTo>
                    <a:pt x="4815" y="5590"/>
                  </a:lnTo>
                  <a:lnTo>
                    <a:pt x="5051" y="5489"/>
                  </a:lnTo>
                  <a:lnTo>
                    <a:pt x="5556" y="5287"/>
                  </a:lnTo>
                  <a:lnTo>
                    <a:pt x="6095" y="5152"/>
                  </a:lnTo>
                  <a:lnTo>
                    <a:pt x="6903" y="4916"/>
                  </a:lnTo>
                  <a:lnTo>
                    <a:pt x="9663" y="4075"/>
                  </a:lnTo>
                  <a:lnTo>
                    <a:pt x="11077" y="3671"/>
                  </a:lnTo>
                  <a:lnTo>
                    <a:pt x="12458" y="3300"/>
                  </a:lnTo>
                  <a:lnTo>
                    <a:pt x="15421" y="2593"/>
                  </a:lnTo>
                  <a:lnTo>
                    <a:pt x="18383" y="1886"/>
                  </a:lnTo>
                  <a:lnTo>
                    <a:pt x="19865" y="1516"/>
                  </a:lnTo>
                  <a:lnTo>
                    <a:pt x="21346" y="1146"/>
                  </a:lnTo>
                  <a:lnTo>
                    <a:pt x="22828" y="742"/>
                  </a:lnTo>
                  <a:lnTo>
                    <a:pt x="24275" y="304"/>
                  </a:lnTo>
                  <a:lnTo>
                    <a:pt x="2427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3" name="Google Shape;1803;p12"/>
            <p:cNvSpPr/>
            <p:nvPr/>
          </p:nvSpPr>
          <p:spPr>
            <a:xfrm>
              <a:off x="6823542" y="2472767"/>
              <a:ext cx="38614" cy="16769"/>
            </a:xfrm>
            <a:custGeom>
              <a:avLst/>
              <a:gdLst/>
              <a:ahLst/>
              <a:cxnLst/>
              <a:rect l="l" t="t" r="r" b="b"/>
              <a:pathLst>
                <a:path w="776" h="337" extrusionOk="0">
                  <a:moveTo>
                    <a:pt x="775" y="0"/>
                  </a:moveTo>
                  <a:lnTo>
                    <a:pt x="371" y="101"/>
                  </a:lnTo>
                  <a:lnTo>
                    <a:pt x="203" y="202"/>
                  </a:lnTo>
                  <a:lnTo>
                    <a:pt x="1" y="303"/>
                  </a:lnTo>
                  <a:lnTo>
                    <a:pt x="1" y="337"/>
                  </a:lnTo>
                  <a:lnTo>
                    <a:pt x="405" y="337"/>
                  </a:lnTo>
                  <a:lnTo>
                    <a:pt x="775" y="269"/>
                  </a:lnTo>
                  <a:lnTo>
                    <a:pt x="77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4" name="Google Shape;1804;p12"/>
            <p:cNvSpPr/>
            <p:nvPr/>
          </p:nvSpPr>
          <p:spPr>
            <a:xfrm>
              <a:off x="6810156" y="2378920"/>
              <a:ext cx="51999" cy="28512"/>
            </a:xfrm>
            <a:custGeom>
              <a:avLst/>
              <a:gdLst/>
              <a:ahLst/>
              <a:cxnLst/>
              <a:rect l="l" t="t" r="r" b="b"/>
              <a:pathLst>
                <a:path w="1045" h="573" extrusionOk="0">
                  <a:moveTo>
                    <a:pt x="1044" y="1"/>
                  </a:moveTo>
                  <a:lnTo>
                    <a:pt x="573" y="236"/>
                  </a:lnTo>
                  <a:lnTo>
                    <a:pt x="337" y="304"/>
                  </a:lnTo>
                  <a:lnTo>
                    <a:pt x="68" y="371"/>
                  </a:lnTo>
                  <a:lnTo>
                    <a:pt x="1" y="405"/>
                  </a:lnTo>
                  <a:lnTo>
                    <a:pt x="1" y="472"/>
                  </a:lnTo>
                  <a:lnTo>
                    <a:pt x="34" y="506"/>
                  </a:lnTo>
                  <a:lnTo>
                    <a:pt x="68" y="573"/>
                  </a:lnTo>
                  <a:lnTo>
                    <a:pt x="304" y="573"/>
                  </a:lnTo>
                  <a:lnTo>
                    <a:pt x="573" y="539"/>
                  </a:lnTo>
                  <a:lnTo>
                    <a:pt x="809" y="438"/>
                  </a:lnTo>
                  <a:lnTo>
                    <a:pt x="1044" y="337"/>
                  </a:lnTo>
                  <a:lnTo>
                    <a:pt x="104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5" name="Google Shape;1805;p12"/>
            <p:cNvSpPr/>
            <p:nvPr/>
          </p:nvSpPr>
          <p:spPr>
            <a:xfrm>
              <a:off x="6842003" y="2509590"/>
              <a:ext cx="20153" cy="16819"/>
            </a:xfrm>
            <a:custGeom>
              <a:avLst/>
              <a:gdLst/>
              <a:ahLst/>
              <a:cxnLst/>
              <a:rect l="l" t="t" r="r" b="b"/>
              <a:pathLst>
                <a:path w="405" h="338" extrusionOk="0">
                  <a:moveTo>
                    <a:pt x="404" y="1"/>
                  </a:moveTo>
                  <a:lnTo>
                    <a:pt x="236" y="68"/>
                  </a:lnTo>
                  <a:lnTo>
                    <a:pt x="68" y="135"/>
                  </a:lnTo>
                  <a:lnTo>
                    <a:pt x="0" y="203"/>
                  </a:lnTo>
                  <a:lnTo>
                    <a:pt x="0" y="270"/>
                  </a:lnTo>
                  <a:lnTo>
                    <a:pt x="34" y="304"/>
                  </a:lnTo>
                  <a:lnTo>
                    <a:pt x="101" y="337"/>
                  </a:lnTo>
                  <a:lnTo>
                    <a:pt x="270" y="337"/>
                  </a:lnTo>
                  <a:lnTo>
                    <a:pt x="404" y="304"/>
                  </a:lnTo>
                  <a:lnTo>
                    <a:pt x="4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806" name="Google Shape;1806;p12"/>
          <p:cNvGrpSpPr/>
          <p:nvPr/>
        </p:nvGrpSpPr>
        <p:grpSpPr>
          <a:xfrm>
            <a:off x="8106707" y="3508074"/>
            <a:ext cx="1037098" cy="1476031"/>
            <a:chOff x="5825057" y="3508074"/>
            <a:chExt cx="1037098" cy="1476031"/>
          </a:xfrm>
        </p:grpSpPr>
        <p:sp>
          <p:nvSpPr>
            <p:cNvPr id="1807" name="Google Shape;1807;p12"/>
            <p:cNvSpPr/>
            <p:nvPr/>
          </p:nvSpPr>
          <p:spPr>
            <a:xfrm>
              <a:off x="5825057" y="3508074"/>
              <a:ext cx="1037098" cy="1476031"/>
            </a:xfrm>
            <a:custGeom>
              <a:avLst/>
              <a:gdLst/>
              <a:ahLst/>
              <a:cxnLst/>
              <a:rect l="l" t="t" r="r" b="b"/>
              <a:pathLst>
                <a:path w="20842" h="29663" extrusionOk="0">
                  <a:moveTo>
                    <a:pt x="19394" y="10707"/>
                  </a:moveTo>
                  <a:lnTo>
                    <a:pt x="19427" y="10876"/>
                  </a:lnTo>
                  <a:lnTo>
                    <a:pt x="19495" y="11044"/>
                  </a:lnTo>
                  <a:lnTo>
                    <a:pt x="19663" y="11347"/>
                  </a:lnTo>
                  <a:lnTo>
                    <a:pt x="19865" y="11616"/>
                  </a:lnTo>
                  <a:lnTo>
                    <a:pt x="19966" y="11717"/>
                  </a:lnTo>
                  <a:lnTo>
                    <a:pt x="20101" y="11818"/>
                  </a:lnTo>
                  <a:lnTo>
                    <a:pt x="19865" y="12458"/>
                  </a:lnTo>
                  <a:lnTo>
                    <a:pt x="19798" y="12357"/>
                  </a:lnTo>
                  <a:lnTo>
                    <a:pt x="19730" y="12222"/>
                  </a:lnTo>
                  <a:lnTo>
                    <a:pt x="19495" y="11785"/>
                  </a:lnTo>
                  <a:lnTo>
                    <a:pt x="19326" y="11549"/>
                  </a:lnTo>
                  <a:lnTo>
                    <a:pt x="19225" y="11414"/>
                  </a:lnTo>
                  <a:lnTo>
                    <a:pt x="19091" y="11347"/>
                  </a:lnTo>
                  <a:lnTo>
                    <a:pt x="19394" y="10707"/>
                  </a:lnTo>
                  <a:close/>
                  <a:moveTo>
                    <a:pt x="19023" y="11448"/>
                  </a:moveTo>
                  <a:lnTo>
                    <a:pt x="19225" y="11717"/>
                  </a:lnTo>
                  <a:lnTo>
                    <a:pt x="19394" y="12020"/>
                  </a:lnTo>
                  <a:lnTo>
                    <a:pt x="19528" y="12357"/>
                  </a:lnTo>
                  <a:lnTo>
                    <a:pt x="19629" y="12525"/>
                  </a:lnTo>
                  <a:lnTo>
                    <a:pt x="19764" y="12626"/>
                  </a:lnTo>
                  <a:lnTo>
                    <a:pt x="19798" y="12626"/>
                  </a:lnTo>
                  <a:lnTo>
                    <a:pt x="19629" y="13165"/>
                  </a:lnTo>
                  <a:lnTo>
                    <a:pt x="19394" y="12828"/>
                  </a:lnTo>
                  <a:lnTo>
                    <a:pt x="19192" y="12424"/>
                  </a:lnTo>
                  <a:lnTo>
                    <a:pt x="18990" y="12020"/>
                  </a:lnTo>
                  <a:lnTo>
                    <a:pt x="18956" y="12020"/>
                  </a:lnTo>
                  <a:lnTo>
                    <a:pt x="18922" y="12054"/>
                  </a:lnTo>
                  <a:lnTo>
                    <a:pt x="18956" y="12256"/>
                  </a:lnTo>
                  <a:lnTo>
                    <a:pt x="19023" y="12458"/>
                  </a:lnTo>
                  <a:lnTo>
                    <a:pt x="19192" y="12828"/>
                  </a:lnTo>
                  <a:lnTo>
                    <a:pt x="19360" y="13098"/>
                  </a:lnTo>
                  <a:lnTo>
                    <a:pt x="19427" y="13266"/>
                  </a:lnTo>
                  <a:lnTo>
                    <a:pt x="19562" y="13367"/>
                  </a:lnTo>
                  <a:lnTo>
                    <a:pt x="19259" y="14108"/>
                  </a:lnTo>
                  <a:lnTo>
                    <a:pt x="19192" y="13973"/>
                  </a:lnTo>
                  <a:lnTo>
                    <a:pt x="19091" y="13805"/>
                  </a:lnTo>
                  <a:lnTo>
                    <a:pt x="18922" y="13535"/>
                  </a:lnTo>
                  <a:lnTo>
                    <a:pt x="18687" y="13098"/>
                  </a:lnTo>
                  <a:lnTo>
                    <a:pt x="18417" y="12694"/>
                  </a:lnTo>
                  <a:lnTo>
                    <a:pt x="18821" y="11919"/>
                  </a:lnTo>
                  <a:lnTo>
                    <a:pt x="19023" y="11448"/>
                  </a:lnTo>
                  <a:close/>
                  <a:moveTo>
                    <a:pt x="18350" y="12828"/>
                  </a:moveTo>
                  <a:lnTo>
                    <a:pt x="18518" y="13199"/>
                  </a:lnTo>
                  <a:lnTo>
                    <a:pt x="18687" y="13535"/>
                  </a:lnTo>
                  <a:lnTo>
                    <a:pt x="18889" y="13939"/>
                  </a:lnTo>
                  <a:lnTo>
                    <a:pt x="19023" y="14142"/>
                  </a:lnTo>
                  <a:lnTo>
                    <a:pt x="19158" y="14276"/>
                  </a:lnTo>
                  <a:lnTo>
                    <a:pt x="19124" y="14377"/>
                  </a:lnTo>
                  <a:lnTo>
                    <a:pt x="18922" y="14781"/>
                  </a:lnTo>
                  <a:lnTo>
                    <a:pt x="18788" y="14512"/>
                  </a:lnTo>
                  <a:lnTo>
                    <a:pt x="18653" y="14310"/>
                  </a:lnTo>
                  <a:lnTo>
                    <a:pt x="18384" y="13805"/>
                  </a:lnTo>
                  <a:lnTo>
                    <a:pt x="18249" y="13535"/>
                  </a:lnTo>
                  <a:lnTo>
                    <a:pt x="18215" y="13401"/>
                  </a:lnTo>
                  <a:lnTo>
                    <a:pt x="18215" y="13266"/>
                  </a:lnTo>
                  <a:lnTo>
                    <a:pt x="18215" y="13232"/>
                  </a:lnTo>
                  <a:lnTo>
                    <a:pt x="18182" y="13266"/>
                  </a:lnTo>
                  <a:lnTo>
                    <a:pt x="18182" y="13266"/>
                  </a:lnTo>
                  <a:lnTo>
                    <a:pt x="18350" y="12828"/>
                  </a:lnTo>
                  <a:close/>
                  <a:moveTo>
                    <a:pt x="18182" y="13266"/>
                  </a:moveTo>
                  <a:lnTo>
                    <a:pt x="18148" y="13468"/>
                  </a:lnTo>
                  <a:lnTo>
                    <a:pt x="18148" y="13670"/>
                  </a:lnTo>
                  <a:lnTo>
                    <a:pt x="18215" y="13872"/>
                  </a:lnTo>
                  <a:lnTo>
                    <a:pt x="18316" y="14074"/>
                  </a:lnTo>
                  <a:lnTo>
                    <a:pt x="18518" y="14546"/>
                  </a:lnTo>
                  <a:lnTo>
                    <a:pt x="18653" y="14781"/>
                  </a:lnTo>
                  <a:lnTo>
                    <a:pt x="18788" y="15017"/>
                  </a:lnTo>
                  <a:lnTo>
                    <a:pt x="18619" y="15387"/>
                  </a:lnTo>
                  <a:lnTo>
                    <a:pt x="18552" y="15185"/>
                  </a:lnTo>
                  <a:lnTo>
                    <a:pt x="18451" y="14983"/>
                  </a:lnTo>
                  <a:lnTo>
                    <a:pt x="18249" y="14613"/>
                  </a:lnTo>
                  <a:lnTo>
                    <a:pt x="18081" y="14310"/>
                  </a:lnTo>
                  <a:lnTo>
                    <a:pt x="17980" y="14175"/>
                  </a:lnTo>
                  <a:lnTo>
                    <a:pt x="17845" y="14041"/>
                  </a:lnTo>
                  <a:lnTo>
                    <a:pt x="18182" y="13266"/>
                  </a:lnTo>
                  <a:close/>
                  <a:moveTo>
                    <a:pt x="17777" y="14209"/>
                  </a:moveTo>
                  <a:lnTo>
                    <a:pt x="17946" y="14512"/>
                  </a:lnTo>
                  <a:lnTo>
                    <a:pt x="18114" y="14781"/>
                  </a:lnTo>
                  <a:lnTo>
                    <a:pt x="18283" y="15185"/>
                  </a:lnTo>
                  <a:lnTo>
                    <a:pt x="18384" y="15387"/>
                  </a:lnTo>
                  <a:lnTo>
                    <a:pt x="18485" y="15589"/>
                  </a:lnTo>
                  <a:lnTo>
                    <a:pt x="18518" y="15589"/>
                  </a:lnTo>
                  <a:lnTo>
                    <a:pt x="18283" y="16094"/>
                  </a:lnTo>
                  <a:lnTo>
                    <a:pt x="18081" y="15758"/>
                  </a:lnTo>
                  <a:lnTo>
                    <a:pt x="17845" y="15286"/>
                  </a:lnTo>
                  <a:lnTo>
                    <a:pt x="17609" y="14815"/>
                  </a:lnTo>
                  <a:lnTo>
                    <a:pt x="17575" y="14781"/>
                  </a:lnTo>
                  <a:lnTo>
                    <a:pt x="17542" y="14781"/>
                  </a:lnTo>
                  <a:lnTo>
                    <a:pt x="17777" y="14209"/>
                  </a:lnTo>
                  <a:close/>
                  <a:moveTo>
                    <a:pt x="17508" y="14882"/>
                  </a:moveTo>
                  <a:lnTo>
                    <a:pt x="17575" y="15084"/>
                  </a:lnTo>
                  <a:lnTo>
                    <a:pt x="17643" y="15286"/>
                  </a:lnTo>
                  <a:lnTo>
                    <a:pt x="17811" y="15657"/>
                  </a:lnTo>
                  <a:lnTo>
                    <a:pt x="18148" y="16364"/>
                  </a:lnTo>
                  <a:lnTo>
                    <a:pt x="17878" y="16970"/>
                  </a:lnTo>
                  <a:lnTo>
                    <a:pt x="17643" y="16532"/>
                  </a:lnTo>
                  <a:lnTo>
                    <a:pt x="17407" y="16128"/>
                  </a:lnTo>
                  <a:lnTo>
                    <a:pt x="17205" y="15758"/>
                  </a:lnTo>
                  <a:lnTo>
                    <a:pt x="17508" y="14882"/>
                  </a:lnTo>
                  <a:close/>
                  <a:moveTo>
                    <a:pt x="17138" y="15892"/>
                  </a:moveTo>
                  <a:lnTo>
                    <a:pt x="17474" y="16633"/>
                  </a:lnTo>
                  <a:lnTo>
                    <a:pt x="17609" y="16902"/>
                  </a:lnTo>
                  <a:lnTo>
                    <a:pt x="17777" y="17205"/>
                  </a:lnTo>
                  <a:lnTo>
                    <a:pt x="17643" y="17441"/>
                  </a:lnTo>
                  <a:lnTo>
                    <a:pt x="17373" y="16936"/>
                  </a:lnTo>
                  <a:lnTo>
                    <a:pt x="17003" y="16229"/>
                  </a:lnTo>
                  <a:lnTo>
                    <a:pt x="17138" y="15892"/>
                  </a:lnTo>
                  <a:close/>
                  <a:moveTo>
                    <a:pt x="16936" y="16431"/>
                  </a:moveTo>
                  <a:lnTo>
                    <a:pt x="17037" y="16768"/>
                  </a:lnTo>
                  <a:lnTo>
                    <a:pt x="17171" y="17104"/>
                  </a:lnTo>
                  <a:lnTo>
                    <a:pt x="17340" y="17441"/>
                  </a:lnTo>
                  <a:lnTo>
                    <a:pt x="17441" y="17576"/>
                  </a:lnTo>
                  <a:lnTo>
                    <a:pt x="17542" y="17677"/>
                  </a:lnTo>
                  <a:lnTo>
                    <a:pt x="17340" y="18114"/>
                  </a:lnTo>
                  <a:lnTo>
                    <a:pt x="17104" y="17677"/>
                  </a:lnTo>
                  <a:lnTo>
                    <a:pt x="16936" y="17374"/>
                  </a:lnTo>
                  <a:lnTo>
                    <a:pt x="16700" y="17037"/>
                  </a:lnTo>
                  <a:lnTo>
                    <a:pt x="16936" y="16431"/>
                  </a:lnTo>
                  <a:close/>
                  <a:moveTo>
                    <a:pt x="16666" y="17172"/>
                  </a:moveTo>
                  <a:lnTo>
                    <a:pt x="16868" y="17542"/>
                  </a:lnTo>
                  <a:lnTo>
                    <a:pt x="17037" y="17912"/>
                  </a:lnTo>
                  <a:lnTo>
                    <a:pt x="17104" y="18148"/>
                  </a:lnTo>
                  <a:lnTo>
                    <a:pt x="17239" y="18384"/>
                  </a:lnTo>
                  <a:lnTo>
                    <a:pt x="16902" y="19124"/>
                  </a:lnTo>
                  <a:lnTo>
                    <a:pt x="16767" y="18922"/>
                  </a:lnTo>
                  <a:lnTo>
                    <a:pt x="16532" y="18316"/>
                  </a:lnTo>
                  <a:lnTo>
                    <a:pt x="16464" y="18148"/>
                  </a:lnTo>
                  <a:lnTo>
                    <a:pt x="16397" y="18081"/>
                  </a:lnTo>
                  <a:lnTo>
                    <a:pt x="16363" y="18013"/>
                  </a:lnTo>
                  <a:lnTo>
                    <a:pt x="16464" y="17744"/>
                  </a:lnTo>
                  <a:lnTo>
                    <a:pt x="16666" y="17172"/>
                  </a:lnTo>
                  <a:close/>
                  <a:moveTo>
                    <a:pt x="6499" y="8654"/>
                  </a:moveTo>
                  <a:lnTo>
                    <a:pt x="9428" y="9866"/>
                  </a:lnTo>
                  <a:lnTo>
                    <a:pt x="10876" y="10472"/>
                  </a:lnTo>
                  <a:lnTo>
                    <a:pt x="12323" y="11111"/>
                  </a:lnTo>
                  <a:lnTo>
                    <a:pt x="13030" y="11414"/>
                  </a:lnTo>
                  <a:lnTo>
                    <a:pt x="13771" y="11684"/>
                  </a:lnTo>
                  <a:lnTo>
                    <a:pt x="14478" y="11987"/>
                  </a:lnTo>
                  <a:lnTo>
                    <a:pt x="15185" y="12290"/>
                  </a:lnTo>
                  <a:lnTo>
                    <a:pt x="16464" y="12963"/>
                  </a:lnTo>
                  <a:lnTo>
                    <a:pt x="17104" y="13232"/>
                  </a:lnTo>
                  <a:lnTo>
                    <a:pt x="17441" y="13367"/>
                  </a:lnTo>
                  <a:lnTo>
                    <a:pt x="17811" y="13468"/>
                  </a:lnTo>
                  <a:lnTo>
                    <a:pt x="17138" y="15084"/>
                  </a:lnTo>
                  <a:lnTo>
                    <a:pt x="16801" y="15892"/>
                  </a:lnTo>
                  <a:lnTo>
                    <a:pt x="16532" y="16734"/>
                  </a:lnTo>
                  <a:lnTo>
                    <a:pt x="16027" y="18047"/>
                  </a:lnTo>
                  <a:lnTo>
                    <a:pt x="15488" y="19326"/>
                  </a:lnTo>
                  <a:lnTo>
                    <a:pt x="14882" y="19023"/>
                  </a:lnTo>
                  <a:lnTo>
                    <a:pt x="14276" y="18788"/>
                  </a:lnTo>
                  <a:lnTo>
                    <a:pt x="13030" y="18316"/>
                  </a:lnTo>
                  <a:lnTo>
                    <a:pt x="12290" y="17980"/>
                  </a:lnTo>
                  <a:lnTo>
                    <a:pt x="11583" y="17643"/>
                  </a:lnTo>
                  <a:lnTo>
                    <a:pt x="10876" y="17273"/>
                  </a:lnTo>
                  <a:lnTo>
                    <a:pt x="10135" y="16970"/>
                  </a:lnTo>
                  <a:lnTo>
                    <a:pt x="8586" y="16330"/>
                  </a:lnTo>
                  <a:lnTo>
                    <a:pt x="7037" y="15657"/>
                  </a:lnTo>
                  <a:lnTo>
                    <a:pt x="5455" y="14983"/>
                  </a:lnTo>
                  <a:lnTo>
                    <a:pt x="4681" y="14680"/>
                  </a:lnTo>
                  <a:lnTo>
                    <a:pt x="3873" y="14377"/>
                  </a:lnTo>
                  <a:lnTo>
                    <a:pt x="3906" y="14310"/>
                  </a:lnTo>
                  <a:lnTo>
                    <a:pt x="4815" y="12290"/>
                  </a:lnTo>
                  <a:lnTo>
                    <a:pt x="5724" y="10303"/>
                  </a:lnTo>
                  <a:lnTo>
                    <a:pt x="6499" y="8654"/>
                  </a:lnTo>
                  <a:close/>
                  <a:moveTo>
                    <a:pt x="16262" y="18215"/>
                  </a:moveTo>
                  <a:lnTo>
                    <a:pt x="16330" y="18485"/>
                  </a:lnTo>
                  <a:lnTo>
                    <a:pt x="16431" y="18821"/>
                  </a:lnTo>
                  <a:lnTo>
                    <a:pt x="16599" y="19158"/>
                  </a:lnTo>
                  <a:lnTo>
                    <a:pt x="16767" y="19427"/>
                  </a:lnTo>
                  <a:lnTo>
                    <a:pt x="16599" y="19730"/>
                  </a:lnTo>
                  <a:lnTo>
                    <a:pt x="16397" y="19192"/>
                  </a:lnTo>
                  <a:lnTo>
                    <a:pt x="16229" y="18922"/>
                  </a:lnTo>
                  <a:lnTo>
                    <a:pt x="16060" y="18720"/>
                  </a:lnTo>
                  <a:lnTo>
                    <a:pt x="16262" y="18215"/>
                  </a:lnTo>
                  <a:close/>
                  <a:moveTo>
                    <a:pt x="15993" y="18855"/>
                  </a:moveTo>
                  <a:lnTo>
                    <a:pt x="16229" y="19427"/>
                  </a:lnTo>
                  <a:lnTo>
                    <a:pt x="16363" y="19730"/>
                  </a:lnTo>
                  <a:lnTo>
                    <a:pt x="16498" y="20000"/>
                  </a:lnTo>
                  <a:lnTo>
                    <a:pt x="16363" y="20303"/>
                  </a:lnTo>
                  <a:lnTo>
                    <a:pt x="16195" y="20000"/>
                  </a:lnTo>
                  <a:lnTo>
                    <a:pt x="16027" y="19596"/>
                  </a:lnTo>
                  <a:lnTo>
                    <a:pt x="15892" y="19158"/>
                  </a:lnTo>
                  <a:lnTo>
                    <a:pt x="15993" y="18855"/>
                  </a:lnTo>
                  <a:close/>
                  <a:moveTo>
                    <a:pt x="15791" y="19394"/>
                  </a:moveTo>
                  <a:lnTo>
                    <a:pt x="15858" y="19764"/>
                  </a:lnTo>
                  <a:lnTo>
                    <a:pt x="15926" y="20067"/>
                  </a:lnTo>
                  <a:lnTo>
                    <a:pt x="16027" y="20370"/>
                  </a:lnTo>
                  <a:lnTo>
                    <a:pt x="16094" y="20505"/>
                  </a:lnTo>
                  <a:lnTo>
                    <a:pt x="16195" y="20639"/>
                  </a:lnTo>
                  <a:lnTo>
                    <a:pt x="16060" y="20942"/>
                  </a:lnTo>
                  <a:lnTo>
                    <a:pt x="15858" y="20505"/>
                  </a:lnTo>
                  <a:lnTo>
                    <a:pt x="15724" y="20235"/>
                  </a:lnTo>
                  <a:lnTo>
                    <a:pt x="15589" y="19932"/>
                  </a:lnTo>
                  <a:lnTo>
                    <a:pt x="15791" y="19394"/>
                  </a:lnTo>
                  <a:close/>
                  <a:moveTo>
                    <a:pt x="15522" y="20067"/>
                  </a:moveTo>
                  <a:lnTo>
                    <a:pt x="15757" y="20740"/>
                  </a:lnTo>
                  <a:lnTo>
                    <a:pt x="15825" y="20976"/>
                  </a:lnTo>
                  <a:lnTo>
                    <a:pt x="15892" y="21111"/>
                  </a:lnTo>
                  <a:lnTo>
                    <a:pt x="15959" y="21212"/>
                  </a:lnTo>
                  <a:lnTo>
                    <a:pt x="15858" y="21447"/>
                  </a:lnTo>
                  <a:lnTo>
                    <a:pt x="15690" y="21144"/>
                  </a:lnTo>
                  <a:lnTo>
                    <a:pt x="15353" y="20437"/>
                  </a:lnTo>
                  <a:lnTo>
                    <a:pt x="15522" y="20067"/>
                  </a:lnTo>
                  <a:close/>
                  <a:moveTo>
                    <a:pt x="15286" y="20606"/>
                  </a:moveTo>
                  <a:lnTo>
                    <a:pt x="15488" y="21245"/>
                  </a:lnTo>
                  <a:lnTo>
                    <a:pt x="15589" y="21515"/>
                  </a:lnTo>
                  <a:lnTo>
                    <a:pt x="15724" y="21750"/>
                  </a:lnTo>
                  <a:lnTo>
                    <a:pt x="15555" y="22155"/>
                  </a:lnTo>
                  <a:lnTo>
                    <a:pt x="15454" y="21919"/>
                  </a:lnTo>
                  <a:lnTo>
                    <a:pt x="15353" y="21683"/>
                  </a:lnTo>
                  <a:lnTo>
                    <a:pt x="15219" y="21414"/>
                  </a:lnTo>
                  <a:lnTo>
                    <a:pt x="15084" y="21144"/>
                  </a:lnTo>
                  <a:lnTo>
                    <a:pt x="15286" y="20606"/>
                  </a:lnTo>
                  <a:close/>
                  <a:moveTo>
                    <a:pt x="15017" y="21279"/>
                  </a:moveTo>
                  <a:lnTo>
                    <a:pt x="15185" y="21750"/>
                  </a:lnTo>
                  <a:lnTo>
                    <a:pt x="15286" y="22087"/>
                  </a:lnTo>
                  <a:lnTo>
                    <a:pt x="15353" y="22222"/>
                  </a:lnTo>
                  <a:lnTo>
                    <a:pt x="15454" y="22357"/>
                  </a:lnTo>
                  <a:lnTo>
                    <a:pt x="15488" y="22357"/>
                  </a:lnTo>
                  <a:lnTo>
                    <a:pt x="15320" y="22794"/>
                  </a:lnTo>
                  <a:lnTo>
                    <a:pt x="15151" y="22525"/>
                  </a:lnTo>
                  <a:lnTo>
                    <a:pt x="14949" y="22188"/>
                  </a:lnTo>
                  <a:lnTo>
                    <a:pt x="14781" y="21885"/>
                  </a:lnTo>
                  <a:lnTo>
                    <a:pt x="15017" y="21279"/>
                  </a:lnTo>
                  <a:close/>
                  <a:moveTo>
                    <a:pt x="14747" y="21986"/>
                  </a:moveTo>
                  <a:lnTo>
                    <a:pt x="14815" y="22289"/>
                  </a:lnTo>
                  <a:lnTo>
                    <a:pt x="14949" y="22525"/>
                  </a:lnTo>
                  <a:lnTo>
                    <a:pt x="15050" y="22794"/>
                  </a:lnTo>
                  <a:lnTo>
                    <a:pt x="15219" y="23064"/>
                  </a:lnTo>
                  <a:lnTo>
                    <a:pt x="15050" y="23400"/>
                  </a:lnTo>
                  <a:lnTo>
                    <a:pt x="14949" y="23198"/>
                  </a:lnTo>
                  <a:lnTo>
                    <a:pt x="14882" y="22996"/>
                  </a:lnTo>
                  <a:lnTo>
                    <a:pt x="14747" y="22693"/>
                  </a:lnTo>
                  <a:lnTo>
                    <a:pt x="14579" y="22390"/>
                  </a:lnTo>
                  <a:lnTo>
                    <a:pt x="14747" y="21986"/>
                  </a:lnTo>
                  <a:close/>
                  <a:moveTo>
                    <a:pt x="14545" y="22458"/>
                  </a:moveTo>
                  <a:lnTo>
                    <a:pt x="14680" y="23097"/>
                  </a:lnTo>
                  <a:lnTo>
                    <a:pt x="14815" y="23400"/>
                  </a:lnTo>
                  <a:lnTo>
                    <a:pt x="14882" y="23535"/>
                  </a:lnTo>
                  <a:lnTo>
                    <a:pt x="14983" y="23670"/>
                  </a:lnTo>
                  <a:lnTo>
                    <a:pt x="14815" y="24074"/>
                  </a:lnTo>
                  <a:lnTo>
                    <a:pt x="14680" y="23771"/>
                  </a:lnTo>
                  <a:lnTo>
                    <a:pt x="14478" y="23434"/>
                  </a:lnTo>
                  <a:lnTo>
                    <a:pt x="14377" y="23299"/>
                  </a:lnTo>
                  <a:lnTo>
                    <a:pt x="14276" y="23131"/>
                  </a:lnTo>
                  <a:lnTo>
                    <a:pt x="14545" y="22458"/>
                  </a:lnTo>
                  <a:close/>
                  <a:moveTo>
                    <a:pt x="14242" y="23198"/>
                  </a:moveTo>
                  <a:lnTo>
                    <a:pt x="14512" y="23905"/>
                  </a:lnTo>
                  <a:lnTo>
                    <a:pt x="14613" y="24141"/>
                  </a:lnTo>
                  <a:lnTo>
                    <a:pt x="14714" y="24343"/>
                  </a:lnTo>
                  <a:lnTo>
                    <a:pt x="14613" y="24713"/>
                  </a:lnTo>
                  <a:lnTo>
                    <a:pt x="14478" y="24444"/>
                  </a:lnTo>
                  <a:lnTo>
                    <a:pt x="14377" y="24175"/>
                  </a:lnTo>
                  <a:lnTo>
                    <a:pt x="14242" y="23905"/>
                  </a:lnTo>
                  <a:lnTo>
                    <a:pt x="14074" y="23670"/>
                  </a:lnTo>
                  <a:lnTo>
                    <a:pt x="14108" y="23569"/>
                  </a:lnTo>
                  <a:lnTo>
                    <a:pt x="14242" y="23198"/>
                  </a:lnTo>
                  <a:close/>
                  <a:moveTo>
                    <a:pt x="13973" y="23838"/>
                  </a:moveTo>
                  <a:lnTo>
                    <a:pt x="14007" y="23939"/>
                  </a:lnTo>
                  <a:lnTo>
                    <a:pt x="14242" y="24511"/>
                  </a:lnTo>
                  <a:lnTo>
                    <a:pt x="14343" y="24747"/>
                  </a:lnTo>
                  <a:lnTo>
                    <a:pt x="14411" y="24882"/>
                  </a:lnTo>
                  <a:lnTo>
                    <a:pt x="14478" y="25016"/>
                  </a:lnTo>
                  <a:lnTo>
                    <a:pt x="14343" y="25420"/>
                  </a:lnTo>
                  <a:lnTo>
                    <a:pt x="14276" y="25319"/>
                  </a:lnTo>
                  <a:lnTo>
                    <a:pt x="14209" y="25218"/>
                  </a:lnTo>
                  <a:lnTo>
                    <a:pt x="14141" y="25117"/>
                  </a:lnTo>
                  <a:lnTo>
                    <a:pt x="14040" y="24915"/>
                  </a:lnTo>
                  <a:lnTo>
                    <a:pt x="13939" y="24646"/>
                  </a:lnTo>
                  <a:lnTo>
                    <a:pt x="13838" y="24511"/>
                  </a:lnTo>
                  <a:lnTo>
                    <a:pt x="13737" y="24410"/>
                  </a:lnTo>
                  <a:lnTo>
                    <a:pt x="13973" y="23838"/>
                  </a:lnTo>
                  <a:close/>
                  <a:moveTo>
                    <a:pt x="13704" y="24511"/>
                  </a:moveTo>
                  <a:lnTo>
                    <a:pt x="13838" y="24848"/>
                  </a:lnTo>
                  <a:lnTo>
                    <a:pt x="13973" y="25185"/>
                  </a:lnTo>
                  <a:lnTo>
                    <a:pt x="14108" y="25387"/>
                  </a:lnTo>
                  <a:lnTo>
                    <a:pt x="14175" y="25521"/>
                  </a:lnTo>
                  <a:lnTo>
                    <a:pt x="14310" y="25555"/>
                  </a:lnTo>
                  <a:lnTo>
                    <a:pt x="14108" y="26127"/>
                  </a:lnTo>
                  <a:lnTo>
                    <a:pt x="14040" y="26026"/>
                  </a:lnTo>
                  <a:lnTo>
                    <a:pt x="13838" y="25521"/>
                  </a:lnTo>
                  <a:lnTo>
                    <a:pt x="13704" y="25218"/>
                  </a:lnTo>
                  <a:lnTo>
                    <a:pt x="13603" y="25084"/>
                  </a:lnTo>
                  <a:lnTo>
                    <a:pt x="13502" y="24983"/>
                  </a:lnTo>
                  <a:lnTo>
                    <a:pt x="13704" y="24511"/>
                  </a:lnTo>
                  <a:close/>
                  <a:moveTo>
                    <a:pt x="13468" y="25050"/>
                  </a:moveTo>
                  <a:lnTo>
                    <a:pt x="13569" y="25218"/>
                  </a:lnTo>
                  <a:lnTo>
                    <a:pt x="13636" y="25420"/>
                  </a:lnTo>
                  <a:lnTo>
                    <a:pt x="13737" y="25757"/>
                  </a:lnTo>
                  <a:lnTo>
                    <a:pt x="13838" y="26060"/>
                  </a:lnTo>
                  <a:lnTo>
                    <a:pt x="13906" y="26195"/>
                  </a:lnTo>
                  <a:lnTo>
                    <a:pt x="14007" y="26329"/>
                  </a:lnTo>
                  <a:lnTo>
                    <a:pt x="13838" y="26733"/>
                  </a:lnTo>
                  <a:lnTo>
                    <a:pt x="13670" y="26397"/>
                  </a:lnTo>
                  <a:lnTo>
                    <a:pt x="13569" y="26094"/>
                  </a:lnTo>
                  <a:lnTo>
                    <a:pt x="13468" y="25757"/>
                  </a:lnTo>
                  <a:lnTo>
                    <a:pt x="13333" y="25454"/>
                  </a:lnTo>
                  <a:lnTo>
                    <a:pt x="13300" y="25454"/>
                  </a:lnTo>
                  <a:lnTo>
                    <a:pt x="13468" y="25050"/>
                  </a:lnTo>
                  <a:close/>
                  <a:moveTo>
                    <a:pt x="13266" y="25521"/>
                  </a:moveTo>
                  <a:lnTo>
                    <a:pt x="13333" y="25892"/>
                  </a:lnTo>
                  <a:lnTo>
                    <a:pt x="13401" y="26262"/>
                  </a:lnTo>
                  <a:lnTo>
                    <a:pt x="13468" y="26430"/>
                  </a:lnTo>
                  <a:lnTo>
                    <a:pt x="13535" y="26599"/>
                  </a:lnTo>
                  <a:lnTo>
                    <a:pt x="13603" y="26767"/>
                  </a:lnTo>
                  <a:lnTo>
                    <a:pt x="13737" y="26902"/>
                  </a:lnTo>
                  <a:lnTo>
                    <a:pt x="13603" y="27238"/>
                  </a:lnTo>
                  <a:lnTo>
                    <a:pt x="13367" y="26834"/>
                  </a:lnTo>
                  <a:lnTo>
                    <a:pt x="13199" y="26498"/>
                  </a:lnTo>
                  <a:lnTo>
                    <a:pt x="12997" y="26195"/>
                  </a:lnTo>
                  <a:lnTo>
                    <a:pt x="13266" y="25521"/>
                  </a:lnTo>
                  <a:close/>
                  <a:moveTo>
                    <a:pt x="270" y="23400"/>
                  </a:moveTo>
                  <a:lnTo>
                    <a:pt x="405" y="23569"/>
                  </a:lnTo>
                  <a:lnTo>
                    <a:pt x="573" y="23703"/>
                  </a:lnTo>
                  <a:lnTo>
                    <a:pt x="741" y="23838"/>
                  </a:lnTo>
                  <a:lnTo>
                    <a:pt x="977" y="23939"/>
                  </a:lnTo>
                  <a:lnTo>
                    <a:pt x="1381" y="24141"/>
                  </a:lnTo>
                  <a:lnTo>
                    <a:pt x="1785" y="24276"/>
                  </a:lnTo>
                  <a:lnTo>
                    <a:pt x="3469" y="24949"/>
                  </a:lnTo>
                  <a:lnTo>
                    <a:pt x="4310" y="25286"/>
                  </a:lnTo>
                  <a:lnTo>
                    <a:pt x="5152" y="25589"/>
                  </a:lnTo>
                  <a:lnTo>
                    <a:pt x="6936" y="26262"/>
                  </a:lnTo>
                  <a:lnTo>
                    <a:pt x="8721" y="26969"/>
                  </a:lnTo>
                  <a:lnTo>
                    <a:pt x="9529" y="27339"/>
                  </a:lnTo>
                  <a:lnTo>
                    <a:pt x="9529" y="27339"/>
                  </a:lnTo>
                  <a:lnTo>
                    <a:pt x="7273" y="26531"/>
                  </a:lnTo>
                  <a:lnTo>
                    <a:pt x="5455" y="25892"/>
                  </a:lnTo>
                  <a:lnTo>
                    <a:pt x="4546" y="25555"/>
                  </a:lnTo>
                  <a:lnTo>
                    <a:pt x="3637" y="25218"/>
                  </a:lnTo>
                  <a:lnTo>
                    <a:pt x="3536" y="25185"/>
                  </a:lnTo>
                  <a:lnTo>
                    <a:pt x="2896" y="24915"/>
                  </a:lnTo>
                  <a:lnTo>
                    <a:pt x="2223" y="24612"/>
                  </a:lnTo>
                  <a:lnTo>
                    <a:pt x="1583" y="24276"/>
                  </a:lnTo>
                  <a:lnTo>
                    <a:pt x="910" y="23973"/>
                  </a:lnTo>
                  <a:lnTo>
                    <a:pt x="304" y="23602"/>
                  </a:lnTo>
                  <a:lnTo>
                    <a:pt x="236" y="23434"/>
                  </a:lnTo>
                  <a:lnTo>
                    <a:pt x="270" y="23400"/>
                  </a:lnTo>
                  <a:close/>
                  <a:moveTo>
                    <a:pt x="3940" y="14546"/>
                  </a:moveTo>
                  <a:lnTo>
                    <a:pt x="4041" y="14680"/>
                  </a:lnTo>
                  <a:lnTo>
                    <a:pt x="4512" y="14882"/>
                  </a:lnTo>
                  <a:lnTo>
                    <a:pt x="6431" y="15690"/>
                  </a:lnTo>
                  <a:lnTo>
                    <a:pt x="7879" y="16296"/>
                  </a:lnTo>
                  <a:lnTo>
                    <a:pt x="9360" y="16902"/>
                  </a:lnTo>
                  <a:lnTo>
                    <a:pt x="10135" y="17273"/>
                  </a:lnTo>
                  <a:lnTo>
                    <a:pt x="10909" y="17609"/>
                  </a:lnTo>
                  <a:lnTo>
                    <a:pt x="12458" y="18350"/>
                  </a:lnTo>
                  <a:lnTo>
                    <a:pt x="13199" y="18653"/>
                  </a:lnTo>
                  <a:lnTo>
                    <a:pt x="13939" y="18922"/>
                  </a:lnTo>
                  <a:lnTo>
                    <a:pt x="14680" y="19225"/>
                  </a:lnTo>
                  <a:lnTo>
                    <a:pt x="15050" y="19394"/>
                  </a:lnTo>
                  <a:lnTo>
                    <a:pt x="15387" y="19562"/>
                  </a:lnTo>
                  <a:lnTo>
                    <a:pt x="14781" y="21043"/>
                  </a:lnTo>
                  <a:lnTo>
                    <a:pt x="14478" y="21750"/>
                  </a:lnTo>
                  <a:lnTo>
                    <a:pt x="14175" y="22525"/>
                  </a:lnTo>
                  <a:lnTo>
                    <a:pt x="13603" y="24040"/>
                  </a:lnTo>
                  <a:lnTo>
                    <a:pt x="12963" y="25589"/>
                  </a:lnTo>
                  <a:lnTo>
                    <a:pt x="12727" y="26195"/>
                  </a:lnTo>
                  <a:lnTo>
                    <a:pt x="12492" y="26834"/>
                  </a:lnTo>
                  <a:lnTo>
                    <a:pt x="12357" y="27137"/>
                  </a:lnTo>
                  <a:lnTo>
                    <a:pt x="12189" y="27407"/>
                  </a:lnTo>
                  <a:lnTo>
                    <a:pt x="12020" y="27710"/>
                  </a:lnTo>
                  <a:lnTo>
                    <a:pt x="11818" y="27945"/>
                  </a:lnTo>
                  <a:lnTo>
                    <a:pt x="11212" y="27777"/>
                  </a:lnTo>
                  <a:lnTo>
                    <a:pt x="10640" y="27508"/>
                  </a:lnTo>
                  <a:lnTo>
                    <a:pt x="9495" y="27003"/>
                  </a:lnTo>
                  <a:lnTo>
                    <a:pt x="7845" y="26329"/>
                  </a:lnTo>
                  <a:lnTo>
                    <a:pt x="6196" y="25690"/>
                  </a:lnTo>
                  <a:lnTo>
                    <a:pt x="2829" y="24410"/>
                  </a:lnTo>
                  <a:lnTo>
                    <a:pt x="2189" y="24175"/>
                  </a:lnTo>
                  <a:lnTo>
                    <a:pt x="1550" y="23939"/>
                  </a:lnTo>
                  <a:lnTo>
                    <a:pt x="943" y="23636"/>
                  </a:lnTo>
                  <a:lnTo>
                    <a:pt x="640" y="23468"/>
                  </a:lnTo>
                  <a:lnTo>
                    <a:pt x="371" y="23266"/>
                  </a:lnTo>
                  <a:lnTo>
                    <a:pt x="371" y="23232"/>
                  </a:lnTo>
                  <a:lnTo>
                    <a:pt x="371" y="23198"/>
                  </a:lnTo>
                  <a:lnTo>
                    <a:pt x="405" y="23131"/>
                  </a:lnTo>
                  <a:lnTo>
                    <a:pt x="405" y="23064"/>
                  </a:lnTo>
                  <a:lnTo>
                    <a:pt x="472" y="22895"/>
                  </a:lnTo>
                  <a:lnTo>
                    <a:pt x="708" y="22155"/>
                  </a:lnTo>
                  <a:lnTo>
                    <a:pt x="1583" y="19932"/>
                  </a:lnTo>
                  <a:lnTo>
                    <a:pt x="2661" y="17239"/>
                  </a:lnTo>
                  <a:lnTo>
                    <a:pt x="3805" y="14579"/>
                  </a:lnTo>
                  <a:lnTo>
                    <a:pt x="3873" y="14579"/>
                  </a:lnTo>
                  <a:lnTo>
                    <a:pt x="3906" y="14546"/>
                  </a:lnTo>
                  <a:close/>
                  <a:moveTo>
                    <a:pt x="12963" y="26296"/>
                  </a:moveTo>
                  <a:lnTo>
                    <a:pt x="13199" y="26834"/>
                  </a:lnTo>
                  <a:lnTo>
                    <a:pt x="13333" y="27137"/>
                  </a:lnTo>
                  <a:lnTo>
                    <a:pt x="13502" y="27440"/>
                  </a:lnTo>
                  <a:lnTo>
                    <a:pt x="13266" y="27912"/>
                  </a:lnTo>
                  <a:lnTo>
                    <a:pt x="13232" y="27945"/>
                  </a:lnTo>
                  <a:lnTo>
                    <a:pt x="13165" y="27710"/>
                  </a:lnTo>
                  <a:lnTo>
                    <a:pt x="13098" y="27508"/>
                  </a:lnTo>
                  <a:lnTo>
                    <a:pt x="12963" y="27104"/>
                  </a:lnTo>
                  <a:lnTo>
                    <a:pt x="12795" y="26700"/>
                  </a:lnTo>
                  <a:lnTo>
                    <a:pt x="12929" y="26397"/>
                  </a:lnTo>
                  <a:lnTo>
                    <a:pt x="12963" y="26296"/>
                  </a:lnTo>
                  <a:close/>
                  <a:moveTo>
                    <a:pt x="12391" y="27609"/>
                  </a:moveTo>
                  <a:lnTo>
                    <a:pt x="12424" y="27777"/>
                  </a:lnTo>
                  <a:lnTo>
                    <a:pt x="12492" y="27912"/>
                  </a:lnTo>
                  <a:lnTo>
                    <a:pt x="12626" y="28248"/>
                  </a:lnTo>
                  <a:lnTo>
                    <a:pt x="12626" y="28248"/>
                  </a:lnTo>
                  <a:lnTo>
                    <a:pt x="12020" y="28080"/>
                  </a:lnTo>
                  <a:lnTo>
                    <a:pt x="12222" y="27844"/>
                  </a:lnTo>
                  <a:lnTo>
                    <a:pt x="12391" y="27609"/>
                  </a:lnTo>
                  <a:close/>
                  <a:moveTo>
                    <a:pt x="12727" y="26902"/>
                  </a:moveTo>
                  <a:lnTo>
                    <a:pt x="12862" y="27440"/>
                  </a:lnTo>
                  <a:lnTo>
                    <a:pt x="12963" y="27811"/>
                  </a:lnTo>
                  <a:lnTo>
                    <a:pt x="13030" y="28013"/>
                  </a:lnTo>
                  <a:lnTo>
                    <a:pt x="13131" y="28147"/>
                  </a:lnTo>
                  <a:lnTo>
                    <a:pt x="13030" y="28349"/>
                  </a:lnTo>
                  <a:lnTo>
                    <a:pt x="12997" y="28349"/>
                  </a:lnTo>
                  <a:lnTo>
                    <a:pt x="12997" y="28248"/>
                  </a:lnTo>
                  <a:lnTo>
                    <a:pt x="12963" y="28215"/>
                  </a:lnTo>
                  <a:lnTo>
                    <a:pt x="12929" y="28215"/>
                  </a:lnTo>
                  <a:lnTo>
                    <a:pt x="12896" y="28248"/>
                  </a:lnTo>
                  <a:lnTo>
                    <a:pt x="12660" y="27777"/>
                  </a:lnTo>
                  <a:lnTo>
                    <a:pt x="12593" y="27575"/>
                  </a:lnTo>
                  <a:lnTo>
                    <a:pt x="12525" y="27339"/>
                  </a:lnTo>
                  <a:lnTo>
                    <a:pt x="12727" y="26902"/>
                  </a:lnTo>
                  <a:close/>
                  <a:moveTo>
                    <a:pt x="19764" y="18788"/>
                  </a:moveTo>
                  <a:lnTo>
                    <a:pt x="19360" y="19697"/>
                  </a:lnTo>
                  <a:lnTo>
                    <a:pt x="19023" y="20606"/>
                  </a:lnTo>
                  <a:lnTo>
                    <a:pt x="18687" y="21548"/>
                  </a:lnTo>
                  <a:lnTo>
                    <a:pt x="18316" y="22491"/>
                  </a:lnTo>
                  <a:lnTo>
                    <a:pt x="17878" y="23468"/>
                  </a:lnTo>
                  <a:lnTo>
                    <a:pt x="17441" y="24410"/>
                  </a:lnTo>
                  <a:lnTo>
                    <a:pt x="16969" y="25387"/>
                  </a:lnTo>
                  <a:lnTo>
                    <a:pt x="16532" y="26329"/>
                  </a:lnTo>
                  <a:lnTo>
                    <a:pt x="16296" y="26834"/>
                  </a:lnTo>
                  <a:lnTo>
                    <a:pt x="16094" y="27373"/>
                  </a:lnTo>
                  <a:lnTo>
                    <a:pt x="15892" y="27878"/>
                  </a:lnTo>
                  <a:lnTo>
                    <a:pt x="15623" y="28383"/>
                  </a:lnTo>
                  <a:lnTo>
                    <a:pt x="15724" y="28147"/>
                  </a:lnTo>
                  <a:lnTo>
                    <a:pt x="16767" y="25723"/>
                  </a:lnTo>
                  <a:lnTo>
                    <a:pt x="17811" y="23333"/>
                  </a:lnTo>
                  <a:lnTo>
                    <a:pt x="18249" y="22188"/>
                  </a:lnTo>
                  <a:lnTo>
                    <a:pt x="18653" y="21043"/>
                  </a:lnTo>
                  <a:lnTo>
                    <a:pt x="18889" y="20437"/>
                  </a:lnTo>
                  <a:lnTo>
                    <a:pt x="19158" y="19899"/>
                  </a:lnTo>
                  <a:lnTo>
                    <a:pt x="19764" y="18788"/>
                  </a:lnTo>
                  <a:close/>
                  <a:moveTo>
                    <a:pt x="5489" y="26060"/>
                  </a:moveTo>
                  <a:lnTo>
                    <a:pt x="6532" y="26430"/>
                  </a:lnTo>
                  <a:lnTo>
                    <a:pt x="8451" y="27070"/>
                  </a:lnTo>
                  <a:lnTo>
                    <a:pt x="10371" y="27743"/>
                  </a:lnTo>
                  <a:lnTo>
                    <a:pt x="11145" y="28013"/>
                  </a:lnTo>
                  <a:lnTo>
                    <a:pt x="11650" y="28181"/>
                  </a:lnTo>
                  <a:lnTo>
                    <a:pt x="11616" y="28215"/>
                  </a:lnTo>
                  <a:lnTo>
                    <a:pt x="11549" y="28349"/>
                  </a:lnTo>
                  <a:lnTo>
                    <a:pt x="11515" y="28450"/>
                  </a:lnTo>
                  <a:lnTo>
                    <a:pt x="11111" y="28282"/>
                  </a:lnTo>
                  <a:lnTo>
                    <a:pt x="9327" y="27541"/>
                  </a:lnTo>
                  <a:lnTo>
                    <a:pt x="7509" y="26868"/>
                  </a:lnTo>
                  <a:lnTo>
                    <a:pt x="6499" y="26464"/>
                  </a:lnTo>
                  <a:lnTo>
                    <a:pt x="5489" y="26060"/>
                  </a:lnTo>
                  <a:close/>
                  <a:moveTo>
                    <a:pt x="12323" y="28316"/>
                  </a:moveTo>
                  <a:lnTo>
                    <a:pt x="12761" y="28450"/>
                  </a:lnTo>
                  <a:lnTo>
                    <a:pt x="12525" y="28417"/>
                  </a:lnTo>
                  <a:lnTo>
                    <a:pt x="12323" y="28316"/>
                  </a:lnTo>
                  <a:close/>
                  <a:moveTo>
                    <a:pt x="371" y="23905"/>
                  </a:moveTo>
                  <a:lnTo>
                    <a:pt x="741" y="24141"/>
                  </a:lnTo>
                  <a:lnTo>
                    <a:pt x="1145" y="24377"/>
                  </a:lnTo>
                  <a:lnTo>
                    <a:pt x="1550" y="24579"/>
                  </a:lnTo>
                  <a:lnTo>
                    <a:pt x="1987" y="24747"/>
                  </a:lnTo>
                  <a:lnTo>
                    <a:pt x="2829" y="25084"/>
                  </a:lnTo>
                  <a:lnTo>
                    <a:pt x="3704" y="25420"/>
                  </a:lnTo>
                  <a:lnTo>
                    <a:pt x="5691" y="26296"/>
                  </a:lnTo>
                  <a:lnTo>
                    <a:pt x="6701" y="26733"/>
                  </a:lnTo>
                  <a:lnTo>
                    <a:pt x="7711" y="27137"/>
                  </a:lnTo>
                  <a:lnTo>
                    <a:pt x="9630" y="27878"/>
                  </a:lnTo>
                  <a:lnTo>
                    <a:pt x="11515" y="28652"/>
                  </a:lnTo>
                  <a:lnTo>
                    <a:pt x="11515" y="28753"/>
                  </a:lnTo>
                  <a:lnTo>
                    <a:pt x="11381" y="28720"/>
                  </a:lnTo>
                  <a:lnTo>
                    <a:pt x="10640" y="28383"/>
                  </a:lnTo>
                  <a:lnTo>
                    <a:pt x="9866" y="28080"/>
                  </a:lnTo>
                  <a:lnTo>
                    <a:pt x="8317" y="27474"/>
                  </a:lnTo>
                  <a:lnTo>
                    <a:pt x="7340" y="27070"/>
                  </a:lnTo>
                  <a:lnTo>
                    <a:pt x="6364" y="26666"/>
                  </a:lnTo>
                  <a:lnTo>
                    <a:pt x="4411" y="25791"/>
                  </a:lnTo>
                  <a:lnTo>
                    <a:pt x="2459" y="24949"/>
                  </a:lnTo>
                  <a:lnTo>
                    <a:pt x="1482" y="24579"/>
                  </a:lnTo>
                  <a:lnTo>
                    <a:pt x="506" y="24208"/>
                  </a:lnTo>
                  <a:lnTo>
                    <a:pt x="506" y="24175"/>
                  </a:lnTo>
                  <a:lnTo>
                    <a:pt x="472" y="24141"/>
                  </a:lnTo>
                  <a:lnTo>
                    <a:pt x="371" y="23905"/>
                  </a:lnTo>
                  <a:close/>
                  <a:moveTo>
                    <a:pt x="11852" y="28349"/>
                  </a:moveTo>
                  <a:lnTo>
                    <a:pt x="11919" y="28417"/>
                  </a:lnTo>
                  <a:lnTo>
                    <a:pt x="12020" y="28484"/>
                  </a:lnTo>
                  <a:lnTo>
                    <a:pt x="12256" y="28585"/>
                  </a:lnTo>
                  <a:lnTo>
                    <a:pt x="12525" y="28686"/>
                  </a:lnTo>
                  <a:lnTo>
                    <a:pt x="12795" y="28753"/>
                  </a:lnTo>
                  <a:lnTo>
                    <a:pt x="12727" y="28888"/>
                  </a:lnTo>
                  <a:lnTo>
                    <a:pt x="12256" y="28753"/>
                  </a:lnTo>
                  <a:lnTo>
                    <a:pt x="11785" y="28551"/>
                  </a:lnTo>
                  <a:lnTo>
                    <a:pt x="11785" y="28349"/>
                  </a:lnTo>
                  <a:close/>
                  <a:moveTo>
                    <a:pt x="13064" y="28753"/>
                  </a:moveTo>
                  <a:lnTo>
                    <a:pt x="13098" y="28821"/>
                  </a:lnTo>
                  <a:lnTo>
                    <a:pt x="13165" y="28854"/>
                  </a:lnTo>
                  <a:lnTo>
                    <a:pt x="13401" y="28888"/>
                  </a:lnTo>
                  <a:lnTo>
                    <a:pt x="13636" y="28922"/>
                  </a:lnTo>
                  <a:lnTo>
                    <a:pt x="14074" y="29023"/>
                  </a:lnTo>
                  <a:lnTo>
                    <a:pt x="13805" y="29056"/>
                  </a:lnTo>
                  <a:lnTo>
                    <a:pt x="13502" y="29023"/>
                  </a:lnTo>
                  <a:lnTo>
                    <a:pt x="13232" y="28989"/>
                  </a:lnTo>
                  <a:lnTo>
                    <a:pt x="12929" y="28955"/>
                  </a:lnTo>
                  <a:lnTo>
                    <a:pt x="12963" y="28753"/>
                  </a:lnTo>
                  <a:close/>
                  <a:moveTo>
                    <a:pt x="11751" y="28753"/>
                  </a:moveTo>
                  <a:lnTo>
                    <a:pt x="11852" y="28787"/>
                  </a:lnTo>
                  <a:lnTo>
                    <a:pt x="12290" y="28955"/>
                  </a:lnTo>
                  <a:lnTo>
                    <a:pt x="12727" y="29090"/>
                  </a:lnTo>
                  <a:lnTo>
                    <a:pt x="12761" y="29292"/>
                  </a:lnTo>
                  <a:lnTo>
                    <a:pt x="12256" y="29090"/>
                  </a:lnTo>
                  <a:lnTo>
                    <a:pt x="11751" y="28888"/>
                  </a:lnTo>
                  <a:lnTo>
                    <a:pt x="11751" y="28753"/>
                  </a:lnTo>
                  <a:close/>
                  <a:moveTo>
                    <a:pt x="15084" y="28989"/>
                  </a:moveTo>
                  <a:lnTo>
                    <a:pt x="14916" y="29124"/>
                  </a:lnTo>
                  <a:lnTo>
                    <a:pt x="14714" y="29258"/>
                  </a:lnTo>
                  <a:lnTo>
                    <a:pt x="14512" y="29359"/>
                  </a:lnTo>
                  <a:lnTo>
                    <a:pt x="14310" y="29427"/>
                  </a:lnTo>
                  <a:lnTo>
                    <a:pt x="14074" y="29460"/>
                  </a:lnTo>
                  <a:lnTo>
                    <a:pt x="13872" y="29460"/>
                  </a:lnTo>
                  <a:lnTo>
                    <a:pt x="13401" y="29427"/>
                  </a:lnTo>
                  <a:lnTo>
                    <a:pt x="12963" y="29326"/>
                  </a:lnTo>
                  <a:lnTo>
                    <a:pt x="12997" y="29292"/>
                  </a:lnTo>
                  <a:lnTo>
                    <a:pt x="12963" y="29225"/>
                  </a:lnTo>
                  <a:lnTo>
                    <a:pt x="12963" y="29157"/>
                  </a:lnTo>
                  <a:lnTo>
                    <a:pt x="13502" y="29225"/>
                  </a:lnTo>
                  <a:lnTo>
                    <a:pt x="14276" y="29225"/>
                  </a:lnTo>
                  <a:lnTo>
                    <a:pt x="14545" y="29157"/>
                  </a:lnTo>
                  <a:lnTo>
                    <a:pt x="14815" y="29090"/>
                  </a:lnTo>
                  <a:lnTo>
                    <a:pt x="15084" y="28989"/>
                  </a:lnTo>
                  <a:close/>
                  <a:moveTo>
                    <a:pt x="9765" y="1"/>
                  </a:moveTo>
                  <a:lnTo>
                    <a:pt x="9731" y="35"/>
                  </a:lnTo>
                  <a:lnTo>
                    <a:pt x="9529" y="775"/>
                  </a:lnTo>
                  <a:lnTo>
                    <a:pt x="9327" y="1482"/>
                  </a:lnTo>
                  <a:lnTo>
                    <a:pt x="9057" y="2189"/>
                  </a:lnTo>
                  <a:lnTo>
                    <a:pt x="8788" y="2863"/>
                  </a:lnTo>
                  <a:lnTo>
                    <a:pt x="8216" y="4243"/>
                  </a:lnTo>
                  <a:lnTo>
                    <a:pt x="7576" y="5590"/>
                  </a:lnTo>
                  <a:lnTo>
                    <a:pt x="6398" y="8250"/>
                  </a:lnTo>
                  <a:lnTo>
                    <a:pt x="5825" y="9563"/>
                  </a:lnTo>
                  <a:lnTo>
                    <a:pt x="5186" y="10876"/>
                  </a:lnTo>
                  <a:lnTo>
                    <a:pt x="4714" y="11818"/>
                  </a:lnTo>
                  <a:lnTo>
                    <a:pt x="4277" y="12795"/>
                  </a:lnTo>
                  <a:lnTo>
                    <a:pt x="3469" y="14781"/>
                  </a:lnTo>
                  <a:lnTo>
                    <a:pt x="2257" y="17576"/>
                  </a:lnTo>
                  <a:lnTo>
                    <a:pt x="1078" y="20437"/>
                  </a:lnTo>
                  <a:lnTo>
                    <a:pt x="674" y="21481"/>
                  </a:lnTo>
                  <a:lnTo>
                    <a:pt x="270" y="22525"/>
                  </a:lnTo>
                  <a:lnTo>
                    <a:pt x="169" y="22828"/>
                  </a:lnTo>
                  <a:lnTo>
                    <a:pt x="102" y="23030"/>
                  </a:lnTo>
                  <a:lnTo>
                    <a:pt x="68" y="23198"/>
                  </a:lnTo>
                  <a:lnTo>
                    <a:pt x="34" y="23232"/>
                  </a:lnTo>
                  <a:lnTo>
                    <a:pt x="1" y="23299"/>
                  </a:lnTo>
                  <a:lnTo>
                    <a:pt x="102" y="23535"/>
                  </a:lnTo>
                  <a:lnTo>
                    <a:pt x="135" y="23771"/>
                  </a:lnTo>
                  <a:lnTo>
                    <a:pt x="203" y="24006"/>
                  </a:lnTo>
                  <a:lnTo>
                    <a:pt x="304" y="24242"/>
                  </a:lnTo>
                  <a:lnTo>
                    <a:pt x="337" y="24276"/>
                  </a:lnTo>
                  <a:lnTo>
                    <a:pt x="405" y="24276"/>
                  </a:lnTo>
                  <a:lnTo>
                    <a:pt x="2459" y="25252"/>
                  </a:lnTo>
                  <a:lnTo>
                    <a:pt x="4512" y="26161"/>
                  </a:lnTo>
                  <a:lnTo>
                    <a:pt x="6633" y="27036"/>
                  </a:lnTo>
                  <a:lnTo>
                    <a:pt x="8721" y="27878"/>
                  </a:lnTo>
                  <a:lnTo>
                    <a:pt x="10135" y="28450"/>
                  </a:lnTo>
                  <a:lnTo>
                    <a:pt x="11549" y="29056"/>
                  </a:lnTo>
                  <a:lnTo>
                    <a:pt x="11583" y="29090"/>
                  </a:lnTo>
                  <a:lnTo>
                    <a:pt x="11650" y="29090"/>
                  </a:lnTo>
                  <a:lnTo>
                    <a:pt x="12020" y="29258"/>
                  </a:lnTo>
                  <a:lnTo>
                    <a:pt x="12694" y="29494"/>
                  </a:lnTo>
                  <a:lnTo>
                    <a:pt x="13064" y="29595"/>
                  </a:lnTo>
                  <a:lnTo>
                    <a:pt x="13401" y="29662"/>
                  </a:lnTo>
                  <a:lnTo>
                    <a:pt x="14141" y="29662"/>
                  </a:lnTo>
                  <a:lnTo>
                    <a:pt x="14478" y="29595"/>
                  </a:lnTo>
                  <a:lnTo>
                    <a:pt x="14848" y="29460"/>
                  </a:lnTo>
                  <a:lnTo>
                    <a:pt x="15151" y="29292"/>
                  </a:lnTo>
                  <a:lnTo>
                    <a:pt x="15421" y="29090"/>
                  </a:lnTo>
                  <a:lnTo>
                    <a:pt x="15656" y="28821"/>
                  </a:lnTo>
                  <a:lnTo>
                    <a:pt x="15825" y="28518"/>
                  </a:lnTo>
                  <a:lnTo>
                    <a:pt x="15993" y="28181"/>
                  </a:lnTo>
                  <a:lnTo>
                    <a:pt x="16161" y="27844"/>
                  </a:lnTo>
                  <a:lnTo>
                    <a:pt x="16431" y="27205"/>
                  </a:lnTo>
                  <a:lnTo>
                    <a:pt x="16868" y="26127"/>
                  </a:lnTo>
                  <a:lnTo>
                    <a:pt x="17373" y="25117"/>
                  </a:lnTo>
                  <a:lnTo>
                    <a:pt x="17878" y="24074"/>
                  </a:lnTo>
                  <a:lnTo>
                    <a:pt x="18350" y="23030"/>
                  </a:lnTo>
                  <a:lnTo>
                    <a:pt x="18788" y="21952"/>
                  </a:lnTo>
                  <a:lnTo>
                    <a:pt x="19192" y="20841"/>
                  </a:lnTo>
                  <a:lnTo>
                    <a:pt x="19596" y="19730"/>
                  </a:lnTo>
                  <a:lnTo>
                    <a:pt x="20067" y="18653"/>
                  </a:lnTo>
                  <a:lnTo>
                    <a:pt x="20437" y="17946"/>
                  </a:lnTo>
                  <a:lnTo>
                    <a:pt x="20841" y="17273"/>
                  </a:lnTo>
                  <a:lnTo>
                    <a:pt x="20841" y="16902"/>
                  </a:lnTo>
                  <a:lnTo>
                    <a:pt x="20505" y="17407"/>
                  </a:lnTo>
                  <a:lnTo>
                    <a:pt x="20202" y="17879"/>
                  </a:lnTo>
                  <a:lnTo>
                    <a:pt x="20505" y="17172"/>
                  </a:lnTo>
                  <a:lnTo>
                    <a:pt x="20673" y="16835"/>
                  </a:lnTo>
                  <a:lnTo>
                    <a:pt x="20841" y="16498"/>
                  </a:lnTo>
                  <a:lnTo>
                    <a:pt x="20841" y="15960"/>
                  </a:lnTo>
                  <a:lnTo>
                    <a:pt x="20639" y="16296"/>
                  </a:lnTo>
                  <a:lnTo>
                    <a:pt x="20370" y="16768"/>
                  </a:lnTo>
                  <a:lnTo>
                    <a:pt x="20168" y="17273"/>
                  </a:lnTo>
                  <a:lnTo>
                    <a:pt x="19966" y="17744"/>
                  </a:lnTo>
                  <a:lnTo>
                    <a:pt x="19730" y="18249"/>
                  </a:lnTo>
                  <a:lnTo>
                    <a:pt x="19192" y="19259"/>
                  </a:lnTo>
                  <a:lnTo>
                    <a:pt x="18922" y="19764"/>
                  </a:lnTo>
                  <a:lnTo>
                    <a:pt x="18653" y="20303"/>
                  </a:lnTo>
                  <a:lnTo>
                    <a:pt x="18451" y="20841"/>
                  </a:lnTo>
                  <a:lnTo>
                    <a:pt x="18249" y="21414"/>
                  </a:lnTo>
                  <a:lnTo>
                    <a:pt x="18047" y="21986"/>
                  </a:lnTo>
                  <a:lnTo>
                    <a:pt x="17845" y="22559"/>
                  </a:lnTo>
                  <a:lnTo>
                    <a:pt x="17373" y="23670"/>
                  </a:lnTo>
                  <a:lnTo>
                    <a:pt x="16868" y="24781"/>
                  </a:lnTo>
                  <a:lnTo>
                    <a:pt x="16363" y="25892"/>
                  </a:lnTo>
                  <a:lnTo>
                    <a:pt x="15858" y="27003"/>
                  </a:lnTo>
                  <a:lnTo>
                    <a:pt x="15555" y="27844"/>
                  </a:lnTo>
                  <a:lnTo>
                    <a:pt x="15353" y="28248"/>
                  </a:lnTo>
                  <a:lnTo>
                    <a:pt x="15252" y="28417"/>
                  </a:lnTo>
                  <a:lnTo>
                    <a:pt x="15084" y="28585"/>
                  </a:lnTo>
                  <a:lnTo>
                    <a:pt x="14983" y="28686"/>
                  </a:lnTo>
                  <a:lnTo>
                    <a:pt x="14848" y="28753"/>
                  </a:lnTo>
                  <a:lnTo>
                    <a:pt x="14747" y="28787"/>
                  </a:lnTo>
                  <a:lnTo>
                    <a:pt x="14613" y="28821"/>
                  </a:lnTo>
                  <a:lnTo>
                    <a:pt x="14343" y="28821"/>
                  </a:lnTo>
                  <a:lnTo>
                    <a:pt x="14040" y="28753"/>
                  </a:lnTo>
                  <a:lnTo>
                    <a:pt x="13636" y="28585"/>
                  </a:lnTo>
                  <a:lnTo>
                    <a:pt x="13232" y="28417"/>
                  </a:lnTo>
                  <a:lnTo>
                    <a:pt x="13670" y="27575"/>
                  </a:lnTo>
                  <a:lnTo>
                    <a:pt x="13704" y="27541"/>
                  </a:lnTo>
                  <a:lnTo>
                    <a:pt x="13906" y="27137"/>
                  </a:lnTo>
                  <a:lnTo>
                    <a:pt x="14141" y="26666"/>
                  </a:lnTo>
                  <a:lnTo>
                    <a:pt x="14343" y="26161"/>
                  </a:lnTo>
                  <a:lnTo>
                    <a:pt x="14680" y="25117"/>
                  </a:lnTo>
                  <a:lnTo>
                    <a:pt x="14747" y="25117"/>
                  </a:lnTo>
                  <a:lnTo>
                    <a:pt x="14781" y="25050"/>
                  </a:lnTo>
                  <a:lnTo>
                    <a:pt x="14781" y="25016"/>
                  </a:lnTo>
                  <a:lnTo>
                    <a:pt x="14781" y="24983"/>
                  </a:lnTo>
                  <a:lnTo>
                    <a:pt x="14747" y="24949"/>
                  </a:lnTo>
                  <a:lnTo>
                    <a:pt x="14848" y="24646"/>
                  </a:lnTo>
                  <a:lnTo>
                    <a:pt x="14882" y="24545"/>
                  </a:lnTo>
                  <a:lnTo>
                    <a:pt x="14916" y="24545"/>
                  </a:lnTo>
                  <a:lnTo>
                    <a:pt x="14983" y="24579"/>
                  </a:lnTo>
                  <a:lnTo>
                    <a:pt x="15017" y="24545"/>
                  </a:lnTo>
                  <a:lnTo>
                    <a:pt x="15050" y="24511"/>
                  </a:lnTo>
                  <a:lnTo>
                    <a:pt x="15050" y="24478"/>
                  </a:lnTo>
                  <a:lnTo>
                    <a:pt x="14949" y="24309"/>
                  </a:lnTo>
                  <a:lnTo>
                    <a:pt x="15151" y="23771"/>
                  </a:lnTo>
                  <a:lnTo>
                    <a:pt x="15219" y="23737"/>
                  </a:lnTo>
                  <a:lnTo>
                    <a:pt x="15252" y="23703"/>
                  </a:lnTo>
                  <a:lnTo>
                    <a:pt x="15252" y="23636"/>
                  </a:lnTo>
                  <a:lnTo>
                    <a:pt x="15219" y="23602"/>
                  </a:lnTo>
                  <a:lnTo>
                    <a:pt x="15353" y="23232"/>
                  </a:lnTo>
                  <a:lnTo>
                    <a:pt x="15421" y="23232"/>
                  </a:lnTo>
                  <a:lnTo>
                    <a:pt x="15488" y="23198"/>
                  </a:lnTo>
                  <a:lnTo>
                    <a:pt x="15488" y="23165"/>
                  </a:lnTo>
                  <a:lnTo>
                    <a:pt x="15488" y="23097"/>
                  </a:lnTo>
                  <a:lnTo>
                    <a:pt x="15454" y="22996"/>
                  </a:lnTo>
                  <a:lnTo>
                    <a:pt x="15858" y="21952"/>
                  </a:lnTo>
                  <a:lnTo>
                    <a:pt x="15892" y="21986"/>
                  </a:lnTo>
                  <a:lnTo>
                    <a:pt x="15993" y="21986"/>
                  </a:lnTo>
                  <a:lnTo>
                    <a:pt x="16027" y="21952"/>
                  </a:lnTo>
                  <a:lnTo>
                    <a:pt x="16027" y="21919"/>
                  </a:lnTo>
                  <a:lnTo>
                    <a:pt x="15959" y="21717"/>
                  </a:lnTo>
                  <a:lnTo>
                    <a:pt x="16161" y="21313"/>
                  </a:lnTo>
                  <a:lnTo>
                    <a:pt x="16195" y="21245"/>
                  </a:lnTo>
                  <a:lnTo>
                    <a:pt x="16397" y="20808"/>
                  </a:lnTo>
                  <a:lnTo>
                    <a:pt x="16431" y="20808"/>
                  </a:lnTo>
                  <a:lnTo>
                    <a:pt x="16498" y="20774"/>
                  </a:lnTo>
                  <a:lnTo>
                    <a:pt x="16532" y="20774"/>
                  </a:lnTo>
                  <a:lnTo>
                    <a:pt x="16532" y="20707"/>
                  </a:lnTo>
                  <a:lnTo>
                    <a:pt x="16498" y="20572"/>
                  </a:lnTo>
                  <a:lnTo>
                    <a:pt x="16666" y="20202"/>
                  </a:lnTo>
                  <a:lnTo>
                    <a:pt x="16700" y="20202"/>
                  </a:lnTo>
                  <a:lnTo>
                    <a:pt x="16734" y="20168"/>
                  </a:lnTo>
                  <a:lnTo>
                    <a:pt x="16868" y="20235"/>
                  </a:lnTo>
                  <a:lnTo>
                    <a:pt x="17037" y="20269"/>
                  </a:lnTo>
                  <a:lnTo>
                    <a:pt x="17306" y="20370"/>
                  </a:lnTo>
                  <a:lnTo>
                    <a:pt x="17575" y="20471"/>
                  </a:lnTo>
                  <a:lnTo>
                    <a:pt x="17946" y="20673"/>
                  </a:lnTo>
                  <a:lnTo>
                    <a:pt x="18114" y="20774"/>
                  </a:lnTo>
                  <a:lnTo>
                    <a:pt x="18316" y="20808"/>
                  </a:lnTo>
                  <a:lnTo>
                    <a:pt x="18350" y="20808"/>
                  </a:lnTo>
                  <a:lnTo>
                    <a:pt x="18384" y="20774"/>
                  </a:lnTo>
                  <a:lnTo>
                    <a:pt x="18417" y="20707"/>
                  </a:lnTo>
                  <a:lnTo>
                    <a:pt x="18417" y="20673"/>
                  </a:lnTo>
                  <a:lnTo>
                    <a:pt x="18384" y="20572"/>
                  </a:lnTo>
                  <a:lnTo>
                    <a:pt x="18283" y="20505"/>
                  </a:lnTo>
                  <a:lnTo>
                    <a:pt x="18081" y="20370"/>
                  </a:lnTo>
                  <a:lnTo>
                    <a:pt x="17676" y="20202"/>
                  </a:lnTo>
                  <a:lnTo>
                    <a:pt x="17239" y="20033"/>
                  </a:lnTo>
                  <a:lnTo>
                    <a:pt x="16969" y="19966"/>
                  </a:lnTo>
                  <a:lnTo>
                    <a:pt x="16868" y="19966"/>
                  </a:lnTo>
                  <a:lnTo>
                    <a:pt x="16767" y="20000"/>
                  </a:lnTo>
                  <a:lnTo>
                    <a:pt x="16969" y="19562"/>
                  </a:lnTo>
                  <a:lnTo>
                    <a:pt x="17070" y="19562"/>
                  </a:lnTo>
                  <a:lnTo>
                    <a:pt x="17104" y="19495"/>
                  </a:lnTo>
                  <a:lnTo>
                    <a:pt x="17138" y="19461"/>
                  </a:lnTo>
                  <a:lnTo>
                    <a:pt x="17104" y="19394"/>
                  </a:lnTo>
                  <a:lnTo>
                    <a:pt x="17070" y="19360"/>
                  </a:lnTo>
                  <a:lnTo>
                    <a:pt x="17306" y="18855"/>
                  </a:lnTo>
                  <a:lnTo>
                    <a:pt x="17441" y="18552"/>
                  </a:lnTo>
                  <a:lnTo>
                    <a:pt x="17474" y="18518"/>
                  </a:lnTo>
                  <a:lnTo>
                    <a:pt x="17508" y="18451"/>
                  </a:lnTo>
                  <a:lnTo>
                    <a:pt x="17980" y="17441"/>
                  </a:lnTo>
                  <a:lnTo>
                    <a:pt x="18047" y="17441"/>
                  </a:lnTo>
                  <a:lnTo>
                    <a:pt x="18081" y="17374"/>
                  </a:lnTo>
                  <a:lnTo>
                    <a:pt x="18047" y="17273"/>
                  </a:lnTo>
                  <a:lnTo>
                    <a:pt x="18384" y="16566"/>
                  </a:lnTo>
                  <a:lnTo>
                    <a:pt x="18417" y="16532"/>
                  </a:lnTo>
                  <a:lnTo>
                    <a:pt x="18417" y="16498"/>
                  </a:lnTo>
                  <a:lnTo>
                    <a:pt x="19528" y="14108"/>
                  </a:lnTo>
                  <a:lnTo>
                    <a:pt x="19697" y="14243"/>
                  </a:lnTo>
                  <a:lnTo>
                    <a:pt x="19865" y="14310"/>
                  </a:lnTo>
                  <a:lnTo>
                    <a:pt x="20235" y="14445"/>
                  </a:lnTo>
                  <a:lnTo>
                    <a:pt x="20841" y="14714"/>
                  </a:lnTo>
                  <a:lnTo>
                    <a:pt x="20841" y="14445"/>
                  </a:lnTo>
                  <a:lnTo>
                    <a:pt x="20639" y="14377"/>
                  </a:lnTo>
                  <a:lnTo>
                    <a:pt x="20101" y="14142"/>
                  </a:lnTo>
                  <a:lnTo>
                    <a:pt x="19831" y="14074"/>
                  </a:lnTo>
                  <a:lnTo>
                    <a:pt x="19562" y="14041"/>
                  </a:lnTo>
                  <a:lnTo>
                    <a:pt x="19629" y="13872"/>
                  </a:lnTo>
                  <a:lnTo>
                    <a:pt x="19865" y="13266"/>
                  </a:lnTo>
                  <a:lnTo>
                    <a:pt x="20067" y="12660"/>
                  </a:lnTo>
                  <a:lnTo>
                    <a:pt x="20269" y="12088"/>
                  </a:lnTo>
                  <a:lnTo>
                    <a:pt x="20505" y="11482"/>
                  </a:lnTo>
                  <a:lnTo>
                    <a:pt x="20673" y="11145"/>
                  </a:lnTo>
                  <a:lnTo>
                    <a:pt x="20841" y="10842"/>
                  </a:lnTo>
                  <a:lnTo>
                    <a:pt x="20841" y="10371"/>
                  </a:lnTo>
                  <a:lnTo>
                    <a:pt x="20774" y="10472"/>
                  </a:lnTo>
                  <a:lnTo>
                    <a:pt x="20404" y="9798"/>
                  </a:lnTo>
                  <a:lnTo>
                    <a:pt x="20269" y="9462"/>
                  </a:lnTo>
                  <a:lnTo>
                    <a:pt x="20134" y="9091"/>
                  </a:lnTo>
                  <a:lnTo>
                    <a:pt x="20134" y="9058"/>
                  </a:lnTo>
                  <a:lnTo>
                    <a:pt x="20101" y="9091"/>
                  </a:lnTo>
                  <a:lnTo>
                    <a:pt x="20101" y="9293"/>
                  </a:lnTo>
                  <a:lnTo>
                    <a:pt x="20134" y="9529"/>
                  </a:lnTo>
                  <a:lnTo>
                    <a:pt x="20269" y="9933"/>
                  </a:lnTo>
                  <a:lnTo>
                    <a:pt x="20437" y="10337"/>
                  </a:lnTo>
                  <a:lnTo>
                    <a:pt x="20639" y="10707"/>
                  </a:lnTo>
                  <a:lnTo>
                    <a:pt x="20471" y="11044"/>
                  </a:lnTo>
                  <a:lnTo>
                    <a:pt x="20336" y="10876"/>
                  </a:lnTo>
                  <a:lnTo>
                    <a:pt x="20269" y="10707"/>
                  </a:lnTo>
                  <a:lnTo>
                    <a:pt x="20101" y="10371"/>
                  </a:lnTo>
                  <a:lnTo>
                    <a:pt x="20000" y="10202"/>
                  </a:lnTo>
                  <a:lnTo>
                    <a:pt x="19865" y="10068"/>
                  </a:lnTo>
                  <a:lnTo>
                    <a:pt x="19831" y="10068"/>
                  </a:lnTo>
                  <a:lnTo>
                    <a:pt x="19831" y="10101"/>
                  </a:lnTo>
                  <a:lnTo>
                    <a:pt x="19932" y="10303"/>
                  </a:lnTo>
                  <a:lnTo>
                    <a:pt x="20000" y="10505"/>
                  </a:lnTo>
                  <a:lnTo>
                    <a:pt x="20067" y="10707"/>
                  </a:lnTo>
                  <a:lnTo>
                    <a:pt x="20134" y="10909"/>
                  </a:lnTo>
                  <a:lnTo>
                    <a:pt x="20235" y="11078"/>
                  </a:lnTo>
                  <a:lnTo>
                    <a:pt x="20370" y="11246"/>
                  </a:lnTo>
                  <a:lnTo>
                    <a:pt x="20202" y="11583"/>
                  </a:lnTo>
                  <a:lnTo>
                    <a:pt x="20134" y="11549"/>
                  </a:lnTo>
                  <a:lnTo>
                    <a:pt x="19899" y="11280"/>
                  </a:lnTo>
                  <a:lnTo>
                    <a:pt x="19764" y="11111"/>
                  </a:lnTo>
                  <a:lnTo>
                    <a:pt x="19663" y="10909"/>
                  </a:lnTo>
                  <a:lnTo>
                    <a:pt x="19495" y="10539"/>
                  </a:lnTo>
                  <a:lnTo>
                    <a:pt x="19461" y="10505"/>
                  </a:lnTo>
                  <a:lnTo>
                    <a:pt x="20168" y="8923"/>
                  </a:lnTo>
                  <a:lnTo>
                    <a:pt x="20841" y="7341"/>
                  </a:lnTo>
                  <a:lnTo>
                    <a:pt x="20841" y="6667"/>
                  </a:lnTo>
                  <a:lnTo>
                    <a:pt x="20336" y="7846"/>
                  </a:lnTo>
                  <a:lnTo>
                    <a:pt x="19831" y="9024"/>
                  </a:lnTo>
                  <a:lnTo>
                    <a:pt x="19326" y="10202"/>
                  </a:lnTo>
                  <a:lnTo>
                    <a:pt x="18788" y="11347"/>
                  </a:lnTo>
                  <a:lnTo>
                    <a:pt x="18350" y="12290"/>
                  </a:lnTo>
                  <a:lnTo>
                    <a:pt x="17912" y="13232"/>
                  </a:lnTo>
                  <a:lnTo>
                    <a:pt x="17508" y="13131"/>
                  </a:lnTo>
                  <a:lnTo>
                    <a:pt x="17171" y="12997"/>
                  </a:lnTo>
                  <a:lnTo>
                    <a:pt x="16801" y="12862"/>
                  </a:lnTo>
                  <a:lnTo>
                    <a:pt x="16464" y="12694"/>
                  </a:lnTo>
                  <a:lnTo>
                    <a:pt x="15118" y="11953"/>
                  </a:lnTo>
                  <a:lnTo>
                    <a:pt x="14343" y="11616"/>
                  </a:lnTo>
                  <a:lnTo>
                    <a:pt x="13569" y="11313"/>
                  </a:lnTo>
                  <a:lnTo>
                    <a:pt x="12795" y="11010"/>
                  </a:lnTo>
                  <a:lnTo>
                    <a:pt x="12020" y="10707"/>
                  </a:lnTo>
                  <a:lnTo>
                    <a:pt x="10640" y="10101"/>
                  </a:lnTo>
                  <a:lnTo>
                    <a:pt x="9226" y="9495"/>
                  </a:lnTo>
                  <a:lnTo>
                    <a:pt x="8317" y="9159"/>
                  </a:lnTo>
                  <a:lnTo>
                    <a:pt x="7879" y="8990"/>
                  </a:lnTo>
                  <a:lnTo>
                    <a:pt x="7441" y="8788"/>
                  </a:lnTo>
                  <a:lnTo>
                    <a:pt x="7004" y="8620"/>
                  </a:lnTo>
                  <a:lnTo>
                    <a:pt x="6802" y="8553"/>
                  </a:lnTo>
                  <a:lnTo>
                    <a:pt x="6566" y="8485"/>
                  </a:lnTo>
                  <a:lnTo>
                    <a:pt x="8014" y="5253"/>
                  </a:lnTo>
                  <a:lnTo>
                    <a:pt x="8552" y="4007"/>
                  </a:lnTo>
                  <a:lnTo>
                    <a:pt x="9091" y="2762"/>
                  </a:lnTo>
                  <a:lnTo>
                    <a:pt x="9327" y="2122"/>
                  </a:lnTo>
                  <a:lnTo>
                    <a:pt x="9529" y="1482"/>
                  </a:lnTo>
                  <a:lnTo>
                    <a:pt x="9697" y="809"/>
                  </a:lnTo>
                  <a:lnTo>
                    <a:pt x="9866" y="169"/>
                  </a:lnTo>
                  <a:lnTo>
                    <a:pt x="9899" y="203"/>
                  </a:lnTo>
                  <a:lnTo>
                    <a:pt x="10371" y="371"/>
                  </a:lnTo>
                  <a:lnTo>
                    <a:pt x="10775" y="540"/>
                  </a:lnTo>
                  <a:lnTo>
                    <a:pt x="11650" y="977"/>
                  </a:lnTo>
                  <a:lnTo>
                    <a:pt x="12088" y="1146"/>
                  </a:lnTo>
                  <a:lnTo>
                    <a:pt x="12559" y="1280"/>
                  </a:lnTo>
                  <a:lnTo>
                    <a:pt x="13468" y="1583"/>
                  </a:lnTo>
                  <a:lnTo>
                    <a:pt x="14478" y="1920"/>
                  </a:lnTo>
                  <a:lnTo>
                    <a:pt x="15488" y="2358"/>
                  </a:lnTo>
                  <a:lnTo>
                    <a:pt x="17474" y="3233"/>
                  </a:lnTo>
                  <a:lnTo>
                    <a:pt x="18586" y="3671"/>
                  </a:lnTo>
                  <a:lnTo>
                    <a:pt x="19697" y="4108"/>
                  </a:lnTo>
                  <a:lnTo>
                    <a:pt x="20740" y="4546"/>
                  </a:lnTo>
                  <a:lnTo>
                    <a:pt x="20841" y="4580"/>
                  </a:lnTo>
                  <a:lnTo>
                    <a:pt x="20841" y="4243"/>
                  </a:lnTo>
                  <a:lnTo>
                    <a:pt x="20033" y="3940"/>
                  </a:lnTo>
                  <a:lnTo>
                    <a:pt x="18720" y="3435"/>
                  </a:lnTo>
                  <a:lnTo>
                    <a:pt x="17407" y="2896"/>
                  </a:lnTo>
                  <a:lnTo>
                    <a:pt x="15488" y="2055"/>
                  </a:lnTo>
                  <a:lnTo>
                    <a:pt x="14512" y="1651"/>
                  </a:lnTo>
                  <a:lnTo>
                    <a:pt x="13535" y="1314"/>
                  </a:lnTo>
                  <a:lnTo>
                    <a:pt x="12458" y="977"/>
                  </a:lnTo>
                  <a:lnTo>
                    <a:pt x="11919" y="775"/>
                  </a:lnTo>
                  <a:lnTo>
                    <a:pt x="11414" y="540"/>
                  </a:lnTo>
                  <a:lnTo>
                    <a:pt x="11044" y="371"/>
                  </a:lnTo>
                  <a:lnTo>
                    <a:pt x="10674" y="203"/>
                  </a:lnTo>
                  <a:lnTo>
                    <a:pt x="10337" y="102"/>
                  </a:lnTo>
                  <a:lnTo>
                    <a:pt x="9933" y="35"/>
                  </a:lnTo>
                  <a:lnTo>
                    <a:pt x="9899" y="35"/>
                  </a:lnTo>
                  <a:lnTo>
                    <a:pt x="9866" y="68"/>
                  </a:lnTo>
                  <a:lnTo>
                    <a:pt x="983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8" name="Google Shape;1808;p12"/>
            <p:cNvSpPr/>
            <p:nvPr/>
          </p:nvSpPr>
          <p:spPr>
            <a:xfrm>
              <a:off x="6848670" y="3911827"/>
              <a:ext cx="13485" cy="28562"/>
            </a:xfrm>
            <a:custGeom>
              <a:avLst/>
              <a:gdLst/>
              <a:ahLst/>
              <a:cxnLst/>
              <a:rect l="l" t="t" r="r" b="b"/>
              <a:pathLst>
                <a:path w="271" h="574" extrusionOk="0">
                  <a:moveTo>
                    <a:pt x="68" y="1"/>
                  </a:moveTo>
                  <a:lnTo>
                    <a:pt x="35" y="35"/>
                  </a:lnTo>
                  <a:lnTo>
                    <a:pt x="1" y="68"/>
                  </a:lnTo>
                  <a:lnTo>
                    <a:pt x="1" y="102"/>
                  </a:lnTo>
                  <a:lnTo>
                    <a:pt x="136" y="338"/>
                  </a:lnTo>
                  <a:lnTo>
                    <a:pt x="270" y="573"/>
                  </a:lnTo>
                  <a:lnTo>
                    <a:pt x="270" y="169"/>
                  </a:lnTo>
                  <a:lnTo>
                    <a:pt x="136" y="35"/>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09" name="Google Shape;1809;p12"/>
            <p:cNvSpPr/>
            <p:nvPr/>
          </p:nvSpPr>
          <p:spPr>
            <a:xfrm>
              <a:off x="6845336" y="3940339"/>
              <a:ext cx="16819" cy="50307"/>
            </a:xfrm>
            <a:custGeom>
              <a:avLst/>
              <a:gdLst/>
              <a:ahLst/>
              <a:cxnLst/>
              <a:rect l="l" t="t" r="r" b="b"/>
              <a:pathLst>
                <a:path w="338" h="1011" extrusionOk="0">
                  <a:moveTo>
                    <a:pt x="68" y="0"/>
                  </a:moveTo>
                  <a:lnTo>
                    <a:pt x="34" y="34"/>
                  </a:lnTo>
                  <a:lnTo>
                    <a:pt x="1" y="101"/>
                  </a:lnTo>
                  <a:lnTo>
                    <a:pt x="1" y="202"/>
                  </a:lnTo>
                  <a:lnTo>
                    <a:pt x="34" y="371"/>
                  </a:lnTo>
                  <a:lnTo>
                    <a:pt x="102" y="539"/>
                  </a:lnTo>
                  <a:lnTo>
                    <a:pt x="169" y="707"/>
                  </a:lnTo>
                  <a:lnTo>
                    <a:pt x="337" y="1010"/>
                  </a:lnTo>
                  <a:lnTo>
                    <a:pt x="337" y="505"/>
                  </a:lnTo>
                  <a:lnTo>
                    <a:pt x="236" y="270"/>
                  </a:lnTo>
                  <a:lnTo>
                    <a:pt x="102" y="68"/>
                  </a:lnTo>
                  <a:lnTo>
                    <a:pt x="102" y="34"/>
                  </a:lnTo>
                  <a:lnTo>
                    <a:pt x="6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grpSp>
        <p:nvGrpSpPr>
          <p:cNvPr id="1870" name="Google Shape;1870;p12"/>
          <p:cNvGrpSpPr/>
          <p:nvPr/>
        </p:nvGrpSpPr>
        <p:grpSpPr>
          <a:xfrm>
            <a:off x="669098" y="3632076"/>
            <a:ext cx="366930" cy="1514545"/>
            <a:chOff x="135698" y="3632076"/>
            <a:chExt cx="366930" cy="1514545"/>
          </a:xfrm>
        </p:grpSpPr>
        <p:sp>
          <p:nvSpPr>
            <p:cNvPr id="1871" name="Google Shape;1871;p12"/>
            <p:cNvSpPr/>
            <p:nvPr/>
          </p:nvSpPr>
          <p:spPr>
            <a:xfrm>
              <a:off x="135698" y="3632076"/>
              <a:ext cx="366930" cy="1514545"/>
            </a:xfrm>
            <a:custGeom>
              <a:avLst/>
              <a:gdLst/>
              <a:ahLst/>
              <a:cxnLst/>
              <a:rect l="l" t="t" r="r" b="b"/>
              <a:pathLst>
                <a:path w="7374" h="30437" extrusionOk="0">
                  <a:moveTo>
                    <a:pt x="2660" y="236"/>
                  </a:moveTo>
                  <a:lnTo>
                    <a:pt x="2862" y="270"/>
                  </a:lnTo>
                  <a:lnTo>
                    <a:pt x="2997" y="337"/>
                  </a:lnTo>
                  <a:lnTo>
                    <a:pt x="3131" y="404"/>
                  </a:lnTo>
                  <a:lnTo>
                    <a:pt x="3199" y="539"/>
                  </a:lnTo>
                  <a:lnTo>
                    <a:pt x="3266" y="674"/>
                  </a:lnTo>
                  <a:lnTo>
                    <a:pt x="3333" y="842"/>
                  </a:lnTo>
                  <a:lnTo>
                    <a:pt x="3401" y="1179"/>
                  </a:lnTo>
                  <a:lnTo>
                    <a:pt x="3468" y="1650"/>
                  </a:lnTo>
                  <a:lnTo>
                    <a:pt x="3535" y="2155"/>
                  </a:lnTo>
                  <a:lnTo>
                    <a:pt x="3569" y="3165"/>
                  </a:lnTo>
                  <a:lnTo>
                    <a:pt x="3603" y="3502"/>
                  </a:lnTo>
                  <a:lnTo>
                    <a:pt x="3670" y="3805"/>
                  </a:lnTo>
                  <a:lnTo>
                    <a:pt x="3535" y="3872"/>
                  </a:lnTo>
                  <a:lnTo>
                    <a:pt x="3502" y="3805"/>
                  </a:lnTo>
                  <a:lnTo>
                    <a:pt x="3468" y="3771"/>
                  </a:lnTo>
                  <a:lnTo>
                    <a:pt x="3367" y="3771"/>
                  </a:lnTo>
                  <a:lnTo>
                    <a:pt x="3367" y="3839"/>
                  </a:lnTo>
                  <a:lnTo>
                    <a:pt x="3367" y="3940"/>
                  </a:lnTo>
                  <a:lnTo>
                    <a:pt x="3030" y="4074"/>
                  </a:lnTo>
                  <a:lnTo>
                    <a:pt x="2727" y="4142"/>
                  </a:lnTo>
                  <a:lnTo>
                    <a:pt x="2357" y="4175"/>
                  </a:lnTo>
                  <a:lnTo>
                    <a:pt x="1987" y="4142"/>
                  </a:lnTo>
                  <a:lnTo>
                    <a:pt x="1583" y="4175"/>
                  </a:lnTo>
                  <a:lnTo>
                    <a:pt x="1381" y="4175"/>
                  </a:lnTo>
                  <a:lnTo>
                    <a:pt x="1145" y="4142"/>
                  </a:lnTo>
                  <a:lnTo>
                    <a:pt x="976" y="4108"/>
                  </a:lnTo>
                  <a:lnTo>
                    <a:pt x="808" y="4041"/>
                  </a:lnTo>
                  <a:lnTo>
                    <a:pt x="707" y="3872"/>
                  </a:lnTo>
                  <a:lnTo>
                    <a:pt x="640" y="3670"/>
                  </a:lnTo>
                  <a:lnTo>
                    <a:pt x="471" y="2896"/>
                  </a:lnTo>
                  <a:lnTo>
                    <a:pt x="337" y="2121"/>
                  </a:lnTo>
                  <a:lnTo>
                    <a:pt x="269" y="1751"/>
                  </a:lnTo>
                  <a:lnTo>
                    <a:pt x="236" y="1381"/>
                  </a:lnTo>
                  <a:lnTo>
                    <a:pt x="236" y="977"/>
                  </a:lnTo>
                  <a:lnTo>
                    <a:pt x="269" y="573"/>
                  </a:lnTo>
                  <a:lnTo>
                    <a:pt x="640" y="472"/>
                  </a:lnTo>
                  <a:lnTo>
                    <a:pt x="1044" y="371"/>
                  </a:lnTo>
                  <a:lnTo>
                    <a:pt x="1448" y="303"/>
                  </a:lnTo>
                  <a:lnTo>
                    <a:pt x="1886" y="236"/>
                  </a:lnTo>
                  <a:close/>
                  <a:moveTo>
                    <a:pt x="3401" y="4175"/>
                  </a:moveTo>
                  <a:lnTo>
                    <a:pt x="3502" y="4579"/>
                  </a:lnTo>
                  <a:lnTo>
                    <a:pt x="3603" y="5118"/>
                  </a:lnTo>
                  <a:lnTo>
                    <a:pt x="3603" y="5320"/>
                  </a:lnTo>
                  <a:lnTo>
                    <a:pt x="3636" y="5488"/>
                  </a:lnTo>
                  <a:lnTo>
                    <a:pt x="2997" y="5556"/>
                  </a:lnTo>
                  <a:lnTo>
                    <a:pt x="2357" y="5623"/>
                  </a:lnTo>
                  <a:lnTo>
                    <a:pt x="1818" y="5690"/>
                  </a:lnTo>
                  <a:lnTo>
                    <a:pt x="1549" y="5724"/>
                  </a:lnTo>
                  <a:lnTo>
                    <a:pt x="1313" y="5825"/>
                  </a:lnTo>
                  <a:lnTo>
                    <a:pt x="1313" y="5657"/>
                  </a:lnTo>
                  <a:lnTo>
                    <a:pt x="1279" y="5488"/>
                  </a:lnTo>
                  <a:lnTo>
                    <a:pt x="1212" y="5152"/>
                  </a:lnTo>
                  <a:lnTo>
                    <a:pt x="1178" y="4748"/>
                  </a:lnTo>
                  <a:lnTo>
                    <a:pt x="1145" y="4377"/>
                  </a:lnTo>
                  <a:lnTo>
                    <a:pt x="1482" y="4377"/>
                  </a:lnTo>
                  <a:lnTo>
                    <a:pt x="1785" y="4344"/>
                  </a:lnTo>
                  <a:lnTo>
                    <a:pt x="2222" y="4377"/>
                  </a:lnTo>
                  <a:lnTo>
                    <a:pt x="2626" y="4344"/>
                  </a:lnTo>
                  <a:lnTo>
                    <a:pt x="3030" y="4310"/>
                  </a:lnTo>
                  <a:lnTo>
                    <a:pt x="3199" y="4243"/>
                  </a:lnTo>
                  <a:lnTo>
                    <a:pt x="3401" y="4175"/>
                  </a:lnTo>
                  <a:close/>
                  <a:moveTo>
                    <a:pt x="3737" y="5724"/>
                  </a:moveTo>
                  <a:lnTo>
                    <a:pt x="3838" y="5758"/>
                  </a:lnTo>
                  <a:lnTo>
                    <a:pt x="3906" y="5791"/>
                  </a:lnTo>
                  <a:lnTo>
                    <a:pt x="3939" y="5892"/>
                  </a:lnTo>
                  <a:lnTo>
                    <a:pt x="3973" y="5993"/>
                  </a:lnTo>
                  <a:lnTo>
                    <a:pt x="4007" y="6263"/>
                  </a:lnTo>
                  <a:lnTo>
                    <a:pt x="3973" y="6532"/>
                  </a:lnTo>
                  <a:lnTo>
                    <a:pt x="2593" y="6700"/>
                  </a:lnTo>
                  <a:lnTo>
                    <a:pt x="2020" y="6768"/>
                  </a:lnTo>
                  <a:lnTo>
                    <a:pt x="1751" y="6835"/>
                  </a:lnTo>
                  <a:lnTo>
                    <a:pt x="1448" y="6936"/>
                  </a:lnTo>
                  <a:lnTo>
                    <a:pt x="1279" y="6667"/>
                  </a:lnTo>
                  <a:lnTo>
                    <a:pt x="1212" y="6532"/>
                  </a:lnTo>
                  <a:lnTo>
                    <a:pt x="1145" y="6397"/>
                  </a:lnTo>
                  <a:lnTo>
                    <a:pt x="1111" y="6229"/>
                  </a:lnTo>
                  <a:lnTo>
                    <a:pt x="1111" y="6061"/>
                  </a:lnTo>
                  <a:lnTo>
                    <a:pt x="1246" y="6061"/>
                  </a:lnTo>
                  <a:lnTo>
                    <a:pt x="1414" y="6027"/>
                  </a:lnTo>
                  <a:lnTo>
                    <a:pt x="1684" y="5960"/>
                  </a:lnTo>
                  <a:lnTo>
                    <a:pt x="2290" y="5859"/>
                  </a:lnTo>
                  <a:lnTo>
                    <a:pt x="2896" y="5791"/>
                  </a:lnTo>
                  <a:lnTo>
                    <a:pt x="3737" y="5724"/>
                  </a:lnTo>
                  <a:close/>
                  <a:moveTo>
                    <a:pt x="3771" y="6801"/>
                  </a:moveTo>
                  <a:lnTo>
                    <a:pt x="3771" y="6835"/>
                  </a:lnTo>
                  <a:lnTo>
                    <a:pt x="3771" y="7374"/>
                  </a:lnTo>
                  <a:lnTo>
                    <a:pt x="3838" y="7946"/>
                  </a:lnTo>
                  <a:lnTo>
                    <a:pt x="3906" y="8518"/>
                  </a:lnTo>
                  <a:lnTo>
                    <a:pt x="3973" y="9057"/>
                  </a:lnTo>
                  <a:lnTo>
                    <a:pt x="4040" y="9798"/>
                  </a:lnTo>
                  <a:lnTo>
                    <a:pt x="4175" y="10505"/>
                  </a:lnTo>
                  <a:lnTo>
                    <a:pt x="4276" y="10942"/>
                  </a:lnTo>
                  <a:lnTo>
                    <a:pt x="4444" y="11380"/>
                  </a:lnTo>
                  <a:lnTo>
                    <a:pt x="4815" y="12188"/>
                  </a:lnTo>
                  <a:lnTo>
                    <a:pt x="4411" y="12323"/>
                  </a:lnTo>
                  <a:lnTo>
                    <a:pt x="3973" y="12424"/>
                  </a:lnTo>
                  <a:lnTo>
                    <a:pt x="3131" y="12525"/>
                  </a:lnTo>
                  <a:lnTo>
                    <a:pt x="2694" y="12559"/>
                  </a:lnTo>
                  <a:lnTo>
                    <a:pt x="2458" y="12592"/>
                  </a:lnTo>
                  <a:lnTo>
                    <a:pt x="2256" y="12660"/>
                  </a:lnTo>
                  <a:lnTo>
                    <a:pt x="2222" y="11919"/>
                  </a:lnTo>
                  <a:lnTo>
                    <a:pt x="2155" y="11178"/>
                  </a:lnTo>
                  <a:lnTo>
                    <a:pt x="1987" y="9697"/>
                  </a:lnTo>
                  <a:lnTo>
                    <a:pt x="1953" y="9057"/>
                  </a:lnTo>
                  <a:lnTo>
                    <a:pt x="1886" y="8384"/>
                  </a:lnTo>
                  <a:lnTo>
                    <a:pt x="1785" y="7744"/>
                  </a:lnTo>
                  <a:lnTo>
                    <a:pt x="1684" y="7407"/>
                  </a:lnTo>
                  <a:lnTo>
                    <a:pt x="1583" y="7104"/>
                  </a:lnTo>
                  <a:lnTo>
                    <a:pt x="1886" y="7071"/>
                  </a:lnTo>
                  <a:lnTo>
                    <a:pt x="2222" y="7037"/>
                  </a:lnTo>
                  <a:lnTo>
                    <a:pt x="2862" y="6936"/>
                  </a:lnTo>
                  <a:lnTo>
                    <a:pt x="3771" y="6801"/>
                  </a:lnTo>
                  <a:close/>
                  <a:moveTo>
                    <a:pt x="5185" y="12256"/>
                  </a:moveTo>
                  <a:lnTo>
                    <a:pt x="5185" y="12424"/>
                  </a:lnTo>
                  <a:lnTo>
                    <a:pt x="5252" y="12592"/>
                  </a:lnTo>
                  <a:lnTo>
                    <a:pt x="5320" y="12761"/>
                  </a:lnTo>
                  <a:lnTo>
                    <a:pt x="5421" y="12929"/>
                  </a:lnTo>
                  <a:lnTo>
                    <a:pt x="5623" y="13232"/>
                  </a:lnTo>
                  <a:lnTo>
                    <a:pt x="5892" y="13535"/>
                  </a:lnTo>
                  <a:lnTo>
                    <a:pt x="6161" y="13804"/>
                  </a:lnTo>
                  <a:lnTo>
                    <a:pt x="6431" y="14107"/>
                  </a:lnTo>
                  <a:lnTo>
                    <a:pt x="6666" y="14410"/>
                  </a:lnTo>
                  <a:lnTo>
                    <a:pt x="6734" y="14579"/>
                  </a:lnTo>
                  <a:lnTo>
                    <a:pt x="6801" y="14747"/>
                  </a:lnTo>
                  <a:lnTo>
                    <a:pt x="6868" y="14983"/>
                  </a:lnTo>
                  <a:lnTo>
                    <a:pt x="6868" y="15252"/>
                  </a:lnTo>
                  <a:lnTo>
                    <a:pt x="6868" y="15488"/>
                  </a:lnTo>
                  <a:lnTo>
                    <a:pt x="6835" y="15723"/>
                  </a:lnTo>
                  <a:lnTo>
                    <a:pt x="6700" y="16228"/>
                  </a:lnTo>
                  <a:lnTo>
                    <a:pt x="6532" y="16700"/>
                  </a:lnTo>
                  <a:lnTo>
                    <a:pt x="6363" y="17171"/>
                  </a:lnTo>
                  <a:lnTo>
                    <a:pt x="6229" y="17676"/>
                  </a:lnTo>
                  <a:lnTo>
                    <a:pt x="6161" y="17912"/>
                  </a:lnTo>
                  <a:lnTo>
                    <a:pt x="6128" y="18147"/>
                  </a:lnTo>
                  <a:lnTo>
                    <a:pt x="6128" y="18383"/>
                  </a:lnTo>
                  <a:lnTo>
                    <a:pt x="6161" y="18652"/>
                  </a:lnTo>
                  <a:lnTo>
                    <a:pt x="5320" y="18821"/>
                  </a:lnTo>
                  <a:lnTo>
                    <a:pt x="4882" y="18888"/>
                  </a:lnTo>
                  <a:lnTo>
                    <a:pt x="4444" y="18955"/>
                  </a:lnTo>
                  <a:lnTo>
                    <a:pt x="3636" y="19023"/>
                  </a:lnTo>
                  <a:lnTo>
                    <a:pt x="3232" y="19090"/>
                  </a:lnTo>
                  <a:lnTo>
                    <a:pt x="2862" y="19191"/>
                  </a:lnTo>
                  <a:lnTo>
                    <a:pt x="2727" y="18888"/>
                  </a:lnTo>
                  <a:lnTo>
                    <a:pt x="2559" y="18619"/>
                  </a:lnTo>
                  <a:lnTo>
                    <a:pt x="2323" y="18383"/>
                  </a:lnTo>
                  <a:lnTo>
                    <a:pt x="2088" y="18147"/>
                  </a:lnTo>
                  <a:lnTo>
                    <a:pt x="1852" y="17945"/>
                  </a:lnTo>
                  <a:lnTo>
                    <a:pt x="1650" y="17710"/>
                  </a:lnTo>
                  <a:lnTo>
                    <a:pt x="1515" y="17508"/>
                  </a:lnTo>
                  <a:lnTo>
                    <a:pt x="1381" y="17272"/>
                  </a:lnTo>
                  <a:lnTo>
                    <a:pt x="1279" y="17003"/>
                  </a:lnTo>
                  <a:lnTo>
                    <a:pt x="1212" y="16733"/>
                  </a:lnTo>
                  <a:lnTo>
                    <a:pt x="1145" y="16464"/>
                  </a:lnTo>
                  <a:lnTo>
                    <a:pt x="1111" y="16161"/>
                  </a:lnTo>
                  <a:lnTo>
                    <a:pt x="1111" y="15757"/>
                  </a:lnTo>
                  <a:lnTo>
                    <a:pt x="1178" y="15319"/>
                  </a:lnTo>
                  <a:lnTo>
                    <a:pt x="1279" y="14915"/>
                  </a:lnTo>
                  <a:lnTo>
                    <a:pt x="1414" y="14511"/>
                  </a:lnTo>
                  <a:lnTo>
                    <a:pt x="1684" y="13703"/>
                  </a:lnTo>
                  <a:lnTo>
                    <a:pt x="1818" y="13299"/>
                  </a:lnTo>
                  <a:lnTo>
                    <a:pt x="1919" y="12929"/>
                  </a:lnTo>
                  <a:lnTo>
                    <a:pt x="2357" y="12862"/>
                  </a:lnTo>
                  <a:lnTo>
                    <a:pt x="2795" y="12828"/>
                  </a:lnTo>
                  <a:lnTo>
                    <a:pt x="3704" y="12660"/>
                  </a:lnTo>
                  <a:lnTo>
                    <a:pt x="4007" y="12626"/>
                  </a:lnTo>
                  <a:lnTo>
                    <a:pt x="4343" y="12559"/>
                  </a:lnTo>
                  <a:lnTo>
                    <a:pt x="4646" y="12491"/>
                  </a:lnTo>
                  <a:lnTo>
                    <a:pt x="4916" y="12390"/>
                  </a:lnTo>
                  <a:lnTo>
                    <a:pt x="4983" y="12357"/>
                  </a:lnTo>
                  <a:lnTo>
                    <a:pt x="5050" y="12323"/>
                  </a:lnTo>
                  <a:lnTo>
                    <a:pt x="5185" y="12256"/>
                  </a:lnTo>
                  <a:close/>
                  <a:moveTo>
                    <a:pt x="2054" y="0"/>
                  </a:moveTo>
                  <a:lnTo>
                    <a:pt x="1549" y="34"/>
                  </a:lnTo>
                  <a:lnTo>
                    <a:pt x="1044" y="135"/>
                  </a:lnTo>
                  <a:lnTo>
                    <a:pt x="539" y="270"/>
                  </a:lnTo>
                  <a:lnTo>
                    <a:pt x="303" y="337"/>
                  </a:lnTo>
                  <a:lnTo>
                    <a:pt x="101" y="472"/>
                  </a:lnTo>
                  <a:lnTo>
                    <a:pt x="67" y="505"/>
                  </a:lnTo>
                  <a:lnTo>
                    <a:pt x="67" y="539"/>
                  </a:lnTo>
                  <a:lnTo>
                    <a:pt x="67" y="573"/>
                  </a:lnTo>
                  <a:lnTo>
                    <a:pt x="101" y="606"/>
                  </a:lnTo>
                  <a:lnTo>
                    <a:pt x="34" y="808"/>
                  </a:lnTo>
                  <a:lnTo>
                    <a:pt x="0" y="1010"/>
                  </a:lnTo>
                  <a:lnTo>
                    <a:pt x="0" y="1414"/>
                  </a:lnTo>
                  <a:lnTo>
                    <a:pt x="67" y="1852"/>
                  </a:lnTo>
                  <a:lnTo>
                    <a:pt x="135" y="2256"/>
                  </a:lnTo>
                  <a:lnTo>
                    <a:pt x="236" y="2828"/>
                  </a:lnTo>
                  <a:lnTo>
                    <a:pt x="370" y="3401"/>
                  </a:lnTo>
                  <a:lnTo>
                    <a:pt x="404" y="3738"/>
                  </a:lnTo>
                  <a:lnTo>
                    <a:pt x="438" y="3940"/>
                  </a:lnTo>
                  <a:lnTo>
                    <a:pt x="505" y="4108"/>
                  </a:lnTo>
                  <a:lnTo>
                    <a:pt x="606" y="4209"/>
                  </a:lnTo>
                  <a:lnTo>
                    <a:pt x="673" y="4276"/>
                  </a:lnTo>
                  <a:lnTo>
                    <a:pt x="808" y="4344"/>
                  </a:lnTo>
                  <a:lnTo>
                    <a:pt x="909" y="4377"/>
                  </a:lnTo>
                  <a:lnTo>
                    <a:pt x="943" y="4815"/>
                  </a:lnTo>
                  <a:lnTo>
                    <a:pt x="976" y="5253"/>
                  </a:lnTo>
                  <a:lnTo>
                    <a:pt x="1010" y="5589"/>
                  </a:lnTo>
                  <a:lnTo>
                    <a:pt x="1044" y="5791"/>
                  </a:lnTo>
                  <a:lnTo>
                    <a:pt x="1145" y="5926"/>
                  </a:lnTo>
                  <a:lnTo>
                    <a:pt x="1111" y="5960"/>
                  </a:lnTo>
                  <a:lnTo>
                    <a:pt x="1077" y="5892"/>
                  </a:lnTo>
                  <a:lnTo>
                    <a:pt x="1010" y="5892"/>
                  </a:lnTo>
                  <a:lnTo>
                    <a:pt x="943" y="6027"/>
                  </a:lnTo>
                  <a:lnTo>
                    <a:pt x="943" y="6162"/>
                  </a:lnTo>
                  <a:lnTo>
                    <a:pt x="943" y="6296"/>
                  </a:lnTo>
                  <a:lnTo>
                    <a:pt x="976" y="6465"/>
                  </a:lnTo>
                  <a:lnTo>
                    <a:pt x="1111" y="6768"/>
                  </a:lnTo>
                  <a:lnTo>
                    <a:pt x="1279" y="7003"/>
                  </a:lnTo>
                  <a:lnTo>
                    <a:pt x="1212" y="7037"/>
                  </a:lnTo>
                  <a:lnTo>
                    <a:pt x="1178" y="7071"/>
                  </a:lnTo>
                  <a:lnTo>
                    <a:pt x="1212" y="7104"/>
                  </a:lnTo>
                  <a:lnTo>
                    <a:pt x="1381" y="7104"/>
                  </a:lnTo>
                  <a:lnTo>
                    <a:pt x="1482" y="7744"/>
                  </a:lnTo>
                  <a:lnTo>
                    <a:pt x="1583" y="8417"/>
                  </a:lnTo>
                  <a:lnTo>
                    <a:pt x="1684" y="9057"/>
                  </a:lnTo>
                  <a:lnTo>
                    <a:pt x="1751" y="9697"/>
                  </a:lnTo>
                  <a:lnTo>
                    <a:pt x="1886" y="11212"/>
                  </a:lnTo>
                  <a:lnTo>
                    <a:pt x="1953" y="11986"/>
                  </a:lnTo>
                  <a:lnTo>
                    <a:pt x="1987" y="12727"/>
                  </a:lnTo>
                  <a:lnTo>
                    <a:pt x="1987" y="12761"/>
                  </a:lnTo>
                  <a:lnTo>
                    <a:pt x="1919" y="12828"/>
                  </a:lnTo>
                  <a:lnTo>
                    <a:pt x="1919" y="12794"/>
                  </a:lnTo>
                  <a:lnTo>
                    <a:pt x="1852" y="12828"/>
                  </a:lnTo>
                  <a:lnTo>
                    <a:pt x="1785" y="12929"/>
                  </a:lnTo>
                  <a:lnTo>
                    <a:pt x="1684" y="13165"/>
                  </a:lnTo>
                  <a:lnTo>
                    <a:pt x="1549" y="13636"/>
                  </a:lnTo>
                  <a:lnTo>
                    <a:pt x="1313" y="14141"/>
                  </a:lnTo>
                  <a:lnTo>
                    <a:pt x="1145" y="14680"/>
                  </a:lnTo>
                  <a:lnTo>
                    <a:pt x="1010" y="15218"/>
                  </a:lnTo>
                  <a:lnTo>
                    <a:pt x="909" y="15791"/>
                  </a:lnTo>
                  <a:lnTo>
                    <a:pt x="909" y="16296"/>
                  </a:lnTo>
                  <a:lnTo>
                    <a:pt x="943" y="16767"/>
                  </a:lnTo>
                  <a:lnTo>
                    <a:pt x="1077" y="17238"/>
                  </a:lnTo>
                  <a:lnTo>
                    <a:pt x="1145" y="17440"/>
                  </a:lnTo>
                  <a:lnTo>
                    <a:pt x="1279" y="17676"/>
                  </a:lnTo>
                  <a:lnTo>
                    <a:pt x="1414" y="17912"/>
                  </a:lnTo>
                  <a:lnTo>
                    <a:pt x="1616" y="18114"/>
                  </a:lnTo>
                  <a:lnTo>
                    <a:pt x="2020" y="18484"/>
                  </a:lnTo>
                  <a:lnTo>
                    <a:pt x="2189" y="18652"/>
                  </a:lnTo>
                  <a:lnTo>
                    <a:pt x="2391" y="18854"/>
                  </a:lnTo>
                  <a:lnTo>
                    <a:pt x="2525" y="19090"/>
                  </a:lnTo>
                  <a:lnTo>
                    <a:pt x="2626" y="19359"/>
                  </a:lnTo>
                  <a:lnTo>
                    <a:pt x="2660" y="19427"/>
                  </a:lnTo>
                  <a:lnTo>
                    <a:pt x="2727" y="19460"/>
                  </a:lnTo>
                  <a:lnTo>
                    <a:pt x="2761" y="19460"/>
                  </a:lnTo>
                  <a:lnTo>
                    <a:pt x="2828" y="19427"/>
                  </a:lnTo>
                  <a:lnTo>
                    <a:pt x="2963" y="19764"/>
                  </a:lnTo>
                  <a:lnTo>
                    <a:pt x="3098" y="20134"/>
                  </a:lnTo>
                  <a:lnTo>
                    <a:pt x="3199" y="20471"/>
                  </a:lnTo>
                  <a:lnTo>
                    <a:pt x="3266" y="20841"/>
                  </a:lnTo>
                  <a:lnTo>
                    <a:pt x="3333" y="21582"/>
                  </a:lnTo>
                  <a:lnTo>
                    <a:pt x="3434" y="22322"/>
                  </a:lnTo>
                  <a:lnTo>
                    <a:pt x="3704" y="24107"/>
                  </a:lnTo>
                  <a:lnTo>
                    <a:pt x="3838" y="24982"/>
                  </a:lnTo>
                  <a:lnTo>
                    <a:pt x="3939" y="25891"/>
                  </a:lnTo>
                  <a:lnTo>
                    <a:pt x="4074" y="27036"/>
                  </a:lnTo>
                  <a:lnTo>
                    <a:pt x="4209" y="28181"/>
                  </a:lnTo>
                  <a:lnTo>
                    <a:pt x="4411" y="29325"/>
                  </a:lnTo>
                  <a:lnTo>
                    <a:pt x="4680" y="30436"/>
                  </a:lnTo>
                  <a:lnTo>
                    <a:pt x="4983" y="30436"/>
                  </a:lnTo>
                  <a:lnTo>
                    <a:pt x="4781" y="29797"/>
                  </a:lnTo>
                  <a:lnTo>
                    <a:pt x="4613" y="29123"/>
                  </a:lnTo>
                  <a:lnTo>
                    <a:pt x="4444" y="28181"/>
                  </a:lnTo>
                  <a:lnTo>
                    <a:pt x="4343" y="27271"/>
                  </a:lnTo>
                  <a:lnTo>
                    <a:pt x="4141" y="25386"/>
                  </a:lnTo>
                  <a:lnTo>
                    <a:pt x="3872" y="23669"/>
                  </a:lnTo>
                  <a:lnTo>
                    <a:pt x="3603" y="21986"/>
                  </a:lnTo>
                  <a:lnTo>
                    <a:pt x="3535" y="21312"/>
                  </a:lnTo>
                  <a:lnTo>
                    <a:pt x="3434" y="20639"/>
                  </a:lnTo>
                  <a:lnTo>
                    <a:pt x="3367" y="20302"/>
                  </a:lnTo>
                  <a:lnTo>
                    <a:pt x="3266" y="19966"/>
                  </a:lnTo>
                  <a:lnTo>
                    <a:pt x="3165" y="19663"/>
                  </a:lnTo>
                  <a:lnTo>
                    <a:pt x="2997" y="19393"/>
                  </a:lnTo>
                  <a:lnTo>
                    <a:pt x="3939" y="19225"/>
                  </a:lnTo>
                  <a:lnTo>
                    <a:pt x="4882" y="19124"/>
                  </a:lnTo>
                  <a:lnTo>
                    <a:pt x="5488" y="19056"/>
                  </a:lnTo>
                  <a:lnTo>
                    <a:pt x="5757" y="18989"/>
                  </a:lnTo>
                  <a:lnTo>
                    <a:pt x="6060" y="18888"/>
                  </a:lnTo>
                  <a:lnTo>
                    <a:pt x="6060" y="18888"/>
                  </a:lnTo>
                  <a:lnTo>
                    <a:pt x="6027" y="19663"/>
                  </a:lnTo>
                  <a:lnTo>
                    <a:pt x="6027" y="20437"/>
                  </a:lnTo>
                  <a:lnTo>
                    <a:pt x="6094" y="21211"/>
                  </a:lnTo>
                  <a:lnTo>
                    <a:pt x="6161" y="21986"/>
                  </a:lnTo>
                  <a:lnTo>
                    <a:pt x="6363" y="23568"/>
                  </a:lnTo>
                  <a:lnTo>
                    <a:pt x="6532" y="25083"/>
                  </a:lnTo>
                  <a:lnTo>
                    <a:pt x="7070" y="30436"/>
                  </a:lnTo>
                  <a:lnTo>
                    <a:pt x="7373" y="30436"/>
                  </a:lnTo>
                  <a:lnTo>
                    <a:pt x="7104" y="27777"/>
                  </a:lnTo>
                  <a:lnTo>
                    <a:pt x="6801" y="25083"/>
                  </a:lnTo>
                  <a:lnTo>
                    <a:pt x="6498" y="21952"/>
                  </a:lnTo>
                  <a:lnTo>
                    <a:pt x="6195" y="18821"/>
                  </a:lnTo>
                  <a:lnTo>
                    <a:pt x="6262" y="19023"/>
                  </a:lnTo>
                  <a:lnTo>
                    <a:pt x="6296" y="19056"/>
                  </a:lnTo>
                  <a:lnTo>
                    <a:pt x="6330" y="19090"/>
                  </a:lnTo>
                  <a:lnTo>
                    <a:pt x="6431" y="19124"/>
                  </a:lnTo>
                  <a:lnTo>
                    <a:pt x="6498" y="19056"/>
                  </a:lnTo>
                  <a:lnTo>
                    <a:pt x="6532" y="19023"/>
                  </a:lnTo>
                  <a:lnTo>
                    <a:pt x="6532" y="18955"/>
                  </a:lnTo>
                  <a:lnTo>
                    <a:pt x="6464" y="18686"/>
                  </a:lnTo>
                  <a:lnTo>
                    <a:pt x="6431" y="18450"/>
                  </a:lnTo>
                  <a:lnTo>
                    <a:pt x="6431" y="18181"/>
                  </a:lnTo>
                  <a:lnTo>
                    <a:pt x="6464" y="17945"/>
                  </a:lnTo>
                  <a:lnTo>
                    <a:pt x="6565" y="17440"/>
                  </a:lnTo>
                  <a:lnTo>
                    <a:pt x="6734" y="16935"/>
                  </a:lnTo>
                  <a:lnTo>
                    <a:pt x="6868" y="16430"/>
                  </a:lnTo>
                  <a:lnTo>
                    <a:pt x="7037" y="15925"/>
                  </a:lnTo>
                  <a:lnTo>
                    <a:pt x="7104" y="15420"/>
                  </a:lnTo>
                  <a:lnTo>
                    <a:pt x="7104" y="15185"/>
                  </a:lnTo>
                  <a:lnTo>
                    <a:pt x="7104" y="14915"/>
                  </a:lnTo>
                  <a:lnTo>
                    <a:pt x="7070" y="14713"/>
                  </a:lnTo>
                  <a:lnTo>
                    <a:pt x="7037" y="14545"/>
                  </a:lnTo>
                  <a:lnTo>
                    <a:pt x="6868" y="14208"/>
                  </a:lnTo>
                  <a:lnTo>
                    <a:pt x="6666" y="13905"/>
                  </a:lnTo>
                  <a:lnTo>
                    <a:pt x="6397" y="13636"/>
                  </a:lnTo>
                  <a:lnTo>
                    <a:pt x="6060" y="13266"/>
                  </a:lnTo>
                  <a:lnTo>
                    <a:pt x="5757" y="12862"/>
                  </a:lnTo>
                  <a:lnTo>
                    <a:pt x="5623" y="12660"/>
                  </a:lnTo>
                  <a:lnTo>
                    <a:pt x="5488" y="12458"/>
                  </a:lnTo>
                  <a:lnTo>
                    <a:pt x="5387" y="12222"/>
                  </a:lnTo>
                  <a:lnTo>
                    <a:pt x="5320" y="11953"/>
                  </a:lnTo>
                  <a:lnTo>
                    <a:pt x="5286" y="11919"/>
                  </a:lnTo>
                  <a:lnTo>
                    <a:pt x="5219" y="11919"/>
                  </a:lnTo>
                  <a:lnTo>
                    <a:pt x="5185" y="11953"/>
                  </a:lnTo>
                  <a:lnTo>
                    <a:pt x="5185" y="12087"/>
                  </a:lnTo>
                  <a:lnTo>
                    <a:pt x="5118" y="12054"/>
                  </a:lnTo>
                  <a:lnTo>
                    <a:pt x="5050" y="12054"/>
                  </a:lnTo>
                  <a:lnTo>
                    <a:pt x="5017" y="12087"/>
                  </a:lnTo>
                  <a:lnTo>
                    <a:pt x="4983" y="11919"/>
                  </a:lnTo>
                  <a:lnTo>
                    <a:pt x="4882" y="11751"/>
                  </a:lnTo>
                  <a:lnTo>
                    <a:pt x="4613" y="11111"/>
                  </a:lnTo>
                  <a:lnTo>
                    <a:pt x="4478" y="10808"/>
                  </a:lnTo>
                  <a:lnTo>
                    <a:pt x="4411" y="10437"/>
                  </a:lnTo>
                  <a:lnTo>
                    <a:pt x="4242" y="9596"/>
                  </a:lnTo>
                  <a:lnTo>
                    <a:pt x="4141" y="8687"/>
                  </a:lnTo>
                  <a:lnTo>
                    <a:pt x="4141" y="8350"/>
                  </a:lnTo>
                  <a:lnTo>
                    <a:pt x="4108" y="7710"/>
                  </a:lnTo>
                  <a:lnTo>
                    <a:pt x="4074" y="7374"/>
                  </a:lnTo>
                  <a:lnTo>
                    <a:pt x="4007" y="7104"/>
                  </a:lnTo>
                  <a:lnTo>
                    <a:pt x="3939" y="6902"/>
                  </a:lnTo>
                  <a:lnTo>
                    <a:pt x="3872" y="6835"/>
                  </a:lnTo>
                  <a:lnTo>
                    <a:pt x="3838" y="6801"/>
                  </a:lnTo>
                  <a:lnTo>
                    <a:pt x="3973" y="6801"/>
                  </a:lnTo>
                  <a:lnTo>
                    <a:pt x="4007" y="6835"/>
                  </a:lnTo>
                  <a:lnTo>
                    <a:pt x="4141" y="6835"/>
                  </a:lnTo>
                  <a:lnTo>
                    <a:pt x="4209" y="6734"/>
                  </a:lnTo>
                  <a:lnTo>
                    <a:pt x="4343" y="6734"/>
                  </a:lnTo>
                  <a:lnTo>
                    <a:pt x="4411" y="6700"/>
                  </a:lnTo>
                  <a:lnTo>
                    <a:pt x="4444" y="6667"/>
                  </a:lnTo>
                  <a:lnTo>
                    <a:pt x="4444" y="6566"/>
                  </a:lnTo>
                  <a:lnTo>
                    <a:pt x="4377" y="6498"/>
                  </a:lnTo>
                  <a:lnTo>
                    <a:pt x="4343" y="6465"/>
                  </a:lnTo>
                  <a:lnTo>
                    <a:pt x="4276" y="6465"/>
                  </a:lnTo>
                  <a:lnTo>
                    <a:pt x="4209" y="6498"/>
                  </a:lnTo>
                  <a:lnTo>
                    <a:pt x="4209" y="6027"/>
                  </a:lnTo>
                  <a:lnTo>
                    <a:pt x="4141" y="5556"/>
                  </a:lnTo>
                  <a:lnTo>
                    <a:pt x="4108" y="5488"/>
                  </a:lnTo>
                  <a:lnTo>
                    <a:pt x="4040" y="5455"/>
                  </a:lnTo>
                  <a:lnTo>
                    <a:pt x="3771" y="5488"/>
                  </a:lnTo>
                  <a:lnTo>
                    <a:pt x="3838" y="5320"/>
                  </a:lnTo>
                  <a:lnTo>
                    <a:pt x="3838" y="5152"/>
                  </a:lnTo>
                  <a:lnTo>
                    <a:pt x="3771" y="4815"/>
                  </a:lnTo>
                  <a:lnTo>
                    <a:pt x="3704" y="4445"/>
                  </a:lnTo>
                  <a:lnTo>
                    <a:pt x="3603" y="4074"/>
                  </a:lnTo>
                  <a:lnTo>
                    <a:pt x="3737" y="4007"/>
                  </a:lnTo>
                  <a:lnTo>
                    <a:pt x="3838" y="4074"/>
                  </a:lnTo>
                  <a:lnTo>
                    <a:pt x="3906" y="4108"/>
                  </a:lnTo>
                  <a:lnTo>
                    <a:pt x="3973" y="4108"/>
                  </a:lnTo>
                  <a:lnTo>
                    <a:pt x="4007" y="4041"/>
                  </a:lnTo>
                  <a:lnTo>
                    <a:pt x="4007" y="3940"/>
                  </a:lnTo>
                  <a:lnTo>
                    <a:pt x="3906" y="3738"/>
                  </a:lnTo>
                  <a:lnTo>
                    <a:pt x="3805" y="3502"/>
                  </a:lnTo>
                  <a:lnTo>
                    <a:pt x="3771" y="3232"/>
                  </a:lnTo>
                  <a:lnTo>
                    <a:pt x="3771" y="2929"/>
                  </a:lnTo>
                  <a:lnTo>
                    <a:pt x="3737" y="2357"/>
                  </a:lnTo>
                  <a:lnTo>
                    <a:pt x="3737" y="1852"/>
                  </a:lnTo>
                  <a:lnTo>
                    <a:pt x="3704" y="1448"/>
                  </a:lnTo>
                  <a:lnTo>
                    <a:pt x="3636" y="977"/>
                  </a:lnTo>
                  <a:lnTo>
                    <a:pt x="3603" y="775"/>
                  </a:lnTo>
                  <a:lnTo>
                    <a:pt x="3535" y="539"/>
                  </a:lnTo>
                  <a:lnTo>
                    <a:pt x="3434" y="371"/>
                  </a:lnTo>
                  <a:lnTo>
                    <a:pt x="3333" y="236"/>
                  </a:lnTo>
                  <a:lnTo>
                    <a:pt x="3199" y="135"/>
                  </a:lnTo>
                  <a:lnTo>
                    <a:pt x="3064" y="68"/>
                  </a:lnTo>
                  <a:lnTo>
                    <a:pt x="2896" y="34"/>
                  </a:lnTo>
                  <a:lnTo>
                    <a:pt x="272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2" name="Google Shape;1872;p12"/>
            <p:cNvSpPr/>
            <p:nvPr/>
          </p:nvSpPr>
          <p:spPr>
            <a:xfrm>
              <a:off x="201033" y="4280399"/>
              <a:ext cx="263081" cy="258055"/>
            </a:xfrm>
            <a:custGeom>
              <a:avLst/>
              <a:gdLst/>
              <a:ahLst/>
              <a:cxnLst/>
              <a:rect l="l" t="t" r="r" b="b"/>
              <a:pathLst>
                <a:path w="5287" h="5186" extrusionOk="0">
                  <a:moveTo>
                    <a:pt x="2997" y="237"/>
                  </a:moveTo>
                  <a:lnTo>
                    <a:pt x="3333" y="304"/>
                  </a:lnTo>
                  <a:lnTo>
                    <a:pt x="3670" y="439"/>
                  </a:lnTo>
                  <a:lnTo>
                    <a:pt x="3603" y="439"/>
                  </a:lnTo>
                  <a:lnTo>
                    <a:pt x="3535" y="506"/>
                  </a:lnTo>
                  <a:lnTo>
                    <a:pt x="3434" y="607"/>
                  </a:lnTo>
                  <a:lnTo>
                    <a:pt x="3300" y="775"/>
                  </a:lnTo>
                  <a:lnTo>
                    <a:pt x="3232" y="876"/>
                  </a:lnTo>
                  <a:lnTo>
                    <a:pt x="3232" y="910"/>
                  </a:lnTo>
                  <a:lnTo>
                    <a:pt x="3232" y="977"/>
                  </a:lnTo>
                  <a:lnTo>
                    <a:pt x="3266" y="1011"/>
                  </a:lnTo>
                  <a:lnTo>
                    <a:pt x="3300" y="1045"/>
                  </a:lnTo>
                  <a:lnTo>
                    <a:pt x="3401" y="1011"/>
                  </a:lnTo>
                  <a:lnTo>
                    <a:pt x="3468" y="977"/>
                  </a:lnTo>
                  <a:lnTo>
                    <a:pt x="3603" y="809"/>
                  </a:lnTo>
                  <a:lnTo>
                    <a:pt x="3704" y="674"/>
                  </a:lnTo>
                  <a:lnTo>
                    <a:pt x="3737" y="674"/>
                  </a:lnTo>
                  <a:lnTo>
                    <a:pt x="3737" y="641"/>
                  </a:lnTo>
                  <a:lnTo>
                    <a:pt x="3771" y="641"/>
                  </a:lnTo>
                  <a:lnTo>
                    <a:pt x="3805" y="607"/>
                  </a:lnTo>
                  <a:lnTo>
                    <a:pt x="3805" y="540"/>
                  </a:lnTo>
                  <a:lnTo>
                    <a:pt x="3771" y="472"/>
                  </a:lnTo>
                  <a:lnTo>
                    <a:pt x="3973" y="607"/>
                  </a:lnTo>
                  <a:lnTo>
                    <a:pt x="4175" y="742"/>
                  </a:lnTo>
                  <a:lnTo>
                    <a:pt x="4545" y="1045"/>
                  </a:lnTo>
                  <a:lnTo>
                    <a:pt x="4680" y="1247"/>
                  </a:lnTo>
                  <a:lnTo>
                    <a:pt x="4815" y="1415"/>
                  </a:lnTo>
                  <a:lnTo>
                    <a:pt x="4949" y="1617"/>
                  </a:lnTo>
                  <a:lnTo>
                    <a:pt x="5017" y="1819"/>
                  </a:lnTo>
                  <a:lnTo>
                    <a:pt x="5084" y="1987"/>
                  </a:lnTo>
                  <a:lnTo>
                    <a:pt x="5118" y="2189"/>
                  </a:lnTo>
                  <a:lnTo>
                    <a:pt x="5084" y="2189"/>
                  </a:lnTo>
                  <a:lnTo>
                    <a:pt x="4949" y="2257"/>
                  </a:lnTo>
                  <a:lnTo>
                    <a:pt x="4815" y="2324"/>
                  </a:lnTo>
                  <a:lnTo>
                    <a:pt x="4545" y="2425"/>
                  </a:lnTo>
                  <a:lnTo>
                    <a:pt x="4512" y="2459"/>
                  </a:lnTo>
                  <a:lnTo>
                    <a:pt x="4478" y="2492"/>
                  </a:lnTo>
                  <a:lnTo>
                    <a:pt x="4512" y="2526"/>
                  </a:lnTo>
                  <a:lnTo>
                    <a:pt x="4545" y="2560"/>
                  </a:lnTo>
                  <a:lnTo>
                    <a:pt x="4680" y="2593"/>
                  </a:lnTo>
                  <a:lnTo>
                    <a:pt x="4848" y="2593"/>
                  </a:lnTo>
                  <a:lnTo>
                    <a:pt x="4983" y="2526"/>
                  </a:lnTo>
                  <a:lnTo>
                    <a:pt x="5118" y="2459"/>
                  </a:lnTo>
                  <a:lnTo>
                    <a:pt x="5118" y="2728"/>
                  </a:lnTo>
                  <a:lnTo>
                    <a:pt x="5050" y="2997"/>
                  </a:lnTo>
                  <a:lnTo>
                    <a:pt x="4949" y="3233"/>
                  </a:lnTo>
                  <a:lnTo>
                    <a:pt x="4848" y="3469"/>
                  </a:lnTo>
                  <a:lnTo>
                    <a:pt x="4714" y="3435"/>
                  </a:lnTo>
                  <a:lnTo>
                    <a:pt x="4613" y="3401"/>
                  </a:lnTo>
                  <a:lnTo>
                    <a:pt x="4478" y="3435"/>
                  </a:lnTo>
                  <a:lnTo>
                    <a:pt x="4377" y="3469"/>
                  </a:lnTo>
                  <a:lnTo>
                    <a:pt x="4377" y="3502"/>
                  </a:lnTo>
                  <a:lnTo>
                    <a:pt x="4377" y="3536"/>
                  </a:lnTo>
                  <a:lnTo>
                    <a:pt x="4545" y="3637"/>
                  </a:lnTo>
                  <a:lnTo>
                    <a:pt x="4714" y="3671"/>
                  </a:lnTo>
                  <a:lnTo>
                    <a:pt x="4579" y="3873"/>
                  </a:lnTo>
                  <a:lnTo>
                    <a:pt x="4411" y="4075"/>
                  </a:lnTo>
                  <a:lnTo>
                    <a:pt x="4209" y="4243"/>
                  </a:lnTo>
                  <a:lnTo>
                    <a:pt x="4040" y="4411"/>
                  </a:lnTo>
                  <a:lnTo>
                    <a:pt x="3838" y="4546"/>
                  </a:lnTo>
                  <a:lnTo>
                    <a:pt x="3603" y="4681"/>
                  </a:lnTo>
                  <a:lnTo>
                    <a:pt x="3401" y="4782"/>
                  </a:lnTo>
                  <a:lnTo>
                    <a:pt x="3165" y="4883"/>
                  </a:lnTo>
                  <a:lnTo>
                    <a:pt x="3165" y="4815"/>
                  </a:lnTo>
                  <a:lnTo>
                    <a:pt x="3098" y="4580"/>
                  </a:lnTo>
                  <a:lnTo>
                    <a:pt x="3064" y="4479"/>
                  </a:lnTo>
                  <a:lnTo>
                    <a:pt x="3030" y="4411"/>
                  </a:lnTo>
                  <a:lnTo>
                    <a:pt x="2997" y="4378"/>
                  </a:lnTo>
                  <a:lnTo>
                    <a:pt x="2929" y="4378"/>
                  </a:lnTo>
                  <a:lnTo>
                    <a:pt x="2896" y="4411"/>
                  </a:lnTo>
                  <a:lnTo>
                    <a:pt x="2862" y="4479"/>
                  </a:lnTo>
                  <a:lnTo>
                    <a:pt x="2862" y="4647"/>
                  </a:lnTo>
                  <a:lnTo>
                    <a:pt x="2896" y="4782"/>
                  </a:lnTo>
                  <a:lnTo>
                    <a:pt x="2963" y="4916"/>
                  </a:lnTo>
                  <a:lnTo>
                    <a:pt x="2727" y="4950"/>
                  </a:lnTo>
                  <a:lnTo>
                    <a:pt x="2323" y="4950"/>
                  </a:lnTo>
                  <a:lnTo>
                    <a:pt x="1953" y="4849"/>
                  </a:lnTo>
                  <a:lnTo>
                    <a:pt x="2054" y="4580"/>
                  </a:lnTo>
                  <a:lnTo>
                    <a:pt x="2088" y="4277"/>
                  </a:lnTo>
                  <a:lnTo>
                    <a:pt x="2054" y="4243"/>
                  </a:lnTo>
                  <a:lnTo>
                    <a:pt x="2020" y="4243"/>
                  </a:lnTo>
                  <a:lnTo>
                    <a:pt x="1953" y="4378"/>
                  </a:lnTo>
                  <a:lnTo>
                    <a:pt x="1852" y="4479"/>
                  </a:lnTo>
                  <a:lnTo>
                    <a:pt x="1751" y="4748"/>
                  </a:lnTo>
                  <a:lnTo>
                    <a:pt x="1751" y="4782"/>
                  </a:lnTo>
                  <a:lnTo>
                    <a:pt x="1549" y="4647"/>
                  </a:lnTo>
                  <a:lnTo>
                    <a:pt x="1347" y="4512"/>
                  </a:lnTo>
                  <a:lnTo>
                    <a:pt x="1145" y="4378"/>
                  </a:lnTo>
                  <a:lnTo>
                    <a:pt x="977" y="4209"/>
                  </a:lnTo>
                  <a:lnTo>
                    <a:pt x="1044" y="4108"/>
                  </a:lnTo>
                  <a:lnTo>
                    <a:pt x="1212" y="4007"/>
                  </a:lnTo>
                  <a:lnTo>
                    <a:pt x="1246" y="3940"/>
                  </a:lnTo>
                  <a:lnTo>
                    <a:pt x="1280" y="3873"/>
                  </a:lnTo>
                  <a:lnTo>
                    <a:pt x="1145" y="3873"/>
                  </a:lnTo>
                  <a:lnTo>
                    <a:pt x="977" y="3940"/>
                  </a:lnTo>
                  <a:lnTo>
                    <a:pt x="808" y="4041"/>
                  </a:lnTo>
                  <a:lnTo>
                    <a:pt x="674" y="3805"/>
                  </a:lnTo>
                  <a:lnTo>
                    <a:pt x="505" y="3570"/>
                  </a:lnTo>
                  <a:lnTo>
                    <a:pt x="404" y="3334"/>
                  </a:lnTo>
                  <a:lnTo>
                    <a:pt x="303" y="3065"/>
                  </a:lnTo>
                  <a:lnTo>
                    <a:pt x="573" y="3132"/>
                  </a:lnTo>
                  <a:lnTo>
                    <a:pt x="808" y="3098"/>
                  </a:lnTo>
                  <a:lnTo>
                    <a:pt x="876" y="3065"/>
                  </a:lnTo>
                  <a:lnTo>
                    <a:pt x="876" y="2997"/>
                  </a:lnTo>
                  <a:lnTo>
                    <a:pt x="842" y="2930"/>
                  </a:lnTo>
                  <a:lnTo>
                    <a:pt x="775" y="2896"/>
                  </a:lnTo>
                  <a:lnTo>
                    <a:pt x="270" y="2896"/>
                  </a:lnTo>
                  <a:lnTo>
                    <a:pt x="236" y="2661"/>
                  </a:lnTo>
                  <a:lnTo>
                    <a:pt x="236" y="2257"/>
                  </a:lnTo>
                  <a:lnTo>
                    <a:pt x="303" y="1886"/>
                  </a:lnTo>
                  <a:lnTo>
                    <a:pt x="438" y="1550"/>
                  </a:lnTo>
                  <a:lnTo>
                    <a:pt x="640" y="1247"/>
                  </a:lnTo>
                  <a:lnTo>
                    <a:pt x="876" y="977"/>
                  </a:lnTo>
                  <a:lnTo>
                    <a:pt x="1179" y="775"/>
                  </a:lnTo>
                  <a:lnTo>
                    <a:pt x="1482" y="573"/>
                  </a:lnTo>
                  <a:lnTo>
                    <a:pt x="1818" y="439"/>
                  </a:lnTo>
                  <a:lnTo>
                    <a:pt x="1886" y="506"/>
                  </a:lnTo>
                  <a:lnTo>
                    <a:pt x="1919" y="506"/>
                  </a:lnTo>
                  <a:lnTo>
                    <a:pt x="1987" y="472"/>
                  </a:lnTo>
                  <a:lnTo>
                    <a:pt x="2222" y="338"/>
                  </a:lnTo>
                  <a:lnTo>
                    <a:pt x="2290" y="338"/>
                  </a:lnTo>
                  <a:lnTo>
                    <a:pt x="2357" y="304"/>
                  </a:lnTo>
                  <a:lnTo>
                    <a:pt x="2660" y="237"/>
                  </a:lnTo>
                  <a:close/>
                  <a:moveTo>
                    <a:pt x="2626" y="1"/>
                  </a:moveTo>
                  <a:lnTo>
                    <a:pt x="2391" y="35"/>
                  </a:lnTo>
                  <a:lnTo>
                    <a:pt x="2155" y="102"/>
                  </a:lnTo>
                  <a:lnTo>
                    <a:pt x="1953" y="203"/>
                  </a:lnTo>
                  <a:lnTo>
                    <a:pt x="1717" y="237"/>
                  </a:lnTo>
                  <a:lnTo>
                    <a:pt x="1515" y="304"/>
                  </a:lnTo>
                  <a:lnTo>
                    <a:pt x="1313" y="371"/>
                  </a:lnTo>
                  <a:lnTo>
                    <a:pt x="1111" y="506"/>
                  </a:lnTo>
                  <a:lnTo>
                    <a:pt x="943" y="607"/>
                  </a:lnTo>
                  <a:lnTo>
                    <a:pt x="775" y="775"/>
                  </a:lnTo>
                  <a:lnTo>
                    <a:pt x="606" y="910"/>
                  </a:lnTo>
                  <a:lnTo>
                    <a:pt x="472" y="1112"/>
                  </a:lnTo>
                  <a:lnTo>
                    <a:pt x="270" y="1482"/>
                  </a:lnTo>
                  <a:lnTo>
                    <a:pt x="101" y="1920"/>
                  </a:lnTo>
                  <a:lnTo>
                    <a:pt x="0" y="2358"/>
                  </a:lnTo>
                  <a:lnTo>
                    <a:pt x="0" y="2593"/>
                  </a:lnTo>
                  <a:lnTo>
                    <a:pt x="0" y="2829"/>
                  </a:lnTo>
                  <a:lnTo>
                    <a:pt x="101" y="3199"/>
                  </a:lnTo>
                  <a:lnTo>
                    <a:pt x="236" y="3570"/>
                  </a:lnTo>
                  <a:lnTo>
                    <a:pt x="438" y="3940"/>
                  </a:lnTo>
                  <a:lnTo>
                    <a:pt x="674" y="4277"/>
                  </a:lnTo>
                  <a:lnTo>
                    <a:pt x="707" y="4310"/>
                  </a:lnTo>
                  <a:lnTo>
                    <a:pt x="741" y="4344"/>
                  </a:lnTo>
                  <a:lnTo>
                    <a:pt x="977" y="4546"/>
                  </a:lnTo>
                  <a:lnTo>
                    <a:pt x="1212" y="4748"/>
                  </a:lnTo>
                  <a:lnTo>
                    <a:pt x="1482" y="4883"/>
                  </a:lnTo>
                  <a:lnTo>
                    <a:pt x="1751" y="5017"/>
                  </a:lnTo>
                  <a:lnTo>
                    <a:pt x="2054" y="5118"/>
                  </a:lnTo>
                  <a:lnTo>
                    <a:pt x="2323" y="5186"/>
                  </a:lnTo>
                  <a:lnTo>
                    <a:pt x="2929" y="5186"/>
                  </a:lnTo>
                  <a:lnTo>
                    <a:pt x="3232" y="5118"/>
                  </a:lnTo>
                  <a:lnTo>
                    <a:pt x="3502" y="5017"/>
                  </a:lnTo>
                  <a:lnTo>
                    <a:pt x="3805" y="4883"/>
                  </a:lnTo>
                  <a:lnTo>
                    <a:pt x="4040" y="4714"/>
                  </a:lnTo>
                  <a:lnTo>
                    <a:pt x="4276" y="4546"/>
                  </a:lnTo>
                  <a:lnTo>
                    <a:pt x="4512" y="4310"/>
                  </a:lnTo>
                  <a:lnTo>
                    <a:pt x="4680" y="4108"/>
                  </a:lnTo>
                  <a:lnTo>
                    <a:pt x="4848" y="3839"/>
                  </a:lnTo>
                  <a:lnTo>
                    <a:pt x="5017" y="3603"/>
                  </a:lnTo>
                  <a:lnTo>
                    <a:pt x="5118" y="3300"/>
                  </a:lnTo>
                  <a:lnTo>
                    <a:pt x="5219" y="3031"/>
                  </a:lnTo>
                  <a:lnTo>
                    <a:pt x="5286" y="2728"/>
                  </a:lnTo>
                  <a:lnTo>
                    <a:pt x="5286" y="2459"/>
                  </a:lnTo>
                  <a:lnTo>
                    <a:pt x="5286" y="2156"/>
                  </a:lnTo>
                  <a:lnTo>
                    <a:pt x="5252" y="1853"/>
                  </a:lnTo>
                  <a:lnTo>
                    <a:pt x="5151" y="1550"/>
                  </a:lnTo>
                  <a:lnTo>
                    <a:pt x="5050" y="1348"/>
                  </a:lnTo>
                  <a:lnTo>
                    <a:pt x="4949" y="1146"/>
                  </a:lnTo>
                  <a:lnTo>
                    <a:pt x="4781" y="977"/>
                  </a:lnTo>
                  <a:lnTo>
                    <a:pt x="4613" y="775"/>
                  </a:lnTo>
                  <a:lnTo>
                    <a:pt x="4444" y="607"/>
                  </a:lnTo>
                  <a:lnTo>
                    <a:pt x="4242" y="472"/>
                  </a:lnTo>
                  <a:lnTo>
                    <a:pt x="4040" y="338"/>
                  </a:lnTo>
                  <a:lnTo>
                    <a:pt x="3805" y="237"/>
                  </a:lnTo>
                  <a:lnTo>
                    <a:pt x="3569" y="136"/>
                  </a:lnTo>
                  <a:lnTo>
                    <a:pt x="3333" y="68"/>
                  </a:lnTo>
                  <a:lnTo>
                    <a:pt x="3098" y="35"/>
                  </a:lnTo>
                  <a:lnTo>
                    <a:pt x="286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3" name="Google Shape;1873;p12"/>
            <p:cNvSpPr/>
            <p:nvPr/>
          </p:nvSpPr>
          <p:spPr>
            <a:xfrm>
              <a:off x="397038" y="4345734"/>
              <a:ext cx="30204" cy="20153"/>
            </a:xfrm>
            <a:custGeom>
              <a:avLst/>
              <a:gdLst/>
              <a:ahLst/>
              <a:cxnLst/>
              <a:rect l="l" t="t" r="r" b="b"/>
              <a:pathLst>
                <a:path w="607" h="405" extrusionOk="0">
                  <a:moveTo>
                    <a:pt x="337" y="1"/>
                  </a:moveTo>
                  <a:lnTo>
                    <a:pt x="202" y="102"/>
                  </a:lnTo>
                  <a:lnTo>
                    <a:pt x="68" y="203"/>
                  </a:lnTo>
                  <a:lnTo>
                    <a:pt x="0" y="371"/>
                  </a:lnTo>
                  <a:lnTo>
                    <a:pt x="0" y="405"/>
                  </a:lnTo>
                  <a:lnTo>
                    <a:pt x="34" y="405"/>
                  </a:lnTo>
                  <a:lnTo>
                    <a:pt x="303" y="304"/>
                  </a:lnTo>
                  <a:lnTo>
                    <a:pt x="438" y="237"/>
                  </a:lnTo>
                  <a:lnTo>
                    <a:pt x="539" y="203"/>
                  </a:lnTo>
                  <a:lnTo>
                    <a:pt x="573" y="136"/>
                  </a:lnTo>
                  <a:lnTo>
                    <a:pt x="606" y="102"/>
                  </a:lnTo>
                  <a:lnTo>
                    <a:pt x="573" y="35"/>
                  </a:lnTo>
                  <a:lnTo>
                    <a:pt x="5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4" name="Google Shape;1874;p12"/>
            <p:cNvSpPr/>
            <p:nvPr/>
          </p:nvSpPr>
          <p:spPr>
            <a:xfrm>
              <a:off x="256316" y="4325631"/>
              <a:ext cx="28512" cy="25179"/>
            </a:xfrm>
            <a:custGeom>
              <a:avLst/>
              <a:gdLst/>
              <a:ahLst/>
              <a:cxnLst/>
              <a:rect l="l" t="t" r="r" b="b"/>
              <a:pathLst>
                <a:path w="573" h="506" extrusionOk="0">
                  <a:moveTo>
                    <a:pt x="101" y="1"/>
                  </a:moveTo>
                  <a:lnTo>
                    <a:pt x="34" y="35"/>
                  </a:lnTo>
                  <a:lnTo>
                    <a:pt x="0" y="102"/>
                  </a:lnTo>
                  <a:lnTo>
                    <a:pt x="34" y="136"/>
                  </a:lnTo>
                  <a:lnTo>
                    <a:pt x="101" y="237"/>
                  </a:lnTo>
                  <a:lnTo>
                    <a:pt x="202" y="338"/>
                  </a:lnTo>
                  <a:lnTo>
                    <a:pt x="303" y="439"/>
                  </a:lnTo>
                  <a:lnTo>
                    <a:pt x="438" y="506"/>
                  </a:lnTo>
                  <a:lnTo>
                    <a:pt x="505" y="506"/>
                  </a:lnTo>
                  <a:lnTo>
                    <a:pt x="539" y="439"/>
                  </a:lnTo>
                  <a:lnTo>
                    <a:pt x="573" y="371"/>
                  </a:lnTo>
                  <a:lnTo>
                    <a:pt x="539" y="304"/>
                  </a:lnTo>
                  <a:lnTo>
                    <a:pt x="337" y="169"/>
                  </a:lnTo>
                  <a:lnTo>
                    <a:pt x="135" y="35"/>
                  </a:lnTo>
                  <a:lnTo>
                    <a:pt x="1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5" name="Google Shape;1875;p12"/>
            <p:cNvSpPr/>
            <p:nvPr/>
          </p:nvSpPr>
          <p:spPr>
            <a:xfrm>
              <a:off x="217752" y="4367529"/>
              <a:ext cx="38614" cy="13435"/>
            </a:xfrm>
            <a:custGeom>
              <a:avLst/>
              <a:gdLst/>
              <a:ahLst/>
              <a:cxnLst/>
              <a:rect l="l" t="t" r="r" b="b"/>
              <a:pathLst>
                <a:path w="776" h="270" extrusionOk="0">
                  <a:moveTo>
                    <a:pt x="169" y="1"/>
                  </a:moveTo>
                  <a:lnTo>
                    <a:pt x="68" y="34"/>
                  </a:lnTo>
                  <a:lnTo>
                    <a:pt x="1" y="102"/>
                  </a:lnTo>
                  <a:lnTo>
                    <a:pt x="1" y="135"/>
                  </a:lnTo>
                  <a:lnTo>
                    <a:pt x="35" y="169"/>
                  </a:lnTo>
                  <a:lnTo>
                    <a:pt x="169" y="203"/>
                  </a:lnTo>
                  <a:lnTo>
                    <a:pt x="371" y="203"/>
                  </a:lnTo>
                  <a:lnTo>
                    <a:pt x="573" y="270"/>
                  </a:lnTo>
                  <a:lnTo>
                    <a:pt x="674" y="270"/>
                  </a:lnTo>
                  <a:lnTo>
                    <a:pt x="742" y="236"/>
                  </a:lnTo>
                  <a:lnTo>
                    <a:pt x="775" y="203"/>
                  </a:lnTo>
                  <a:lnTo>
                    <a:pt x="775" y="135"/>
                  </a:lnTo>
                  <a:lnTo>
                    <a:pt x="742" y="68"/>
                  </a:lnTo>
                  <a:lnTo>
                    <a:pt x="641" y="34"/>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6" name="Google Shape;1876;p12"/>
            <p:cNvSpPr/>
            <p:nvPr/>
          </p:nvSpPr>
          <p:spPr>
            <a:xfrm>
              <a:off x="159135" y="3657205"/>
              <a:ext cx="145797" cy="152514"/>
            </a:xfrm>
            <a:custGeom>
              <a:avLst/>
              <a:gdLst/>
              <a:ahLst/>
              <a:cxnLst/>
              <a:rect l="l" t="t" r="r" b="b"/>
              <a:pathLst>
                <a:path w="2930" h="3065" extrusionOk="0">
                  <a:moveTo>
                    <a:pt x="1920" y="472"/>
                  </a:moveTo>
                  <a:lnTo>
                    <a:pt x="2391" y="505"/>
                  </a:lnTo>
                  <a:lnTo>
                    <a:pt x="2391" y="707"/>
                  </a:lnTo>
                  <a:lnTo>
                    <a:pt x="2391" y="943"/>
                  </a:lnTo>
                  <a:lnTo>
                    <a:pt x="2425" y="1347"/>
                  </a:lnTo>
                  <a:lnTo>
                    <a:pt x="2021" y="1347"/>
                  </a:lnTo>
                  <a:lnTo>
                    <a:pt x="1617" y="1381"/>
                  </a:lnTo>
                  <a:lnTo>
                    <a:pt x="1482" y="943"/>
                  </a:lnTo>
                  <a:lnTo>
                    <a:pt x="1381" y="472"/>
                  </a:lnTo>
                  <a:close/>
                  <a:moveTo>
                    <a:pt x="1078" y="539"/>
                  </a:moveTo>
                  <a:lnTo>
                    <a:pt x="1179" y="1010"/>
                  </a:lnTo>
                  <a:lnTo>
                    <a:pt x="1246" y="1414"/>
                  </a:lnTo>
                  <a:lnTo>
                    <a:pt x="1145" y="1414"/>
                  </a:lnTo>
                  <a:lnTo>
                    <a:pt x="775" y="1482"/>
                  </a:lnTo>
                  <a:lnTo>
                    <a:pt x="573" y="1515"/>
                  </a:lnTo>
                  <a:lnTo>
                    <a:pt x="404" y="1616"/>
                  </a:lnTo>
                  <a:lnTo>
                    <a:pt x="270" y="1179"/>
                  </a:lnTo>
                  <a:lnTo>
                    <a:pt x="202" y="1010"/>
                  </a:lnTo>
                  <a:lnTo>
                    <a:pt x="135" y="808"/>
                  </a:lnTo>
                  <a:lnTo>
                    <a:pt x="707" y="674"/>
                  </a:lnTo>
                  <a:lnTo>
                    <a:pt x="910" y="640"/>
                  </a:lnTo>
                  <a:lnTo>
                    <a:pt x="1011" y="606"/>
                  </a:lnTo>
                  <a:lnTo>
                    <a:pt x="1078" y="539"/>
                  </a:lnTo>
                  <a:close/>
                  <a:moveTo>
                    <a:pt x="2458" y="1616"/>
                  </a:moveTo>
                  <a:lnTo>
                    <a:pt x="2526" y="2189"/>
                  </a:lnTo>
                  <a:lnTo>
                    <a:pt x="2593" y="2458"/>
                  </a:lnTo>
                  <a:lnTo>
                    <a:pt x="2660" y="2727"/>
                  </a:lnTo>
                  <a:lnTo>
                    <a:pt x="2458" y="2694"/>
                  </a:lnTo>
                  <a:lnTo>
                    <a:pt x="2223" y="2694"/>
                  </a:lnTo>
                  <a:lnTo>
                    <a:pt x="1819" y="2727"/>
                  </a:lnTo>
                  <a:lnTo>
                    <a:pt x="1246" y="2727"/>
                  </a:lnTo>
                  <a:lnTo>
                    <a:pt x="674" y="2795"/>
                  </a:lnTo>
                  <a:lnTo>
                    <a:pt x="539" y="2290"/>
                  </a:lnTo>
                  <a:lnTo>
                    <a:pt x="438" y="1785"/>
                  </a:lnTo>
                  <a:lnTo>
                    <a:pt x="640" y="1785"/>
                  </a:lnTo>
                  <a:lnTo>
                    <a:pt x="876" y="1751"/>
                  </a:lnTo>
                  <a:lnTo>
                    <a:pt x="1314" y="1650"/>
                  </a:lnTo>
                  <a:lnTo>
                    <a:pt x="1381" y="1785"/>
                  </a:lnTo>
                  <a:lnTo>
                    <a:pt x="1482" y="1886"/>
                  </a:lnTo>
                  <a:lnTo>
                    <a:pt x="1583" y="1919"/>
                  </a:lnTo>
                  <a:lnTo>
                    <a:pt x="1650" y="1886"/>
                  </a:lnTo>
                  <a:lnTo>
                    <a:pt x="1684" y="1818"/>
                  </a:lnTo>
                  <a:lnTo>
                    <a:pt x="1718" y="1717"/>
                  </a:lnTo>
                  <a:lnTo>
                    <a:pt x="1684" y="1616"/>
                  </a:lnTo>
                  <a:close/>
                  <a:moveTo>
                    <a:pt x="1145" y="0"/>
                  </a:moveTo>
                  <a:lnTo>
                    <a:pt x="1112" y="68"/>
                  </a:lnTo>
                  <a:lnTo>
                    <a:pt x="1078" y="303"/>
                  </a:lnTo>
                  <a:lnTo>
                    <a:pt x="876" y="404"/>
                  </a:lnTo>
                  <a:lnTo>
                    <a:pt x="606" y="472"/>
                  </a:lnTo>
                  <a:lnTo>
                    <a:pt x="303" y="573"/>
                  </a:lnTo>
                  <a:lnTo>
                    <a:pt x="169" y="606"/>
                  </a:lnTo>
                  <a:lnTo>
                    <a:pt x="34" y="674"/>
                  </a:lnTo>
                  <a:lnTo>
                    <a:pt x="0" y="707"/>
                  </a:lnTo>
                  <a:lnTo>
                    <a:pt x="0" y="741"/>
                  </a:lnTo>
                  <a:lnTo>
                    <a:pt x="34" y="808"/>
                  </a:lnTo>
                  <a:lnTo>
                    <a:pt x="34" y="1078"/>
                  </a:lnTo>
                  <a:lnTo>
                    <a:pt x="34" y="1347"/>
                  </a:lnTo>
                  <a:lnTo>
                    <a:pt x="68" y="1616"/>
                  </a:lnTo>
                  <a:lnTo>
                    <a:pt x="135" y="1919"/>
                  </a:lnTo>
                  <a:lnTo>
                    <a:pt x="270" y="2458"/>
                  </a:lnTo>
                  <a:lnTo>
                    <a:pt x="438" y="2963"/>
                  </a:lnTo>
                  <a:lnTo>
                    <a:pt x="505" y="3031"/>
                  </a:lnTo>
                  <a:lnTo>
                    <a:pt x="573" y="3064"/>
                  </a:lnTo>
                  <a:lnTo>
                    <a:pt x="1179" y="2997"/>
                  </a:lnTo>
                  <a:lnTo>
                    <a:pt x="1819" y="2963"/>
                  </a:lnTo>
                  <a:lnTo>
                    <a:pt x="2357" y="2997"/>
                  </a:lnTo>
                  <a:lnTo>
                    <a:pt x="2627" y="2997"/>
                  </a:lnTo>
                  <a:lnTo>
                    <a:pt x="2896" y="2929"/>
                  </a:lnTo>
                  <a:lnTo>
                    <a:pt x="2930" y="2896"/>
                  </a:lnTo>
                  <a:lnTo>
                    <a:pt x="2930" y="2862"/>
                  </a:lnTo>
                  <a:lnTo>
                    <a:pt x="2930" y="2828"/>
                  </a:lnTo>
                  <a:lnTo>
                    <a:pt x="2896" y="2795"/>
                  </a:lnTo>
                  <a:lnTo>
                    <a:pt x="2862" y="2795"/>
                  </a:lnTo>
                  <a:lnTo>
                    <a:pt x="2862" y="2559"/>
                  </a:lnTo>
                  <a:lnTo>
                    <a:pt x="2795" y="2323"/>
                  </a:lnTo>
                  <a:lnTo>
                    <a:pt x="2694" y="1886"/>
                  </a:lnTo>
                  <a:lnTo>
                    <a:pt x="2593" y="1179"/>
                  </a:lnTo>
                  <a:lnTo>
                    <a:pt x="2559" y="438"/>
                  </a:lnTo>
                  <a:lnTo>
                    <a:pt x="2559" y="404"/>
                  </a:lnTo>
                  <a:lnTo>
                    <a:pt x="2559" y="371"/>
                  </a:lnTo>
                  <a:lnTo>
                    <a:pt x="2526" y="337"/>
                  </a:lnTo>
                  <a:lnTo>
                    <a:pt x="2492" y="303"/>
                  </a:lnTo>
                  <a:lnTo>
                    <a:pt x="2458" y="303"/>
                  </a:lnTo>
                  <a:lnTo>
                    <a:pt x="1920" y="236"/>
                  </a:lnTo>
                  <a:lnTo>
                    <a:pt x="1650" y="236"/>
                  </a:lnTo>
                  <a:lnTo>
                    <a:pt x="1347" y="270"/>
                  </a:lnTo>
                  <a:lnTo>
                    <a:pt x="1347" y="236"/>
                  </a:lnTo>
                  <a:lnTo>
                    <a:pt x="1314" y="135"/>
                  </a:lnTo>
                  <a:lnTo>
                    <a:pt x="1347" y="101"/>
                  </a:lnTo>
                  <a:lnTo>
                    <a:pt x="1347" y="34"/>
                  </a:lnTo>
                  <a:lnTo>
                    <a:pt x="131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7" name="Google Shape;1877;p12"/>
            <p:cNvSpPr/>
            <p:nvPr/>
          </p:nvSpPr>
          <p:spPr>
            <a:xfrm>
              <a:off x="311600" y="4302194"/>
              <a:ext cx="13435" cy="33538"/>
            </a:xfrm>
            <a:custGeom>
              <a:avLst/>
              <a:gdLst/>
              <a:ahLst/>
              <a:cxnLst/>
              <a:rect l="l" t="t" r="r" b="b"/>
              <a:pathLst>
                <a:path w="270" h="674" extrusionOk="0">
                  <a:moveTo>
                    <a:pt x="68" y="1"/>
                  </a:moveTo>
                  <a:lnTo>
                    <a:pt x="34" y="34"/>
                  </a:lnTo>
                  <a:lnTo>
                    <a:pt x="0" y="169"/>
                  </a:lnTo>
                  <a:lnTo>
                    <a:pt x="0" y="337"/>
                  </a:lnTo>
                  <a:lnTo>
                    <a:pt x="0" y="472"/>
                  </a:lnTo>
                  <a:lnTo>
                    <a:pt x="68" y="607"/>
                  </a:lnTo>
                  <a:lnTo>
                    <a:pt x="68" y="640"/>
                  </a:lnTo>
                  <a:lnTo>
                    <a:pt x="101" y="674"/>
                  </a:lnTo>
                  <a:lnTo>
                    <a:pt x="202" y="640"/>
                  </a:lnTo>
                  <a:lnTo>
                    <a:pt x="270" y="607"/>
                  </a:lnTo>
                  <a:lnTo>
                    <a:pt x="270" y="506"/>
                  </a:lnTo>
                  <a:lnTo>
                    <a:pt x="236" y="304"/>
                  </a:lnTo>
                  <a:lnTo>
                    <a:pt x="202" y="169"/>
                  </a:lnTo>
                  <a:lnTo>
                    <a:pt x="169"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8" name="Google Shape;1878;p12"/>
            <p:cNvSpPr/>
            <p:nvPr/>
          </p:nvSpPr>
          <p:spPr>
            <a:xfrm>
              <a:off x="308216" y="4352451"/>
              <a:ext cx="98923" cy="98923"/>
            </a:xfrm>
            <a:custGeom>
              <a:avLst/>
              <a:gdLst/>
              <a:ahLst/>
              <a:cxnLst/>
              <a:rect l="l" t="t" r="r" b="b"/>
              <a:pathLst>
                <a:path w="1988" h="1988" extrusionOk="0">
                  <a:moveTo>
                    <a:pt x="1213" y="1"/>
                  </a:moveTo>
                  <a:lnTo>
                    <a:pt x="1078" y="102"/>
                  </a:lnTo>
                  <a:lnTo>
                    <a:pt x="944" y="236"/>
                  </a:lnTo>
                  <a:lnTo>
                    <a:pt x="775" y="539"/>
                  </a:lnTo>
                  <a:lnTo>
                    <a:pt x="573" y="876"/>
                  </a:lnTo>
                  <a:lnTo>
                    <a:pt x="540" y="943"/>
                  </a:lnTo>
                  <a:lnTo>
                    <a:pt x="405" y="741"/>
                  </a:lnTo>
                  <a:lnTo>
                    <a:pt x="338" y="506"/>
                  </a:lnTo>
                  <a:lnTo>
                    <a:pt x="237" y="270"/>
                  </a:lnTo>
                  <a:lnTo>
                    <a:pt x="136" y="34"/>
                  </a:lnTo>
                  <a:lnTo>
                    <a:pt x="35" y="34"/>
                  </a:lnTo>
                  <a:lnTo>
                    <a:pt x="1" y="68"/>
                  </a:lnTo>
                  <a:lnTo>
                    <a:pt x="1" y="135"/>
                  </a:lnTo>
                  <a:lnTo>
                    <a:pt x="68" y="405"/>
                  </a:lnTo>
                  <a:lnTo>
                    <a:pt x="136" y="708"/>
                  </a:lnTo>
                  <a:lnTo>
                    <a:pt x="270" y="977"/>
                  </a:lnTo>
                  <a:lnTo>
                    <a:pt x="405" y="1246"/>
                  </a:lnTo>
                  <a:lnTo>
                    <a:pt x="472" y="1280"/>
                  </a:lnTo>
                  <a:lnTo>
                    <a:pt x="506" y="1280"/>
                  </a:lnTo>
                  <a:lnTo>
                    <a:pt x="540" y="1314"/>
                  </a:lnTo>
                  <a:lnTo>
                    <a:pt x="573" y="1347"/>
                  </a:lnTo>
                  <a:lnTo>
                    <a:pt x="910" y="1482"/>
                  </a:lnTo>
                  <a:lnTo>
                    <a:pt x="1213" y="1650"/>
                  </a:lnTo>
                  <a:lnTo>
                    <a:pt x="1516" y="1852"/>
                  </a:lnTo>
                  <a:lnTo>
                    <a:pt x="1684" y="1953"/>
                  </a:lnTo>
                  <a:lnTo>
                    <a:pt x="1853" y="1987"/>
                  </a:lnTo>
                  <a:lnTo>
                    <a:pt x="1954" y="1987"/>
                  </a:lnTo>
                  <a:lnTo>
                    <a:pt x="1987" y="1920"/>
                  </a:lnTo>
                  <a:lnTo>
                    <a:pt x="1987" y="1852"/>
                  </a:lnTo>
                  <a:lnTo>
                    <a:pt x="1954" y="1785"/>
                  </a:lnTo>
                  <a:lnTo>
                    <a:pt x="1617" y="1583"/>
                  </a:lnTo>
                  <a:lnTo>
                    <a:pt x="1280" y="1381"/>
                  </a:lnTo>
                  <a:lnTo>
                    <a:pt x="977" y="1213"/>
                  </a:lnTo>
                  <a:lnTo>
                    <a:pt x="809" y="1179"/>
                  </a:lnTo>
                  <a:lnTo>
                    <a:pt x="641" y="1145"/>
                  </a:lnTo>
                  <a:lnTo>
                    <a:pt x="607" y="1078"/>
                  </a:lnTo>
                  <a:lnTo>
                    <a:pt x="742" y="910"/>
                  </a:lnTo>
                  <a:lnTo>
                    <a:pt x="876" y="708"/>
                  </a:lnTo>
                  <a:lnTo>
                    <a:pt x="1078" y="371"/>
                  </a:lnTo>
                  <a:lnTo>
                    <a:pt x="1179" y="169"/>
                  </a:lnTo>
                  <a:lnTo>
                    <a:pt x="124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79" name="Google Shape;1879;p12"/>
            <p:cNvSpPr/>
            <p:nvPr/>
          </p:nvSpPr>
          <p:spPr>
            <a:xfrm>
              <a:off x="385294" y="4484813"/>
              <a:ext cx="18461" cy="13435"/>
            </a:xfrm>
            <a:custGeom>
              <a:avLst/>
              <a:gdLst/>
              <a:ahLst/>
              <a:cxnLst/>
              <a:rect l="l" t="t" r="r" b="b"/>
              <a:pathLst>
                <a:path w="371" h="270" extrusionOk="0">
                  <a:moveTo>
                    <a:pt x="68" y="0"/>
                  </a:moveTo>
                  <a:lnTo>
                    <a:pt x="1" y="34"/>
                  </a:lnTo>
                  <a:lnTo>
                    <a:pt x="1" y="101"/>
                  </a:lnTo>
                  <a:lnTo>
                    <a:pt x="102" y="202"/>
                  </a:lnTo>
                  <a:lnTo>
                    <a:pt x="203" y="236"/>
                  </a:lnTo>
                  <a:lnTo>
                    <a:pt x="270" y="270"/>
                  </a:lnTo>
                  <a:lnTo>
                    <a:pt x="304" y="270"/>
                  </a:lnTo>
                  <a:lnTo>
                    <a:pt x="371" y="236"/>
                  </a:lnTo>
                  <a:lnTo>
                    <a:pt x="371" y="202"/>
                  </a:lnTo>
                  <a:lnTo>
                    <a:pt x="371" y="135"/>
                  </a:lnTo>
                  <a:lnTo>
                    <a:pt x="304" y="101"/>
                  </a:lnTo>
                  <a:lnTo>
                    <a:pt x="236" y="34"/>
                  </a:lnTo>
                  <a:lnTo>
                    <a:pt x="13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0" name="Google Shape;1880;p12"/>
            <p:cNvSpPr/>
            <p:nvPr/>
          </p:nvSpPr>
          <p:spPr>
            <a:xfrm>
              <a:off x="380268" y="4828257"/>
              <a:ext cx="20153" cy="26870"/>
            </a:xfrm>
            <a:custGeom>
              <a:avLst/>
              <a:gdLst/>
              <a:ahLst/>
              <a:cxnLst/>
              <a:rect l="l" t="t" r="r" b="b"/>
              <a:pathLst>
                <a:path w="405" h="540" extrusionOk="0">
                  <a:moveTo>
                    <a:pt x="203" y="0"/>
                  </a:moveTo>
                  <a:lnTo>
                    <a:pt x="135" y="34"/>
                  </a:lnTo>
                  <a:lnTo>
                    <a:pt x="102" y="68"/>
                  </a:lnTo>
                  <a:lnTo>
                    <a:pt x="68" y="169"/>
                  </a:lnTo>
                  <a:lnTo>
                    <a:pt x="1" y="236"/>
                  </a:lnTo>
                  <a:lnTo>
                    <a:pt x="1" y="337"/>
                  </a:lnTo>
                  <a:lnTo>
                    <a:pt x="34" y="438"/>
                  </a:lnTo>
                  <a:lnTo>
                    <a:pt x="102" y="505"/>
                  </a:lnTo>
                  <a:lnTo>
                    <a:pt x="203" y="539"/>
                  </a:lnTo>
                  <a:lnTo>
                    <a:pt x="304" y="505"/>
                  </a:lnTo>
                  <a:lnTo>
                    <a:pt x="371" y="438"/>
                  </a:lnTo>
                  <a:lnTo>
                    <a:pt x="405" y="337"/>
                  </a:lnTo>
                  <a:lnTo>
                    <a:pt x="405" y="270"/>
                  </a:lnTo>
                  <a:lnTo>
                    <a:pt x="371" y="202"/>
                  </a:lnTo>
                  <a:lnTo>
                    <a:pt x="337" y="135"/>
                  </a:lnTo>
                  <a:lnTo>
                    <a:pt x="304" y="68"/>
                  </a:lnTo>
                  <a:lnTo>
                    <a:pt x="270" y="34"/>
                  </a:lnTo>
                  <a:lnTo>
                    <a:pt x="2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1" name="Google Shape;1881;p12"/>
            <p:cNvSpPr/>
            <p:nvPr/>
          </p:nvSpPr>
          <p:spPr>
            <a:xfrm>
              <a:off x="420475" y="5047698"/>
              <a:ext cx="18511" cy="23536"/>
            </a:xfrm>
            <a:custGeom>
              <a:avLst/>
              <a:gdLst/>
              <a:ahLst/>
              <a:cxnLst/>
              <a:rect l="l" t="t" r="r" b="b"/>
              <a:pathLst>
                <a:path w="372" h="473" extrusionOk="0">
                  <a:moveTo>
                    <a:pt x="135" y="1"/>
                  </a:moveTo>
                  <a:lnTo>
                    <a:pt x="102" y="35"/>
                  </a:lnTo>
                  <a:lnTo>
                    <a:pt x="34" y="102"/>
                  </a:lnTo>
                  <a:lnTo>
                    <a:pt x="1" y="169"/>
                  </a:lnTo>
                  <a:lnTo>
                    <a:pt x="1" y="237"/>
                  </a:lnTo>
                  <a:lnTo>
                    <a:pt x="1" y="338"/>
                  </a:lnTo>
                  <a:lnTo>
                    <a:pt x="34" y="405"/>
                  </a:lnTo>
                  <a:lnTo>
                    <a:pt x="68" y="439"/>
                  </a:lnTo>
                  <a:lnTo>
                    <a:pt x="135" y="472"/>
                  </a:lnTo>
                  <a:lnTo>
                    <a:pt x="304" y="472"/>
                  </a:lnTo>
                  <a:lnTo>
                    <a:pt x="371" y="405"/>
                  </a:lnTo>
                  <a:lnTo>
                    <a:pt x="371" y="304"/>
                  </a:lnTo>
                  <a:lnTo>
                    <a:pt x="371" y="237"/>
                  </a:lnTo>
                  <a:lnTo>
                    <a:pt x="371" y="169"/>
                  </a:lnTo>
                  <a:lnTo>
                    <a:pt x="337" y="102"/>
                  </a:lnTo>
                  <a:lnTo>
                    <a:pt x="304" y="102"/>
                  </a:lnTo>
                  <a:lnTo>
                    <a:pt x="270" y="35"/>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2" name="Google Shape;1882;p12"/>
            <p:cNvSpPr/>
            <p:nvPr/>
          </p:nvSpPr>
          <p:spPr>
            <a:xfrm>
              <a:off x="400371" y="4942157"/>
              <a:ext cx="21845" cy="25179"/>
            </a:xfrm>
            <a:custGeom>
              <a:avLst/>
              <a:gdLst/>
              <a:ahLst/>
              <a:cxnLst/>
              <a:rect l="l" t="t" r="r" b="b"/>
              <a:pathLst>
                <a:path w="439" h="506" extrusionOk="0">
                  <a:moveTo>
                    <a:pt x="270" y="1"/>
                  </a:moveTo>
                  <a:lnTo>
                    <a:pt x="203" y="34"/>
                  </a:lnTo>
                  <a:lnTo>
                    <a:pt x="102" y="102"/>
                  </a:lnTo>
                  <a:lnTo>
                    <a:pt x="68" y="169"/>
                  </a:lnTo>
                  <a:lnTo>
                    <a:pt x="1" y="236"/>
                  </a:lnTo>
                  <a:lnTo>
                    <a:pt x="1" y="337"/>
                  </a:lnTo>
                  <a:lnTo>
                    <a:pt x="34" y="405"/>
                  </a:lnTo>
                  <a:lnTo>
                    <a:pt x="68" y="438"/>
                  </a:lnTo>
                  <a:lnTo>
                    <a:pt x="102" y="506"/>
                  </a:lnTo>
                  <a:lnTo>
                    <a:pt x="304" y="506"/>
                  </a:lnTo>
                  <a:lnTo>
                    <a:pt x="371" y="438"/>
                  </a:lnTo>
                  <a:lnTo>
                    <a:pt x="405" y="371"/>
                  </a:lnTo>
                  <a:lnTo>
                    <a:pt x="438" y="304"/>
                  </a:lnTo>
                  <a:lnTo>
                    <a:pt x="405" y="203"/>
                  </a:lnTo>
                  <a:lnTo>
                    <a:pt x="405" y="169"/>
                  </a:lnTo>
                  <a:lnTo>
                    <a:pt x="371" y="68"/>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3" name="Google Shape;1883;p12"/>
            <p:cNvSpPr/>
            <p:nvPr/>
          </p:nvSpPr>
          <p:spPr>
            <a:xfrm>
              <a:off x="398680" y="4886874"/>
              <a:ext cx="20203" cy="23536"/>
            </a:xfrm>
            <a:custGeom>
              <a:avLst/>
              <a:gdLst/>
              <a:ahLst/>
              <a:cxnLst/>
              <a:rect l="l" t="t" r="r" b="b"/>
              <a:pathLst>
                <a:path w="406" h="473" extrusionOk="0">
                  <a:moveTo>
                    <a:pt x="102" y="1"/>
                  </a:moveTo>
                  <a:lnTo>
                    <a:pt x="35" y="68"/>
                  </a:lnTo>
                  <a:lnTo>
                    <a:pt x="1" y="236"/>
                  </a:lnTo>
                  <a:lnTo>
                    <a:pt x="1" y="304"/>
                  </a:lnTo>
                  <a:lnTo>
                    <a:pt x="35" y="405"/>
                  </a:lnTo>
                  <a:lnTo>
                    <a:pt x="136" y="472"/>
                  </a:lnTo>
                  <a:lnTo>
                    <a:pt x="237" y="472"/>
                  </a:lnTo>
                  <a:lnTo>
                    <a:pt x="371" y="405"/>
                  </a:lnTo>
                  <a:lnTo>
                    <a:pt x="405" y="337"/>
                  </a:lnTo>
                  <a:lnTo>
                    <a:pt x="405" y="270"/>
                  </a:lnTo>
                  <a:lnTo>
                    <a:pt x="371" y="135"/>
                  </a:lnTo>
                  <a:lnTo>
                    <a:pt x="338" y="135"/>
                  </a:lnTo>
                  <a:lnTo>
                    <a:pt x="338" y="102"/>
                  </a:lnTo>
                  <a:lnTo>
                    <a:pt x="304" y="34"/>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4" name="Google Shape;1884;p12"/>
            <p:cNvSpPr/>
            <p:nvPr/>
          </p:nvSpPr>
          <p:spPr>
            <a:xfrm>
              <a:off x="413807" y="5002466"/>
              <a:ext cx="20153" cy="20153"/>
            </a:xfrm>
            <a:custGeom>
              <a:avLst/>
              <a:gdLst/>
              <a:ahLst/>
              <a:cxnLst/>
              <a:rect l="l" t="t" r="r" b="b"/>
              <a:pathLst>
                <a:path w="405" h="405" extrusionOk="0">
                  <a:moveTo>
                    <a:pt x="202" y="1"/>
                  </a:moveTo>
                  <a:lnTo>
                    <a:pt x="101" y="34"/>
                  </a:lnTo>
                  <a:lnTo>
                    <a:pt x="34" y="136"/>
                  </a:lnTo>
                  <a:lnTo>
                    <a:pt x="0" y="203"/>
                  </a:lnTo>
                  <a:lnTo>
                    <a:pt x="34" y="270"/>
                  </a:lnTo>
                  <a:lnTo>
                    <a:pt x="67" y="371"/>
                  </a:lnTo>
                  <a:lnTo>
                    <a:pt x="168" y="405"/>
                  </a:lnTo>
                  <a:lnTo>
                    <a:pt x="269" y="405"/>
                  </a:lnTo>
                  <a:lnTo>
                    <a:pt x="370" y="338"/>
                  </a:lnTo>
                  <a:lnTo>
                    <a:pt x="404" y="270"/>
                  </a:lnTo>
                  <a:lnTo>
                    <a:pt x="404" y="169"/>
                  </a:lnTo>
                  <a:lnTo>
                    <a:pt x="404" y="136"/>
                  </a:lnTo>
                  <a:lnTo>
                    <a:pt x="337" y="34"/>
                  </a:lnTo>
                  <a:lnTo>
                    <a:pt x="2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sp>
          <p:nvSpPr>
            <p:cNvPr id="1885" name="Google Shape;1885;p12"/>
            <p:cNvSpPr/>
            <p:nvPr/>
          </p:nvSpPr>
          <p:spPr>
            <a:xfrm>
              <a:off x="432218" y="5108007"/>
              <a:ext cx="18461" cy="28562"/>
            </a:xfrm>
            <a:custGeom>
              <a:avLst/>
              <a:gdLst/>
              <a:ahLst/>
              <a:cxnLst/>
              <a:rect l="l" t="t" r="r" b="b"/>
              <a:pathLst>
                <a:path w="371" h="574" extrusionOk="0">
                  <a:moveTo>
                    <a:pt x="169" y="1"/>
                  </a:moveTo>
                  <a:lnTo>
                    <a:pt x="135" y="35"/>
                  </a:lnTo>
                  <a:lnTo>
                    <a:pt x="101" y="68"/>
                  </a:lnTo>
                  <a:lnTo>
                    <a:pt x="34" y="102"/>
                  </a:lnTo>
                  <a:lnTo>
                    <a:pt x="0" y="237"/>
                  </a:lnTo>
                  <a:lnTo>
                    <a:pt x="0" y="371"/>
                  </a:lnTo>
                  <a:lnTo>
                    <a:pt x="34" y="506"/>
                  </a:lnTo>
                  <a:lnTo>
                    <a:pt x="68" y="540"/>
                  </a:lnTo>
                  <a:lnTo>
                    <a:pt x="135" y="573"/>
                  </a:lnTo>
                  <a:lnTo>
                    <a:pt x="236" y="573"/>
                  </a:lnTo>
                  <a:lnTo>
                    <a:pt x="303" y="540"/>
                  </a:lnTo>
                  <a:lnTo>
                    <a:pt x="371" y="439"/>
                  </a:lnTo>
                  <a:lnTo>
                    <a:pt x="371" y="338"/>
                  </a:lnTo>
                  <a:lnTo>
                    <a:pt x="337" y="203"/>
                  </a:lnTo>
                  <a:lnTo>
                    <a:pt x="303" y="136"/>
                  </a:lnTo>
                  <a:lnTo>
                    <a:pt x="270" y="68"/>
                  </a:lnTo>
                  <a:lnTo>
                    <a:pt x="270" y="35"/>
                  </a:lnTo>
                  <a:lnTo>
                    <a:pt x="2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a:p>
          </p:txBody>
        </p:sp>
      </p:grpSp>
      <p:sp>
        <p:nvSpPr>
          <p:cNvPr id="1886" name="Google Shape;1886;p12"/>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2">
            <a:alpha val="40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1876" y="206165"/>
            <a:ext cx="8700248" cy="5829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1pPr>
            <a:lvl2pPr lvl="1"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2pPr>
            <a:lvl3pPr lvl="2"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3pPr>
            <a:lvl4pPr lvl="3"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4pPr>
            <a:lvl5pPr lvl="4"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5pPr>
            <a:lvl6pPr lvl="5"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6pPr>
            <a:lvl7pPr lvl="6"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7pPr>
            <a:lvl8pPr lvl="7"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8pPr>
            <a:lvl9pPr lvl="8"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221876" y="882493"/>
            <a:ext cx="8700248" cy="4054841"/>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1pPr>
            <a:lvl2pPr marL="914400" lvl="1" indent="-381000">
              <a:spcBef>
                <a:spcPts val="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2pPr>
            <a:lvl3pPr marL="1371600" lvl="2" indent="-381000">
              <a:spcBef>
                <a:spcPts val="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3pPr>
            <a:lvl4pPr marL="1828800" lvl="3"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4pPr>
            <a:lvl5pPr marL="2286000" lvl="4"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5pPr>
            <a:lvl6pPr marL="2743200" lvl="5"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6pPr>
            <a:lvl7pPr marL="3200400" lvl="6"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7pPr>
            <a:lvl8pPr marL="3657600" lvl="7"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8pPr>
            <a:lvl9pPr marL="4114800" lvl="8"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9pPr>
          </a:lstStyle>
          <a:p>
            <a:endParaRPr dirty="0"/>
          </a:p>
        </p:txBody>
      </p:sp>
      <p:sp>
        <p:nvSpPr>
          <p:cNvPr id="9" name="Google Shape;482;p4">
            <a:extLst>
              <a:ext uri="{FF2B5EF4-FFF2-40B4-BE49-F238E27FC236}">
                <a16:creationId xmlns:a16="http://schemas.microsoft.com/office/drawing/2014/main" id="{7CF6167D-914D-46A0-BFC5-13AC431682A8}"/>
              </a:ext>
            </a:extLst>
          </p:cNvPr>
          <p:cNvSpPr txBox="1">
            <a:spLocks noGrp="1"/>
          </p:cNvSpPr>
          <p:nvPr>
            <p:ph type="sldNum" idx="4"/>
          </p:nvPr>
        </p:nvSpPr>
        <p:spPr>
          <a:xfrm>
            <a:off x="8694683" y="-1"/>
            <a:ext cx="449117" cy="386255"/>
          </a:xfrm>
          <a:prstGeom prst="rect">
            <a:avLst/>
          </a:prstGeom>
        </p:spPr>
        <p:txBody>
          <a:bodyPr spcFirstLastPara="1" wrap="square" lIns="91425" tIns="91425" rIns="91425" bIns="91425" anchor="t" anchorCtr="0">
            <a:noAutofit/>
          </a:bodyPr>
          <a:lstStyle>
            <a:lvl1pPr lvl="0">
              <a:buNone/>
              <a:defRPr>
                <a:solidFill>
                  <a:srgbClr val="F55D4B"/>
                </a:solidFill>
                <a:latin typeface="Amatic SC" panose="00000500000000000000" pitchFamily="2" charset="-79"/>
                <a:cs typeface="Amatic SC" panose="00000500000000000000" pitchFamily="2" charset="-79"/>
              </a:defRPr>
            </a:lvl1pPr>
            <a:lvl2pPr lvl="1">
              <a:buNone/>
              <a:defRPr>
                <a:solidFill>
                  <a:srgbClr val="F55D4B"/>
                </a:solidFill>
              </a:defRPr>
            </a:lvl2pPr>
            <a:lvl3pPr lvl="2">
              <a:buNone/>
              <a:defRPr>
                <a:solidFill>
                  <a:srgbClr val="F55D4B"/>
                </a:solidFill>
              </a:defRPr>
            </a:lvl3pPr>
            <a:lvl4pPr lvl="3">
              <a:buNone/>
              <a:defRPr>
                <a:solidFill>
                  <a:srgbClr val="F55D4B"/>
                </a:solidFill>
              </a:defRPr>
            </a:lvl4pPr>
            <a:lvl5pPr lvl="4">
              <a:buNone/>
              <a:defRPr>
                <a:solidFill>
                  <a:srgbClr val="F55D4B"/>
                </a:solidFill>
              </a:defRPr>
            </a:lvl5pPr>
            <a:lvl6pPr lvl="5">
              <a:buNone/>
              <a:defRPr>
                <a:solidFill>
                  <a:srgbClr val="F55D4B"/>
                </a:solidFill>
              </a:defRPr>
            </a:lvl6pPr>
            <a:lvl7pPr lvl="6">
              <a:buNone/>
              <a:defRPr>
                <a:solidFill>
                  <a:srgbClr val="F55D4B"/>
                </a:solidFill>
              </a:defRPr>
            </a:lvl7pPr>
            <a:lvl8pPr lvl="7">
              <a:buNone/>
              <a:defRPr>
                <a:solidFill>
                  <a:srgbClr val="F55D4B"/>
                </a:solidFill>
              </a:defRPr>
            </a:lvl8pPr>
            <a:lvl9pPr lvl="8">
              <a:buNone/>
              <a:defRPr>
                <a:solidFill>
                  <a:srgbClr val="F55D4B"/>
                </a:solidFill>
              </a:defRPr>
            </a:lvl9pPr>
          </a:lstStyle>
          <a:p>
            <a:pPr algn="r"/>
            <a:fld id="{00000000-1234-1234-1234-123412341234}" type="slidenum">
              <a:rPr lang="en" smtClean="0"/>
              <a:pPr algn="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1" r:id="rId3"/>
    <p:sldLayoutId id="2147483649" r:id="rId4"/>
    <p:sldLayoutId id="2147483651" r:id="rId5"/>
    <p:sldLayoutId id="2147483658"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1200"/>
        </a:spcBef>
        <a:spcAft>
          <a:spcPts val="120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5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3.xml"/><Relationship Id="rId1" Type="http://schemas.openxmlformats.org/officeDocument/2006/relationships/tags" Target="../tags/tag53.xml"/><Relationship Id="rId4" Type="http://schemas.openxmlformats.org/officeDocument/2006/relationships/hyperlink" Target="http://127.0.0.1:8000/" TargetMode="Externa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5.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5.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5.xml"/><Relationship Id="rId1" Type="http://schemas.openxmlformats.org/officeDocument/2006/relationships/tags" Target="../tags/tag5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tags" Target="../tags/tag5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5.xml"/><Relationship Id="rId1" Type="http://schemas.openxmlformats.org/officeDocument/2006/relationships/tags" Target="../tags/tag5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5.xml"/><Relationship Id="rId1" Type="http://schemas.openxmlformats.org/officeDocument/2006/relationships/tags" Target="../tags/tag6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3.xml"/><Relationship Id="rId1" Type="http://schemas.openxmlformats.org/officeDocument/2006/relationships/tags" Target="../tags/tag6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3.xml"/><Relationship Id="rId1" Type="http://schemas.openxmlformats.org/officeDocument/2006/relationships/tags" Target="../tags/tag6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3.xml"/><Relationship Id="rId1" Type="http://schemas.openxmlformats.org/officeDocument/2006/relationships/tags" Target="../tags/tag6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5.xml"/><Relationship Id="rId1" Type="http://schemas.openxmlformats.org/officeDocument/2006/relationships/tags" Target="../tags/tag65.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3.xml"/><Relationship Id="rId1" Type="http://schemas.openxmlformats.org/officeDocument/2006/relationships/tags" Target="../tags/tag66.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5.xml"/><Relationship Id="rId1" Type="http://schemas.openxmlformats.org/officeDocument/2006/relationships/tags" Target="../tags/tag6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3.xml"/><Relationship Id="rId1" Type="http://schemas.openxmlformats.org/officeDocument/2006/relationships/tags" Target="../tags/tag68.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5.xml"/><Relationship Id="rId1" Type="http://schemas.openxmlformats.org/officeDocument/2006/relationships/tags" Target="../tags/tag69.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5.xml"/><Relationship Id="rId1" Type="http://schemas.openxmlformats.org/officeDocument/2006/relationships/tags" Target="../tags/tag70.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5.xml"/><Relationship Id="rId1" Type="http://schemas.openxmlformats.org/officeDocument/2006/relationships/tags" Target="../tags/tag71.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6.xml"/><Relationship Id="rId1" Type="http://schemas.openxmlformats.org/officeDocument/2006/relationships/tags" Target="../tags/tag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90"/>
        <p:cNvGrpSpPr/>
        <p:nvPr/>
      </p:nvGrpSpPr>
      <p:grpSpPr>
        <a:xfrm>
          <a:off x="0" y="0"/>
          <a:ext cx="0" cy="0"/>
          <a:chOff x="0" y="0"/>
          <a:chExt cx="0" cy="0"/>
        </a:xfrm>
      </p:grpSpPr>
      <p:sp>
        <p:nvSpPr>
          <p:cNvPr id="1891" name="Google Shape;1891;p13"/>
          <p:cNvSpPr txBox="1">
            <a:spLocks noGrp="1"/>
          </p:cNvSpPr>
          <p:nvPr>
            <p:ph type="ctrTitle"/>
          </p:nvPr>
        </p:nvSpPr>
        <p:spPr>
          <a:xfrm>
            <a:off x="1574375" y="1527410"/>
            <a:ext cx="5995200" cy="1159800"/>
          </a:xfrm>
          <a:prstGeom prst="rect">
            <a:avLst/>
          </a:prstGeom>
        </p:spPr>
        <p:txBody>
          <a:bodyPr spcFirstLastPara="1" wrap="square" lIns="91425" tIns="91425" rIns="91425" bIns="91425" anchor="ctr" anchorCtr="0">
            <a:noAutofit/>
          </a:bodyPr>
          <a:lstStyle/>
          <a:p>
            <a:pPr lvl="0"/>
            <a:r>
              <a:rPr lang="tr-TR" sz="3600" b="1" dirty="0"/>
              <a:t>YBS407: Güvenli Yazılım Geliştirme (</a:t>
            </a:r>
            <a:r>
              <a:rPr lang="tr-TR" sz="3600" b="1" dirty="0" err="1"/>
              <a:t>Secure</a:t>
            </a:r>
            <a:r>
              <a:rPr lang="tr-TR" sz="3600" b="1" dirty="0"/>
              <a:t> Software Development) </a:t>
            </a:r>
            <a:endParaRPr sz="3600" b="1" dirty="0"/>
          </a:p>
        </p:txBody>
      </p:sp>
      <p:sp>
        <p:nvSpPr>
          <p:cNvPr id="2" name="Google Shape;1891;p13">
            <a:extLst>
              <a:ext uri="{FF2B5EF4-FFF2-40B4-BE49-F238E27FC236}">
                <a16:creationId xmlns:a16="http://schemas.microsoft.com/office/drawing/2014/main" id="{509D7D39-80DD-D0D2-FDEF-D4594D320BEB}"/>
              </a:ext>
            </a:extLst>
          </p:cNvPr>
          <p:cNvSpPr txBox="1">
            <a:spLocks/>
          </p:cNvSpPr>
          <p:nvPr/>
        </p:nvSpPr>
        <p:spPr>
          <a:xfrm>
            <a:off x="1574375" y="3222594"/>
            <a:ext cx="5995200" cy="30184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1pPr>
            <a:lvl2pPr marR="0" lvl="1"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2pPr>
            <a:lvl3pPr marR="0" lvl="2"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3pPr>
            <a:lvl4pPr marR="0" lvl="3"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4pPr>
            <a:lvl5pPr marR="0" lvl="4"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5pPr>
            <a:lvl6pPr marR="0" lvl="5"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6pPr>
            <a:lvl7pPr marR="0" lvl="6"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7pPr>
            <a:lvl8pPr marR="0" lvl="7"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8pPr>
            <a:lvl9pPr marR="0" lvl="8"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9pPr>
          </a:lstStyle>
          <a:p>
            <a:r>
              <a:rPr lang="tr-TR" sz="1600" dirty="0"/>
              <a:t>Trabzon Üniversitesi / Uygulamalı Bilimler Yüksekokulu / Yönetim Bilişim Sistemleri</a:t>
            </a:r>
          </a:p>
        </p:txBody>
      </p:sp>
      <p:sp>
        <p:nvSpPr>
          <p:cNvPr id="3" name="Google Shape;1891;p13">
            <a:extLst>
              <a:ext uri="{FF2B5EF4-FFF2-40B4-BE49-F238E27FC236}">
                <a16:creationId xmlns:a16="http://schemas.microsoft.com/office/drawing/2014/main" id="{7BEA830D-3160-3BFB-FC53-18FF9A5F6263}"/>
              </a:ext>
            </a:extLst>
          </p:cNvPr>
          <p:cNvSpPr txBox="1">
            <a:spLocks/>
          </p:cNvSpPr>
          <p:nvPr/>
        </p:nvSpPr>
        <p:spPr>
          <a:xfrm>
            <a:off x="1574375" y="2648619"/>
            <a:ext cx="5995200" cy="301842"/>
          </a:xfrm>
          <a:custGeom>
            <a:avLst/>
            <a:gdLst>
              <a:gd name="csX0" fmla="*/ 0 w 5995200"/>
              <a:gd name="csY0" fmla="*/ 0 h 301842"/>
              <a:gd name="csX1" fmla="*/ 606181 w 5995200"/>
              <a:gd name="csY1" fmla="*/ 0 h 301842"/>
              <a:gd name="csX2" fmla="*/ 1092459 w 5995200"/>
              <a:gd name="csY2" fmla="*/ 0 h 301842"/>
              <a:gd name="csX3" fmla="*/ 1878496 w 5995200"/>
              <a:gd name="csY3" fmla="*/ 0 h 301842"/>
              <a:gd name="csX4" fmla="*/ 2484677 w 5995200"/>
              <a:gd name="csY4" fmla="*/ 0 h 301842"/>
              <a:gd name="csX5" fmla="*/ 3090859 w 5995200"/>
              <a:gd name="csY5" fmla="*/ 0 h 301842"/>
              <a:gd name="csX6" fmla="*/ 3876896 w 5995200"/>
              <a:gd name="csY6" fmla="*/ 0 h 301842"/>
              <a:gd name="csX7" fmla="*/ 4423125 w 5995200"/>
              <a:gd name="csY7" fmla="*/ 0 h 301842"/>
              <a:gd name="csX8" fmla="*/ 5209163 w 5995200"/>
              <a:gd name="csY8" fmla="*/ 0 h 301842"/>
              <a:gd name="csX9" fmla="*/ 5995200 w 5995200"/>
              <a:gd name="csY9" fmla="*/ 0 h 301842"/>
              <a:gd name="csX10" fmla="*/ 5995200 w 5995200"/>
              <a:gd name="csY10" fmla="*/ 301842 h 301842"/>
              <a:gd name="csX11" fmla="*/ 5329067 w 5995200"/>
              <a:gd name="csY11" fmla="*/ 301842 h 301842"/>
              <a:gd name="csX12" fmla="*/ 4722885 w 5995200"/>
              <a:gd name="csY12" fmla="*/ 301842 h 301842"/>
              <a:gd name="csX13" fmla="*/ 3936848 w 5995200"/>
              <a:gd name="csY13" fmla="*/ 301842 h 301842"/>
              <a:gd name="csX14" fmla="*/ 3150811 w 5995200"/>
              <a:gd name="csY14" fmla="*/ 301842 h 301842"/>
              <a:gd name="csX15" fmla="*/ 2604581 w 5995200"/>
              <a:gd name="csY15" fmla="*/ 301842 h 301842"/>
              <a:gd name="csX16" fmla="*/ 1938448 w 5995200"/>
              <a:gd name="csY16" fmla="*/ 301842 h 301842"/>
              <a:gd name="csX17" fmla="*/ 1152411 w 5995200"/>
              <a:gd name="csY17" fmla="*/ 301842 h 301842"/>
              <a:gd name="csX18" fmla="*/ 0 w 5995200"/>
              <a:gd name="csY18" fmla="*/ 301842 h 301842"/>
              <a:gd name="csX19" fmla="*/ 0 w 5995200"/>
              <a:gd name="csY19" fmla="*/ 0 h 3018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995200" h="301842" extrusionOk="0">
                <a:moveTo>
                  <a:pt x="0" y="0"/>
                </a:moveTo>
                <a:cubicBezTo>
                  <a:pt x="160668" y="-290"/>
                  <a:pt x="318788" y="10507"/>
                  <a:pt x="606181" y="0"/>
                </a:cubicBezTo>
                <a:cubicBezTo>
                  <a:pt x="893574" y="-10507"/>
                  <a:pt x="863243" y="-5221"/>
                  <a:pt x="1092459" y="0"/>
                </a:cubicBezTo>
                <a:cubicBezTo>
                  <a:pt x="1321675" y="5221"/>
                  <a:pt x="1544536" y="27316"/>
                  <a:pt x="1878496" y="0"/>
                </a:cubicBezTo>
                <a:cubicBezTo>
                  <a:pt x="2212456" y="-27316"/>
                  <a:pt x="2298849" y="-9282"/>
                  <a:pt x="2484677" y="0"/>
                </a:cubicBezTo>
                <a:cubicBezTo>
                  <a:pt x="2670505" y="9282"/>
                  <a:pt x="2864238" y="19598"/>
                  <a:pt x="3090859" y="0"/>
                </a:cubicBezTo>
                <a:cubicBezTo>
                  <a:pt x="3317480" y="-19598"/>
                  <a:pt x="3522081" y="-314"/>
                  <a:pt x="3876896" y="0"/>
                </a:cubicBezTo>
                <a:cubicBezTo>
                  <a:pt x="4231711" y="314"/>
                  <a:pt x="4184021" y="27245"/>
                  <a:pt x="4423125" y="0"/>
                </a:cubicBezTo>
                <a:cubicBezTo>
                  <a:pt x="4662229" y="-27245"/>
                  <a:pt x="4962477" y="-19272"/>
                  <a:pt x="5209163" y="0"/>
                </a:cubicBezTo>
                <a:cubicBezTo>
                  <a:pt x="5455849" y="19272"/>
                  <a:pt x="5787833" y="-16243"/>
                  <a:pt x="5995200" y="0"/>
                </a:cubicBezTo>
                <a:cubicBezTo>
                  <a:pt x="6010004" y="114467"/>
                  <a:pt x="5985883" y="225050"/>
                  <a:pt x="5995200" y="301842"/>
                </a:cubicBezTo>
                <a:cubicBezTo>
                  <a:pt x="5788342" y="308886"/>
                  <a:pt x="5532517" y="273052"/>
                  <a:pt x="5329067" y="301842"/>
                </a:cubicBezTo>
                <a:cubicBezTo>
                  <a:pt x="5125617" y="330632"/>
                  <a:pt x="4967124" y="315951"/>
                  <a:pt x="4722885" y="301842"/>
                </a:cubicBezTo>
                <a:cubicBezTo>
                  <a:pt x="4478646" y="287733"/>
                  <a:pt x="4319258" y="329334"/>
                  <a:pt x="3936848" y="301842"/>
                </a:cubicBezTo>
                <a:cubicBezTo>
                  <a:pt x="3554438" y="274350"/>
                  <a:pt x="3456431" y="337914"/>
                  <a:pt x="3150811" y="301842"/>
                </a:cubicBezTo>
                <a:cubicBezTo>
                  <a:pt x="2845191" y="265770"/>
                  <a:pt x="2823021" y="291320"/>
                  <a:pt x="2604581" y="301842"/>
                </a:cubicBezTo>
                <a:cubicBezTo>
                  <a:pt x="2386141" y="312365"/>
                  <a:pt x="2121800" y="293223"/>
                  <a:pt x="1938448" y="301842"/>
                </a:cubicBezTo>
                <a:cubicBezTo>
                  <a:pt x="1755096" y="310461"/>
                  <a:pt x="1424077" y="306023"/>
                  <a:pt x="1152411" y="301842"/>
                </a:cubicBezTo>
                <a:cubicBezTo>
                  <a:pt x="880745" y="297661"/>
                  <a:pt x="342794" y="322833"/>
                  <a:pt x="0" y="301842"/>
                </a:cubicBezTo>
                <a:cubicBezTo>
                  <a:pt x="1382" y="234357"/>
                  <a:pt x="-14974" y="120610"/>
                  <a:pt x="0" y="0"/>
                </a:cubicBezTo>
                <a:close/>
              </a:path>
            </a:pathLst>
          </a:custGeom>
          <a:noFill/>
          <a:ln>
            <a:no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1pPr>
            <a:lvl2pPr marR="0" lvl="1"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2pPr>
            <a:lvl3pPr marR="0" lvl="2"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3pPr>
            <a:lvl4pPr marR="0" lvl="3"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4pPr>
            <a:lvl5pPr marR="0" lvl="4"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5pPr>
            <a:lvl6pPr marR="0" lvl="5"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6pPr>
            <a:lvl7pPr marR="0" lvl="6"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7pPr>
            <a:lvl8pPr marR="0" lvl="7"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8pPr>
            <a:lvl9pPr marR="0" lvl="8" algn="ctr" rtl="0">
              <a:lnSpc>
                <a:spcPct val="100000"/>
              </a:lnSpc>
              <a:spcBef>
                <a:spcPts val="0"/>
              </a:spcBef>
              <a:spcAft>
                <a:spcPts val="0"/>
              </a:spcAft>
              <a:buClr>
                <a:schemeClr val="lt1"/>
              </a:buClr>
              <a:buSzPts val="6800"/>
              <a:buFont typeface="Amatic SC"/>
              <a:buNone/>
              <a:defRPr sz="6800" b="0" i="0" u="none" strike="noStrike" cap="none">
                <a:solidFill>
                  <a:schemeClr val="lt1"/>
                </a:solidFill>
                <a:latin typeface="Amatic SC"/>
                <a:ea typeface="Amatic SC"/>
                <a:cs typeface="Amatic SC"/>
                <a:sym typeface="Amatic SC"/>
              </a:defRPr>
            </a:lvl9pPr>
          </a:lstStyle>
          <a:p>
            <a:r>
              <a:rPr lang="tr-TR" sz="2800" dirty="0">
                <a:solidFill>
                  <a:schemeClr val="tx1"/>
                </a:solidFill>
              </a:rPr>
              <a:t>Güvenli Yazılım Yaşam Döngüsü (S-SDLC)</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62D28E72-3174-DBD5-203A-37205B858FEF}"/>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1BA36744-B1D6-D2CE-C0FE-42C4CB92BCC4}"/>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tr-TR" noProof="0"/>
              <a:t>Konular</a:t>
            </a:r>
          </a:p>
        </p:txBody>
      </p:sp>
      <p:sp>
        <p:nvSpPr>
          <p:cNvPr id="2158" name="Google Shape;2158;p38">
            <a:extLst>
              <a:ext uri="{FF2B5EF4-FFF2-40B4-BE49-F238E27FC236}">
                <a16:creationId xmlns:a16="http://schemas.microsoft.com/office/drawing/2014/main" id="{46177B23-F673-7449-5D11-9423A39DA826}"/>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t" anchorCtr="0">
            <a:noAutofit/>
          </a:bodyPr>
          <a:lstStyle/>
          <a:p>
            <a:pPr marL="342900" lvl="0" indent="-342900" algn="l" rtl="0">
              <a:lnSpc>
                <a:spcPct val="115000"/>
              </a:lnSpc>
              <a:spcBef>
                <a:spcPts val="600"/>
              </a:spcBef>
              <a:spcAft>
                <a:spcPts val="0"/>
              </a:spcAft>
              <a:buSzPct val="120000"/>
              <a:buAutoNum type="arabicPeriod"/>
            </a:pPr>
            <a:r>
              <a:rPr lang="tr-TR" sz="1400" noProof="0" dirty="0"/>
              <a:t>Bilgi Güvenliği ve Etik nedir?</a:t>
            </a:r>
          </a:p>
          <a:p>
            <a:pPr marL="342900" lvl="0" indent="-342900" algn="l" rtl="0">
              <a:lnSpc>
                <a:spcPct val="115000"/>
              </a:lnSpc>
              <a:spcBef>
                <a:spcPts val="600"/>
              </a:spcBef>
              <a:spcAft>
                <a:spcPts val="0"/>
              </a:spcAft>
              <a:buSzPct val="120000"/>
              <a:buAutoNum type="arabicPeriod"/>
            </a:pPr>
            <a:r>
              <a:rPr lang="tr-TR" sz="1400" dirty="0"/>
              <a:t>CIA Üçgeni nedir?</a:t>
            </a:r>
          </a:p>
          <a:p>
            <a:pPr marL="800100" lvl="1" indent="-342900">
              <a:lnSpc>
                <a:spcPct val="115000"/>
              </a:lnSpc>
              <a:buSzPct val="120000"/>
              <a:buFont typeface="+mj-lt"/>
              <a:buAutoNum type="alphaLcParenR"/>
            </a:pPr>
            <a:r>
              <a:rPr lang="tr-TR" sz="1400" dirty="0"/>
              <a:t>Gizlilik (Confidentiality)</a:t>
            </a:r>
          </a:p>
          <a:p>
            <a:pPr marL="800100" lvl="1" indent="-342900">
              <a:buSzPct val="120000"/>
              <a:buFont typeface="+mj-lt"/>
              <a:buAutoNum type="alphaLcParenR"/>
            </a:pPr>
            <a:r>
              <a:rPr lang="tr-TR" sz="1400" dirty="0"/>
              <a:t>Bütünlük (Integrity)</a:t>
            </a:r>
          </a:p>
          <a:p>
            <a:pPr marL="342900" indent="-342900">
              <a:buSzPct val="120000"/>
              <a:buFont typeface="+mj-lt"/>
              <a:buAutoNum type="arabicPeriod"/>
            </a:pPr>
            <a:r>
              <a:rPr lang="tr-TR" sz="1400" dirty="0"/>
              <a:t>Etik ve Hukuki Temeller</a:t>
            </a:r>
          </a:p>
        </p:txBody>
      </p:sp>
      <p:sp>
        <p:nvSpPr>
          <p:cNvPr id="2160" name="Google Shape;2160;p38">
            <a:extLst>
              <a:ext uri="{FF2B5EF4-FFF2-40B4-BE49-F238E27FC236}">
                <a16:creationId xmlns:a16="http://schemas.microsoft.com/office/drawing/2014/main" id="{0BE5CE09-D1D0-9B01-594E-3BF3A17B9688}"/>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a:t>
            </a:fld>
            <a:endParaRPr lang="tr-TR" noProof="0"/>
          </a:p>
        </p:txBody>
      </p:sp>
    </p:spTree>
    <p:custDataLst>
      <p:tags r:id="rId1"/>
    </p:custDataLst>
    <p:extLst>
      <p:ext uri="{BB962C8B-B14F-4D97-AF65-F5344CB8AC3E}">
        <p14:creationId xmlns:p14="http://schemas.microsoft.com/office/powerpoint/2010/main" val="2356690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E4403AA4-9ADA-7A0F-0693-2E52472A1FE1}"/>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25D09C7-8AE5-3911-DA66-14F93A7FE652}"/>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a:t>Güvenli Yazılım Geliştirme</a:t>
            </a:r>
            <a:endParaRPr lang="tr-TR" noProof="0"/>
          </a:p>
        </p:txBody>
      </p:sp>
      <p:sp>
        <p:nvSpPr>
          <p:cNvPr id="2158" name="Google Shape;2158;p38">
            <a:extLst>
              <a:ext uri="{FF2B5EF4-FFF2-40B4-BE49-F238E27FC236}">
                <a16:creationId xmlns:a16="http://schemas.microsoft.com/office/drawing/2014/main" id="{75DCB393-EC22-E5EB-E838-46BA5637B843}"/>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285750" lvl="0" indent="-285750">
              <a:buFont typeface="Wingdings" panose="05000000000000000000" pitchFamily="2" charset="2"/>
              <a:buChar char="§"/>
            </a:pPr>
            <a:r>
              <a:rPr lang="tr-TR" sz="1400" b="1" dirty="0"/>
              <a:t>Güvenli Yazılım Yaşam Döngüsü (</a:t>
            </a:r>
            <a:r>
              <a:rPr lang="tr-TR" sz="1400" b="1" dirty="0" err="1"/>
              <a:t>Secure</a:t>
            </a:r>
            <a:r>
              <a:rPr lang="tr-TR" sz="1400" b="1" dirty="0"/>
              <a:t> Software Development Life </a:t>
            </a:r>
            <a:r>
              <a:rPr lang="tr-TR" sz="1400" b="1" dirty="0" err="1"/>
              <a:t>Cycle</a:t>
            </a:r>
            <a:r>
              <a:rPr lang="tr-TR" sz="1400" b="1" dirty="0"/>
              <a:t> - S-SDLC)</a:t>
            </a:r>
            <a:r>
              <a:rPr lang="tr-TR" sz="1400" dirty="0"/>
              <a:t>, yazılım geliştirme sürecinin her aşamasına siber güvenlik pratiklerinin ve testlerinin entegre edildiği bir sistemdir.</a:t>
            </a:r>
          </a:p>
          <a:p>
            <a:pPr marL="285750" lvl="0" indent="-285750">
              <a:buFont typeface="Wingdings" panose="05000000000000000000" pitchFamily="2" charset="2"/>
              <a:buChar char="§"/>
            </a:pPr>
            <a:r>
              <a:rPr lang="tr-TR" sz="1400" dirty="0"/>
              <a:t>Geleneksel yazılım geliştirme süreçlerinde (SDLC) güvenlik kontrolleri genellikle kodlama bittikten sonra veya canlıya geçiş öncesinde bir "son aşama testi" (örneğin sızma testi) olarak yapılır. </a:t>
            </a:r>
          </a:p>
          <a:p>
            <a:pPr marL="285750" lvl="0" indent="-285750">
              <a:buFont typeface="Wingdings" panose="05000000000000000000" pitchFamily="2" charset="2"/>
              <a:buChar char="§"/>
            </a:pPr>
            <a:r>
              <a:rPr lang="tr-TR" sz="1400" dirty="0"/>
              <a:t>S-</a:t>
            </a:r>
            <a:r>
              <a:rPr lang="tr-TR" sz="1400" dirty="0" err="1"/>
              <a:t>SDLC'de</a:t>
            </a:r>
            <a:r>
              <a:rPr lang="tr-TR" sz="1400" dirty="0"/>
              <a:t> ise amaç, güvenliği en baştan itibaren bir süreç haline getirmek ve zafiyetleri henüz tasarım/geliştirme aşamasındayken tespit edip çözmektir (</a:t>
            </a:r>
            <a:r>
              <a:rPr lang="tr-TR" sz="1400" b="1" dirty="0" err="1"/>
              <a:t>Shift-Left</a:t>
            </a:r>
            <a:r>
              <a:rPr lang="tr-TR" sz="1400" b="1" dirty="0"/>
              <a:t> / Sola Kaydırma</a:t>
            </a:r>
            <a:r>
              <a:rPr lang="tr-TR" sz="1400" dirty="0"/>
              <a:t> yaklaşımı).</a:t>
            </a:r>
            <a:endParaRPr lang="tr-TR" sz="1400" noProof="0" dirty="0"/>
          </a:p>
        </p:txBody>
      </p:sp>
      <p:sp>
        <p:nvSpPr>
          <p:cNvPr id="2160" name="Google Shape;2160;p38">
            <a:extLst>
              <a:ext uri="{FF2B5EF4-FFF2-40B4-BE49-F238E27FC236}">
                <a16:creationId xmlns:a16="http://schemas.microsoft.com/office/drawing/2014/main" id="{11E25A7D-956F-D8A6-EF8F-CB659B87CD3B}"/>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a:t>
            </a:fld>
            <a:endParaRPr lang="tr-TR" noProof="0"/>
          </a:p>
        </p:txBody>
      </p:sp>
    </p:spTree>
    <p:custDataLst>
      <p:tags r:id="rId1"/>
    </p:custDataLst>
    <p:extLst>
      <p:ext uri="{BB962C8B-B14F-4D97-AF65-F5344CB8AC3E}">
        <p14:creationId xmlns:p14="http://schemas.microsoft.com/office/powerpoint/2010/main" val="2559498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FA83CD90-9A8E-EA04-BD8C-4C73E22D5390}"/>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EEACB829-1E44-B679-C7CD-17635C90EC09}"/>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err="1"/>
              <a:t>Shift-Left</a:t>
            </a:r>
            <a:r>
              <a:rPr lang="tr-TR" sz="2800" dirty="0"/>
              <a:t> / Sola Kaydırma yaklaşımı</a:t>
            </a:r>
            <a:endParaRPr lang="tr-TR" noProof="0" dirty="0"/>
          </a:p>
        </p:txBody>
      </p:sp>
      <p:sp>
        <p:nvSpPr>
          <p:cNvPr id="2160" name="Google Shape;2160;p38">
            <a:extLst>
              <a:ext uri="{FF2B5EF4-FFF2-40B4-BE49-F238E27FC236}">
                <a16:creationId xmlns:a16="http://schemas.microsoft.com/office/drawing/2014/main" id="{C8EB2E48-3185-5ABC-83B3-C07FE676006B}"/>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a:t>
            </a:fld>
            <a:endParaRPr lang="tr-TR" noProof="0"/>
          </a:p>
        </p:txBody>
      </p:sp>
      <p:pic>
        <p:nvPicPr>
          <p:cNvPr id="5" name="Resim 4">
            <a:extLst>
              <a:ext uri="{FF2B5EF4-FFF2-40B4-BE49-F238E27FC236}">
                <a16:creationId xmlns:a16="http://schemas.microsoft.com/office/drawing/2014/main" id="{AE807ED5-FD93-F22D-C614-776AEBA35A4F}"/>
              </a:ext>
            </a:extLst>
          </p:cNvPr>
          <p:cNvPicPr>
            <a:picLocks noChangeAspect="1"/>
          </p:cNvPicPr>
          <p:nvPr/>
        </p:nvPicPr>
        <p:blipFill>
          <a:blip r:embed="rId4"/>
          <a:stretch>
            <a:fillRect/>
          </a:stretch>
        </p:blipFill>
        <p:spPr>
          <a:xfrm>
            <a:off x="1131750" y="867895"/>
            <a:ext cx="6880500" cy="3756054"/>
          </a:xfrm>
          <a:prstGeom prst="rect">
            <a:avLst/>
          </a:prstGeom>
        </p:spPr>
      </p:pic>
    </p:spTree>
    <p:custDataLst>
      <p:tags r:id="rId1"/>
    </p:custDataLst>
    <p:extLst>
      <p:ext uri="{BB962C8B-B14F-4D97-AF65-F5344CB8AC3E}">
        <p14:creationId xmlns:p14="http://schemas.microsoft.com/office/powerpoint/2010/main" val="3667142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B19D1579-E0DC-8149-4BC3-677834F5B80C}"/>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BBB73320-4FC9-FEF7-C6D3-9022954FD59C}"/>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Klasik Yazılım Geliştirme Aşamaları</a:t>
            </a:r>
            <a:endParaRPr lang="tr-TR" noProof="0" dirty="0"/>
          </a:p>
        </p:txBody>
      </p:sp>
      <p:sp>
        <p:nvSpPr>
          <p:cNvPr id="2158" name="Google Shape;2158;p38">
            <a:extLst>
              <a:ext uri="{FF2B5EF4-FFF2-40B4-BE49-F238E27FC236}">
                <a16:creationId xmlns:a16="http://schemas.microsoft.com/office/drawing/2014/main" id="{0B629557-5ACD-F86C-D643-15AD342BD212}"/>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285750" lvl="0" indent="-285750">
              <a:buFont typeface="Wingdings" panose="05000000000000000000" pitchFamily="2" charset="2"/>
              <a:buChar char="§"/>
            </a:pPr>
            <a:r>
              <a:rPr lang="tr-TR" sz="1400" b="1" dirty="0"/>
              <a:t>Planlama: </a:t>
            </a:r>
            <a:r>
              <a:rPr lang="tr-TR" sz="1400" dirty="0"/>
              <a:t>Uygulamanın gereksinimleri belirlenirken, güvenlik gereksinimlerinin de sürecin en başında tanımlanması gerekir.</a:t>
            </a:r>
          </a:p>
          <a:p>
            <a:pPr marL="285750" lvl="0" indent="-285750">
              <a:buFont typeface="Wingdings" panose="05000000000000000000" pitchFamily="2" charset="2"/>
              <a:buChar char="§"/>
            </a:pPr>
            <a:r>
              <a:rPr lang="tr-TR" sz="1400" b="1" dirty="0"/>
              <a:t>Kodlama: </a:t>
            </a:r>
            <a:r>
              <a:rPr lang="tr-TR" sz="1400" dirty="0"/>
              <a:t>Yazılım geliştirilirken, güvenli kodlama prensipleri uygulanarak mimari kusurların önüne geçilmelidir.</a:t>
            </a:r>
          </a:p>
          <a:p>
            <a:pPr marL="285750" lvl="0" indent="-285750">
              <a:buFont typeface="Wingdings" panose="05000000000000000000" pitchFamily="2" charset="2"/>
              <a:buChar char="§"/>
            </a:pPr>
            <a:r>
              <a:rPr lang="tr-TR" sz="1400" b="1" dirty="0"/>
              <a:t>Test: </a:t>
            </a:r>
            <a:r>
              <a:rPr lang="tr-TR" sz="1400" dirty="0"/>
              <a:t>Yazılımın kalite güvence süreçlerine güvenlik testlerinin de dahil edilmesi şarttır.</a:t>
            </a:r>
          </a:p>
          <a:p>
            <a:pPr marL="285750" lvl="0" indent="-285750">
              <a:buFont typeface="Wingdings" panose="05000000000000000000" pitchFamily="2" charset="2"/>
              <a:buChar char="§"/>
            </a:pPr>
            <a:r>
              <a:rPr lang="tr-TR" sz="1400" b="1" dirty="0"/>
              <a:t>Dağıtım: </a:t>
            </a:r>
            <a:r>
              <a:rPr lang="tr-TR" sz="1400" dirty="0"/>
              <a:t>Ürünün canlı ortama çıkışı sırasında güvenli yapılandırma ve dağıtım kontrolleri uygulanır.</a:t>
            </a:r>
          </a:p>
        </p:txBody>
      </p:sp>
      <p:sp>
        <p:nvSpPr>
          <p:cNvPr id="2160" name="Google Shape;2160;p38">
            <a:extLst>
              <a:ext uri="{FF2B5EF4-FFF2-40B4-BE49-F238E27FC236}">
                <a16:creationId xmlns:a16="http://schemas.microsoft.com/office/drawing/2014/main" id="{4F095F9A-DE82-F40C-FB1A-8F02DDC16E1B}"/>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5</a:t>
            </a:fld>
            <a:endParaRPr lang="tr-TR" noProof="0"/>
          </a:p>
        </p:txBody>
      </p:sp>
    </p:spTree>
    <p:custDataLst>
      <p:tags r:id="rId1"/>
    </p:custDataLst>
    <p:extLst>
      <p:ext uri="{BB962C8B-B14F-4D97-AF65-F5344CB8AC3E}">
        <p14:creationId xmlns:p14="http://schemas.microsoft.com/office/powerpoint/2010/main" val="174128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01F85D41-394E-9ACA-5290-F31A313BE568}"/>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A394E917-6D85-AE81-FF16-3E0F8E11F8F6}"/>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Güvenli Yazılım Geliştirme Yaşam Döngüsü (S-SDLC)</a:t>
            </a:r>
            <a:endParaRPr lang="tr-TR" noProof="0" dirty="0"/>
          </a:p>
        </p:txBody>
      </p:sp>
      <p:sp>
        <p:nvSpPr>
          <p:cNvPr id="2158" name="Google Shape;2158;p38">
            <a:extLst>
              <a:ext uri="{FF2B5EF4-FFF2-40B4-BE49-F238E27FC236}">
                <a16:creationId xmlns:a16="http://schemas.microsoft.com/office/drawing/2014/main" id="{59462976-3EE3-20EF-B64F-BC2F3F6D1A8A}"/>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400" dirty="0"/>
              <a:t>Güvenli SDLC (S-SDLC), güvenlik faaliyetlerinin </a:t>
            </a:r>
            <a:r>
              <a:rPr lang="tr-TR" sz="1400" dirty="0" err="1"/>
              <a:t>SDLC'nin</a:t>
            </a:r>
            <a:r>
              <a:rPr lang="tr-TR" sz="1400" dirty="0"/>
              <a:t> her fazına sistematik biçimde yerleştirildiği yaklaşımdır. Amaç, zafiyetleri üretildikleri yerde önlemek veya erken yakalamaktır.</a:t>
            </a:r>
          </a:p>
          <a:p>
            <a:pPr>
              <a:buFont typeface="Wingdings" panose="05000000000000000000" pitchFamily="2" charset="2"/>
              <a:buChar char="§"/>
            </a:pPr>
            <a:endParaRPr lang="tr-TR" sz="1400" dirty="0"/>
          </a:p>
          <a:p>
            <a:pPr marL="76200" indent="0">
              <a:buNone/>
            </a:pPr>
            <a:r>
              <a:rPr lang="tr-TR" sz="1400" b="1" dirty="0"/>
              <a:t>Neden gerekli?</a:t>
            </a:r>
          </a:p>
          <a:p>
            <a:pPr>
              <a:buFont typeface="Wingdings" panose="05000000000000000000" pitchFamily="2" charset="2"/>
              <a:buChar char="§"/>
            </a:pPr>
            <a:r>
              <a:rPr lang="tr-TR" sz="1400" dirty="0"/>
              <a:t>Geç düzeltme pahalıdır. Tasarım hatası üretimde bulunduğunda mimari değişiklik gerekebilir. Maliyetin faz ilerledikçe arttığı genel kabul görür. Ancak sık alıntılanan "100 kat" gibi kesin çarpanların kaynakları tartışmalıdır, bu yüzden bunları kesin rakam olarak kullanmayın.</a:t>
            </a:r>
          </a:p>
          <a:p>
            <a:pPr>
              <a:buFont typeface="Wingdings" panose="05000000000000000000" pitchFamily="2" charset="2"/>
              <a:buChar char="§"/>
            </a:pPr>
            <a:r>
              <a:rPr lang="tr-TR" sz="1400" dirty="0"/>
              <a:t>Saldırı yüzeyi büyüyor. Bulut, </a:t>
            </a:r>
            <a:r>
              <a:rPr lang="tr-TR" sz="1400" dirty="0" err="1"/>
              <a:t>API'ler</a:t>
            </a:r>
            <a:r>
              <a:rPr lang="tr-TR" sz="1400" dirty="0"/>
              <a:t>, </a:t>
            </a:r>
            <a:r>
              <a:rPr lang="tr-TR" sz="1400" dirty="0" err="1"/>
              <a:t>mikroservisler</a:t>
            </a:r>
            <a:r>
              <a:rPr lang="tr-TR" sz="1400" dirty="0"/>
              <a:t> ve açık kaynak bağımlılıkları bunu büyütüyor.</a:t>
            </a:r>
          </a:p>
          <a:p>
            <a:pPr>
              <a:buFont typeface="Wingdings" panose="05000000000000000000" pitchFamily="2" charset="2"/>
              <a:buChar char="§"/>
            </a:pPr>
            <a:r>
              <a:rPr lang="tr-TR" sz="1400" dirty="0"/>
              <a:t>Tedarik zinciri riski vardır. Bağımlılıklar ve derleme hattı da saldırı hedefidir.</a:t>
            </a:r>
          </a:p>
          <a:p>
            <a:pPr>
              <a:buFont typeface="Wingdings" panose="05000000000000000000" pitchFamily="2" charset="2"/>
              <a:buChar char="§"/>
            </a:pPr>
            <a:r>
              <a:rPr lang="tr-TR" sz="1400" dirty="0"/>
              <a:t>Regülasyon ve uyumluluk gerekir. Örnekler: KVKK, ISO/IEC 27001, PCI DSS ve AB Siber Dayanıklılık Yasası (CRA).</a:t>
            </a:r>
          </a:p>
        </p:txBody>
      </p:sp>
      <p:sp>
        <p:nvSpPr>
          <p:cNvPr id="2160" name="Google Shape;2160;p38">
            <a:extLst>
              <a:ext uri="{FF2B5EF4-FFF2-40B4-BE49-F238E27FC236}">
                <a16:creationId xmlns:a16="http://schemas.microsoft.com/office/drawing/2014/main" id="{ACC1D5C7-ABC2-B899-4AC7-273CCEDE898D}"/>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6</a:t>
            </a:fld>
            <a:endParaRPr lang="tr-TR" noProof="0"/>
          </a:p>
        </p:txBody>
      </p:sp>
    </p:spTree>
    <p:custDataLst>
      <p:tags r:id="rId1"/>
    </p:custDataLst>
    <p:extLst>
      <p:ext uri="{BB962C8B-B14F-4D97-AF65-F5344CB8AC3E}">
        <p14:creationId xmlns:p14="http://schemas.microsoft.com/office/powerpoint/2010/main" val="2930726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44BC0705-2A8C-8462-001B-70B2FACA801D}"/>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8C3818E8-6FC1-CF3C-59F0-14E0D436D3BA}"/>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Geleneksel SDLC ile S-SDLC Karşılaştırması</a:t>
            </a:r>
            <a:endParaRPr lang="tr-TR" sz="2800" dirty="0">
              <a:effectLst/>
            </a:endParaRPr>
          </a:p>
        </p:txBody>
      </p:sp>
      <p:sp>
        <p:nvSpPr>
          <p:cNvPr id="2160" name="Google Shape;2160;p38">
            <a:extLst>
              <a:ext uri="{FF2B5EF4-FFF2-40B4-BE49-F238E27FC236}">
                <a16:creationId xmlns:a16="http://schemas.microsoft.com/office/drawing/2014/main" id="{706DAC93-01DB-CDF0-2FF6-1D5A73D4915E}"/>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7</a:t>
            </a:fld>
            <a:endParaRPr lang="tr-TR" noProof="0"/>
          </a:p>
        </p:txBody>
      </p:sp>
      <p:graphicFrame>
        <p:nvGraphicFramePr>
          <p:cNvPr id="2" name="Tablo 1">
            <a:extLst>
              <a:ext uri="{FF2B5EF4-FFF2-40B4-BE49-F238E27FC236}">
                <a16:creationId xmlns:a16="http://schemas.microsoft.com/office/drawing/2014/main" id="{2BE40752-ED90-7036-908F-CCAA30529A8D}"/>
              </a:ext>
            </a:extLst>
          </p:cNvPr>
          <p:cNvGraphicFramePr>
            <a:graphicFrameLocks noGrp="1"/>
          </p:cNvGraphicFramePr>
          <p:nvPr>
            <p:extLst>
              <p:ext uri="{D42A27DB-BD31-4B8C-83A1-F6EECF244321}">
                <p14:modId xmlns:p14="http://schemas.microsoft.com/office/powerpoint/2010/main" val="2710782853"/>
              </p:ext>
            </p:extLst>
          </p:nvPr>
        </p:nvGraphicFramePr>
        <p:xfrm>
          <a:off x="222250" y="1584007"/>
          <a:ext cx="8699499" cy="2438400"/>
        </p:xfrm>
        <a:graphic>
          <a:graphicData uri="http://schemas.openxmlformats.org/drawingml/2006/table">
            <a:tbl>
              <a:tblPr>
                <a:tableStyleId>{8DAEDABC-BADD-4293-A472-D3AD88E73092}</a:tableStyleId>
              </a:tblPr>
              <a:tblGrid>
                <a:gridCol w="2046817">
                  <a:extLst>
                    <a:ext uri="{9D8B030D-6E8A-4147-A177-3AD203B41FA5}">
                      <a16:colId xmlns:a16="http://schemas.microsoft.com/office/drawing/2014/main" val="2547834086"/>
                    </a:ext>
                  </a:extLst>
                </a:gridCol>
                <a:gridCol w="2819400">
                  <a:extLst>
                    <a:ext uri="{9D8B030D-6E8A-4147-A177-3AD203B41FA5}">
                      <a16:colId xmlns:a16="http://schemas.microsoft.com/office/drawing/2014/main" val="3756582427"/>
                    </a:ext>
                  </a:extLst>
                </a:gridCol>
                <a:gridCol w="3833282">
                  <a:extLst>
                    <a:ext uri="{9D8B030D-6E8A-4147-A177-3AD203B41FA5}">
                      <a16:colId xmlns:a16="http://schemas.microsoft.com/office/drawing/2014/main" val="3830118053"/>
                    </a:ext>
                  </a:extLst>
                </a:gridCol>
              </a:tblGrid>
              <a:tr h="0">
                <a:tc>
                  <a:txBody>
                    <a:bodyPr/>
                    <a:lstStyle/>
                    <a:p>
                      <a:pPr algn="ctr">
                        <a:buNone/>
                      </a:pPr>
                      <a:r>
                        <a:rPr lang="tr-TR" b="1" dirty="0"/>
                        <a:t>Özellik</a:t>
                      </a:r>
                    </a:p>
                  </a:txBody>
                  <a:tcPr anchor="ctr">
                    <a:solidFill>
                      <a:schemeClr val="tx1">
                        <a:lumMod val="20000"/>
                        <a:lumOff val="80000"/>
                      </a:schemeClr>
                    </a:solidFill>
                  </a:tcPr>
                </a:tc>
                <a:tc>
                  <a:txBody>
                    <a:bodyPr/>
                    <a:lstStyle/>
                    <a:p>
                      <a:pPr algn="ctr">
                        <a:buNone/>
                      </a:pPr>
                      <a:r>
                        <a:rPr lang="tr-TR" b="1"/>
                        <a:t>Geleneksel SDLC</a:t>
                      </a:r>
                    </a:p>
                  </a:txBody>
                  <a:tcPr anchor="ctr">
                    <a:solidFill>
                      <a:schemeClr val="tx1">
                        <a:lumMod val="20000"/>
                        <a:lumOff val="80000"/>
                      </a:schemeClr>
                    </a:solidFill>
                  </a:tcPr>
                </a:tc>
                <a:tc>
                  <a:txBody>
                    <a:bodyPr/>
                    <a:lstStyle/>
                    <a:p>
                      <a:pPr algn="ctr">
                        <a:buNone/>
                      </a:pPr>
                      <a:r>
                        <a:rPr lang="tr-TR" b="1" dirty="0"/>
                        <a:t>S-SDLC</a:t>
                      </a:r>
                    </a:p>
                  </a:txBody>
                  <a:tcPr anchor="ctr">
                    <a:solidFill>
                      <a:schemeClr val="tx1">
                        <a:lumMod val="20000"/>
                        <a:lumOff val="80000"/>
                      </a:schemeClr>
                    </a:solidFill>
                  </a:tcPr>
                </a:tc>
                <a:extLst>
                  <a:ext uri="{0D108BD9-81ED-4DB2-BD59-A6C34878D82A}">
                    <a16:rowId xmlns:a16="http://schemas.microsoft.com/office/drawing/2014/main" val="694970248"/>
                  </a:ext>
                </a:extLst>
              </a:tr>
              <a:tr h="0">
                <a:tc>
                  <a:txBody>
                    <a:bodyPr/>
                    <a:lstStyle/>
                    <a:p>
                      <a:pPr>
                        <a:buNone/>
                      </a:pPr>
                      <a:r>
                        <a:rPr lang="tr-TR"/>
                        <a:t>Güvenlik Zamanlaması</a:t>
                      </a:r>
                    </a:p>
                  </a:txBody>
                  <a:tcPr anchor="ctr"/>
                </a:tc>
                <a:tc>
                  <a:txBody>
                    <a:bodyPr/>
                    <a:lstStyle/>
                    <a:p>
                      <a:pPr>
                        <a:buNone/>
                      </a:pPr>
                      <a:r>
                        <a:rPr lang="tr-TR"/>
                        <a:t>Süreç sonu (test/dağıtım)</a:t>
                      </a:r>
                    </a:p>
                  </a:txBody>
                  <a:tcPr anchor="ctr"/>
                </a:tc>
                <a:tc>
                  <a:txBody>
                    <a:bodyPr/>
                    <a:lstStyle/>
                    <a:p>
                      <a:pPr>
                        <a:buNone/>
                      </a:pPr>
                      <a:r>
                        <a:rPr lang="tr-TR"/>
                        <a:t>Her aşamada</a:t>
                      </a:r>
                    </a:p>
                  </a:txBody>
                  <a:tcPr anchor="ctr"/>
                </a:tc>
                <a:extLst>
                  <a:ext uri="{0D108BD9-81ED-4DB2-BD59-A6C34878D82A}">
                    <a16:rowId xmlns:a16="http://schemas.microsoft.com/office/drawing/2014/main" val="2444418072"/>
                  </a:ext>
                </a:extLst>
              </a:tr>
              <a:tr h="0">
                <a:tc>
                  <a:txBody>
                    <a:bodyPr/>
                    <a:lstStyle/>
                    <a:p>
                      <a:pPr>
                        <a:buNone/>
                      </a:pPr>
                      <a:r>
                        <a:rPr lang="tr-TR"/>
                        <a:t>Sorumluluk</a:t>
                      </a:r>
                    </a:p>
                  </a:txBody>
                  <a:tcPr anchor="ctr"/>
                </a:tc>
                <a:tc>
                  <a:txBody>
                    <a:bodyPr/>
                    <a:lstStyle/>
                    <a:p>
                      <a:pPr>
                        <a:buNone/>
                      </a:pPr>
                      <a:r>
                        <a:rPr lang="tr-TR"/>
                        <a:t>Genellikle sadece güvenlik ekibi</a:t>
                      </a:r>
                    </a:p>
                  </a:txBody>
                  <a:tcPr anchor="ctr"/>
                </a:tc>
                <a:tc>
                  <a:txBody>
                    <a:bodyPr/>
                    <a:lstStyle/>
                    <a:p>
                      <a:pPr>
                        <a:buNone/>
                      </a:pPr>
                      <a:r>
                        <a:rPr lang="tr-TR"/>
                        <a:t>Tüm geliştirme ekibi (paylaşılan)</a:t>
                      </a:r>
                    </a:p>
                  </a:txBody>
                  <a:tcPr anchor="ctr"/>
                </a:tc>
                <a:extLst>
                  <a:ext uri="{0D108BD9-81ED-4DB2-BD59-A6C34878D82A}">
                    <a16:rowId xmlns:a16="http://schemas.microsoft.com/office/drawing/2014/main" val="534330769"/>
                  </a:ext>
                </a:extLst>
              </a:tr>
              <a:tr h="0">
                <a:tc>
                  <a:txBody>
                    <a:bodyPr/>
                    <a:lstStyle/>
                    <a:p>
                      <a:pPr>
                        <a:buNone/>
                      </a:pPr>
                      <a:r>
                        <a:rPr lang="tr-TR"/>
                        <a:t>Açık Tespiti</a:t>
                      </a:r>
                    </a:p>
                  </a:txBody>
                  <a:tcPr anchor="ctr"/>
                </a:tc>
                <a:tc>
                  <a:txBody>
                    <a:bodyPr/>
                    <a:lstStyle/>
                    <a:p>
                      <a:pPr>
                        <a:buNone/>
                      </a:pPr>
                      <a:r>
                        <a:rPr lang="tr-TR"/>
                        <a:t>Geç (üretim öncesi veya sonrası)</a:t>
                      </a:r>
                    </a:p>
                  </a:txBody>
                  <a:tcPr anchor="ctr"/>
                </a:tc>
                <a:tc>
                  <a:txBody>
                    <a:bodyPr/>
                    <a:lstStyle/>
                    <a:p>
                      <a:pPr>
                        <a:buNone/>
                      </a:pPr>
                      <a:r>
                        <a:rPr lang="tr-TR"/>
                        <a:t>Erken (tasarım ve geliştirme)</a:t>
                      </a:r>
                    </a:p>
                  </a:txBody>
                  <a:tcPr anchor="ctr"/>
                </a:tc>
                <a:extLst>
                  <a:ext uri="{0D108BD9-81ED-4DB2-BD59-A6C34878D82A}">
                    <a16:rowId xmlns:a16="http://schemas.microsoft.com/office/drawing/2014/main" val="1933909155"/>
                  </a:ext>
                </a:extLst>
              </a:tr>
              <a:tr h="0">
                <a:tc>
                  <a:txBody>
                    <a:bodyPr/>
                    <a:lstStyle/>
                    <a:p>
                      <a:pPr>
                        <a:buNone/>
                      </a:pPr>
                      <a:r>
                        <a:rPr lang="tr-TR"/>
                        <a:t>Düzeltme Maliyeti</a:t>
                      </a:r>
                    </a:p>
                  </a:txBody>
                  <a:tcPr anchor="ctr"/>
                </a:tc>
                <a:tc>
                  <a:txBody>
                    <a:bodyPr/>
                    <a:lstStyle/>
                    <a:p>
                      <a:pPr>
                        <a:buNone/>
                      </a:pPr>
                      <a:r>
                        <a:rPr lang="tr-TR"/>
                        <a:t>Yüksek</a:t>
                      </a:r>
                    </a:p>
                  </a:txBody>
                  <a:tcPr anchor="ctr"/>
                </a:tc>
                <a:tc>
                  <a:txBody>
                    <a:bodyPr/>
                    <a:lstStyle/>
                    <a:p>
                      <a:pPr>
                        <a:buNone/>
                      </a:pPr>
                      <a:r>
                        <a:rPr lang="tr-TR"/>
                        <a:t>Düşük</a:t>
                      </a:r>
                    </a:p>
                  </a:txBody>
                  <a:tcPr anchor="ctr"/>
                </a:tc>
                <a:extLst>
                  <a:ext uri="{0D108BD9-81ED-4DB2-BD59-A6C34878D82A}">
                    <a16:rowId xmlns:a16="http://schemas.microsoft.com/office/drawing/2014/main" val="1877007386"/>
                  </a:ext>
                </a:extLst>
              </a:tr>
              <a:tr h="0">
                <a:tc>
                  <a:txBody>
                    <a:bodyPr/>
                    <a:lstStyle/>
                    <a:p>
                      <a:pPr>
                        <a:buNone/>
                      </a:pPr>
                      <a:r>
                        <a:rPr lang="tr-TR"/>
                        <a:t>Test Yaklaşımı</a:t>
                      </a:r>
                    </a:p>
                  </a:txBody>
                  <a:tcPr anchor="ctr"/>
                </a:tc>
                <a:tc>
                  <a:txBody>
                    <a:bodyPr/>
                    <a:lstStyle/>
                    <a:p>
                      <a:pPr>
                        <a:buNone/>
                      </a:pPr>
                      <a:r>
                        <a:rPr lang="tr-TR"/>
                        <a:t>Manuel, periyodik</a:t>
                      </a:r>
                    </a:p>
                  </a:txBody>
                  <a:tcPr anchor="ctr"/>
                </a:tc>
                <a:tc>
                  <a:txBody>
                    <a:bodyPr/>
                    <a:lstStyle/>
                    <a:p>
                      <a:pPr>
                        <a:buNone/>
                      </a:pPr>
                      <a:r>
                        <a:rPr lang="tr-TR"/>
                        <a:t>Otomatik, sürekli</a:t>
                      </a:r>
                    </a:p>
                  </a:txBody>
                  <a:tcPr anchor="ctr"/>
                </a:tc>
                <a:extLst>
                  <a:ext uri="{0D108BD9-81ED-4DB2-BD59-A6C34878D82A}">
                    <a16:rowId xmlns:a16="http://schemas.microsoft.com/office/drawing/2014/main" val="3951820750"/>
                  </a:ext>
                </a:extLst>
              </a:tr>
              <a:tr h="0">
                <a:tc>
                  <a:txBody>
                    <a:bodyPr/>
                    <a:lstStyle/>
                    <a:p>
                      <a:pPr>
                        <a:buNone/>
                      </a:pPr>
                      <a:r>
                        <a:rPr lang="tr-TR"/>
                        <a:t>Tehdit Modelleme</a:t>
                      </a:r>
                    </a:p>
                  </a:txBody>
                  <a:tcPr anchor="ctr"/>
                </a:tc>
                <a:tc>
                  <a:txBody>
                    <a:bodyPr/>
                    <a:lstStyle/>
                    <a:p>
                      <a:pPr>
                        <a:buNone/>
                      </a:pPr>
                      <a:r>
                        <a:rPr lang="tr-TR"/>
                        <a:t>Nadiren yapılır</a:t>
                      </a:r>
                    </a:p>
                  </a:txBody>
                  <a:tcPr anchor="ctr"/>
                </a:tc>
                <a:tc>
                  <a:txBody>
                    <a:bodyPr/>
                    <a:lstStyle/>
                    <a:p>
                      <a:pPr>
                        <a:buNone/>
                      </a:pPr>
                      <a:r>
                        <a:rPr lang="tr-TR"/>
                        <a:t>Tasarım aşamasının temel parçası</a:t>
                      </a:r>
                    </a:p>
                  </a:txBody>
                  <a:tcPr anchor="ctr"/>
                </a:tc>
                <a:extLst>
                  <a:ext uri="{0D108BD9-81ED-4DB2-BD59-A6C34878D82A}">
                    <a16:rowId xmlns:a16="http://schemas.microsoft.com/office/drawing/2014/main" val="2974200708"/>
                  </a:ext>
                </a:extLst>
              </a:tr>
              <a:tr h="0">
                <a:tc>
                  <a:txBody>
                    <a:bodyPr/>
                    <a:lstStyle/>
                    <a:p>
                      <a:pPr>
                        <a:buNone/>
                      </a:pPr>
                      <a:r>
                        <a:rPr lang="tr-TR"/>
                        <a:t>Uyumluluk</a:t>
                      </a:r>
                    </a:p>
                  </a:txBody>
                  <a:tcPr anchor="ctr"/>
                </a:tc>
                <a:tc>
                  <a:txBody>
                    <a:bodyPr/>
                    <a:lstStyle/>
                    <a:p>
                      <a:pPr>
                        <a:buNone/>
                      </a:pPr>
                      <a:r>
                        <a:rPr lang="tr-TR"/>
                        <a:t>Geriye dönük denetim</a:t>
                      </a:r>
                    </a:p>
                  </a:txBody>
                  <a:tcPr anchor="ctr"/>
                </a:tc>
                <a:tc>
                  <a:txBody>
                    <a:bodyPr/>
                    <a:lstStyle/>
                    <a:p>
                      <a:pPr>
                        <a:buNone/>
                      </a:pPr>
                      <a:r>
                        <a:rPr lang="tr-TR" dirty="0"/>
                        <a:t>Süreç içine gömülü kontroller</a:t>
                      </a:r>
                    </a:p>
                  </a:txBody>
                  <a:tcPr anchor="ctr"/>
                </a:tc>
                <a:extLst>
                  <a:ext uri="{0D108BD9-81ED-4DB2-BD59-A6C34878D82A}">
                    <a16:rowId xmlns:a16="http://schemas.microsoft.com/office/drawing/2014/main" val="4262006526"/>
                  </a:ext>
                </a:extLst>
              </a:tr>
            </a:tbl>
          </a:graphicData>
        </a:graphic>
      </p:graphicFrame>
    </p:spTree>
    <p:custDataLst>
      <p:tags r:id="rId1"/>
    </p:custDataLst>
    <p:extLst>
      <p:ext uri="{BB962C8B-B14F-4D97-AF65-F5344CB8AC3E}">
        <p14:creationId xmlns:p14="http://schemas.microsoft.com/office/powerpoint/2010/main" val="2842070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77898155-1A60-4BF8-EE0B-C90BB4D8773E}"/>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50AFF503-A920-B4F1-A36F-350F1EA337B6}"/>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S-</a:t>
            </a:r>
            <a:r>
              <a:rPr lang="tr-TR" sz="2800" dirty="0" err="1"/>
              <a:t>SDLC’nin</a:t>
            </a:r>
            <a:r>
              <a:rPr lang="tr-TR" sz="2800" dirty="0"/>
              <a:t> Temel Aşamaları</a:t>
            </a:r>
            <a:endParaRPr lang="tr-TR" noProof="0" dirty="0"/>
          </a:p>
        </p:txBody>
      </p:sp>
      <p:sp>
        <p:nvSpPr>
          <p:cNvPr id="2158" name="Google Shape;2158;p38">
            <a:extLst>
              <a:ext uri="{FF2B5EF4-FFF2-40B4-BE49-F238E27FC236}">
                <a16:creationId xmlns:a16="http://schemas.microsoft.com/office/drawing/2014/main" id="{D4C8BCED-79E2-F171-D0A4-F9B4E5F441B4}"/>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342900" lvl="0" indent="-342900">
              <a:buSzPct val="120000"/>
              <a:buFont typeface="+mj-lt"/>
              <a:buAutoNum type="arabicPeriod"/>
            </a:pPr>
            <a:r>
              <a:rPr lang="tr-TR" sz="1400" dirty="0"/>
              <a:t>Gereksinim Analizi (</a:t>
            </a:r>
            <a:r>
              <a:rPr lang="tr-TR" sz="1400" dirty="0" err="1"/>
              <a:t>Requirements</a:t>
            </a:r>
            <a:r>
              <a:rPr lang="tr-TR" sz="1400" dirty="0"/>
              <a:t>)</a:t>
            </a:r>
          </a:p>
          <a:p>
            <a:pPr marL="342900" lvl="0" indent="-342900">
              <a:buSzPct val="120000"/>
              <a:buFont typeface="+mj-lt"/>
              <a:buAutoNum type="arabicPeriod"/>
            </a:pPr>
            <a:r>
              <a:rPr lang="tr-TR" sz="1400" dirty="0"/>
              <a:t>Tasarım ve Mimarî (Design)</a:t>
            </a:r>
          </a:p>
          <a:p>
            <a:pPr marL="342900" lvl="0" indent="-342900">
              <a:buSzPct val="120000"/>
              <a:buFont typeface="+mj-lt"/>
              <a:buAutoNum type="arabicPeriod"/>
            </a:pPr>
            <a:r>
              <a:rPr lang="tr-TR" sz="1400" dirty="0"/>
              <a:t>Geliştirme / Kodlama (</a:t>
            </a:r>
            <a:r>
              <a:rPr lang="tr-TR" sz="1400" dirty="0" err="1"/>
              <a:t>Implementation</a:t>
            </a:r>
            <a:r>
              <a:rPr lang="tr-TR" sz="1400" dirty="0"/>
              <a:t> / </a:t>
            </a:r>
            <a:r>
              <a:rPr lang="tr-TR" sz="1400" dirty="0" err="1"/>
              <a:t>Coding</a:t>
            </a:r>
            <a:r>
              <a:rPr lang="tr-TR" sz="1400" dirty="0"/>
              <a:t>)</a:t>
            </a:r>
          </a:p>
          <a:p>
            <a:pPr marL="342900" lvl="0" indent="-342900">
              <a:buSzPct val="120000"/>
              <a:buFont typeface="+mj-lt"/>
              <a:buAutoNum type="arabicPeriod"/>
            </a:pPr>
            <a:r>
              <a:rPr lang="tr-TR" sz="1400" dirty="0"/>
              <a:t>Test ve Doğrulama (</a:t>
            </a:r>
            <a:r>
              <a:rPr lang="tr-TR" sz="1400" dirty="0" err="1"/>
              <a:t>Testing</a:t>
            </a:r>
            <a:r>
              <a:rPr lang="tr-TR" sz="1400" dirty="0"/>
              <a:t> &amp; </a:t>
            </a:r>
            <a:r>
              <a:rPr lang="tr-TR" sz="1400" dirty="0" err="1"/>
              <a:t>Verification</a:t>
            </a:r>
            <a:r>
              <a:rPr lang="tr-TR" sz="1400" dirty="0"/>
              <a:t>)</a:t>
            </a:r>
          </a:p>
          <a:p>
            <a:pPr marL="342900" lvl="0" indent="-342900">
              <a:buSzPct val="120000"/>
              <a:buFont typeface="+mj-lt"/>
              <a:buAutoNum type="arabicPeriod"/>
            </a:pPr>
            <a:r>
              <a:rPr lang="tr-TR" sz="1400" dirty="0"/>
              <a:t>Dağıtım ve Canlıya Geçiş (Deployment)</a:t>
            </a:r>
          </a:p>
          <a:p>
            <a:pPr marL="342900" lvl="0" indent="-342900">
              <a:buSzPct val="120000"/>
              <a:buFont typeface="+mj-lt"/>
              <a:buAutoNum type="arabicPeriod"/>
            </a:pPr>
            <a:r>
              <a:rPr lang="tr-TR" sz="1400" dirty="0"/>
              <a:t>Bakım ve İzleme (Operations &amp; </a:t>
            </a:r>
            <a:r>
              <a:rPr lang="tr-TR" sz="1400" dirty="0" err="1"/>
              <a:t>Maintenance</a:t>
            </a:r>
            <a:r>
              <a:rPr lang="tr-TR" sz="1400" dirty="0"/>
              <a:t>)</a:t>
            </a:r>
          </a:p>
        </p:txBody>
      </p:sp>
      <p:sp>
        <p:nvSpPr>
          <p:cNvPr id="2160" name="Google Shape;2160;p38">
            <a:extLst>
              <a:ext uri="{FF2B5EF4-FFF2-40B4-BE49-F238E27FC236}">
                <a16:creationId xmlns:a16="http://schemas.microsoft.com/office/drawing/2014/main" id="{93FBF9AA-0C6F-6653-27C9-40936399E16E}"/>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8</a:t>
            </a:fld>
            <a:endParaRPr lang="tr-TR" noProof="0"/>
          </a:p>
        </p:txBody>
      </p:sp>
    </p:spTree>
    <p:custDataLst>
      <p:tags r:id="rId1"/>
    </p:custDataLst>
    <p:extLst>
      <p:ext uri="{BB962C8B-B14F-4D97-AF65-F5344CB8AC3E}">
        <p14:creationId xmlns:p14="http://schemas.microsoft.com/office/powerpoint/2010/main" val="3976249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3">
          <a:extLst>
            <a:ext uri="{FF2B5EF4-FFF2-40B4-BE49-F238E27FC236}">
              <a16:creationId xmlns:a16="http://schemas.microsoft.com/office/drawing/2014/main" id="{FD9CCF36-3049-BDDB-DB5E-2C5E36A675F2}"/>
            </a:ext>
          </a:extLst>
        </p:cNvPr>
        <p:cNvGrpSpPr/>
        <p:nvPr/>
      </p:nvGrpSpPr>
      <p:grpSpPr>
        <a:xfrm>
          <a:off x="0" y="0"/>
          <a:ext cx="0" cy="0"/>
          <a:chOff x="0" y="0"/>
          <a:chExt cx="0" cy="0"/>
        </a:xfrm>
      </p:grpSpPr>
      <p:sp>
        <p:nvSpPr>
          <p:cNvPr id="1914" name="Google Shape;1914;p16">
            <a:extLst>
              <a:ext uri="{FF2B5EF4-FFF2-40B4-BE49-F238E27FC236}">
                <a16:creationId xmlns:a16="http://schemas.microsoft.com/office/drawing/2014/main" id="{CC6D10E2-78DF-E7E7-3DE8-5737F6B94F05}"/>
              </a:ext>
            </a:extLst>
          </p:cNvPr>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p>
            <a:r>
              <a:rPr lang="tr-TR" dirty="0"/>
              <a:t>Gereksinim Analizi ve Planlama Aşaması</a:t>
            </a:r>
            <a:endParaRPr lang="tr-TR" dirty="0">
              <a:effectLst/>
            </a:endParaRPr>
          </a:p>
        </p:txBody>
      </p:sp>
      <p:sp>
        <p:nvSpPr>
          <p:cNvPr id="1915" name="Google Shape;1915;p16">
            <a:extLst>
              <a:ext uri="{FF2B5EF4-FFF2-40B4-BE49-F238E27FC236}">
                <a16:creationId xmlns:a16="http://schemas.microsoft.com/office/drawing/2014/main" id="{A953752D-E90D-9BCA-5A75-1D68E059DE8F}"/>
              </a:ext>
            </a:extLst>
          </p:cNvPr>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p>
            <a:pPr marL="0" lvl="0" indent="0"/>
            <a:endParaRPr dirty="0"/>
          </a:p>
        </p:txBody>
      </p:sp>
      <p:sp>
        <p:nvSpPr>
          <p:cNvPr id="1916" name="Google Shape;1916;p16">
            <a:extLst>
              <a:ext uri="{FF2B5EF4-FFF2-40B4-BE49-F238E27FC236}">
                <a16:creationId xmlns:a16="http://schemas.microsoft.com/office/drawing/2014/main" id="{16137946-A35B-2546-6AED-ADC87063644F}"/>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9</a:t>
            </a:fld>
            <a:endParaRPr/>
          </a:p>
        </p:txBody>
      </p:sp>
    </p:spTree>
    <p:custDataLst>
      <p:tags r:id="rId1"/>
    </p:custDataLst>
    <p:extLst>
      <p:ext uri="{BB962C8B-B14F-4D97-AF65-F5344CB8AC3E}">
        <p14:creationId xmlns:p14="http://schemas.microsoft.com/office/powerpoint/2010/main" val="691649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DCAEEA73-FFFD-1DE8-061E-4F50C8E02133}"/>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C0659FBE-FF1B-7448-A882-72F2CE4B1617}"/>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Gereksinim Analizi ve Planlama Aşaması</a:t>
            </a:r>
            <a:endParaRPr lang="tr-TR" sz="2800" dirty="0">
              <a:effectLst/>
            </a:endParaRPr>
          </a:p>
        </p:txBody>
      </p:sp>
      <p:sp>
        <p:nvSpPr>
          <p:cNvPr id="2158" name="Google Shape;2158;p38">
            <a:extLst>
              <a:ext uri="{FF2B5EF4-FFF2-40B4-BE49-F238E27FC236}">
                <a16:creationId xmlns:a16="http://schemas.microsoft.com/office/drawing/2014/main" id="{AE407283-27B5-5748-FC78-142F7298D6DD}"/>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600" dirty="0"/>
              <a:t>Bu aşama, güvenliğin temellerinin atıldığı en kritik dönemdir. </a:t>
            </a:r>
          </a:p>
          <a:p>
            <a:pPr>
              <a:buFont typeface="Wingdings" panose="05000000000000000000" pitchFamily="2" charset="2"/>
              <a:buChar char="§"/>
            </a:pPr>
            <a:r>
              <a:rPr lang="tr-TR" sz="1600" dirty="0"/>
              <a:t>Güvenlik gereksinimleri, işlevsel gereksinimlerle birlikte toplanır ve tanımlanır.</a:t>
            </a:r>
            <a:endParaRPr lang="tr-TR" sz="1600" dirty="0">
              <a:effectLst/>
            </a:endParaRPr>
          </a:p>
        </p:txBody>
      </p:sp>
      <p:sp>
        <p:nvSpPr>
          <p:cNvPr id="2160" name="Google Shape;2160;p38">
            <a:extLst>
              <a:ext uri="{FF2B5EF4-FFF2-40B4-BE49-F238E27FC236}">
                <a16:creationId xmlns:a16="http://schemas.microsoft.com/office/drawing/2014/main" id="{46FFD906-1C3C-D295-89C9-3E057ADEF5E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10</a:t>
            </a:fld>
            <a:endParaRPr lang="tr-TR" noProof="0" dirty="0"/>
          </a:p>
        </p:txBody>
      </p:sp>
    </p:spTree>
    <p:custDataLst>
      <p:tags r:id="rId1"/>
    </p:custDataLst>
    <p:extLst>
      <p:ext uri="{BB962C8B-B14F-4D97-AF65-F5344CB8AC3E}">
        <p14:creationId xmlns:p14="http://schemas.microsoft.com/office/powerpoint/2010/main" val="209421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83F5185C-A1EE-9F76-23F4-9DE0E783410E}"/>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45CCF98-80C5-82A1-2F52-996D4D9D4626}"/>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Temel Faaliyetler</a:t>
            </a:r>
            <a:endParaRPr lang="tr-TR" sz="2800" dirty="0">
              <a:effectLst/>
            </a:endParaRPr>
          </a:p>
        </p:txBody>
      </p:sp>
      <p:sp>
        <p:nvSpPr>
          <p:cNvPr id="2158" name="Google Shape;2158;p38">
            <a:extLst>
              <a:ext uri="{FF2B5EF4-FFF2-40B4-BE49-F238E27FC236}">
                <a16:creationId xmlns:a16="http://schemas.microsoft.com/office/drawing/2014/main" id="{3F014B22-A3E5-1572-1EB4-D656890E2872}"/>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600" dirty="0"/>
              <a:t>Güvenlik gereksinimlerinin belirlenmesi (kimlik doğrulama, yetkilendirme, şifreleme, loglama, veri koruma vb.)</a:t>
            </a:r>
          </a:p>
          <a:p>
            <a:pPr>
              <a:buFont typeface="Wingdings" panose="05000000000000000000" pitchFamily="2" charset="2"/>
              <a:buChar char="§"/>
            </a:pPr>
            <a:r>
              <a:rPr lang="tr-TR" sz="1600" dirty="0"/>
              <a:t>Uyumluluk gereksinimlerinin (KVKK, GDPR, PCI-DSS, ISO 27001 vb.) analizi</a:t>
            </a:r>
          </a:p>
          <a:p>
            <a:pPr>
              <a:buFont typeface="Wingdings" panose="05000000000000000000" pitchFamily="2" charset="2"/>
              <a:buChar char="§"/>
            </a:pPr>
            <a:r>
              <a:rPr lang="tr-TR" sz="1600" dirty="0"/>
              <a:t>Başlangıç risk değerlendirmesi (</a:t>
            </a:r>
            <a:r>
              <a:rPr lang="tr-TR" sz="1600" dirty="0" err="1"/>
              <a:t>Initial</a:t>
            </a:r>
            <a:r>
              <a:rPr lang="tr-TR" sz="1600" dirty="0"/>
              <a:t> Risk </a:t>
            </a:r>
            <a:r>
              <a:rPr lang="tr-TR" sz="1600" dirty="0" err="1"/>
              <a:t>Assessment</a:t>
            </a:r>
            <a:r>
              <a:rPr lang="tr-TR" sz="1600" dirty="0"/>
              <a:t>)</a:t>
            </a:r>
          </a:p>
          <a:p>
            <a:pPr>
              <a:buFont typeface="Wingdings" panose="05000000000000000000" pitchFamily="2" charset="2"/>
              <a:buChar char="§"/>
            </a:pPr>
            <a:r>
              <a:rPr lang="tr-TR" sz="1600" dirty="0" err="1"/>
              <a:t>Abuse</a:t>
            </a:r>
            <a:r>
              <a:rPr lang="tr-TR" sz="1600" dirty="0"/>
              <a:t> </a:t>
            </a:r>
            <a:r>
              <a:rPr lang="tr-TR" sz="1600" dirty="0" err="1"/>
              <a:t>case’lerin</a:t>
            </a:r>
            <a:r>
              <a:rPr lang="tr-TR" sz="1600" dirty="0"/>
              <a:t> (kötüye kullanım senaryoları) </a:t>
            </a:r>
            <a:r>
              <a:rPr lang="tr-TR" sz="1600" dirty="0" err="1"/>
              <a:t>use</a:t>
            </a:r>
            <a:r>
              <a:rPr lang="tr-TR" sz="1600" dirty="0"/>
              <a:t> </a:t>
            </a:r>
            <a:r>
              <a:rPr lang="tr-TR" sz="1600" dirty="0" err="1"/>
              <a:t>case’lerle</a:t>
            </a:r>
            <a:r>
              <a:rPr lang="tr-TR" sz="1600" dirty="0"/>
              <a:t> birlikte tanımlanması</a:t>
            </a:r>
          </a:p>
          <a:p>
            <a:pPr>
              <a:buFont typeface="Wingdings" panose="05000000000000000000" pitchFamily="2" charset="2"/>
              <a:buChar char="§"/>
            </a:pPr>
            <a:r>
              <a:rPr lang="tr-TR" sz="1600" dirty="0"/>
              <a:t>Güvenlik kabul kriterlerinin (</a:t>
            </a:r>
            <a:r>
              <a:rPr lang="tr-TR" sz="1600" dirty="0" err="1"/>
              <a:t>acceptance</a:t>
            </a:r>
            <a:r>
              <a:rPr lang="tr-TR" sz="1600" dirty="0"/>
              <a:t> </a:t>
            </a:r>
            <a:r>
              <a:rPr lang="tr-TR" sz="1600" dirty="0" err="1"/>
              <a:t>criteria</a:t>
            </a:r>
            <a:r>
              <a:rPr lang="tr-TR" sz="1600" dirty="0"/>
              <a:t>) oluşturulması</a:t>
            </a:r>
            <a:br>
              <a:rPr lang="tr-TR" sz="1600" dirty="0"/>
            </a:br>
            <a:r>
              <a:rPr lang="tr-TR" sz="1600" dirty="0"/>
              <a:t>Güvenlik eğitim ihtiyaçlarının belirlenmesi</a:t>
            </a:r>
          </a:p>
          <a:p>
            <a:pPr lvl="1">
              <a:buFont typeface="Wingdings" panose="05000000000000000000" pitchFamily="2" charset="2"/>
              <a:buChar char="§"/>
            </a:pPr>
            <a:r>
              <a:rPr lang="tr-TR" sz="1600" i="1" dirty="0"/>
              <a:t>Çıktılar: Güvenlik gereksinimleri dokümanı, risk değerlendirme raporu, uyumluluk kontrol listesi, </a:t>
            </a:r>
            <a:r>
              <a:rPr lang="tr-TR" sz="1600" i="1" dirty="0" err="1"/>
              <a:t>abuse</a:t>
            </a:r>
            <a:r>
              <a:rPr lang="tr-TR" sz="1600" i="1" dirty="0"/>
              <a:t> </a:t>
            </a:r>
            <a:r>
              <a:rPr lang="tr-TR" sz="1600" i="1" dirty="0" err="1"/>
              <a:t>case</a:t>
            </a:r>
            <a:r>
              <a:rPr lang="tr-TR" sz="1600" i="1" dirty="0"/>
              <a:t> listesi.</a:t>
            </a:r>
            <a:endParaRPr lang="tr-TR" sz="1600" i="1" dirty="0">
              <a:effectLst/>
            </a:endParaRPr>
          </a:p>
        </p:txBody>
      </p:sp>
      <p:sp>
        <p:nvSpPr>
          <p:cNvPr id="2160" name="Google Shape;2160;p38">
            <a:extLst>
              <a:ext uri="{FF2B5EF4-FFF2-40B4-BE49-F238E27FC236}">
                <a16:creationId xmlns:a16="http://schemas.microsoft.com/office/drawing/2014/main" id="{30ED2E11-9BE7-FF20-2125-B78D1C38B44B}"/>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11</a:t>
            </a:fld>
            <a:endParaRPr lang="tr-TR" noProof="0" dirty="0"/>
          </a:p>
        </p:txBody>
      </p:sp>
    </p:spTree>
    <p:custDataLst>
      <p:tags r:id="rId1"/>
    </p:custDataLst>
    <p:extLst>
      <p:ext uri="{BB962C8B-B14F-4D97-AF65-F5344CB8AC3E}">
        <p14:creationId xmlns:p14="http://schemas.microsoft.com/office/powerpoint/2010/main" val="1167515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93F43139-8BAB-E292-5B0B-869249A43F38}"/>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6F6BC7D1-7E41-4EDA-9966-87FD6084F404}"/>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Temel Faaliyetler</a:t>
            </a:r>
            <a:endParaRPr lang="tr-TR" sz="2800" dirty="0">
              <a:effectLst/>
            </a:endParaRPr>
          </a:p>
        </p:txBody>
      </p:sp>
      <p:sp>
        <p:nvSpPr>
          <p:cNvPr id="2158" name="Google Shape;2158;p38">
            <a:extLst>
              <a:ext uri="{FF2B5EF4-FFF2-40B4-BE49-F238E27FC236}">
                <a16:creationId xmlns:a16="http://schemas.microsoft.com/office/drawing/2014/main" id="{7CA1D2F2-E9AA-02EC-6874-2121A8F2DB70}"/>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600" dirty="0"/>
              <a:t>Güvenlik gereksinimlerinin belirlenmesi (kimlik doğrulama, yetkilendirme, şifreleme, loglama, veri koruma vb.)</a:t>
            </a:r>
          </a:p>
          <a:p>
            <a:pPr>
              <a:buFont typeface="Wingdings" panose="05000000000000000000" pitchFamily="2" charset="2"/>
              <a:buChar char="§"/>
            </a:pPr>
            <a:r>
              <a:rPr lang="tr-TR" sz="1600" dirty="0"/>
              <a:t>Uyumluluk gereksinimlerinin (KVKK, GDPR, PCI-DSS, ISO 27001 vb.) analizi</a:t>
            </a:r>
          </a:p>
          <a:p>
            <a:pPr>
              <a:buFont typeface="Wingdings" panose="05000000000000000000" pitchFamily="2" charset="2"/>
              <a:buChar char="§"/>
            </a:pPr>
            <a:r>
              <a:rPr lang="tr-TR" sz="1600" dirty="0"/>
              <a:t>Başlangıç risk değerlendirmesi (</a:t>
            </a:r>
            <a:r>
              <a:rPr lang="tr-TR" sz="1600" dirty="0" err="1"/>
              <a:t>Initial</a:t>
            </a:r>
            <a:r>
              <a:rPr lang="tr-TR" sz="1600" dirty="0"/>
              <a:t> Risk </a:t>
            </a:r>
            <a:r>
              <a:rPr lang="tr-TR" sz="1600" dirty="0" err="1"/>
              <a:t>Assessment</a:t>
            </a:r>
            <a:r>
              <a:rPr lang="tr-TR" sz="1600" dirty="0"/>
              <a:t>)</a:t>
            </a:r>
          </a:p>
          <a:p>
            <a:pPr>
              <a:buFont typeface="Wingdings" panose="05000000000000000000" pitchFamily="2" charset="2"/>
              <a:buChar char="§"/>
            </a:pPr>
            <a:r>
              <a:rPr lang="tr-TR" sz="1600" dirty="0" err="1"/>
              <a:t>Abuse</a:t>
            </a:r>
            <a:r>
              <a:rPr lang="tr-TR" sz="1600" dirty="0"/>
              <a:t> </a:t>
            </a:r>
            <a:r>
              <a:rPr lang="tr-TR" sz="1600" dirty="0" err="1"/>
              <a:t>case’lerin</a:t>
            </a:r>
            <a:r>
              <a:rPr lang="tr-TR" sz="1600" dirty="0"/>
              <a:t> (kötüye kullanım senaryoları) </a:t>
            </a:r>
            <a:r>
              <a:rPr lang="tr-TR" sz="1600" dirty="0" err="1"/>
              <a:t>use</a:t>
            </a:r>
            <a:r>
              <a:rPr lang="tr-TR" sz="1600" dirty="0"/>
              <a:t> </a:t>
            </a:r>
            <a:r>
              <a:rPr lang="tr-TR" sz="1600" dirty="0" err="1"/>
              <a:t>case’lerle</a:t>
            </a:r>
            <a:r>
              <a:rPr lang="tr-TR" sz="1600" dirty="0"/>
              <a:t> birlikte tanımlanması</a:t>
            </a:r>
          </a:p>
          <a:p>
            <a:pPr>
              <a:buFont typeface="Wingdings" panose="05000000000000000000" pitchFamily="2" charset="2"/>
              <a:buChar char="§"/>
            </a:pPr>
            <a:r>
              <a:rPr lang="tr-TR" sz="1600" dirty="0"/>
              <a:t>Güvenlik kabul kriterlerinin (</a:t>
            </a:r>
            <a:r>
              <a:rPr lang="tr-TR" sz="1600" dirty="0" err="1"/>
              <a:t>acceptance</a:t>
            </a:r>
            <a:r>
              <a:rPr lang="tr-TR" sz="1600" dirty="0"/>
              <a:t> </a:t>
            </a:r>
            <a:r>
              <a:rPr lang="tr-TR" sz="1600" dirty="0" err="1"/>
              <a:t>criteria</a:t>
            </a:r>
            <a:r>
              <a:rPr lang="tr-TR" sz="1600" dirty="0"/>
              <a:t>) oluşturulması</a:t>
            </a:r>
            <a:br>
              <a:rPr lang="tr-TR" sz="1600" dirty="0"/>
            </a:br>
            <a:r>
              <a:rPr lang="tr-TR" sz="1600" dirty="0"/>
              <a:t>Güvenlik eğitim ihtiyaçlarının belirlenmesi</a:t>
            </a:r>
          </a:p>
          <a:p>
            <a:pPr lvl="1">
              <a:buFont typeface="Wingdings" panose="05000000000000000000" pitchFamily="2" charset="2"/>
              <a:buChar char="§"/>
            </a:pPr>
            <a:r>
              <a:rPr lang="tr-TR" sz="1600" i="1" dirty="0"/>
              <a:t>Çıktılar: Güvenlik gereksinimleri dokümanı, risk değerlendirme raporu, uyumluluk kontrol listesi, </a:t>
            </a:r>
            <a:r>
              <a:rPr lang="tr-TR" sz="1600" i="1" dirty="0" err="1"/>
              <a:t>abuse</a:t>
            </a:r>
            <a:r>
              <a:rPr lang="tr-TR" sz="1600" i="1" dirty="0"/>
              <a:t> </a:t>
            </a:r>
            <a:r>
              <a:rPr lang="tr-TR" sz="1600" i="1" dirty="0" err="1"/>
              <a:t>case</a:t>
            </a:r>
            <a:r>
              <a:rPr lang="tr-TR" sz="1600" i="1" dirty="0"/>
              <a:t> listesi.</a:t>
            </a:r>
            <a:endParaRPr lang="tr-TR" sz="1600" i="1" dirty="0">
              <a:effectLst/>
            </a:endParaRPr>
          </a:p>
        </p:txBody>
      </p:sp>
      <p:sp>
        <p:nvSpPr>
          <p:cNvPr id="2160" name="Google Shape;2160;p38">
            <a:extLst>
              <a:ext uri="{FF2B5EF4-FFF2-40B4-BE49-F238E27FC236}">
                <a16:creationId xmlns:a16="http://schemas.microsoft.com/office/drawing/2014/main" id="{C5D65C20-FA98-639D-7219-2DD12E99AA96}"/>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12</a:t>
            </a:fld>
            <a:endParaRPr lang="tr-TR" noProof="0" dirty="0"/>
          </a:p>
        </p:txBody>
      </p:sp>
    </p:spTree>
    <p:custDataLst>
      <p:tags r:id="rId1"/>
    </p:custDataLst>
    <p:extLst>
      <p:ext uri="{BB962C8B-B14F-4D97-AF65-F5344CB8AC3E}">
        <p14:creationId xmlns:p14="http://schemas.microsoft.com/office/powerpoint/2010/main" val="274813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0F7AF422-3206-D289-1EE5-DD2FA028E5EB}"/>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232A4A83-2EC9-7F3B-60DD-811AE732A1C6}"/>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Yasal Düzenlemeler ve Standartlar</a:t>
            </a:r>
            <a:endParaRPr lang="tr-TR" sz="2800" dirty="0">
              <a:effectLst/>
            </a:endParaRPr>
          </a:p>
        </p:txBody>
      </p:sp>
      <p:sp>
        <p:nvSpPr>
          <p:cNvPr id="2158" name="Google Shape;2158;p38">
            <a:extLst>
              <a:ext uri="{FF2B5EF4-FFF2-40B4-BE49-F238E27FC236}">
                <a16:creationId xmlns:a16="http://schemas.microsoft.com/office/drawing/2014/main" id="{09996AE0-5A15-E014-F57D-F503313B08B8}"/>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600" b="1" dirty="0"/>
              <a:t>KVKK (Kişisel Verilerin Korunması Kanunu): </a:t>
            </a:r>
          </a:p>
          <a:p>
            <a:pPr>
              <a:buFont typeface="Wingdings" panose="05000000000000000000" pitchFamily="2" charset="2"/>
              <a:buChar char="§"/>
            </a:pPr>
            <a:r>
              <a:rPr lang="tr-TR" sz="1600" dirty="0"/>
              <a:t>: , GDPR</a:t>
            </a:r>
          </a:p>
          <a:p>
            <a:pPr>
              <a:buFont typeface="Wingdings" panose="05000000000000000000" pitchFamily="2" charset="2"/>
              <a:buChar char="§"/>
            </a:pPr>
            <a:r>
              <a:rPr lang="tr-TR" sz="1600" dirty="0"/>
              <a:t>, PCI-DSS</a:t>
            </a:r>
          </a:p>
          <a:p>
            <a:pPr>
              <a:buFont typeface="Wingdings" panose="05000000000000000000" pitchFamily="2" charset="2"/>
              <a:buChar char="§"/>
            </a:pPr>
            <a:r>
              <a:rPr lang="tr-TR" sz="1600" dirty="0"/>
              <a:t>, ISO </a:t>
            </a:r>
          </a:p>
        </p:txBody>
      </p:sp>
      <p:sp>
        <p:nvSpPr>
          <p:cNvPr id="2160" name="Google Shape;2160;p38">
            <a:extLst>
              <a:ext uri="{FF2B5EF4-FFF2-40B4-BE49-F238E27FC236}">
                <a16:creationId xmlns:a16="http://schemas.microsoft.com/office/drawing/2014/main" id="{A05D629F-6385-1146-BB42-06146315D218}"/>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13</a:t>
            </a:fld>
            <a:endParaRPr lang="tr-TR" noProof="0" dirty="0"/>
          </a:p>
        </p:txBody>
      </p:sp>
    </p:spTree>
    <p:custDataLst>
      <p:tags r:id="rId1"/>
    </p:custDataLst>
    <p:extLst>
      <p:ext uri="{BB962C8B-B14F-4D97-AF65-F5344CB8AC3E}">
        <p14:creationId xmlns:p14="http://schemas.microsoft.com/office/powerpoint/2010/main" val="2841197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7DEF5909-D87F-3D09-A6B6-018ABF7A7FC1}"/>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6D32A646-D507-D1FB-418C-D8CA2E7C4EA6}"/>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Yasal Düzenlemeler ve Standartlar</a:t>
            </a:r>
            <a:endParaRPr lang="tr-TR" sz="2800" dirty="0">
              <a:effectLst/>
            </a:endParaRPr>
          </a:p>
        </p:txBody>
      </p:sp>
      <p:sp>
        <p:nvSpPr>
          <p:cNvPr id="2158" name="Google Shape;2158;p38">
            <a:extLst>
              <a:ext uri="{FF2B5EF4-FFF2-40B4-BE49-F238E27FC236}">
                <a16:creationId xmlns:a16="http://schemas.microsoft.com/office/drawing/2014/main" id="{4EBFC46F-CCD8-9D70-57D8-B536B5736EC8}"/>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lgn="ctr">
              <a:buNone/>
            </a:pPr>
            <a:r>
              <a:rPr lang="tr-TR" sz="1600" b="1" dirty="0"/>
              <a:t>KVKK (Kişisel Verilerin Korunması Kanunu):</a:t>
            </a:r>
          </a:p>
          <a:p>
            <a:pPr marL="76200" indent="0" algn="ctr">
              <a:buNone/>
            </a:pPr>
            <a:r>
              <a:rPr lang="tr-TR" sz="1600" b="1" dirty="0"/>
              <a:t> </a:t>
            </a:r>
          </a:p>
          <a:p>
            <a:pPr fontAlgn="t">
              <a:buNone/>
            </a:pPr>
            <a:r>
              <a:rPr lang="tr-TR" sz="1600" dirty="0"/>
              <a:t>Türkiye'de kişisel verilerin nasıl toplanacağını, işleneceğini ve korunacağını düzenleyen kanundur.</a:t>
            </a:r>
          </a:p>
          <a:p>
            <a:pPr fontAlgn="t">
              <a:buNone/>
            </a:pPr>
            <a:r>
              <a:rPr lang="tr-TR" sz="1600" b="1" dirty="0"/>
              <a:t>Amaç:</a:t>
            </a:r>
            <a:endParaRPr lang="tr-TR" sz="1600" dirty="0"/>
          </a:p>
          <a:p>
            <a:pPr marL="800100" lvl="1" indent="-342900" fontAlgn="t">
              <a:buFont typeface="Arial" panose="020B0604020202020204" pitchFamily="34" charset="0"/>
              <a:buChar char="•"/>
            </a:pPr>
            <a:r>
              <a:rPr lang="tr-TR" sz="1600" dirty="0"/>
              <a:t>Kişisel verilerin kötüye kullanılmasını önlemek</a:t>
            </a:r>
          </a:p>
          <a:p>
            <a:pPr marL="800100" lvl="1" indent="-342900" fontAlgn="t">
              <a:buFont typeface="Arial" panose="020B0604020202020204" pitchFamily="34" charset="0"/>
              <a:buChar char="•"/>
            </a:pPr>
            <a:r>
              <a:rPr lang="tr-TR" sz="1600" dirty="0"/>
              <a:t>Veri sahiplerinin haklarını korumak</a:t>
            </a:r>
          </a:p>
          <a:p>
            <a:pPr marL="800100" lvl="1" indent="-342900" fontAlgn="t">
              <a:buFont typeface="Arial" panose="020B0604020202020204" pitchFamily="34" charset="0"/>
              <a:buChar char="•"/>
            </a:pPr>
            <a:endParaRPr lang="tr-TR" sz="1600" dirty="0"/>
          </a:p>
          <a:p>
            <a:pPr fontAlgn="t">
              <a:buNone/>
            </a:pPr>
            <a:r>
              <a:rPr lang="tr-TR" sz="1600" b="1" dirty="0"/>
              <a:t>Yazılım geliştirici açısından:</a:t>
            </a:r>
            <a:endParaRPr lang="tr-TR" sz="1600" dirty="0"/>
          </a:p>
          <a:p>
            <a:pPr marL="800100" lvl="1" indent="-342900" fontAlgn="t">
              <a:buFont typeface="Arial" panose="020B0604020202020204" pitchFamily="34" charset="0"/>
              <a:buChar char="•"/>
            </a:pPr>
            <a:r>
              <a:rPr lang="tr-TR" sz="1600" dirty="0"/>
              <a:t>Gereksiz veri toplamamak</a:t>
            </a:r>
          </a:p>
          <a:p>
            <a:pPr marL="800100" lvl="1" indent="-342900" fontAlgn="t">
              <a:buFont typeface="Arial" panose="020B0604020202020204" pitchFamily="34" charset="0"/>
              <a:buChar char="•"/>
            </a:pPr>
            <a:r>
              <a:rPr lang="tr-TR" sz="1600" dirty="0"/>
              <a:t>Verileri şifreli saklamak</a:t>
            </a:r>
          </a:p>
          <a:p>
            <a:pPr marL="800100" lvl="1" indent="-342900" fontAlgn="t">
              <a:buFont typeface="Arial" panose="020B0604020202020204" pitchFamily="34" charset="0"/>
              <a:buChar char="•"/>
            </a:pPr>
            <a:r>
              <a:rPr lang="tr-TR" sz="1600" dirty="0"/>
              <a:t>Kullanıcı rızası almak</a:t>
            </a:r>
          </a:p>
          <a:p>
            <a:pPr marL="800100" lvl="1" indent="-342900" fontAlgn="t">
              <a:buFont typeface="Arial" panose="020B0604020202020204" pitchFamily="34" charset="0"/>
              <a:buChar char="•"/>
            </a:pPr>
            <a:r>
              <a:rPr lang="tr-TR" sz="1600" dirty="0"/>
              <a:t>Verilerin güvenliğini sağlamak</a:t>
            </a:r>
          </a:p>
        </p:txBody>
      </p:sp>
      <p:sp>
        <p:nvSpPr>
          <p:cNvPr id="2160" name="Google Shape;2160;p38">
            <a:extLst>
              <a:ext uri="{FF2B5EF4-FFF2-40B4-BE49-F238E27FC236}">
                <a16:creationId xmlns:a16="http://schemas.microsoft.com/office/drawing/2014/main" id="{D93B0EA6-40AC-2C63-A152-69C9B7DADEF8}"/>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14</a:t>
            </a:fld>
            <a:endParaRPr lang="tr-TR" noProof="0" dirty="0"/>
          </a:p>
        </p:txBody>
      </p:sp>
    </p:spTree>
    <p:custDataLst>
      <p:tags r:id="rId1"/>
    </p:custDataLst>
    <p:extLst>
      <p:ext uri="{BB962C8B-B14F-4D97-AF65-F5344CB8AC3E}">
        <p14:creationId xmlns:p14="http://schemas.microsoft.com/office/powerpoint/2010/main" val="1084549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717D4D25-30FF-A740-DC2D-715F04B2DC28}"/>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A11178E8-665D-297A-4815-91AF593400EB}"/>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Yasal Düzenlemeler ve Standartlar</a:t>
            </a:r>
            <a:endParaRPr lang="tr-TR" sz="2800" dirty="0">
              <a:effectLst/>
            </a:endParaRPr>
          </a:p>
        </p:txBody>
      </p:sp>
      <p:sp>
        <p:nvSpPr>
          <p:cNvPr id="2158" name="Google Shape;2158;p38">
            <a:extLst>
              <a:ext uri="{FF2B5EF4-FFF2-40B4-BE49-F238E27FC236}">
                <a16:creationId xmlns:a16="http://schemas.microsoft.com/office/drawing/2014/main" id="{75594E53-D02E-2F17-44B5-1D74747F4883}"/>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lgn="ctr" fontAlgn="t">
              <a:buNone/>
            </a:pPr>
            <a:r>
              <a:rPr lang="tr-TR" sz="1800" b="1" dirty="0"/>
              <a:t>GDPR (General Data </a:t>
            </a:r>
            <a:r>
              <a:rPr lang="tr-TR" sz="1800" b="1" dirty="0" err="1"/>
              <a:t>Protection</a:t>
            </a:r>
            <a:r>
              <a:rPr lang="tr-TR" sz="1800" b="1" dirty="0"/>
              <a:t> </a:t>
            </a:r>
            <a:r>
              <a:rPr lang="tr-TR" sz="1800" b="1" dirty="0" err="1"/>
              <a:t>Regulation</a:t>
            </a:r>
            <a:r>
              <a:rPr lang="tr-TR" sz="1800" b="1" dirty="0"/>
              <a:t>)</a:t>
            </a:r>
          </a:p>
          <a:p>
            <a:pPr algn="ctr" fontAlgn="t">
              <a:buNone/>
            </a:pPr>
            <a:endParaRPr lang="tr-TR" sz="1800" b="1" dirty="0"/>
          </a:p>
          <a:p>
            <a:pPr fontAlgn="t">
              <a:buNone/>
            </a:pPr>
            <a:r>
              <a:rPr lang="tr-TR" sz="1800" dirty="0"/>
              <a:t>Avrupa Birliği'nin veri koruma düzenlemesidir.</a:t>
            </a:r>
          </a:p>
          <a:p>
            <a:pPr fontAlgn="t">
              <a:buFont typeface="Wingdings" panose="05000000000000000000" pitchFamily="2" charset="2"/>
              <a:buChar char="§"/>
            </a:pPr>
            <a:r>
              <a:rPr lang="tr-TR" sz="1800" b="1" dirty="0"/>
              <a:t>Amaç:</a:t>
            </a:r>
            <a:r>
              <a:rPr lang="tr-TR" sz="1800" dirty="0"/>
              <a:t> AB vatandaşlarının kişisel verilerini korumak.</a:t>
            </a:r>
          </a:p>
          <a:p>
            <a:pPr fontAlgn="t">
              <a:buFont typeface="Wingdings" panose="05000000000000000000" pitchFamily="2" charset="2"/>
              <a:buChar char="§"/>
            </a:pPr>
            <a:r>
              <a:rPr lang="tr-TR" sz="1800" b="1" dirty="0" err="1"/>
              <a:t>KVKK'ya</a:t>
            </a:r>
            <a:r>
              <a:rPr lang="tr-TR" sz="1800" b="1" dirty="0"/>
              <a:t> benzer ancak daha geniş kapsamlıdır.</a:t>
            </a:r>
          </a:p>
          <a:p>
            <a:pPr fontAlgn="t">
              <a:buFont typeface="Wingdings" panose="05000000000000000000" pitchFamily="2" charset="2"/>
              <a:buChar char="§"/>
            </a:pPr>
            <a:endParaRPr lang="tr-TR" sz="1800" dirty="0"/>
          </a:p>
          <a:p>
            <a:pPr fontAlgn="t">
              <a:buFont typeface="Wingdings" panose="05000000000000000000" pitchFamily="2" charset="2"/>
              <a:buChar char="§"/>
            </a:pPr>
            <a:r>
              <a:rPr lang="tr-TR" sz="1800" b="1" dirty="0"/>
              <a:t>Yazılımdaki etkileri:</a:t>
            </a:r>
            <a:endParaRPr lang="tr-TR" sz="1800" dirty="0"/>
          </a:p>
          <a:p>
            <a:pPr marL="800100" lvl="1" indent="-342900" fontAlgn="t">
              <a:buFont typeface="Wingdings" panose="05000000000000000000" pitchFamily="2" charset="2"/>
              <a:buChar char="§"/>
            </a:pPr>
            <a:r>
              <a:rPr lang="tr-TR" sz="1800" dirty="0"/>
              <a:t>Veri minimizasyonu</a:t>
            </a:r>
          </a:p>
          <a:p>
            <a:pPr marL="800100" lvl="1" indent="-342900" fontAlgn="t">
              <a:buFont typeface="Wingdings" panose="05000000000000000000" pitchFamily="2" charset="2"/>
              <a:buChar char="§"/>
            </a:pPr>
            <a:r>
              <a:rPr lang="tr-TR" sz="1800" dirty="0"/>
              <a:t>Kullanıcının verilerini görüntüleme ve silme hakkı</a:t>
            </a:r>
          </a:p>
          <a:p>
            <a:pPr marL="800100" lvl="1" indent="-342900" fontAlgn="t">
              <a:buFont typeface="Wingdings" panose="05000000000000000000" pitchFamily="2" charset="2"/>
              <a:buChar char="§"/>
            </a:pPr>
            <a:r>
              <a:rPr lang="tr-TR" sz="1800" dirty="0"/>
              <a:t>Veri ihlallerinin raporlanması</a:t>
            </a:r>
          </a:p>
          <a:p>
            <a:pPr marL="800100" lvl="1" indent="-342900" fontAlgn="t">
              <a:buFont typeface="Wingdings" panose="05000000000000000000" pitchFamily="2" charset="2"/>
              <a:buChar char="§"/>
            </a:pPr>
            <a:r>
              <a:rPr lang="tr-TR" sz="1800" dirty="0"/>
              <a:t>"</a:t>
            </a:r>
            <a:r>
              <a:rPr lang="tr-TR" sz="1800" dirty="0" err="1"/>
              <a:t>Privacy</a:t>
            </a:r>
            <a:r>
              <a:rPr lang="tr-TR" sz="1800" dirty="0"/>
              <a:t> </a:t>
            </a:r>
            <a:r>
              <a:rPr lang="tr-TR" sz="1800" dirty="0" err="1"/>
              <a:t>by</a:t>
            </a:r>
            <a:r>
              <a:rPr lang="tr-TR" sz="1800" dirty="0"/>
              <a:t> Design" yaklaşımı</a:t>
            </a:r>
          </a:p>
        </p:txBody>
      </p:sp>
      <p:sp>
        <p:nvSpPr>
          <p:cNvPr id="2160" name="Google Shape;2160;p38">
            <a:extLst>
              <a:ext uri="{FF2B5EF4-FFF2-40B4-BE49-F238E27FC236}">
                <a16:creationId xmlns:a16="http://schemas.microsoft.com/office/drawing/2014/main" id="{9F642266-0E3E-2E3E-2485-E08108BAC861}"/>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15</a:t>
            </a:fld>
            <a:endParaRPr lang="tr-TR" noProof="0" dirty="0"/>
          </a:p>
        </p:txBody>
      </p:sp>
    </p:spTree>
    <p:custDataLst>
      <p:tags r:id="rId1"/>
    </p:custDataLst>
    <p:extLst>
      <p:ext uri="{BB962C8B-B14F-4D97-AF65-F5344CB8AC3E}">
        <p14:creationId xmlns:p14="http://schemas.microsoft.com/office/powerpoint/2010/main" val="2108373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A1246DFC-EF5D-7245-6F77-4067A30520BA}"/>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EB51313E-501D-218A-0EEA-EAB2E55FA89C}"/>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Yasal Düzenlemeler ve Standartlar</a:t>
            </a:r>
            <a:endParaRPr lang="tr-TR" sz="2800" dirty="0">
              <a:effectLst/>
            </a:endParaRPr>
          </a:p>
        </p:txBody>
      </p:sp>
      <p:sp>
        <p:nvSpPr>
          <p:cNvPr id="2158" name="Google Shape;2158;p38">
            <a:extLst>
              <a:ext uri="{FF2B5EF4-FFF2-40B4-BE49-F238E27FC236}">
                <a16:creationId xmlns:a16="http://schemas.microsoft.com/office/drawing/2014/main" id="{47AA732F-2555-5B6D-2C4D-B98ABD3E790C}"/>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lgn="ctr" fontAlgn="t">
              <a:buNone/>
            </a:pPr>
            <a:r>
              <a:rPr lang="tr-TR" sz="1400" b="1" dirty="0"/>
              <a:t>PCI-DSS (</a:t>
            </a:r>
            <a:r>
              <a:rPr lang="tr-TR" sz="1400" b="1" dirty="0" err="1"/>
              <a:t>Payment</a:t>
            </a:r>
            <a:r>
              <a:rPr lang="tr-TR" sz="1400" b="1" dirty="0"/>
              <a:t> </a:t>
            </a:r>
            <a:r>
              <a:rPr lang="tr-TR" sz="1400" b="1" dirty="0" err="1"/>
              <a:t>Card</a:t>
            </a:r>
            <a:r>
              <a:rPr lang="tr-TR" sz="1400" b="1" dirty="0"/>
              <a:t> </a:t>
            </a:r>
            <a:r>
              <a:rPr lang="tr-TR" sz="1400" b="1" dirty="0" err="1"/>
              <a:t>Industry</a:t>
            </a:r>
            <a:r>
              <a:rPr lang="tr-TR" sz="1400" b="1" dirty="0"/>
              <a:t> Data Security Standard)</a:t>
            </a:r>
          </a:p>
          <a:p>
            <a:pPr algn="ctr" fontAlgn="t">
              <a:buNone/>
            </a:pPr>
            <a:endParaRPr lang="tr-TR" sz="1400" b="1" dirty="0"/>
          </a:p>
          <a:p>
            <a:pPr fontAlgn="t">
              <a:buNone/>
            </a:pPr>
            <a:r>
              <a:rPr lang="tr-TR" sz="1400" dirty="0"/>
              <a:t>Kredi kartı bilgilerinin güvenliğini sağlayan uluslararası güvenlik standardıdır.</a:t>
            </a:r>
          </a:p>
          <a:p>
            <a:pPr fontAlgn="t">
              <a:buNone/>
            </a:pPr>
            <a:endParaRPr lang="tr-TR" sz="1400" dirty="0"/>
          </a:p>
          <a:p>
            <a:pPr fontAlgn="t">
              <a:buNone/>
            </a:pPr>
            <a:r>
              <a:rPr lang="tr-TR" sz="1400" b="1" dirty="0"/>
              <a:t>Kapsam:</a:t>
            </a:r>
            <a:endParaRPr lang="tr-TR" sz="1400" dirty="0"/>
          </a:p>
          <a:p>
            <a:pPr marL="800100" lvl="1" indent="-342900" fontAlgn="t">
              <a:buFont typeface="Wingdings" panose="05000000000000000000" pitchFamily="2" charset="2"/>
              <a:buChar char="§"/>
            </a:pPr>
            <a:r>
              <a:rPr lang="tr-TR" sz="1400" dirty="0"/>
              <a:t>E-ticaret siteleri</a:t>
            </a:r>
          </a:p>
          <a:p>
            <a:pPr marL="800100" lvl="1" indent="-342900" fontAlgn="t">
              <a:buFont typeface="Wingdings" panose="05000000000000000000" pitchFamily="2" charset="2"/>
              <a:buChar char="§"/>
            </a:pPr>
            <a:r>
              <a:rPr lang="tr-TR" sz="1400" dirty="0"/>
              <a:t>Online ödeme sistemleri</a:t>
            </a:r>
          </a:p>
          <a:p>
            <a:pPr marL="800100" lvl="1" indent="-342900" fontAlgn="t">
              <a:buFont typeface="Wingdings" panose="05000000000000000000" pitchFamily="2" charset="2"/>
              <a:buChar char="§"/>
            </a:pPr>
            <a:r>
              <a:rPr lang="tr-TR" sz="1400" dirty="0"/>
              <a:t>POS uygulamaları</a:t>
            </a:r>
          </a:p>
          <a:p>
            <a:pPr marL="342900" lvl="0" indent="-342900" fontAlgn="t">
              <a:buFont typeface="Arial" panose="020B0604020202020204" pitchFamily="34" charset="0"/>
              <a:buChar char="•"/>
            </a:pPr>
            <a:endParaRPr lang="tr-TR" sz="1400" dirty="0"/>
          </a:p>
          <a:p>
            <a:pPr fontAlgn="t">
              <a:buNone/>
            </a:pPr>
            <a:r>
              <a:rPr lang="tr-TR" sz="1400" b="1" dirty="0"/>
              <a:t>Yazılım geliştirici açısından:</a:t>
            </a:r>
            <a:endParaRPr lang="tr-TR" sz="1400" dirty="0"/>
          </a:p>
          <a:p>
            <a:pPr marL="800100" lvl="1" indent="-342900" fontAlgn="t">
              <a:buFont typeface="Wingdings" panose="05000000000000000000" pitchFamily="2" charset="2"/>
              <a:buChar char="§"/>
            </a:pPr>
            <a:r>
              <a:rPr lang="tr-TR" sz="1400" dirty="0"/>
              <a:t>Kart verilerini düz metin olarak saklamamak</a:t>
            </a:r>
          </a:p>
          <a:p>
            <a:pPr marL="800100" lvl="1" indent="-342900" fontAlgn="t">
              <a:buFont typeface="Wingdings" panose="05000000000000000000" pitchFamily="2" charset="2"/>
              <a:buChar char="§"/>
            </a:pPr>
            <a:r>
              <a:rPr lang="tr-TR" sz="1400" dirty="0"/>
              <a:t>HTTPS kullanmak</a:t>
            </a:r>
          </a:p>
          <a:p>
            <a:pPr marL="800100" lvl="1" indent="-342900" fontAlgn="t">
              <a:buFont typeface="Wingdings" panose="05000000000000000000" pitchFamily="2" charset="2"/>
              <a:buChar char="§"/>
            </a:pPr>
            <a:r>
              <a:rPr lang="tr-TR" sz="1400" dirty="0"/>
              <a:t>Erişim kontrolleri uygulamak</a:t>
            </a:r>
          </a:p>
          <a:p>
            <a:pPr marL="800100" lvl="1" indent="-342900" fontAlgn="t">
              <a:buFont typeface="Wingdings" panose="05000000000000000000" pitchFamily="2" charset="2"/>
              <a:buChar char="§"/>
            </a:pPr>
            <a:r>
              <a:rPr lang="tr-TR" sz="1400" dirty="0"/>
              <a:t>Güvenlik testleri yapmak</a:t>
            </a:r>
          </a:p>
        </p:txBody>
      </p:sp>
      <p:sp>
        <p:nvSpPr>
          <p:cNvPr id="2160" name="Google Shape;2160;p38">
            <a:extLst>
              <a:ext uri="{FF2B5EF4-FFF2-40B4-BE49-F238E27FC236}">
                <a16:creationId xmlns:a16="http://schemas.microsoft.com/office/drawing/2014/main" id="{0A1429D3-D790-3A56-4A10-6CB94431886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16</a:t>
            </a:fld>
            <a:endParaRPr lang="tr-TR" noProof="0" dirty="0"/>
          </a:p>
        </p:txBody>
      </p:sp>
    </p:spTree>
    <p:custDataLst>
      <p:tags r:id="rId1"/>
    </p:custDataLst>
    <p:extLst>
      <p:ext uri="{BB962C8B-B14F-4D97-AF65-F5344CB8AC3E}">
        <p14:creationId xmlns:p14="http://schemas.microsoft.com/office/powerpoint/2010/main" val="1464452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D2A58A9A-C8A4-08FF-774B-4EAE6C3BDDE9}"/>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3960A48B-A76B-8082-08A7-CE62CAC54FE6}"/>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Yasal Düzenlemeler ve Standartlar</a:t>
            </a:r>
            <a:endParaRPr lang="tr-TR" sz="2800" dirty="0">
              <a:effectLst/>
            </a:endParaRPr>
          </a:p>
        </p:txBody>
      </p:sp>
      <p:sp>
        <p:nvSpPr>
          <p:cNvPr id="2158" name="Google Shape;2158;p38">
            <a:extLst>
              <a:ext uri="{FF2B5EF4-FFF2-40B4-BE49-F238E27FC236}">
                <a16:creationId xmlns:a16="http://schemas.microsoft.com/office/drawing/2014/main" id="{2BBFA385-2876-ED86-390C-F576E7A91236}"/>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lgn="ctr" fontAlgn="t">
              <a:buNone/>
            </a:pPr>
            <a:r>
              <a:rPr lang="tr-TR" sz="1400" b="1" dirty="0"/>
              <a:t>ISO/IEC 27001</a:t>
            </a:r>
          </a:p>
          <a:p>
            <a:pPr algn="ctr" fontAlgn="t">
              <a:buNone/>
            </a:pPr>
            <a:endParaRPr lang="tr-TR" sz="1400" b="1" dirty="0"/>
          </a:p>
          <a:p>
            <a:pPr fontAlgn="t">
              <a:buNone/>
            </a:pPr>
            <a:r>
              <a:rPr lang="tr-TR" sz="1400" dirty="0"/>
              <a:t>Bilgi Güvenliği Yönetim Sistemi (BGYS) standardıdır.</a:t>
            </a:r>
          </a:p>
          <a:p>
            <a:pPr fontAlgn="t">
              <a:buNone/>
            </a:pPr>
            <a:r>
              <a:rPr lang="tr-TR" sz="1400" b="1" dirty="0"/>
              <a:t>Amaç:</a:t>
            </a:r>
            <a:r>
              <a:rPr lang="tr-TR" sz="1400" dirty="0"/>
              <a:t> Bir kurumun bilgi güvenliğini sistematik şekilde yönetmesini sağlamak.</a:t>
            </a:r>
          </a:p>
          <a:p>
            <a:pPr fontAlgn="t">
              <a:buNone/>
            </a:pPr>
            <a:r>
              <a:rPr lang="tr-TR" sz="1400" b="1" dirty="0"/>
              <a:t>Konuları:</a:t>
            </a:r>
            <a:endParaRPr lang="tr-TR" sz="1400" dirty="0"/>
          </a:p>
          <a:p>
            <a:pPr marL="800100" lvl="1" indent="-342900" fontAlgn="t">
              <a:buFont typeface="Wingdings" panose="05000000000000000000" pitchFamily="2" charset="2"/>
              <a:buChar char="§"/>
            </a:pPr>
            <a:r>
              <a:rPr lang="tr-TR" sz="1400" dirty="0"/>
              <a:t>Risk yönetimi</a:t>
            </a:r>
          </a:p>
          <a:p>
            <a:pPr marL="800100" lvl="1" indent="-342900" fontAlgn="t">
              <a:buFont typeface="Wingdings" panose="05000000000000000000" pitchFamily="2" charset="2"/>
              <a:buChar char="§"/>
            </a:pPr>
            <a:r>
              <a:rPr lang="tr-TR" sz="1400" dirty="0"/>
              <a:t>Erişim kontrolü</a:t>
            </a:r>
          </a:p>
          <a:p>
            <a:pPr marL="800100" lvl="1" indent="-342900" fontAlgn="t">
              <a:buFont typeface="Wingdings" panose="05000000000000000000" pitchFamily="2" charset="2"/>
              <a:buChar char="§"/>
            </a:pPr>
            <a:r>
              <a:rPr lang="tr-TR" sz="1400" dirty="0"/>
              <a:t>Olay yönetimi</a:t>
            </a:r>
          </a:p>
          <a:p>
            <a:pPr marL="800100" lvl="1" indent="-342900" fontAlgn="t">
              <a:buFont typeface="Wingdings" panose="05000000000000000000" pitchFamily="2" charset="2"/>
              <a:buChar char="§"/>
            </a:pPr>
            <a:r>
              <a:rPr lang="tr-TR" sz="1400" dirty="0"/>
              <a:t>Yedekleme</a:t>
            </a:r>
          </a:p>
          <a:p>
            <a:pPr marL="800100" lvl="1" indent="-342900" fontAlgn="t">
              <a:buFont typeface="Wingdings" panose="05000000000000000000" pitchFamily="2" charset="2"/>
              <a:buChar char="§"/>
            </a:pPr>
            <a:r>
              <a:rPr lang="tr-TR" sz="1400" dirty="0"/>
              <a:t>Güvenlik politikaları</a:t>
            </a:r>
          </a:p>
          <a:p>
            <a:pPr fontAlgn="t">
              <a:buNone/>
            </a:pPr>
            <a:r>
              <a:rPr lang="tr-TR" sz="1400" b="1" dirty="0"/>
              <a:t>Yazılım geliştirici açısından:</a:t>
            </a:r>
            <a:endParaRPr lang="tr-TR" sz="1400" dirty="0"/>
          </a:p>
          <a:p>
            <a:pPr marL="800100" lvl="1" indent="-342900" fontAlgn="t">
              <a:buFont typeface="Wingdings" panose="05000000000000000000" pitchFamily="2" charset="2"/>
              <a:buChar char="§"/>
            </a:pPr>
            <a:r>
              <a:rPr lang="tr-TR" sz="1400" dirty="0"/>
              <a:t>Yetkilendirme mekanizmaları</a:t>
            </a:r>
          </a:p>
          <a:p>
            <a:pPr marL="800100" lvl="1" indent="-342900" fontAlgn="t">
              <a:buFont typeface="Wingdings" panose="05000000000000000000" pitchFamily="2" charset="2"/>
              <a:buChar char="§"/>
            </a:pPr>
            <a:r>
              <a:rPr lang="tr-TR" sz="1400" dirty="0"/>
              <a:t>Güvenli yazılım geliştirme süreçleri</a:t>
            </a:r>
          </a:p>
          <a:p>
            <a:pPr marL="800100" lvl="1" indent="-342900" fontAlgn="t">
              <a:buFont typeface="Wingdings" panose="05000000000000000000" pitchFamily="2" charset="2"/>
              <a:buChar char="§"/>
            </a:pPr>
            <a:r>
              <a:rPr lang="tr-TR" sz="1400" dirty="0"/>
              <a:t>Kod erişim kontrolleri</a:t>
            </a:r>
          </a:p>
          <a:p>
            <a:pPr marL="800100" lvl="1" indent="-342900" fontAlgn="t">
              <a:buFont typeface="Wingdings" panose="05000000000000000000" pitchFamily="2" charset="2"/>
              <a:buChar char="§"/>
            </a:pPr>
            <a:r>
              <a:rPr lang="tr-TR" sz="1400" dirty="0"/>
              <a:t>Güvenlik açıklarının takibi</a:t>
            </a:r>
          </a:p>
        </p:txBody>
      </p:sp>
      <p:sp>
        <p:nvSpPr>
          <p:cNvPr id="2160" name="Google Shape;2160;p38">
            <a:extLst>
              <a:ext uri="{FF2B5EF4-FFF2-40B4-BE49-F238E27FC236}">
                <a16:creationId xmlns:a16="http://schemas.microsoft.com/office/drawing/2014/main" id="{91ADBD75-6D3B-4BEE-FB09-940C92A998A3}"/>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17</a:t>
            </a:fld>
            <a:endParaRPr lang="tr-TR" noProof="0" dirty="0"/>
          </a:p>
        </p:txBody>
      </p:sp>
    </p:spTree>
    <p:custDataLst>
      <p:tags r:id="rId1"/>
    </p:custDataLst>
    <p:extLst>
      <p:ext uri="{BB962C8B-B14F-4D97-AF65-F5344CB8AC3E}">
        <p14:creationId xmlns:p14="http://schemas.microsoft.com/office/powerpoint/2010/main" val="2955043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73FEC808-A8E3-C160-CF18-BD6F159B33BF}"/>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8277BB28-19D2-F7DC-9088-E8CBFFC4AC49}"/>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Yasal Düzenlemeler ve Standartlar</a:t>
            </a:r>
            <a:endParaRPr lang="tr-TR" sz="2800" dirty="0">
              <a:effectLst/>
            </a:endParaRPr>
          </a:p>
        </p:txBody>
      </p:sp>
      <p:sp>
        <p:nvSpPr>
          <p:cNvPr id="2160" name="Google Shape;2160;p38">
            <a:extLst>
              <a:ext uri="{FF2B5EF4-FFF2-40B4-BE49-F238E27FC236}">
                <a16:creationId xmlns:a16="http://schemas.microsoft.com/office/drawing/2014/main" id="{DFF4FA70-DE6E-54CC-7724-5709DD8B23AD}"/>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18</a:t>
            </a:fld>
            <a:endParaRPr lang="tr-TR" noProof="0" dirty="0"/>
          </a:p>
        </p:txBody>
      </p:sp>
      <p:graphicFrame>
        <p:nvGraphicFramePr>
          <p:cNvPr id="2" name="Tablo 1">
            <a:extLst>
              <a:ext uri="{FF2B5EF4-FFF2-40B4-BE49-F238E27FC236}">
                <a16:creationId xmlns:a16="http://schemas.microsoft.com/office/drawing/2014/main" id="{8717C376-A4F5-5E13-3A1E-B7D41B7BA413}"/>
              </a:ext>
            </a:extLst>
          </p:cNvPr>
          <p:cNvGraphicFramePr>
            <a:graphicFrameLocks noGrp="1"/>
          </p:cNvGraphicFramePr>
          <p:nvPr>
            <p:extLst>
              <p:ext uri="{D42A27DB-BD31-4B8C-83A1-F6EECF244321}">
                <p14:modId xmlns:p14="http://schemas.microsoft.com/office/powerpoint/2010/main" val="1560329264"/>
              </p:ext>
            </p:extLst>
          </p:nvPr>
        </p:nvGraphicFramePr>
        <p:xfrm>
          <a:off x="222250" y="1518031"/>
          <a:ext cx="8699499" cy="2478913"/>
        </p:xfrm>
        <a:graphic>
          <a:graphicData uri="http://schemas.openxmlformats.org/drawingml/2006/table">
            <a:tbl>
              <a:tblPr>
                <a:tableStyleId>{8DAEDABC-BADD-4293-A472-D3AD88E73092}</a:tableStyleId>
              </a:tblPr>
              <a:tblGrid>
                <a:gridCol w="2899833">
                  <a:extLst>
                    <a:ext uri="{9D8B030D-6E8A-4147-A177-3AD203B41FA5}">
                      <a16:colId xmlns:a16="http://schemas.microsoft.com/office/drawing/2014/main" val="3701183922"/>
                    </a:ext>
                  </a:extLst>
                </a:gridCol>
                <a:gridCol w="2899833">
                  <a:extLst>
                    <a:ext uri="{9D8B030D-6E8A-4147-A177-3AD203B41FA5}">
                      <a16:colId xmlns:a16="http://schemas.microsoft.com/office/drawing/2014/main" val="1298265053"/>
                    </a:ext>
                  </a:extLst>
                </a:gridCol>
                <a:gridCol w="2899833">
                  <a:extLst>
                    <a:ext uri="{9D8B030D-6E8A-4147-A177-3AD203B41FA5}">
                      <a16:colId xmlns:a16="http://schemas.microsoft.com/office/drawing/2014/main" val="2128038762"/>
                    </a:ext>
                  </a:extLst>
                </a:gridCol>
              </a:tblGrid>
              <a:tr h="0">
                <a:tc>
                  <a:txBody>
                    <a:bodyPr/>
                    <a:lstStyle/>
                    <a:p>
                      <a:pPr algn="ctr">
                        <a:buNone/>
                      </a:pPr>
                      <a:r>
                        <a:rPr lang="tr-TR" b="1">
                          <a:effectLst/>
                        </a:rPr>
                        <a:t>Kavram</a:t>
                      </a:r>
                    </a:p>
                  </a:txBody>
                  <a:tcPr anchor="ctr">
                    <a:solidFill>
                      <a:schemeClr val="tx1">
                        <a:lumMod val="20000"/>
                        <a:lumOff val="80000"/>
                      </a:schemeClr>
                    </a:solidFill>
                  </a:tcPr>
                </a:tc>
                <a:tc>
                  <a:txBody>
                    <a:bodyPr/>
                    <a:lstStyle/>
                    <a:p>
                      <a:pPr algn="ctr">
                        <a:buNone/>
                      </a:pPr>
                      <a:r>
                        <a:rPr lang="tr-TR" b="1">
                          <a:effectLst/>
                        </a:rPr>
                        <a:t>Türü</a:t>
                      </a:r>
                    </a:p>
                  </a:txBody>
                  <a:tcPr anchor="ctr">
                    <a:solidFill>
                      <a:schemeClr val="tx1">
                        <a:lumMod val="20000"/>
                        <a:lumOff val="80000"/>
                      </a:schemeClr>
                    </a:solidFill>
                  </a:tcPr>
                </a:tc>
                <a:tc>
                  <a:txBody>
                    <a:bodyPr/>
                    <a:lstStyle/>
                    <a:p>
                      <a:pPr algn="ctr">
                        <a:buNone/>
                      </a:pPr>
                      <a:r>
                        <a:rPr lang="tr-TR" b="1" dirty="0">
                          <a:effectLst/>
                        </a:rPr>
                        <a:t>Koruduğu Varlık</a:t>
                      </a:r>
                    </a:p>
                  </a:txBody>
                  <a:tcPr anchor="ctr">
                    <a:solidFill>
                      <a:schemeClr val="tx1">
                        <a:lumMod val="20000"/>
                        <a:lumOff val="80000"/>
                      </a:schemeClr>
                    </a:solidFill>
                  </a:tcPr>
                </a:tc>
                <a:extLst>
                  <a:ext uri="{0D108BD9-81ED-4DB2-BD59-A6C34878D82A}">
                    <a16:rowId xmlns:a16="http://schemas.microsoft.com/office/drawing/2014/main" val="743741309"/>
                  </a:ext>
                </a:extLst>
              </a:tr>
              <a:tr h="0">
                <a:tc>
                  <a:txBody>
                    <a:bodyPr/>
                    <a:lstStyle/>
                    <a:p>
                      <a:pPr>
                        <a:buNone/>
                      </a:pPr>
                      <a:r>
                        <a:rPr lang="tr-TR">
                          <a:effectLst/>
                        </a:rPr>
                        <a:t>KVKK</a:t>
                      </a:r>
                    </a:p>
                  </a:txBody>
                  <a:tcPr anchor="ctr"/>
                </a:tc>
                <a:tc>
                  <a:txBody>
                    <a:bodyPr/>
                    <a:lstStyle/>
                    <a:p>
                      <a:pPr>
                        <a:buNone/>
                      </a:pPr>
                      <a:r>
                        <a:rPr lang="tr-TR" dirty="0">
                          <a:effectLst/>
                        </a:rPr>
                        <a:t>Kanun</a:t>
                      </a:r>
                    </a:p>
                  </a:txBody>
                  <a:tcPr anchor="ctr"/>
                </a:tc>
                <a:tc>
                  <a:txBody>
                    <a:bodyPr/>
                    <a:lstStyle/>
                    <a:p>
                      <a:pPr>
                        <a:buNone/>
                      </a:pPr>
                      <a:r>
                        <a:rPr lang="tr-TR">
                          <a:effectLst/>
                        </a:rPr>
                        <a:t>Kişisel veriler</a:t>
                      </a:r>
                    </a:p>
                  </a:txBody>
                  <a:tcPr anchor="ctr"/>
                </a:tc>
                <a:extLst>
                  <a:ext uri="{0D108BD9-81ED-4DB2-BD59-A6C34878D82A}">
                    <a16:rowId xmlns:a16="http://schemas.microsoft.com/office/drawing/2014/main" val="1934275699"/>
                  </a:ext>
                </a:extLst>
              </a:tr>
              <a:tr h="0">
                <a:tc>
                  <a:txBody>
                    <a:bodyPr/>
                    <a:lstStyle/>
                    <a:p>
                      <a:pPr>
                        <a:buNone/>
                      </a:pPr>
                      <a:r>
                        <a:rPr lang="tr-TR">
                          <a:effectLst/>
                        </a:rPr>
                        <a:t>GDPR</a:t>
                      </a:r>
                    </a:p>
                  </a:txBody>
                  <a:tcPr anchor="ctr"/>
                </a:tc>
                <a:tc>
                  <a:txBody>
                    <a:bodyPr/>
                    <a:lstStyle/>
                    <a:p>
                      <a:pPr>
                        <a:buNone/>
                      </a:pPr>
                      <a:r>
                        <a:rPr lang="tr-TR">
                          <a:effectLst/>
                        </a:rPr>
                        <a:t>AB Regülasyonu</a:t>
                      </a:r>
                    </a:p>
                  </a:txBody>
                  <a:tcPr anchor="ctr"/>
                </a:tc>
                <a:tc>
                  <a:txBody>
                    <a:bodyPr/>
                    <a:lstStyle/>
                    <a:p>
                      <a:pPr>
                        <a:buNone/>
                      </a:pPr>
                      <a:r>
                        <a:rPr lang="tr-TR">
                          <a:effectLst/>
                        </a:rPr>
                        <a:t>Kişisel veriler</a:t>
                      </a:r>
                    </a:p>
                  </a:txBody>
                  <a:tcPr anchor="ctr"/>
                </a:tc>
                <a:extLst>
                  <a:ext uri="{0D108BD9-81ED-4DB2-BD59-A6C34878D82A}">
                    <a16:rowId xmlns:a16="http://schemas.microsoft.com/office/drawing/2014/main" val="3499241036"/>
                  </a:ext>
                </a:extLst>
              </a:tr>
              <a:tr h="0">
                <a:tc>
                  <a:txBody>
                    <a:bodyPr/>
                    <a:lstStyle/>
                    <a:p>
                      <a:pPr>
                        <a:buNone/>
                      </a:pPr>
                      <a:r>
                        <a:rPr lang="tr-TR">
                          <a:effectLst/>
                        </a:rPr>
                        <a:t>PCI-DSS</a:t>
                      </a:r>
                    </a:p>
                  </a:txBody>
                  <a:tcPr anchor="ctr"/>
                </a:tc>
                <a:tc>
                  <a:txBody>
                    <a:bodyPr/>
                    <a:lstStyle/>
                    <a:p>
                      <a:pPr>
                        <a:buNone/>
                      </a:pPr>
                      <a:r>
                        <a:rPr lang="tr-TR">
                          <a:effectLst/>
                        </a:rPr>
                        <a:t>Güvenlik Standardı</a:t>
                      </a:r>
                    </a:p>
                  </a:txBody>
                  <a:tcPr anchor="ctr"/>
                </a:tc>
                <a:tc>
                  <a:txBody>
                    <a:bodyPr/>
                    <a:lstStyle/>
                    <a:p>
                      <a:pPr>
                        <a:buNone/>
                      </a:pPr>
                      <a:r>
                        <a:rPr lang="tr-TR">
                          <a:effectLst/>
                        </a:rPr>
                        <a:t>Kredi kartı verileri</a:t>
                      </a:r>
                    </a:p>
                  </a:txBody>
                  <a:tcPr anchor="ctr"/>
                </a:tc>
                <a:extLst>
                  <a:ext uri="{0D108BD9-81ED-4DB2-BD59-A6C34878D82A}">
                    <a16:rowId xmlns:a16="http://schemas.microsoft.com/office/drawing/2014/main" val="3106932614"/>
                  </a:ext>
                </a:extLst>
              </a:tr>
              <a:tr h="0">
                <a:tc>
                  <a:txBody>
                    <a:bodyPr/>
                    <a:lstStyle/>
                    <a:p>
                      <a:pPr>
                        <a:buNone/>
                      </a:pPr>
                      <a:r>
                        <a:rPr lang="tr-TR">
                          <a:effectLst/>
                        </a:rPr>
                        <a:t>ISO 27001</a:t>
                      </a:r>
                    </a:p>
                  </a:txBody>
                  <a:tcPr anchor="ctr"/>
                </a:tc>
                <a:tc>
                  <a:txBody>
                    <a:bodyPr/>
                    <a:lstStyle/>
                    <a:p>
                      <a:pPr>
                        <a:buNone/>
                      </a:pPr>
                      <a:r>
                        <a:rPr lang="tr-TR">
                          <a:effectLst/>
                        </a:rPr>
                        <a:t>Yönetim Standardı</a:t>
                      </a:r>
                    </a:p>
                  </a:txBody>
                  <a:tcPr anchor="ctr"/>
                </a:tc>
                <a:tc>
                  <a:txBody>
                    <a:bodyPr/>
                    <a:lstStyle/>
                    <a:p>
                      <a:pPr>
                        <a:buNone/>
                      </a:pPr>
                      <a:r>
                        <a:rPr lang="tr-TR">
                          <a:effectLst/>
                        </a:rPr>
                        <a:t>Kurumsal bilgi varlıkları</a:t>
                      </a:r>
                    </a:p>
                  </a:txBody>
                  <a:tcPr anchor="ctr"/>
                </a:tc>
                <a:extLst>
                  <a:ext uri="{0D108BD9-81ED-4DB2-BD59-A6C34878D82A}">
                    <a16:rowId xmlns:a16="http://schemas.microsoft.com/office/drawing/2014/main" val="1078424520"/>
                  </a:ext>
                </a:extLst>
              </a:tr>
              <a:tr h="0">
                <a:tc>
                  <a:txBody>
                    <a:bodyPr/>
                    <a:lstStyle/>
                    <a:p>
                      <a:pPr>
                        <a:buNone/>
                      </a:pPr>
                      <a:r>
                        <a:rPr lang="tr-TR">
                          <a:effectLst/>
                        </a:rPr>
                        <a:t>ISO 27701</a:t>
                      </a:r>
                    </a:p>
                  </a:txBody>
                  <a:tcPr anchor="ctr"/>
                </a:tc>
                <a:tc>
                  <a:txBody>
                    <a:bodyPr/>
                    <a:lstStyle/>
                    <a:p>
                      <a:pPr>
                        <a:buNone/>
                      </a:pPr>
                      <a:r>
                        <a:rPr lang="tr-TR">
                          <a:effectLst/>
                        </a:rPr>
                        <a:t>Gizlilik Standardı</a:t>
                      </a:r>
                    </a:p>
                  </a:txBody>
                  <a:tcPr anchor="ctr"/>
                </a:tc>
                <a:tc>
                  <a:txBody>
                    <a:bodyPr/>
                    <a:lstStyle/>
                    <a:p>
                      <a:pPr>
                        <a:buNone/>
                      </a:pPr>
                      <a:r>
                        <a:rPr lang="tr-TR">
                          <a:effectLst/>
                        </a:rPr>
                        <a:t>Kişisel veri süreçleri</a:t>
                      </a:r>
                    </a:p>
                  </a:txBody>
                  <a:tcPr anchor="ctr"/>
                </a:tc>
                <a:extLst>
                  <a:ext uri="{0D108BD9-81ED-4DB2-BD59-A6C34878D82A}">
                    <a16:rowId xmlns:a16="http://schemas.microsoft.com/office/drawing/2014/main" val="3668105145"/>
                  </a:ext>
                </a:extLst>
              </a:tr>
              <a:tr h="0">
                <a:tc>
                  <a:txBody>
                    <a:bodyPr/>
                    <a:lstStyle/>
                    <a:p>
                      <a:pPr>
                        <a:buNone/>
                      </a:pPr>
                      <a:r>
                        <a:rPr lang="tr-TR">
                          <a:effectLst/>
                        </a:rPr>
                        <a:t>OWASP ASVS</a:t>
                      </a:r>
                    </a:p>
                  </a:txBody>
                  <a:tcPr anchor="ctr"/>
                </a:tc>
                <a:tc>
                  <a:txBody>
                    <a:bodyPr/>
                    <a:lstStyle/>
                    <a:p>
                      <a:pPr>
                        <a:buNone/>
                      </a:pPr>
                      <a:r>
                        <a:rPr lang="tr-TR">
                          <a:effectLst/>
                        </a:rPr>
                        <a:t>Uygulama Güvenliği Standardı</a:t>
                      </a:r>
                    </a:p>
                  </a:txBody>
                  <a:tcPr anchor="ctr"/>
                </a:tc>
                <a:tc>
                  <a:txBody>
                    <a:bodyPr/>
                    <a:lstStyle/>
                    <a:p>
                      <a:pPr>
                        <a:buNone/>
                      </a:pPr>
                      <a:r>
                        <a:rPr lang="tr-TR">
                          <a:effectLst/>
                        </a:rPr>
                        <a:t>Web uygulamaları</a:t>
                      </a:r>
                    </a:p>
                  </a:txBody>
                  <a:tcPr anchor="ctr"/>
                </a:tc>
                <a:extLst>
                  <a:ext uri="{0D108BD9-81ED-4DB2-BD59-A6C34878D82A}">
                    <a16:rowId xmlns:a16="http://schemas.microsoft.com/office/drawing/2014/main" val="924756424"/>
                  </a:ext>
                </a:extLst>
              </a:tr>
              <a:tr h="0">
                <a:tc>
                  <a:txBody>
                    <a:bodyPr/>
                    <a:lstStyle/>
                    <a:p>
                      <a:pPr>
                        <a:buNone/>
                      </a:pPr>
                      <a:r>
                        <a:rPr lang="tr-TR">
                          <a:effectLst/>
                        </a:rPr>
                        <a:t>CRA</a:t>
                      </a:r>
                    </a:p>
                  </a:txBody>
                  <a:tcPr anchor="ctr"/>
                </a:tc>
                <a:tc>
                  <a:txBody>
                    <a:bodyPr/>
                    <a:lstStyle/>
                    <a:p>
                      <a:pPr>
                        <a:buNone/>
                      </a:pPr>
                      <a:r>
                        <a:rPr lang="tr-TR">
                          <a:effectLst/>
                        </a:rPr>
                        <a:t>AB Mevzuatı</a:t>
                      </a:r>
                    </a:p>
                  </a:txBody>
                  <a:tcPr anchor="ctr"/>
                </a:tc>
                <a:tc>
                  <a:txBody>
                    <a:bodyPr/>
                    <a:lstStyle/>
                    <a:p>
                      <a:pPr fontAlgn="t">
                        <a:lnSpc>
                          <a:spcPct val="119048"/>
                        </a:lnSpc>
                        <a:buNone/>
                      </a:pPr>
                      <a:r>
                        <a:rPr lang="tr-TR" dirty="0">
                          <a:effectLst/>
                        </a:rPr>
                        <a:t>Dijital ürün ve yazılımlar</a:t>
                      </a:r>
                      <a:endParaRPr lang="tr-TR" sz="1050" b="0" i="0" dirty="0">
                        <a:effectLst/>
                        <a:latin typeface="Segoe UI" panose="020B0502040204020203" pitchFamily="34" charset="0"/>
                      </a:endParaRPr>
                    </a:p>
                  </a:txBody>
                  <a:tcPr anchor="ctr"/>
                </a:tc>
                <a:extLst>
                  <a:ext uri="{0D108BD9-81ED-4DB2-BD59-A6C34878D82A}">
                    <a16:rowId xmlns:a16="http://schemas.microsoft.com/office/drawing/2014/main" val="37166008"/>
                  </a:ext>
                </a:extLst>
              </a:tr>
            </a:tbl>
          </a:graphicData>
        </a:graphic>
      </p:graphicFrame>
    </p:spTree>
    <p:custDataLst>
      <p:tags r:id="rId1"/>
    </p:custDataLst>
    <p:extLst>
      <p:ext uri="{BB962C8B-B14F-4D97-AF65-F5344CB8AC3E}">
        <p14:creationId xmlns:p14="http://schemas.microsoft.com/office/powerpoint/2010/main" val="2357312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3">
          <a:extLst>
            <a:ext uri="{FF2B5EF4-FFF2-40B4-BE49-F238E27FC236}">
              <a16:creationId xmlns:a16="http://schemas.microsoft.com/office/drawing/2014/main" id="{F042EF5A-457C-2AB7-07DC-90E2EBC45739}"/>
            </a:ext>
          </a:extLst>
        </p:cNvPr>
        <p:cNvGrpSpPr/>
        <p:nvPr/>
      </p:nvGrpSpPr>
      <p:grpSpPr>
        <a:xfrm>
          <a:off x="0" y="0"/>
          <a:ext cx="0" cy="0"/>
          <a:chOff x="0" y="0"/>
          <a:chExt cx="0" cy="0"/>
        </a:xfrm>
      </p:grpSpPr>
      <p:sp>
        <p:nvSpPr>
          <p:cNvPr id="1914" name="Google Shape;1914;p16">
            <a:extLst>
              <a:ext uri="{FF2B5EF4-FFF2-40B4-BE49-F238E27FC236}">
                <a16:creationId xmlns:a16="http://schemas.microsoft.com/office/drawing/2014/main" id="{3CCDA3CC-5A25-AED4-A257-7E7193CD156A}"/>
              </a:ext>
            </a:extLst>
          </p:cNvPr>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p>
            <a:r>
              <a:rPr lang="tr-TR" dirty="0"/>
              <a:t>Tasarım Aşaması</a:t>
            </a:r>
            <a:endParaRPr lang="tr-TR" dirty="0">
              <a:effectLst/>
            </a:endParaRPr>
          </a:p>
        </p:txBody>
      </p:sp>
      <p:sp>
        <p:nvSpPr>
          <p:cNvPr id="1915" name="Google Shape;1915;p16">
            <a:extLst>
              <a:ext uri="{FF2B5EF4-FFF2-40B4-BE49-F238E27FC236}">
                <a16:creationId xmlns:a16="http://schemas.microsoft.com/office/drawing/2014/main" id="{EEC7508F-2E6C-138A-41CA-91D6441B4BF0}"/>
              </a:ext>
            </a:extLst>
          </p:cNvPr>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p>
            <a:pPr marL="0" lvl="0" indent="0"/>
            <a:endParaRPr dirty="0"/>
          </a:p>
        </p:txBody>
      </p:sp>
      <p:sp>
        <p:nvSpPr>
          <p:cNvPr id="1916" name="Google Shape;1916;p16">
            <a:extLst>
              <a:ext uri="{FF2B5EF4-FFF2-40B4-BE49-F238E27FC236}">
                <a16:creationId xmlns:a16="http://schemas.microsoft.com/office/drawing/2014/main" id="{489DC392-77D3-F89B-73A0-2D55322472A4}"/>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19</a:t>
            </a:fld>
            <a:endParaRPr/>
          </a:p>
        </p:txBody>
      </p:sp>
    </p:spTree>
    <p:custDataLst>
      <p:tags r:id="rId1"/>
    </p:custDataLst>
    <p:extLst>
      <p:ext uri="{BB962C8B-B14F-4D97-AF65-F5344CB8AC3E}">
        <p14:creationId xmlns:p14="http://schemas.microsoft.com/office/powerpoint/2010/main" val="3808611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5D34F184-4CA6-0776-E6AB-B20DB97A1CA6}"/>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270CE71C-3F84-7CA8-18F2-8A613C9F2196}"/>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Tasarım Aşaması</a:t>
            </a:r>
            <a:endParaRPr lang="tr-TR" sz="2800" dirty="0">
              <a:effectLst/>
            </a:endParaRPr>
          </a:p>
        </p:txBody>
      </p:sp>
      <p:sp>
        <p:nvSpPr>
          <p:cNvPr id="2158" name="Google Shape;2158;p38">
            <a:extLst>
              <a:ext uri="{FF2B5EF4-FFF2-40B4-BE49-F238E27FC236}">
                <a16:creationId xmlns:a16="http://schemas.microsoft.com/office/drawing/2014/main" id="{957FDFCC-F3E1-FEC8-9BB8-24EDA258B355}"/>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800" dirty="0"/>
              <a:t>Tasarım aşamasında sistem mimarisi güvenlik prensiplerine göre şekillendirilir. </a:t>
            </a:r>
          </a:p>
          <a:p>
            <a:pPr>
              <a:buFont typeface="Wingdings" panose="05000000000000000000" pitchFamily="2" charset="2"/>
              <a:buChar char="§"/>
            </a:pPr>
            <a:r>
              <a:rPr lang="tr-TR" sz="1800" dirty="0"/>
              <a:t>Bu aşamada yapılan hatalar, kodlama aşamasında düzeltilmesi çok daha zor ve maliyetli açıklar doğurabilir.</a:t>
            </a:r>
            <a:endParaRPr lang="tr-TR" sz="1800" dirty="0">
              <a:effectLst/>
            </a:endParaRPr>
          </a:p>
        </p:txBody>
      </p:sp>
      <p:sp>
        <p:nvSpPr>
          <p:cNvPr id="2160" name="Google Shape;2160;p38">
            <a:extLst>
              <a:ext uri="{FF2B5EF4-FFF2-40B4-BE49-F238E27FC236}">
                <a16:creationId xmlns:a16="http://schemas.microsoft.com/office/drawing/2014/main" id="{94A8D31F-98EF-A079-C825-B24F12D05EF7}"/>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20</a:t>
            </a:fld>
            <a:endParaRPr lang="tr-TR" noProof="0" dirty="0"/>
          </a:p>
        </p:txBody>
      </p:sp>
    </p:spTree>
    <p:custDataLst>
      <p:tags r:id="rId1"/>
    </p:custDataLst>
    <p:extLst>
      <p:ext uri="{BB962C8B-B14F-4D97-AF65-F5344CB8AC3E}">
        <p14:creationId xmlns:p14="http://schemas.microsoft.com/office/powerpoint/2010/main" val="1761227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31ADDC55-9087-3D94-C692-19F49DA53987}"/>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46ABB21C-CC16-3481-1E4F-650B0EC206FB}"/>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2800" dirty="0"/>
              <a:t>Temel Faaliyetler</a:t>
            </a:r>
            <a:endParaRPr lang="tr-TR" sz="2800" dirty="0">
              <a:effectLst/>
            </a:endParaRPr>
          </a:p>
        </p:txBody>
      </p:sp>
      <p:sp>
        <p:nvSpPr>
          <p:cNvPr id="2158" name="Google Shape;2158;p38">
            <a:extLst>
              <a:ext uri="{FF2B5EF4-FFF2-40B4-BE49-F238E27FC236}">
                <a16:creationId xmlns:a16="http://schemas.microsoft.com/office/drawing/2014/main" id="{F3BF3373-A961-6E1D-7520-6C99E1FDF088}"/>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600" dirty="0"/>
              <a:t>Tehdit Modelleme (</a:t>
            </a:r>
            <a:r>
              <a:rPr lang="tr-TR" sz="1600" dirty="0" err="1"/>
              <a:t>Threat</a:t>
            </a:r>
            <a:r>
              <a:rPr lang="tr-TR" sz="1600" dirty="0"/>
              <a:t> </a:t>
            </a:r>
            <a:r>
              <a:rPr lang="tr-TR" sz="1600" dirty="0" err="1"/>
              <a:t>Modeling</a:t>
            </a:r>
            <a:r>
              <a:rPr lang="tr-TR" sz="1600" dirty="0"/>
              <a:t>): </a:t>
            </a:r>
            <a:r>
              <a:rPr lang="tr-TR" sz="1600" b="1" dirty="0"/>
              <a:t>STRIDE</a:t>
            </a:r>
            <a:r>
              <a:rPr lang="tr-TR" sz="1600" dirty="0"/>
              <a:t> (</a:t>
            </a:r>
            <a:r>
              <a:rPr lang="tr-TR" sz="1600" dirty="0" err="1"/>
              <a:t>Spoofing</a:t>
            </a:r>
            <a:r>
              <a:rPr lang="tr-TR" sz="1600" dirty="0"/>
              <a:t>, </a:t>
            </a:r>
            <a:r>
              <a:rPr lang="tr-TR" sz="1600" dirty="0" err="1"/>
              <a:t>Tampering</a:t>
            </a:r>
            <a:r>
              <a:rPr lang="tr-TR" sz="1600" dirty="0"/>
              <a:t>, </a:t>
            </a:r>
            <a:r>
              <a:rPr lang="tr-TR" sz="1600" dirty="0" err="1"/>
              <a:t>Repudiation</a:t>
            </a:r>
            <a:r>
              <a:rPr lang="tr-TR" sz="1600" dirty="0"/>
              <a:t>, Information </a:t>
            </a:r>
            <a:r>
              <a:rPr lang="tr-TR" sz="1600" dirty="0" err="1"/>
              <a:t>Disclosure</a:t>
            </a:r>
            <a:r>
              <a:rPr lang="tr-TR" sz="1600" dirty="0"/>
              <a:t>, </a:t>
            </a:r>
            <a:r>
              <a:rPr lang="tr-TR" sz="1600" dirty="0" err="1"/>
              <a:t>Denial</a:t>
            </a:r>
            <a:r>
              <a:rPr lang="tr-TR" sz="1600" dirty="0"/>
              <a:t> of Service, </a:t>
            </a:r>
            <a:r>
              <a:rPr lang="tr-TR" sz="1600" dirty="0" err="1"/>
              <a:t>Elevation</a:t>
            </a:r>
            <a:r>
              <a:rPr lang="tr-TR" sz="1600" dirty="0"/>
              <a:t> of </a:t>
            </a:r>
            <a:r>
              <a:rPr lang="tr-TR" sz="1600" dirty="0" err="1"/>
              <a:t>Privilege</a:t>
            </a:r>
            <a:r>
              <a:rPr lang="tr-TR" sz="1600" dirty="0"/>
              <a:t>) veya PASTA gibi yöntemlerle potansiyel tehditlerin sistematik analizi</a:t>
            </a:r>
          </a:p>
          <a:p>
            <a:pPr>
              <a:buFont typeface="Wingdings" panose="05000000000000000000" pitchFamily="2" charset="2"/>
              <a:buChar char="§"/>
            </a:pPr>
            <a:r>
              <a:rPr lang="tr-TR" sz="1600" dirty="0"/>
              <a:t>Güvenli mimari tasarım prensiplerinin uygulanması (</a:t>
            </a:r>
            <a:r>
              <a:rPr lang="tr-TR" sz="1600" dirty="0" err="1"/>
              <a:t>least</a:t>
            </a:r>
            <a:r>
              <a:rPr lang="tr-TR" sz="1600" dirty="0"/>
              <a:t> </a:t>
            </a:r>
            <a:r>
              <a:rPr lang="tr-TR" sz="1600" dirty="0" err="1"/>
              <a:t>privilege</a:t>
            </a:r>
            <a:r>
              <a:rPr lang="tr-TR" sz="1600" dirty="0"/>
              <a:t>, </a:t>
            </a:r>
            <a:r>
              <a:rPr lang="tr-TR" sz="1600" dirty="0" err="1"/>
              <a:t>defense</a:t>
            </a:r>
            <a:r>
              <a:rPr lang="tr-TR" sz="1600" dirty="0"/>
              <a:t> in </a:t>
            </a:r>
            <a:r>
              <a:rPr lang="tr-TR" sz="1600" dirty="0" err="1"/>
              <a:t>depth</a:t>
            </a:r>
            <a:r>
              <a:rPr lang="tr-TR" sz="1600" dirty="0"/>
              <a:t>, fail </a:t>
            </a:r>
            <a:r>
              <a:rPr lang="tr-TR" sz="1600" dirty="0" err="1"/>
              <a:t>securely</a:t>
            </a:r>
            <a:r>
              <a:rPr lang="tr-TR" sz="1600" dirty="0"/>
              <a:t>, </a:t>
            </a:r>
            <a:r>
              <a:rPr lang="tr-TR" sz="1600" dirty="0" err="1"/>
              <a:t>separation</a:t>
            </a:r>
            <a:r>
              <a:rPr lang="tr-TR" sz="1600" dirty="0"/>
              <a:t> of </a:t>
            </a:r>
            <a:r>
              <a:rPr lang="tr-TR" sz="1600" dirty="0" err="1"/>
              <a:t>duties</a:t>
            </a:r>
            <a:r>
              <a:rPr lang="tr-TR" sz="1600" dirty="0"/>
              <a:t>)</a:t>
            </a:r>
          </a:p>
          <a:p>
            <a:pPr>
              <a:buFont typeface="Wingdings" panose="05000000000000000000" pitchFamily="2" charset="2"/>
              <a:buChar char="§"/>
            </a:pPr>
            <a:r>
              <a:rPr lang="tr-TR" sz="1600" dirty="0"/>
              <a:t>Saldırı yüzeyi (</a:t>
            </a:r>
            <a:r>
              <a:rPr lang="tr-TR" sz="1600" dirty="0" err="1"/>
              <a:t>attack</a:t>
            </a:r>
            <a:r>
              <a:rPr lang="tr-TR" sz="1600" dirty="0"/>
              <a:t> </a:t>
            </a:r>
            <a:r>
              <a:rPr lang="tr-TR" sz="1600" dirty="0" err="1"/>
              <a:t>surface</a:t>
            </a:r>
            <a:r>
              <a:rPr lang="tr-TR" sz="1600" dirty="0"/>
              <a:t>) analizi ve azaltılması</a:t>
            </a:r>
          </a:p>
          <a:p>
            <a:pPr>
              <a:buFont typeface="Wingdings" panose="05000000000000000000" pitchFamily="2" charset="2"/>
              <a:buChar char="§"/>
            </a:pPr>
            <a:r>
              <a:rPr lang="tr-TR" sz="1600" dirty="0"/>
              <a:t>Veri akış diyagramlarının (DFD) güvenlik açısından incelenmesi</a:t>
            </a:r>
          </a:p>
          <a:p>
            <a:pPr>
              <a:buFont typeface="Wingdings" panose="05000000000000000000" pitchFamily="2" charset="2"/>
              <a:buChar char="§"/>
            </a:pPr>
            <a:r>
              <a:rPr lang="tr-TR" sz="1600" dirty="0"/>
              <a:t>Güvenlik kontrollerinin mimariye yerleştirilmesi (</a:t>
            </a:r>
            <a:r>
              <a:rPr lang="tr-TR" sz="1600" dirty="0" err="1"/>
              <a:t>authentication</a:t>
            </a:r>
            <a:r>
              <a:rPr lang="tr-TR" sz="1600" dirty="0"/>
              <a:t>, </a:t>
            </a:r>
            <a:r>
              <a:rPr lang="tr-TR" sz="1600" dirty="0" err="1"/>
              <a:t>authorization</a:t>
            </a:r>
            <a:r>
              <a:rPr lang="tr-TR" sz="1600" dirty="0"/>
              <a:t>, </a:t>
            </a:r>
            <a:r>
              <a:rPr lang="tr-TR" sz="1600" dirty="0" err="1"/>
              <a:t>encryption</a:t>
            </a:r>
            <a:r>
              <a:rPr lang="tr-TR" sz="1600" dirty="0"/>
              <a:t>, </a:t>
            </a:r>
            <a:r>
              <a:rPr lang="tr-TR" sz="1600" dirty="0" err="1"/>
              <a:t>logging</a:t>
            </a:r>
            <a:r>
              <a:rPr lang="tr-TR" sz="1600" dirty="0"/>
              <a:t>, </a:t>
            </a:r>
            <a:r>
              <a:rPr lang="tr-TR" sz="1600" dirty="0" err="1"/>
              <a:t>input</a:t>
            </a:r>
            <a:r>
              <a:rPr lang="tr-TR" sz="1600" dirty="0"/>
              <a:t> </a:t>
            </a:r>
            <a:r>
              <a:rPr lang="tr-TR" sz="1600" dirty="0" err="1"/>
              <a:t>validation</a:t>
            </a:r>
            <a:r>
              <a:rPr lang="tr-TR" sz="1600" dirty="0"/>
              <a:t>)</a:t>
            </a:r>
          </a:p>
          <a:p>
            <a:pPr>
              <a:buFont typeface="Wingdings" panose="05000000000000000000" pitchFamily="2" charset="2"/>
              <a:buChar char="§"/>
            </a:pPr>
            <a:r>
              <a:rPr lang="tr-TR" sz="1600" dirty="0"/>
              <a:t>Üçüncü parti bileşenlerin ve kütüphanelerin güvenlik değerlendirmesi</a:t>
            </a:r>
          </a:p>
          <a:p>
            <a:pPr>
              <a:buFont typeface="Wingdings" panose="05000000000000000000" pitchFamily="2" charset="2"/>
              <a:buChar char="§"/>
            </a:pPr>
            <a:r>
              <a:rPr lang="tr-TR" sz="1600" dirty="0"/>
              <a:t>Çıktılar: Tehdit modeli, güvenlik mimarisi dokümanı, </a:t>
            </a:r>
            <a:r>
              <a:rPr lang="tr-TR" sz="1600" dirty="0" err="1"/>
              <a:t>mitigasyon</a:t>
            </a:r>
            <a:r>
              <a:rPr lang="tr-TR" sz="1600" dirty="0"/>
              <a:t> planı, güvenlik tasarım inceleme raporu.</a:t>
            </a:r>
            <a:endParaRPr lang="tr-TR" sz="1600" dirty="0">
              <a:effectLst/>
            </a:endParaRPr>
          </a:p>
        </p:txBody>
      </p:sp>
      <p:sp>
        <p:nvSpPr>
          <p:cNvPr id="2160" name="Google Shape;2160;p38">
            <a:extLst>
              <a:ext uri="{FF2B5EF4-FFF2-40B4-BE49-F238E27FC236}">
                <a16:creationId xmlns:a16="http://schemas.microsoft.com/office/drawing/2014/main" id="{36AB5C78-5978-F5F4-C8F7-C7BD5C34AED7}"/>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21</a:t>
            </a:fld>
            <a:endParaRPr lang="tr-TR" noProof="0" dirty="0"/>
          </a:p>
        </p:txBody>
      </p:sp>
    </p:spTree>
    <p:custDataLst>
      <p:tags r:id="rId1"/>
    </p:custDataLst>
    <p:extLst>
      <p:ext uri="{BB962C8B-B14F-4D97-AF65-F5344CB8AC3E}">
        <p14:creationId xmlns:p14="http://schemas.microsoft.com/office/powerpoint/2010/main" val="202421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4B851136-336F-D93B-4068-BDAC84CEDF26}"/>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B8E952A-84D0-2D6D-B0D7-558C2953A8CD}"/>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STRIDE</a:t>
            </a:r>
            <a:endParaRPr lang="tr-TR" sz="2800" dirty="0">
              <a:effectLst/>
            </a:endParaRPr>
          </a:p>
        </p:txBody>
      </p:sp>
      <p:sp>
        <p:nvSpPr>
          <p:cNvPr id="2158" name="Google Shape;2158;p38">
            <a:extLst>
              <a:ext uri="{FF2B5EF4-FFF2-40B4-BE49-F238E27FC236}">
                <a16:creationId xmlns:a16="http://schemas.microsoft.com/office/drawing/2014/main" id="{33F7A1EA-2DB6-0C54-6A74-1CA260E3A8D0}"/>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600" dirty="0"/>
              <a:t>Microsoft tarafından geliştirilmiş ve yazılım/sistem mimarilerindeki potansiyel güvenlik tehditlerini tespit etmek için kullanılan en yaygın </a:t>
            </a:r>
            <a:r>
              <a:rPr lang="tr-TR" sz="1600" b="1" dirty="0"/>
              <a:t>tehdit modelleme (</a:t>
            </a:r>
            <a:r>
              <a:rPr lang="tr-TR" sz="1600" b="1" dirty="0" err="1"/>
              <a:t>threat</a:t>
            </a:r>
            <a:r>
              <a:rPr lang="tr-TR" sz="1600" b="1" dirty="0"/>
              <a:t> </a:t>
            </a:r>
            <a:r>
              <a:rPr lang="tr-TR" sz="1600" b="1" dirty="0" err="1"/>
              <a:t>modeling</a:t>
            </a:r>
            <a:r>
              <a:rPr lang="tr-TR" sz="1600" b="1" dirty="0"/>
              <a:t>)</a:t>
            </a:r>
            <a:r>
              <a:rPr lang="tr-TR" sz="1600" dirty="0"/>
              <a:t> metodolojisidir.</a:t>
            </a:r>
          </a:p>
          <a:p>
            <a:pPr>
              <a:buFont typeface="Wingdings" panose="05000000000000000000" pitchFamily="2" charset="2"/>
              <a:buChar char="§"/>
            </a:pPr>
            <a:r>
              <a:rPr lang="tr-TR" sz="1600" dirty="0"/>
              <a:t>Adını, tanımladığı </a:t>
            </a:r>
            <a:r>
              <a:rPr lang="tr-TR" sz="1600" b="1" dirty="0"/>
              <a:t>6 temel tehdit kategorisinin</a:t>
            </a:r>
            <a:r>
              <a:rPr lang="tr-TR" sz="1600" dirty="0"/>
              <a:t> İngilizce baş harflerinden alır. Her bir kategori, bilgi güvenliğinin temel ilkelerinden birini (Gizlilik, Bütünlük, Erişilebilirlik vb.) hedef alan olası saldırı türlerini temsil eder:</a:t>
            </a:r>
            <a:endParaRPr lang="tr-TR" sz="1600" dirty="0">
              <a:effectLst/>
            </a:endParaRPr>
          </a:p>
        </p:txBody>
      </p:sp>
      <p:sp>
        <p:nvSpPr>
          <p:cNvPr id="2160" name="Google Shape;2160;p38">
            <a:extLst>
              <a:ext uri="{FF2B5EF4-FFF2-40B4-BE49-F238E27FC236}">
                <a16:creationId xmlns:a16="http://schemas.microsoft.com/office/drawing/2014/main" id="{67A0F694-EB8F-392D-082B-D0FACE10D25B}"/>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22</a:t>
            </a:fld>
            <a:endParaRPr lang="tr-TR" noProof="0" dirty="0"/>
          </a:p>
        </p:txBody>
      </p:sp>
    </p:spTree>
    <p:custDataLst>
      <p:tags r:id="rId1"/>
    </p:custDataLst>
    <p:extLst>
      <p:ext uri="{BB962C8B-B14F-4D97-AF65-F5344CB8AC3E}">
        <p14:creationId xmlns:p14="http://schemas.microsoft.com/office/powerpoint/2010/main" val="3946198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CFB0172E-1857-4CD4-2400-37198EE39ECC}"/>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95659AF0-CEB2-534F-B8CC-1406475F2570}"/>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S - </a:t>
            </a:r>
            <a:r>
              <a:rPr lang="tr-TR" sz="2800" dirty="0" err="1"/>
              <a:t>Spoofing</a:t>
            </a:r>
            <a:r>
              <a:rPr lang="tr-TR" sz="2800" dirty="0"/>
              <a:t> (Kimliğe Bürünme / Sahtecilik)</a:t>
            </a:r>
            <a:endParaRPr lang="tr-TR" sz="2800" dirty="0">
              <a:effectLst/>
            </a:endParaRPr>
          </a:p>
        </p:txBody>
      </p:sp>
      <p:sp>
        <p:nvSpPr>
          <p:cNvPr id="2158" name="Google Shape;2158;p38">
            <a:extLst>
              <a:ext uri="{FF2B5EF4-FFF2-40B4-BE49-F238E27FC236}">
                <a16:creationId xmlns:a16="http://schemas.microsoft.com/office/drawing/2014/main" id="{20DF0D96-935E-DAB1-AAB8-0370698B1218}"/>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Açıklama:</a:t>
            </a:r>
            <a:r>
              <a:rPr lang="tr-TR" sz="1600" dirty="0"/>
              <a:t> Bir saldırganın, sistemde yetkili bir kullanıcı, istemci veya başka bir servismiş gibi davranarak sisteme sızmasıdır.</a:t>
            </a:r>
          </a:p>
          <a:p>
            <a:pPr lvl="0">
              <a:buFont typeface="Wingdings" panose="05000000000000000000" pitchFamily="2" charset="2"/>
              <a:buChar char="§"/>
            </a:pPr>
            <a:r>
              <a:rPr lang="tr-TR" sz="1600" b="1" dirty="0"/>
              <a:t>İhlal Edilen İlke:</a:t>
            </a:r>
            <a:r>
              <a:rPr lang="tr-TR" sz="1600" dirty="0"/>
              <a:t> Kimlik Doğrulama (</a:t>
            </a:r>
            <a:r>
              <a:rPr lang="tr-TR" sz="1600" dirty="0" err="1"/>
              <a:t>Authentication</a:t>
            </a:r>
            <a:r>
              <a:rPr lang="tr-TR" sz="1600" dirty="0"/>
              <a:t>).</a:t>
            </a:r>
          </a:p>
          <a:p>
            <a:pPr lvl="0">
              <a:buFont typeface="Wingdings" panose="05000000000000000000" pitchFamily="2" charset="2"/>
              <a:buChar char="§"/>
            </a:pPr>
            <a:r>
              <a:rPr lang="tr-TR" sz="1600" b="1" dirty="0"/>
              <a:t>Örnek:</a:t>
            </a:r>
            <a:r>
              <a:rPr lang="tr-TR" sz="1600" dirty="0"/>
              <a:t> Bir saldırganın çalıntı bir oturum çerezini (</a:t>
            </a:r>
            <a:r>
              <a:rPr lang="tr-TR" sz="1600" dirty="0" err="1"/>
              <a:t>session</a:t>
            </a:r>
            <a:r>
              <a:rPr lang="tr-TR" sz="1600" dirty="0"/>
              <a:t> </a:t>
            </a:r>
            <a:r>
              <a:rPr lang="tr-TR" sz="1600" dirty="0" err="1"/>
              <a:t>cookie</a:t>
            </a:r>
            <a:r>
              <a:rPr lang="tr-TR" sz="1600" dirty="0"/>
              <a:t>) kullanarak başka bir kullanıcının hesabına girmesi veya ip </a:t>
            </a:r>
            <a:r>
              <a:rPr lang="tr-TR" sz="1600" dirty="0" err="1"/>
              <a:t>spoofing</a:t>
            </a:r>
            <a:r>
              <a:rPr lang="tr-TR" sz="1600" dirty="0"/>
              <a:t> yapması.</a:t>
            </a:r>
          </a:p>
          <a:p>
            <a:pPr lvl="0">
              <a:buFont typeface="Wingdings" panose="05000000000000000000" pitchFamily="2" charset="2"/>
              <a:buChar char="§"/>
            </a:pPr>
            <a:r>
              <a:rPr lang="tr-TR" sz="1600" b="1" dirty="0"/>
              <a:t>Önlem:</a:t>
            </a:r>
            <a:r>
              <a:rPr lang="tr-TR" sz="1600" dirty="0"/>
              <a:t> Güçlü kimlik doğrulama mekanizmaları (MFA, OAuth2, dijital sertifikalar, JWT).</a:t>
            </a:r>
          </a:p>
        </p:txBody>
      </p:sp>
      <p:sp>
        <p:nvSpPr>
          <p:cNvPr id="2160" name="Google Shape;2160;p38">
            <a:extLst>
              <a:ext uri="{FF2B5EF4-FFF2-40B4-BE49-F238E27FC236}">
                <a16:creationId xmlns:a16="http://schemas.microsoft.com/office/drawing/2014/main" id="{5BF568A3-59F8-4B9D-BC60-1B73361D834D}"/>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23</a:t>
            </a:fld>
            <a:endParaRPr lang="tr-TR" noProof="0" dirty="0"/>
          </a:p>
        </p:txBody>
      </p:sp>
    </p:spTree>
    <p:custDataLst>
      <p:tags r:id="rId1"/>
    </p:custDataLst>
    <p:extLst>
      <p:ext uri="{BB962C8B-B14F-4D97-AF65-F5344CB8AC3E}">
        <p14:creationId xmlns:p14="http://schemas.microsoft.com/office/powerpoint/2010/main" val="4233719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3E8C56FF-7F36-4734-DC9C-BB328BC8E6FE}"/>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ADFD66F6-3D39-5754-63C1-A47A264EB84E}"/>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400" dirty="0"/>
              <a:t>MFA (Multi-</a:t>
            </a:r>
            <a:r>
              <a:rPr lang="tr-TR" sz="2400" dirty="0" err="1"/>
              <a:t>Factor</a:t>
            </a:r>
            <a:r>
              <a:rPr lang="tr-TR" sz="2400" dirty="0"/>
              <a:t> </a:t>
            </a:r>
            <a:r>
              <a:rPr lang="tr-TR" sz="2400" dirty="0" err="1"/>
              <a:t>Authentication</a:t>
            </a:r>
            <a:r>
              <a:rPr lang="tr-TR" sz="2400" dirty="0"/>
              <a:t> - Çok Faktörlü Kimlik Doğrulama)</a:t>
            </a:r>
          </a:p>
        </p:txBody>
      </p:sp>
      <p:sp>
        <p:nvSpPr>
          <p:cNvPr id="2158" name="Google Shape;2158;p38">
            <a:extLst>
              <a:ext uri="{FF2B5EF4-FFF2-40B4-BE49-F238E27FC236}">
                <a16:creationId xmlns:a16="http://schemas.microsoft.com/office/drawing/2014/main" id="{C6D0B6ED-AB2E-DBFA-A9D9-289CCEA22981}"/>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Nedir?</a:t>
            </a:r>
            <a:r>
              <a:rPr lang="tr-TR" sz="1600" dirty="0"/>
              <a:t> Kullanıcının kimliğini doğrularken tek bir kanıt (örneğin sadece parola) yerine, birbirinden bağımsız </a:t>
            </a:r>
            <a:r>
              <a:rPr lang="tr-TR" sz="1600" b="1" dirty="0"/>
              <a:t>en az iki farklı faktörün</a:t>
            </a:r>
            <a:r>
              <a:rPr lang="tr-TR" sz="1600" dirty="0"/>
              <a:t> talep edilmesidir.</a:t>
            </a:r>
          </a:p>
          <a:p>
            <a:pPr lvl="0">
              <a:buFont typeface="Wingdings" panose="05000000000000000000" pitchFamily="2" charset="2"/>
              <a:buChar char="§"/>
            </a:pPr>
            <a:r>
              <a:rPr lang="tr-TR" sz="1600" b="1" dirty="0"/>
              <a:t>Amacı:</a:t>
            </a:r>
            <a:r>
              <a:rPr lang="tr-TR" sz="1600" dirty="0"/>
              <a:t> Parola çalınsa, tahmin edilse veya sızdırılsa bile saldırganın hesaba doğrudan erişmesini engellemektir.</a:t>
            </a:r>
          </a:p>
        </p:txBody>
      </p:sp>
      <p:sp>
        <p:nvSpPr>
          <p:cNvPr id="2160" name="Google Shape;2160;p38">
            <a:extLst>
              <a:ext uri="{FF2B5EF4-FFF2-40B4-BE49-F238E27FC236}">
                <a16:creationId xmlns:a16="http://schemas.microsoft.com/office/drawing/2014/main" id="{132985A8-7009-A9D1-7173-14B3A3BD7B06}"/>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24</a:t>
            </a:fld>
            <a:endParaRPr lang="tr-TR" noProof="0" dirty="0"/>
          </a:p>
        </p:txBody>
      </p:sp>
    </p:spTree>
    <p:custDataLst>
      <p:tags r:id="rId1"/>
    </p:custDataLst>
    <p:extLst>
      <p:ext uri="{BB962C8B-B14F-4D97-AF65-F5344CB8AC3E}">
        <p14:creationId xmlns:p14="http://schemas.microsoft.com/office/powerpoint/2010/main" val="717011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02CBA8D2-F534-7D80-9974-C129FA6335B7}"/>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B5293BA-AEC8-DF12-5917-0DFDB1511A24}"/>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err="1"/>
              <a:t>OAuth</a:t>
            </a:r>
            <a:r>
              <a:rPr lang="tr-TR" sz="3200" dirty="0"/>
              <a:t> 2.0 (Open </a:t>
            </a:r>
            <a:r>
              <a:rPr lang="tr-TR" sz="3200" dirty="0" err="1"/>
              <a:t>Authorization</a:t>
            </a:r>
            <a:r>
              <a:rPr lang="tr-TR" sz="3200" dirty="0"/>
              <a:t> 2.0)</a:t>
            </a:r>
          </a:p>
        </p:txBody>
      </p:sp>
      <p:sp>
        <p:nvSpPr>
          <p:cNvPr id="2158" name="Google Shape;2158;p38">
            <a:extLst>
              <a:ext uri="{FF2B5EF4-FFF2-40B4-BE49-F238E27FC236}">
                <a16:creationId xmlns:a16="http://schemas.microsoft.com/office/drawing/2014/main" id="{61884D82-AE3B-9E26-CED4-C3F0C4FA54DB}"/>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Nedir?</a:t>
            </a:r>
            <a:r>
              <a:rPr lang="tr-TR" sz="1600" dirty="0"/>
              <a:t> Bir uygulamanın, kullanıcının parolasını öğrenmeden, başka bir servisteki verilerine kullanıcı adına </a:t>
            </a:r>
            <a:r>
              <a:rPr lang="tr-TR" sz="1600" b="1" dirty="0"/>
              <a:t>sınırlı erişim (yetki)</a:t>
            </a:r>
            <a:r>
              <a:rPr lang="tr-TR" sz="1600" dirty="0"/>
              <a:t> sağlamasına olanak tanıyan bir </a:t>
            </a:r>
            <a:r>
              <a:rPr lang="tr-TR" sz="1600" b="1" dirty="0"/>
              <a:t>yetkilendirme protokolüdür</a:t>
            </a:r>
            <a:r>
              <a:rPr lang="tr-TR" sz="1600" dirty="0"/>
              <a:t>.</a:t>
            </a:r>
          </a:p>
          <a:p>
            <a:pPr lvl="0">
              <a:buFont typeface="Wingdings" panose="05000000000000000000" pitchFamily="2" charset="2"/>
              <a:buChar char="§"/>
            </a:pPr>
            <a:r>
              <a:rPr lang="tr-TR" sz="1600" b="1" dirty="0"/>
              <a:t>Amacı:</a:t>
            </a:r>
            <a:r>
              <a:rPr lang="tr-TR" sz="1600" dirty="0"/>
              <a:t> Kullanıcı kimlik bilgilerini (parolasını) üçüncü taraf uygulamalarla paylaşma zorunluluğunu ortadan kaldırmaktır.</a:t>
            </a:r>
          </a:p>
          <a:p>
            <a:pPr lvl="0">
              <a:buFont typeface="Wingdings" panose="05000000000000000000" pitchFamily="2" charset="2"/>
              <a:buChar char="§"/>
            </a:pPr>
            <a:r>
              <a:rPr lang="tr-TR" sz="1600" dirty="0"/>
              <a:t>Bir uygulamaya </a:t>
            </a:r>
            <a:r>
              <a:rPr lang="tr-TR" sz="1600" i="1" dirty="0"/>
              <a:t>"Google ile Giriş Yap"</a:t>
            </a:r>
            <a:r>
              <a:rPr lang="tr-TR" sz="1600" dirty="0"/>
              <a:t> dediğinizde veya bir analitik aracına </a:t>
            </a:r>
            <a:r>
              <a:rPr lang="tr-TR" sz="1600" i="1" dirty="0"/>
              <a:t>"Google Drive dosyalarıma salt-okunur erişim ver"</a:t>
            </a:r>
            <a:r>
              <a:rPr lang="tr-TR" sz="1600" dirty="0"/>
              <a:t> izni verdiğinizde </a:t>
            </a:r>
            <a:r>
              <a:rPr lang="tr-TR" sz="1600" dirty="0" err="1"/>
              <a:t>OAuth</a:t>
            </a:r>
            <a:r>
              <a:rPr lang="tr-TR" sz="1600" dirty="0"/>
              <a:t> devreye girer.</a:t>
            </a:r>
          </a:p>
          <a:p>
            <a:pPr lvl="0">
              <a:buFont typeface="Wingdings" panose="05000000000000000000" pitchFamily="2" charset="2"/>
              <a:buChar char="§"/>
            </a:pPr>
            <a:r>
              <a:rPr lang="tr-TR" sz="1600" dirty="0"/>
              <a:t>Kullanıcı kimliğini Google üzerinde doğrular; Google ise ilgili uygulamaya yalnızca belirlenen yetkiler dahilinde çalışması için bir </a:t>
            </a:r>
            <a:r>
              <a:rPr lang="tr-TR" sz="1600" b="1" dirty="0"/>
              <a:t>Erişim Belirteci (Access </a:t>
            </a:r>
            <a:r>
              <a:rPr lang="tr-TR" sz="1600" b="1" dirty="0" err="1"/>
              <a:t>Token</a:t>
            </a:r>
            <a:r>
              <a:rPr lang="tr-TR" sz="1600" b="1" dirty="0"/>
              <a:t>)</a:t>
            </a:r>
            <a:r>
              <a:rPr lang="tr-TR" sz="1600" dirty="0"/>
              <a:t> teslim eder.</a:t>
            </a:r>
          </a:p>
          <a:p>
            <a:pPr lvl="0">
              <a:buFont typeface="Wingdings" panose="05000000000000000000" pitchFamily="2" charset="2"/>
              <a:buChar char="§"/>
            </a:pPr>
            <a:endParaRPr lang="tr-TR" sz="1600" dirty="0"/>
          </a:p>
        </p:txBody>
      </p:sp>
      <p:sp>
        <p:nvSpPr>
          <p:cNvPr id="2160" name="Google Shape;2160;p38">
            <a:extLst>
              <a:ext uri="{FF2B5EF4-FFF2-40B4-BE49-F238E27FC236}">
                <a16:creationId xmlns:a16="http://schemas.microsoft.com/office/drawing/2014/main" id="{CDF43D4C-C64C-0138-ABD5-075F77D2EEF5}"/>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25</a:t>
            </a:fld>
            <a:endParaRPr lang="tr-TR" noProof="0" dirty="0"/>
          </a:p>
        </p:txBody>
      </p:sp>
    </p:spTree>
    <p:custDataLst>
      <p:tags r:id="rId1"/>
    </p:custDataLst>
    <p:extLst>
      <p:ext uri="{BB962C8B-B14F-4D97-AF65-F5344CB8AC3E}">
        <p14:creationId xmlns:p14="http://schemas.microsoft.com/office/powerpoint/2010/main" val="641831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712844BF-434C-8707-EC99-506AFD58F353}"/>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881F983A-B782-5AD5-1132-DC4A706CF151}"/>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JWT (JSON Web </a:t>
            </a:r>
            <a:r>
              <a:rPr lang="tr-TR" sz="3200" dirty="0" err="1"/>
              <a:t>Token</a:t>
            </a:r>
            <a:r>
              <a:rPr lang="tr-TR" sz="3200" dirty="0"/>
              <a:t>)</a:t>
            </a:r>
          </a:p>
        </p:txBody>
      </p:sp>
      <p:sp>
        <p:nvSpPr>
          <p:cNvPr id="2158" name="Google Shape;2158;p38">
            <a:extLst>
              <a:ext uri="{FF2B5EF4-FFF2-40B4-BE49-F238E27FC236}">
                <a16:creationId xmlns:a16="http://schemas.microsoft.com/office/drawing/2014/main" id="{6FA8465E-246B-0FFB-6B10-1EBA6AAEFCE7}"/>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Nedir?</a:t>
            </a:r>
            <a:r>
              <a:rPr lang="tr-TR" sz="1600" dirty="0"/>
              <a:t> Taraflar arasında bilgilerin güvenli, kompakt ve dijital olarak imzalanmış bir şekilde JSON formatında taşınmasını sağlayan bir </a:t>
            </a:r>
            <a:r>
              <a:rPr lang="tr-TR" sz="1600" b="1" dirty="0"/>
              <a:t>veri/</a:t>
            </a:r>
            <a:r>
              <a:rPr lang="tr-TR" sz="1600" b="1" dirty="0" err="1"/>
              <a:t>token</a:t>
            </a:r>
            <a:r>
              <a:rPr lang="tr-TR" sz="1600" b="1" dirty="0"/>
              <a:t> standardıdır</a:t>
            </a:r>
            <a:r>
              <a:rPr lang="tr-TR" sz="1600" dirty="0"/>
              <a:t> (RFC 7519).</a:t>
            </a:r>
          </a:p>
          <a:p>
            <a:pPr lvl="0">
              <a:buFont typeface="Wingdings" panose="05000000000000000000" pitchFamily="2" charset="2"/>
              <a:buChar char="§"/>
            </a:pPr>
            <a:r>
              <a:rPr lang="tr-TR" sz="1600" b="1" dirty="0"/>
              <a:t>Amacı:</a:t>
            </a:r>
            <a:r>
              <a:rPr lang="tr-TR" sz="1600" dirty="0"/>
              <a:t> Özellikle </a:t>
            </a:r>
            <a:r>
              <a:rPr lang="tr-TR" sz="1600" dirty="0" err="1"/>
              <a:t>RESTful</a:t>
            </a:r>
            <a:r>
              <a:rPr lang="tr-TR" sz="1600" dirty="0"/>
              <a:t> </a:t>
            </a:r>
            <a:r>
              <a:rPr lang="tr-TR" sz="1600" dirty="0" err="1"/>
              <a:t>API'ler</a:t>
            </a:r>
            <a:r>
              <a:rPr lang="tr-TR" sz="1600" dirty="0"/>
              <a:t> ve </a:t>
            </a:r>
            <a:r>
              <a:rPr lang="tr-TR" sz="1600" dirty="0" err="1"/>
              <a:t>mikroservis</a:t>
            </a:r>
            <a:r>
              <a:rPr lang="tr-TR" sz="1600" dirty="0"/>
              <a:t> mimarilerinde sunucu tarafında oturum (</a:t>
            </a:r>
            <a:r>
              <a:rPr lang="tr-TR" sz="1600" dirty="0" err="1"/>
              <a:t>session</a:t>
            </a:r>
            <a:r>
              <a:rPr lang="tr-TR" sz="1600" dirty="0"/>
              <a:t>) tutma ihtiyacını ortadan kaldırarak </a:t>
            </a:r>
            <a:r>
              <a:rPr lang="tr-TR" sz="1600" b="1" dirty="0"/>
              <a:t>durumsuz (</a:t>
            </a:r>
            <a:r>
              <a:rPr lang="tr-TR" sz="1600" b="1" dirty="0" err="1"/>
              <a:t>stateless</a:t>
            </a:r>
            <a:r>
              <a:rPr lang="tr-TR" sz="1600" b="1" dirty="0"/>
              <a:t>)</a:t>
            </a:r>
            <a:r>
              <a:rPr lang="tr-TR" sz="1600" dirty="0"/>
              <a:t> kimlik doğrulama sağlamaktır.</a:t>
            </a:r>
          </a:p>
          <a:p>
            <a:pPr>
              <a:buFont typeface="Wingdings" panose="05000000000000000000" pitchFamily="2" charset="2"/>
              <a:buChar char="§"/>
            </a:pPr>
            <a:r>
              <a:rPr lang="tr-TR" sz="1600" b="1" dirty="0"/>
              <a:t>Yapısı (3 parçadan oluşur):</a:t>
            </a:r>
            <a:endParaRPr lang="tr-TR" sz="1600" dirty="0"/>
          </a:p>
          <a:p>
            <a:pPr lvl="1">
              <a:buFont typeface="Wingdings" panose="05000000000000000000" pitchFamily="2" charset="2"/>
              <a:buChar char="§"/>
            </a:pPr>
            <a:r>
              <a:rPr lang="tr-TR" sz="1600" dirty="0" err="1"/>
              <a:t>Header</a:t>
            </a:r>
            <a:r>
              <a:rPr lang="tr-TR" sz="1600" dirty="0"/>
              <a:t>: Kullanılan algoritmayı (</a:t>
            </a:r>
            <a:r>
              <a:rPr lang="tr-TR" sz="1600" dirty="0" err="1"/>
              <a:t>örn</a:t>
            </a:r>
            <a:r>
              <a:rPr lang="tr-TR" sz="1600" dirty="0"/>
              <a:t>. HS256, RS256) ve </a:t>
            </a:r>
            <a:r>
              <a:rPr lang="tr-TR" sz="1600" dirty="0" err="1"/>
              <a:t>token</a:t>
            </a:r>
            <a:r>
              <a:rPr lang="tr-TR" sz="1600" dirty="0"/>
              <a:t> tipini belirtir.</a:t>
            </a:r>
          </a:p>
          <a:p>
            <a:pPr lvl="1">
              <a:buFont typeface="Wingdings" panose="05000000000000000000" pitchFamily="2" charset="2"/>
              <a:buChar char="§"/>
            </a:pPr>
            <a:r>
              <a:rPr lang="tr-TR" sz="1600" dirty="0" err="1"/>
              <a:t>Payload</a:t>
            </a:r>
            <a:r>
              <a:rPr lang="tr-TR" sz="1600" dirty="0"/>
              <a:t>: Taşınan verileri içerir (Kullanıcı ID, rolü, </a:t>
            </a:r>
            <a:r>
              <a:rPr lang="tr-TR" sz="1600" b="1" dirty="0" err="1"/>
              <a:t>token</a:t>
            </a:r>
            <a:r>
              <a:rPr lang="tr-TR" sz="1600" b="1" dirty="0"/>
              <a:t> bitiş süresi</a:t>
            </a:r>
            <a:r>
              <a:rPr lang="tr-TR" sz="1600" dirty="0"/>
              <a:t>/</a:t>
            </a:r>
            <a:r>
              <a:rPr lang="tr-TR" sz="1600" dirty="0" err="1"/>
              <a:t>exp</a:t>
            </a:r>
            <a:r>
              <a:rPr lang="tr-TR" sz="1600" dirty="0"/>
              <a:t> gibi talepler - </a:t>
            </a:r>
            <a:r>
              <a:rPr lang="tr-TR" sz="1600" i="1" dirty="0" err="1"/>
              <a:t>claims</a:t>
            </a:r>
            <a:r>
              <a:rPr lang="tr-TR" sz="1600" dirty="0"/>
              <a:t>).</a:t>
            </a:r>
          </a:p>
          <a:p>
            <a:pPr lvl="1">
              <a:buFont typeface="Wingdings" panose="05000000000000000000" pitchFamily="2" charset="2"/>
              <a:buChar char="§"/>
            </a:pPr>
            <a:r>
              <a:rPr lang="tr-TR" sz="1600" dirty="0" err="1"/>
              <a:t>Signature</a:t>
            </a:r>
            <a:r>
              <a:rPr lang="tr-TR" sz="1600" dirty="0"/>
              <a:t>: </a:t>
            </a:r>
            <a:r>
              <a:rPr lang="tr-TR" sz="1600" dirty="0" err="1"/>
              <a:t>Token</a:t>
            </a:r>
            <a:r>
              <a:rPr lang="tr-TR" sz="1600" dirty="0"/>
              <a:t> içeriğinin yolda değiştirilmediğini doğrulamak için gizli bir anahtarla oluşturulan kriptografik imzadır.</a:t>
            </a:r>
          </a:p>
          <a:p>
            <a:pPr lvl="0"/>
            <a:endParaRPr lang="tr-TR" sz="1600" dirty="0"/>
          </a:p>
        </p:txBody>
      </p:sp>
      <p:sp>
        <p:nvSpPr>
          <p:cNvPr id="2160" name="Google Shape;2160;p38">
            <a:extLst>
              <a:ext uri="{FF2B5EF4-FFF2-40B4-BE49-F238E27FC236}">
                <a16:creationId xmlns:a16="http://schemas.microsoft.com/office/drawing/2014/main" id="{C5077EE8-3C4A-2597-C297-50A514D54406}"/>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26</a:t>
            </a:fld>
            <a:endParaRPr lang="tr-TR" noProof="0" dirty="0"/>
          </a:p>
        </p:txBody>
      </p:sp>
    </p:spTree>
    <p:custDataLst>
      <p:tags r:id="rId1"/>
    </p:custDataLst>
    <p:extLst>
      <p:ext uri="{BB962C8B-B14F-4D97-AF65-F5344CB8AC3E}">
        <p14:creationId xmlns:p14="http://schemas.microsoft.com/office/powerpoint/2010/main" val="4029299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F475931A-B3FD-D3AF-335F-1EF6536C757D}"/>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C21487ED-7DFA-B85E-267E-4AC3735E4EBD}"/>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T - </a:t>
            </a:r>
            <a:r>
              <a:rPr lang="tr-TR" sz="3200" dirty="0" err="1"/>
              <a:t>Tampering</a:t>
            </a:r>
            <a:r>
              <a:rPr lang="tr-TR" sz="3200" dirty="0"/>
              <a:t> (Veri Kurcalama / Değiştirme)</a:t>
            </a:r>
            <a:endParaRPr lang="tr-TR" sz="3200" dirty="0">
              <a:effectLst/>
            </a:endParaRPr>
          </a:p>
        </p:txBody>
      </p:sp>
      <p:sp>
        <p:nvSpPr>
          <p:cNvPr id="2158" name="Google Shape;2158;p38">
            <a:extLst>
              <a:ext uri="{FF2B5EF4-FFF2-40B4-BE49-F238E27FC236}">
                <a16:creationId xmlns:a16="http://schemas.microsoft.com/office/drawing/2014/main" id="{012504A7-1C4C-D571-B29F-0973723A3AEA}"/>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Açıklama:</a:t>
            </a:r>
            <a:r>
              <a:rPr lang="tr-TR" sz="1600" dirty="0"/>
              <a:t> Ağ üzerinden iletilen veya </a:t>
            </a:r>
            <a:r>
              <a:rPr lang="tr-TR" sz="1600" dirty="0" err="1"/>
              <a:t>veritabanı</a:t>
            </a:r>
            <a:r>
              <a:rPr lang="tr-TR" sz="1600" dirty="0"/>
              <a:t>/dosya sisteminde saklanan verilerin yetkisiz kişilerce değiştirilmesidir.</a:t>
            </a:r>
          </a:p>
          <a:p>
            <a:pPr lvl="0">
              <a:buFont typeface="Wingdings" panose="05000000000000000000" pitchFamily="2" charset="2"/>
              <a:buChar char="§"/>
            </a:pPr>
            <a:r>
              <a:rPr lang="tr-TR" sz="1600" b="1" dirty="0"/>
              <a:t>İhlal Edilen İlke:</a:t>
            </a:r>
            <a:r>
              <a:rPr lang="tr-TR" sz="1600" dirty="0"/>
              <a:t> Veri Bütünlüğü (</a:t>
            </a:r>
            <a:r>
              <a:rPr lang="tr-TR" sz="1600" dirty="0" err="1"/>
              <a:t>Integrity</a:t>
            </a:r>
            <a:r>
              <a:rPr lang="tr-TR" sz="1600" dirty="0"/>
              <a:t>).</a:t>
            </a:r>
          </a:p>
          <a:p>
            <a:pPr lvl="0">
              <a:buFont typeface="Wingdings" panose="05000000000000000000" pitchFamily="2" charset="2"/>
              <a:buChar char="§"/>
            </a:pPr>
            <a:r>
              <a:rPr lang="tr-TR" sz="1600" b="1" dirty="0"/>
              <a:t>Örnek:</a:t>
            </a:r>
            <a:r>
              <a:rPr lang="tr-TR" sz="1600" dirty="0"/>
              <a:t> E-ticaret sitesinde sepet tutarının tarayıcı üzerinden 1000 TL yerine 1 TL olarak değiştirilip sunucuya gönderilmesi.</a:t>
            </a:r>
          </a:p>
          <a:p>
            <a:pPr lvl="0">
              <a:buFont typeface="Wingdings" panose="05000000000000000000" pitchFamily="2" charset="2"/>
              <a:buChar char="§"/>
            </a:pPr>
            <a:r>
              <a:rPr lang="tr-TR" sz="1600" b="1" dirty="0"/>
              <a:t>Önlem:</a:t>
            </a:r>
            <a:r>
              <a:rPr lang="tr-TR" sz="1600" dirty="0"/>
              <a:t> Dijital imzalar, mesaj doğrulama kodları (HMAC), TLS/HTTPS kullanımı, sunucu tarafında veri doğrulaması.</a:t>
            </a:r>
          </a:p>
        </p:txBody>
      </p:sp>
      <p:sp>
        <p:nvSpPr>
          <p:cNvPr id="2160" name="Google Shape;2160;p38">
            <a:extLst>
              <a:ext uri="{FF2B5EF4-FFF2-40B4-BE49-F238E27FC236}">
                <a16:creationId xmlns:a16="http://schemas.microsoft.com/office/drawing/2014/main" id="{0F2B70EB-1E08-679C-BB15-97D0A8ADB2C8}"/>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27</a:t>
            </a:fld>
            <a:endParaRPr lang="tr-TR" noProof="0" dirty="0"/>
          </a:p>
        </p:txBody>
      </p:sp>
    </p:spTree>
    <p:custDataLst>
      <p:tags r:id="rId1"/>
    </p:custDataLst>
    <p:extLst>
      <p:ext uri="{BB962C8B-B14F-4D97-AF65-F5344CB8AC3E}">
        <p14:creationId xmlns:p14="http://schemas.microsoft.com/office/powerpoint/2010/main" val="2292618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1236E8B8-ABE3-5B0B-63FF-4BAEE7A48B0F}"/>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094154FF-DAB7-2B3C-51DC-8EA09919FB8F}"/>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600" dirty="0"/>
              <a:t>R - </a:t>
            </a:r>
            <a:r>
              <a:rPr lang="tr-TR" sz="3600" dirty="0" err="1"/>
              <a:t>Repudiation</a:t>
            </a:r>
            <a:r>
              <a:rPr lang="tr-TR" sz="3600" dirty="0"/>
              <a:t> (İnkar Edilebilirlik)</a:t>
            </a:r>
            <a:endParaRPr lang="tr-TR" sz="3600" dirty="0">
              <a:effectLst/>
            </a:endParaRPr>
          </a:p>
        </p:txBody>
      </p:sp>
      <p:sp>
        <p:nvSpPr>
          <p:cNvPr id="2158" name="Google Shape;2158;p38">
            <a:extLst>
              <a:ext uri="{FF2B5EF4-FFF2-40B4-BE49-F238E27FC236}">
                <a16:creationId xmlns:a16="http://schemas.microsoft.com/office/drawing/2014/main" id="{AE8AB5E0-F2F4-1FBC-BC9D-CBF279757400}"/>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Açıklama:</a:t>
            </a:r>
            <a:r>
              <a:rPr lang="tr-TR" sz="1600" dirty="0"/>
              <a:t> Bir kullanıcının sistemde gerçekleştirdiği bir eylemi (örneğin veri silme veya para transferi) yaptığını reddetmesi ve sistemin aksini kanıtlayamaması durumudur.</a:t>
            </a:r>
          </a:p>
          <a:p>
            <a:pPr lvl="0">
              <a:buFont typeface="Wingdings" panose="05000000000000000000" pitchFamily="2" charset="2"/>
              <a:buChar char="§"/>
            </a:pPr>
            <a:r>
              <a:rPr lang="tr-TR" sz="1600" b="1" dirty="0"/>
              <a:t>İhlal Edilen İlke:</a:t>
            </a:r>
            <a:r>
              <a:rPr lang="tr-TR" sz="1600" dirty="0"/>
              <a:t> İnkar Edilemezlik (</a:t>
            </a:r>
            <a:r>
              <a:rPr lang="tr-TR" sz="1600" dirty="0" err="1"/>
              <a:t>Non-repudiation</a:t>
            </a:r>
            <a:r>
              <a:rPr lang="tr-TR" sz="1600" dirty="0"/>
              <a:t>).</a:t>
            </a:r>
          </a:p>
          <a:p>
            <a:pPr lvl="0">
              <a:buFont typeface="Wingdings" panose="05000000000000000000" pitchFamily="2" charset="2"/>
              <a:buChar char="§"/>
            </a:pPr>
            <a:r>
              <a:rPr lang="tr-TR" sz="1600" b="1" dirty="0"/>
              <a:t>Örnek:</a:t>
            </a:r>
            <a:r>
              <a:rPr lang="tr-TR" sz="1600" dirty="0"/>
              <a:t> Bir çalışmanın hassas bir dosyayı silip </a:t>
            </a:r>
            <a:r>
              <a:rPr lang="tr-TR" sz="1600" i="1" dirty="0"/>
              <a:t>"Bu işlemi ben yapmadım, sistem hatası"</a:t>
            </a:r>
            <a:r>
              <a:rPr lang="tr-TR" sz="1600" dirty="0"/>
              <a:t> demesi ve sistemde kimin yaptığını gösteren güvenli bir log bulunmaması.</a:t>
            </a:r>
          </a:p>
          <a:p>
            <a:pPr lvl="0">
              <a:buFont typeface="Wingdings" panose="05000000000000000000" pitchFamily="2" charset="2"/>
              <a:buChar char="§"/>
            </a:pPr>
            <a:r>
              <a:rPr lang="tr-TR" sz="1600" b="1" dirty="0"/>
              <a:t>Önlem:</a:t>
            </a:r>
            <a:r>
              <a:rPr lang="tr-TR" sz="1600" dirty="0"/>
              <a:t> Değiştirilemez ve merkezi denetim kayıtları (</a:t>
            </a:r>
            <a:r>
              <a:rPr lang="tr-TR" sz="1600" dirty="0" err="1"/>
              <a:t>Audit</a:t>
            </a:r>
            <a:r>
              <a:rPr lang="tr-TR" sz="1600" dirty="0"/>
              <a:t> </a:t>
            </a:r>
            <a:r>
              <a:rPr lang="tr-TR" sz="1600" dirty="0" err="1"/>
              <a:t>Logs</a:t>
            </a:r>
            <a:r>
              <a:rPr lang="tr-TR" sz="1600" dirty="0"/>
              <a:t>), dijital imzalı işlem geçmişleri.</a:t>
            </a:r>
          </a:p>
        </p:txBody>
      </p:sp>
      <p:sp>
        <p:nvSpPr>
          <p:cNvPr id="2160" name="Google Shape;2160;p38">
            <a:extLst>
              <a:ext uri="{FF2B5EF4-FFF2-40B4-BE49-F238E27FC236}">
                <a16:creationId xmlns:a16="http://schemas.microsoft.com/office/drawing/2014/main" id="{44680FB3-2BCA-20B5-39D7-ADCD321579B0}"/>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28</a:t>
            </a:fld>
            <a:endParaRPr lang="tr-TR" noProof="0" dirty="0"/>
          </a:p>
        </p:txBody>
      </p:sp>
    </p:spTree>
    <p:custDataLst>
      <p:tags r:id="rId1"/>
    </p:custDataLst>
    <p:extLst>
      <p:ext uri="{BB962C8B-B14F-4D97-AF65-F5344CB8AC3E}">
        <p14:creationId xmlns:p14="http://schemas.microsoft.com/office/powerpoint/2010/main" val="305826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2A451F0D-E4CD-53F2-8A33-6F58B5234460}"/>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88D0CD60-46BF-697F-A99C-0650922B842A}"/>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I - Information </a:t>
            </a:r>
            <a:r>
              <a:rPr lang="tr-TR" sz="3200" dirty="0" err="1"/>
              <a:t>Disclosure</a:t>
            </a:r>
            <a:r>
              <a:rPr lang="tr-TR" sz="3200" dirty="0"/>
              <a:t> (Bilgi İfşası / Sızıntısı)</a:t>
            </a:r>
            <a:endParaRPr lang="tr-TR" sz="3200" dirty="0">
              <a:effectLst/>
            </a:endParaRPr>
          </a:p>
        </p:txBody>
      </p:sp>
      <p:sp>
        <p:nvSpPr>
          <p:cNvPr id="2158" name="Google Shape;2158;p38">
            <a:extLst>
              <a:ext uri="{FF2B5EF4-FFF2-40B4-BE49-F238E27FC236}">
                <a16:creationId xmlns:a16="http://schemas.microsoft.com/office/drawing/2014/main" id="{02FD3E16-FE78-B299-0CC8-B6325805F114}"/>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Açıklama:</a:t>
            </a:r>
            <a:r>
              <a:rPr lang="tr-TR" sz="1600" dirty="0"/>
              <a:t> Gizli tutulması gereken hassas verilerin (şifreler, kişisel veriler, ticari sırlar) yetkisiz kişilerin erişimine açılmasıdır.</a:t>
            </a:r>
          </a:p>
          <a:p>
            <a:pPr lvl="0">
              <a:buFont typeface="Wingdings" panose="05000000000000000000" pitchFamily="2" charset="2"/>
              <a:buChar char="§"/>
            </a:pPr>
            <a:r>
              <a:rPr lang="tr-TR" sz="1600" b="1" dirty="0"/>
              <a:t>İhlal Edilen İlke:</a:t>
            </a:r>
            <a:r>
              <a:rPr lang="tr-TR" sz="1600" dirty="0"/>
              <a:t> Gizlilik (</a:t>
            </a:r>
            <a:r>
              <a:rPr lang="tr-TR" sz="1600" dirty="0" err="1"/>
              <a:t>Confidentiality</a:t>
            </a:r>
            <a:r>
              <a:rPr lang="tr-TR" sz="1600" dirty="0"/>
              <a:t>).</a:t>
            </a:r>
          </a:p>
          <a:p>
            <a:pPr lvl="0">
              <a:buFont typeface="Wingdings" panose="05000000000000000000" pitchFamily="2" charset="2"/>
              <a:buChar char="§"/>
            </a:pPr>
            <a:r>
              <a:rPr lang="tr-TR" sz="1600" b="1" dirty="0"/>
              <a:t>Örnek:</a:t>
            </a:r>
            <a:r>
              <a:rPr lang="tr-TR" sz="1600" dirty="0"/>
              <a:t> </a:t>
            </a:r>
            <a:r>
              <a:rPr lang="tr-TR" sz="1600" dirty="0" err="1"/>
              <a:t>Veritabanındaki</a:t>
            </a:r>
            <a:r>
              <a:rPr lang="tr-TR" sz="1600" dirty="0"/>
              <a:t> kullanıcı şifrelerinin veya TCKN bilgilerinin açık metin (</a:t>
            </a:r>
            <a:r>
              <a:rPr lang="tr-TR" sz="1600" dirty="0" err="1"/>
              <a:t>plain</a:t>
            </a:r>
            <a:r>
              <a:rPr lang="tr-TR" sz="1600" dirty="0"/>
              <a:t> </a:t>
            </a:r>
            <a:r>
              <a:rPr lang="tr-TR" sz="1600" dirty="0" err="1"/>
              <a:t>text</a:t>
            </a:r>
            <a:r>
              <a:rPr lang="tr-TR" sz="1600" dirty="0"/>
              <a:t>) olarak saklanması ve dışarı sızması.</a:t>
            </a:r>
          </a:p>
          <a:p>
            <a:pPr lvl="0">
              <a:buFont typeface="Wingdings" panose="05000000000000000000" pitchFamily="2" charset="2"/>
              <a:buChar char="§"/>
            </a:pPr>
            <a:r>
              <a:rPr lang="tr-TR" sz="1600" b="1" dirty="0"/>
              <a:t>Önlem:</a:t>
            </a:r>
            <a:r>
              <a:rPr lang="tr-TR" sz="1600" dirty="0"/>
              <a:t> Veri şifreleme (AES, TLS), hassas verilerin maskelenmesi, katı erişim kontrolü.</a:t>
            </a:r>
          </a:p>
        </p:txBody>
      </p:sp>
      <p:sp>
        <p:nvSpPr>
          <p:cNvPr id="2160" name="Google Shape;2160;p38">
            <a:extLst>
              <a:ext uri="{FF2B5EF4-FFF2-40B4-BE49-F238E27FC236}">
                <a16:creationId xmlns:a16="http://schemas.microsoft.com/office/drawing/2014/main" id="{07C8461A-4441-2E79-9414-3FB7C8B5E6B4}"/>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29</a:t>
            </a:fld>
            <a:endParaRPr lang="tr-TR" noProof="0" dirty="0"/>
          </a:p>
        </p:txBody>
      </p:sp>
    </p:spTree>
    <p:custDataLst>
      <p:tags r:id="rId1"/>
    </p:custDataLst>
    <p:extLst>
      <p:ext uri="{BB962C8B-B14F-4D97-AF65-F5344CB8AC3E}">
        <p14:creationId xmlns:p14="http://schemas.microsoft.com/office/powerpoint/2010/main" val="2572739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4C363774-5BEC-F0DC-2F17-8E352CEFD87B}"/>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5B3630E-A924-1DAE-EF5C-D24C4550946B}"/>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D - </a:t>
            </a:r>
            <a:r>
              <a:rPr lang="tr-TR" sz="3200" dirty="0" err="1"/>
              <a:t>Denial</a:t>
            </a:r>
            <a:r>
              <a:rPr lang="tr-TR" sz="3200" dirty="0"/>
              <a:t> of Service (Hizmet Engelleme - </a:t>
            </a:r>
            <a:r>
              <a:rPr lang="tr-TR" sz="3200" dirty="0" err="1"/>
              <a:t>DoS</a:t>
            </a:r>
            <a:r>
              <a:rPr lang="tr-TR" sz="3200" dirty="0"/>
              <a:t>)</a:t>
            </a:r>
            <a:endParaRPr lang="tr-TR" sz="3200" dirty="0">
              <a:effectLst/>
            </a:endParaRPr>
          </a:p>
        </p:txBody>
      </p:sp>
      <p:sp>
        <p:nvSpPr>
          <p:cNvPr id="2158" name="Google Shape;2158;p38">
            <a:extLst>
              <a:ext uri="{FF2B5EF4-FFF2-40B4-BE49-F238E27FC236}">
                <a16:creationId xmlns:a16="http://schemas.microsoft.com/office/drawing/2014/main" id="{24351A95-6AFD-E5B7-C132-945EA9E144FC}"/>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Açıklama:</a:t>
            </a:r>
            <a:r>
              <a:rPr lang="tr-TR" sz="1600" dirty="0"/>
              <a:t> Sistemin, sunucuların veya ağın aşırı yüklenerek meşru kullanıcıların hizmete erişemez hale getirilmesidir.</a:t>
            </a:r>
          </a:p>
          <a:p>
            <a:pPr lvl="0">
              <a:buFont typeface="Wingdings" panose="05000000000000000000" pitchFamily="2" charset="2"/>
              <a:buChar char="§"/>
            </a:pPr>
            <a:r>
              <a:rPr lang="tr-TR" sz="1600" b="1" dirty="0"/>
              <a:t>İhlal Edilen İlke:</a:t>
            </a:r>
            <a:r>
              <a:rPr lang="tr-TR" sz="1600" dirty="0"/>
              <a:t> Erişilebilirlik (</a:t>
            </a:r>
            <a:r>
              <a:rPr lang="tr-TR" sz="1600" dirty="0" err="1"/>
              <a:t>Availability</a:t>
            </a:r>
            <a:r>
              <a:rPr lang="tr-TR" sz="1600" dirty="0"/>
              <a:t>).</a:t>
            </a:r>
          </a:p>
          <a:p>
            <a:pPr lvl="0">
              <a:buFont typeface="Wingdings" panose="05000000000000000000" pitchFamily="2" charset="2"/>
              <a:buChar char="§"/>
            </a:pPr>
            <a:r>
              <a:rPr lang="tr-TR" sz="1600" b="1" dirty="0"/>
              <a:t>Örnek:</a:t>
            </a:r>
            <a:r>
              <a:rPr lang="tr-TR" sz="1600" dirty="0"/>
              <a:t> Bir web sitesine aynı anda yüz binlerce sahte istek gönderilerek (</a:t>
            </a:r>
            <a:r>
              <a:rPr lang="tr-TR" sz="1600" dirty="0" err="1"/>
              <a:t>DDoS</a:t>
            </a:r>
            <a:r>
              <a:rPr lang="tr-TR" sz="1600" dirty="0"/>
              <a:t>) sunucunun kilitlenmesi.</a:t>
            </a:r>
          </a:p>
          <a:p>
            <a:pPr lvl="0">
              <a:buFont typeface="Wingdings" panose="05000000000000000000" pitchFamily="2" charset="2"/>
              <a:buChar char="§"/>
            </a:pPr>
            <a:r>
              <a:rPr lang="tr-TR" sz="1600" b="1" dirty="0"/>
              <a:t>Önlem:</a:t>
            </a:r>
            <a:r>
              <a:rPr lang="tr-TR" sz="1600" dirty="0"/>
              <a:t> Rate </a:t>
            </a:r>
            <a:r>
              <a:rPr lang="tr-TR" sz="1600" dirty="0" err="1"/>
              <a:t>limiting</a:t>
            </a:r>
            <a:r>
              <a:rPr lang="tr-TR" sz="1600" dirty="0"/>
              <a:t> (istek sınırlama), WAF (Web Application Firewall), yük dengeleyiciler (</a:t>
            </a:r>
            <a:r>
              <a:rPr lang="tr-TR" sz="1600" dirty="0" err="1"/>
              <a:t>Load</a:t>
            </a:r>
            <a:r>
              <a:rPr lang="tr-TR" sz="1600" dirty="0"/>
              <a:t> </a:t>
            </a:r>
            <a:r>
              <a:rPr lang="tr-TR" sz="1600" dirty="0" err="1"/>
              <a:t>Balancer</a:t>
            </a:r>
            <a:r>
              <a:rPr lang="tr-TR" sz="1600" dirty="0"/>
              <a:t>).</a:t>
            </a:r>
          </a:p>
        </p:txBody>
      </p:sp>
      <p:sp>
        <p:nvSpPr>
          <p:cNvPr id="2160" name="Google Shape;2160;p38">
            <a:extLst>
              <a:ext uri="{FF2B5EF4-FFF2-40B4-BE49-F238E27FC236}">
                <a16:creationId xmlns:a16="http://schemas.microsoft.com/office/drawing/2014/main" id="{30F63DEC-0B9A-CBEA-D980-0546C14848CE}"/>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30</a:t>
            </a:fld>
            <a:endParaRPr lang="tr-TR" noProof="0" dirty="0"/>
          </a:p>
        </p:txBody>
      </p:sp>
    </p:spTree>
    <p:custDataLst>
      <p:tags r:id="rId1"/>
    </p:custDataLst>
    <p:extLst>
      <p:ext uri="{BB962C8B-B14F-4D97-AF65-F5344CB8AC3E}">
        <p14:creationId xmlns:p14="http://schemas.microsoft.com/office/powerpoint/2010/main" val="552291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57BF54DE-67B6-50C4-F614-6B916BC3314B}"/>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C23AD146-CADB-FD60-EB25-29268362390A}"/>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E - </a:t>
            </a:r>
            <a:r>
              <a:rPr lang="tr-TR" sz="3200" dirty="0" err="1"/>
              <a:t>Elevation</a:t>
            </a:r>
            <a:r>
              <a:rPr lang="tr-TR" sz="3200" dirty="0"/>
              <a:t> of </a:t>
            </a:r>
            <a:r>
              <a:rPr lang="tr-TR" sz="3200" dirty="0" err="1"/>
              <a:t>Privilege</a:t>
            </a:r>
            <a:r>
              <a:rPr lang="tr-TR" sz="3200" dirty="0"/>
              <a:t> (Yetki Yükseltme)</a:t>
            </a:r>
            <a:endParaRPr lang="tr-TR" sz="3200" dirty="0">
              <a:effectLst/>
            </a:endParaRPr>
          </a:p>
        </p:txBody>
      </p:sp>
      <p:sp>
        <p:nvSpPr>
          <p:cNvPr id="2158" name="Google Shape;2158;p38">
            <a:extLst>
              <a:ext uri="{FF2B5EF4-FFF2-40B4-BE49-F238E27FC236}">
                <a16:creationId xmlns:a16="http://schemas.microsoft.com/office/drawing/2014/main" id="{EB0E5D63-D7CB-A197-2C2B-33EB557FFE6D}"/>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Açıklama:</a:t>
            </a:r>
            <a:r>
              <a:rPr lang="tr-TR" sz="1600" dirty="0"/>
              <a:t> Düşük yetkili bir kullanıcının (örneğin standart bir üye), sistemdeki yazılım zafiyetlerini kullanarak sistem yöneticisi (admin/</a:t>
            </a:r>
            <a:r>
              <a:rPr lang="tr-TR" sz="1600" dirty="0" err="1"/>
              <a:t>root</a:t>
            </a:r>
            <a:r>
              <a:rPr lang="tr-TR" sz="1600" dirty="0"/>
              <a:t>) yetkilerine ulaşmasıdır.</a:t>
            </a:r>
          </a:p>
          <a:p>
            <a:pPr lvl="0">
              <a:buFont typeface="Wingdings" panose="05000000000000000000" pitchFamily="2" charset="2"/>
              <a:buChar char="§"/>
            </a:pPr>
            <a:r>
              <a:rPr lang="tr-TR" sz="1600" b="1" dirty="0"/>
              <a:t>İhlal Edilen İlke:</a:t>
            </a:r>
            <a:r>
              <a:rPr lang="tr-TR" sz="1600" dirty="0"/>
              <a:t> Yetkilendirme (</a:t>
            </a:r>
            <a:r>
              <a:rPr lang="tr-TR" sz="1600" dirty="0" err="1"/>
              <a:t>Authorization</a:t>
            </a:r>
            <a:r>
              <a:rPr lang="tr-TR" sz="1600" dirty="0"/>
              <a:t>).</a:t>
            </a:r>
          </a:p>
          <a:p>
            <a:pPr lvl="0">
              <a:buFont typeface="Wingdings" panose="05000000000000000000" pitchFamily="2" charset="2"/>
              <a:buChar char="§"/>
            </a:pPr>
            <a:r>
              <a:rPr lang="tr-TR" sz="1600" b="1" dirty="0"/>
              <a:t>Örnek:</a:t>
            </a:r>
            <a:r>
              <a:rPr lang="tr-TR" sz="1600" dirty="0"/>
              <a:t> Normal bir kullanıcının URL'deki </a:t>
            </a:r>
            <a:r>
              <a:rPr lang="tr-TR" sz="1600" dirty="0" err="1"/>
              <a:t>user_id</a:t>
            </a:r>
            <a:r>
              <a:rPr lang="tr-TR" sz="1600" dirty="0"/>
              <a:t>=5 parametresini admin olarak değiştirip yönetim paneline erişebilmesi.</a:t>
            </a:r>
          </a:p>
          <a:p>
            <a:pPr lvl="0">
              <a:buFont typeface="Wingdings" panose="05000000000000000000" pitchFamily="2" charset="2"/>
              <a:buChar char="§"/>
            </a:pPr>
            <a:r>
              <a:rPr lang="tr-TR" sz="1600" b="1" dirty="0"/>
              <a:t>Önlem:</a:t>
            </a:r>
            <a:r>
              <a:rPr lang="tr-TR" sz="1600" dirty="0"/>
              <a:t> Rol tabanlı erişim kontrolü (RBAC), En Az Yetki Prensibi (</a:t>
            </a:r>
            <a:r>
              <a:rPr lang="tr-TR" sz="1600" dirty="0" err="1"/>
              <a:t>Least</a:t>
            </a:r>
            <a:r>
              <a:rPr lang="tr-TR" sz="1600" dirty="0"/>
              <a:t> </a:t>
            </a:r>
            <a:r>
              <a:rPr lang="tr-TR" sz="1600" dirty="0" err="1"/>
              <a:t>Privilege</a:t>
            </a:r>
            <a:r>
              <a:rPr lang="tr-TR" sz="1600" dirty="0"/>
              <a:t>), kod seviyesinde yetki denetimleri.</a:t>
            </a:r>
          </a:p>
        </p:txBody>
      </p:sp>
      <p:sp>
        <p:nvSpPr>
          <p:cNvPr id="2160" name="Google Shape;2160;p38">
            <a:extLst>
              <a:ext uri="{FF2B5EF4-FFF2-40B4-BE49-F238E27FC236}">
                <a16:creationId xmlns:a16="http://schemas.microsoft.com/office/drawing/2014/main" id="{9B7A14D9-2B62-B369-3912-54D971070312}"/>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31</a:t>
            </a:fld>
            <a:endParaRPr lang="tr-TR" noProof="0" dirty="0"/>
          </a:p>
        </p:txBody>
      </p:sp>
    </p:spTree>
    <p:custDataLst>
      <p:tags r:id="rId1"/>
    </p:custDataLst>
    <p:extLst>
      <p:ext uri="{BB962C8B-B14F-4D97-AF65-F5344CB8AC3E}">
        <p14:creationId xmlns:p14="http://schemas.microsoft.com/office/powerpoint/2010/main" val="11337155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08D4AE6F-BE08-4BEB-26B9-8CC45A360AC6}"/>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3CF339EC-2803-A49E-C138-C9A4E10D2F04}"/>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STRIDE Ne Zaman ve Nasıl Kullanılır?</a:t>
            </a:r>
            <a:endParaRPr lang="tr-TR" sz="3200" dirty="0">
              <a:effectLst/>
            </a:endParaRPr>
          </a:p>
        </p:txBody>
      </p:sp>
      <p:sp>
        <p:nvSpPr>
          <p:cNvPr id="2158" name="Google Shape;2158;p38">
            <a:extLst>
              <a:ext uri="{FF2B5EF4-FFF2-40B4-BE49-F238E27FC236}">
                <a16:creationId xmlns:a16="http://schemas.microsoft.com/office/drawing/2014/main" id="{ECACF255-9443-1399-0808-482D678C968F}"/>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600" dirty="0"/>
              <a:t>STRIDE genellikle </a:t>
            </a:r>
            <a:r>
              <a:rPr lang="tr-TR" sz="1600" b="1" dirty="0"/>
              <a:t>S-</a:t>
            </a:r>
            <a:r>
              <a:rPr lang="tr-TR" sz="1600" b="1" dirty="0" err="1"/>
              <a:t>SDLC'nin</a:t>
            </a:r>
            <a:r>
              <a:rPr lang="tr-TR" sz="1600" b="1" dirty="0"/>
              <a:t> (Güvenli Yazılım Yaşam Döngüsü) Tasarım/Mimari aşamasında</a:t>
            </a:r>
            <a:r>
              <a:rPr lang="tr-TR" sz="1600" dirty="0"/>
              <a:t> kullanılır.</a:t>
            </a:r>
          </a:p>
          <a:p>
            <a:pPr marL="76200" indent="0">
              <a:buNone/>
            </a:pPr>
            <a:endParaRPr lang="tr-TR" sz="1600" dirty="0"/>
          </a:p>
          <a:p>
            <a:pPr lvl="0">
              <a:buFont typeface="Wingdings" panose="05000000000000000000" pitchFamily="2" charset="2"/>
              <a:buChar char="§"/>
            </a:pPr>
            <a:r>
              <a:rPr lang="tr-TR" sz="1600" dirty="0"/>
              <a:t>Sistem mimarisi ve veri akış diyagramları (DFD) çıkarılır.</a:t>
            </a:r>
          </a:p>
          <a:p>
            <a:pPr lvl="0">
              <a:buFont typeface="Wingdings" panose="05000000000000000000" pitchFamily="2" charset="2"/>
              <a:buChar char="§"/>
            </a:pPr>
            <a:r>
              <a:rPr lang="tr-TR" sz="1600" dirty="0"/>
              <a:t>Mimarideki her bir veri deposu, süreç, aktarım hattı ve aktör (kullanıcı/servis) için </a:t>
            </a:r>
            <a:r>
              <a:rPr lang="tr-TR" sz="1600" b="1" dirty="0"/>
              <a:t>"Burada STRIDE tehditlerinden hangileri oluşabilir?"</a:t>
            </a:r>
            <a:r>
              <a:rPr lang="tr-TR" sz="1600" dirty="0"/>
              <a:t> sorusu sorulur.</a:t>
            </a:r>
          </a:p>
          <a:p>
            <a:pPr lvl="0">
              <a:buFont typeface="Wingdings" panose="05000000000000000000" pitchFamily="2" charset="2"/>
              <a:buChar char="§"/>
            </a:pPr>
            <a:r>
              <a:rPr lang="tr-TR" sz="1600" dirty="0"/>
              <a:t>Tespit edilen tehditlere göre kodlama başlamadan önce gerekli güvenlik önlemleri mimariye eklenir.</a:t>
            </a:r>
          </a:p>
        </p:txBody>
      </p:sp>
      <p:sp>
        <p:nvSpPr>
          <p:cNvPr id="2160" name="Google Shape;2160;p38">
            <a:extLst>
              <a:ext uri="{FF2B5EF4-FFF2-40B4-BE49-F238E27FC236}">
                <a16:creationId xmlns:a16="http://schemas.microsoft.com/office/drawing/2014/main" id="{DCF54536-ED4F-2321-0F50-62EE7B8BFF63}"/>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32</a:t>
            </a:fld>
            <a:endParaRPr lang="tr-TR" noProof="0" dirty="0"/>
          </a:p>
        </p:txBody>
      </p:sp>
    </p:spTree>
    <p:custDataLst>
      <p:tags r:id="rId1"/>
    </p:custDataLst>
    <p:extLst>
      <p:ext uri="{BB962C8B-B14F-4D97-AF65-F5344CB8AC3E}">
        <p14:creationId xmlns:p14="http://schemas.microsoft.com/office/powerpoint/2010/main" val="32322566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13">
          <a:extLst>
            <a:ext uri="{FF2B5EF4-FFF2-40B4-BE49-F238E27FC236}">
              <a16:creationId xmlns:a16="http://schemas.microsoft.com/office/drawing/2014/main" id="{D9306D1B-7973-46DA-4288-E69728CEAD2B}"/>
            </a:ext>
          </a:extLst>
        </p:cNvPr>
        <p:cNvGrpSpPr/>
        <p:nvPr/>
      </p:nvGrpSpPr>
      <p:grpSpPr>
        <a:xfrm>
          <a:off x="0" y="0"/>
          <a:ext cx="0" cy="0"/>
          <a:chOff x="0" y="0"/>
          <a:chExt cx="0" cy="0"/>
        </a:xfrm>
      </p:grpSpPr>
      <p:sp>
        <p:nvSpPr>
          <p:cNvPr id="1914" name="Google Shape;1914;p16">
            <a:extLst>
              <a:ext uri="{FF2B5EF4-FFF2-40B4-BE49-F238E27FC236}">
                <a16:creationId xmlns:a16="http://schemas.microsoft.com/office/drawing/2014/main" id="{673EB67F-87F8-03BC-F4B5-E6315CBF1C87}"/>
              </a:ext>
            </a:extLst>
          </p:cNvPr>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p>
            <a:r>
              <a:rPr lang="tr-TR" sz="3600" b="1" dirty="0"/>
              <a:t>PASTA (Saldırı Simülasyonu ve Tehdit Analizi Süreci)</a:t>
            </a:r>
            <a:endParaRPr lang="tr-TR" sz="3600" b="1" dirty="0">
              <a:effectLst/>
            </a:endParaRPr>
          </a:p>
        </p:txBody>
      </p:sp>
      <p:sp>
        <p:nvSpPr>
          <p:cNvPr id="1915" name="Google Shape;1915;p16">
            <a:extLst>
              <a:ext uri="{FF2B5EF4-FFF2-40B4-BE49-F238E27FC236}">
                <a16:creationId xmlns:a16="http://schemas.microsoft.com/office/drawing/2014/main" id="{8A75855C-20BE-E068-A513-A2E59026AC3F}"/>
              </a:ext>
            </a:extLst>
          </p:cNvPr>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p>
            <a:r>
              <a:rPr lang="tr-TR" sz="2800" b="1" dirty="0" err="1">
                <a:solidFill>
                  <a:schemeClr val="tx1"/>
                </a:solidFill>
                <a:latin typeface="Amatic SC" panose="00000500000000000000" pitchFamily="2" charset="-79"/>
                <a:cs typeface="Amatic SC" panose="00000500000000000000" pitchFamily="2" charset="-79"/>
              </a:rPr>
              <a:t>Process</a:t>
            </a:r>
            <a:r>
              <a:rPr lang="tr-TR" sz="2800" b="1" dirty="0">
                <a:solidFill>
                  <a:schemeClr val="tx1"/>
                </a:solidFill>
                <a:latin typeface="Amatic SC" panose="00000500000000000000" pitchFamily="2" charset="-79"/>
                <a:cs typeface="Amatic SC" panose="00000500000000000000" pitchFamily="2" charset="-79"/>
              </a:rPr>
              <a:t> </a:t>
            </a:r>
            <a:r>
              <a:rPr lang="tr-TR" sz="2800" b="1" dirty="0" err="1">
                <a:solidFill>
                  <a:schemeClr val="tx1"/>
                </a:solidFill>
                <a:latin typeface="Amatic SC" panose="00000500000000000000" pitchFamily="2" charset="-79"/>
                <a:cs typeface="Amatic SC" panose="00000500000000000000" pitchFamily="2" charset="-79"/>
              </a:rPr>
              <a:t>for</a:t>
            </a:r>
            <a:r>
              <a:rPr lang="tr-TR" sz="2800" b="1" dirty="0">
                <a:solidFill>
                  <a:schemeClr val="tx1"/>
                </a:solidFill>
                <a:latin typeface="Amatic SC" panose="00000500000000000000" pitchFamily="2" charset="-79"/>
                <a:cs typeface="Amatic SC" panose="00000500000000000000" pitchFamily="2" charset="-79"/>
              </a:rPr>
              <a:t> Attack </a:t>
            </a:r>
            <a:r>
              <a:rPr lang="tr-TR" sz="2800" b="1" dirty="0" err="1">
                <a:solidFill>
                  <a:schemeClr val="tx1"/>
                </a:solidFill>
                <a:latin typeface="Amatic SC" panose="00000500000000000000" pitchFamily="2" charset="-79"/>
                <a:cs typeface="Amatic SC" panose="00000500000000000000" pitchFamily="2" charset="-79"/>
              </a:rPr>
              <a:t>Simulation</a:t>
            </a:r>
            <a:r>
              <a:rPr lang="tr-TR" sz="2800" b="1" dirty="0">
                <a:solidFill>
                  <a:schemeClr val="tx1"/>
                </a:solidFill>
                <a:latin typeface="Amatic SC" panose="00000500000000000000" pitchFamily="2" charset="-79"/>
                <a:cs typeface="Amatic SC" panose="00000500000000000000" pitchFamily="2" charset="-79"/>
              </a:rPr>
              <a:t> </a:t>
            </a:r>
            <a:r>
              <a:rPr lang="tr-TR" sz="2800" b="1" dirty="0" err="1">
                <a:solidFill>
                  <a:schemeClr val="tx1"/>
                </a:solidFill>
                <a:latin typeface="Amatic SC" panose="00000500000000000000" pitchFamily="2" charset="-79"/>
                <a:cs typeface="Amatic SC" panose="00000500000000000000" pitchFamily="2" charset="-79"/>
              </a:rPr>
              <a:t>and</a:t>
            </a:r>
            <a:r>
              <a:rPr lang="tr-TR" sz="2800" b="1" dirty="0">
                <a:solidFill>
                  <a:schemeClr val="tx1"/>
                </a:solidFill>
                <a:latin typeface="Amatic SC" panose="00000500000000000000" pitchFamily="2" charset="-79"/>
                <a:cs typeface="Amatic SC" panose="00000500000000000000" pitchFamily="2" charset="-79"/>
              </a:rPr>
              <a:t> </a:t>
            </a:r>
            <a:r>
              <a:rPr lang="tr-TR" sz="2800" b="1" dirty="0" err="1">
                <a:solidFill>
                  <a:schemeClr val="tx1"/>
                </a:solidFill>
                <a:latin typeface="Amatic SC" panose="00000500000000000000" pitchFamily="2" charset="-79"/>
                <a:cs typeface="Amatic SC" panose="00000500000000000000" pitchFamily="2" charset="-79"/>
              </a:rPr>
              <a:t>Threat</a:t>
            </a:r>
            <a:r>
              <a:rPr lang="tr-TR" sz="2800" b="1" dirty="0">
                <a:solidFill>
                  <a:schemeClr val="tx1"/>
                </a:solidFill>
                <a:latin typeface="Amatic SC" panose="00000500000000000000" pitchFamily="2" charset="-79"/>
                <a:cs typeface="Amatic SC" panose="00000500000000000000" pitchFamily="2" charset="-79"/>
              </a:rPr>
              <a:t> Analysis</a:t>
            </a:r>
            <a:endParaRPr lang="tr-TR" sz="2800" b="1" dirty="0">
              <a:solidFill>
                <a:schemeClr val="tx1"/>
              </a:solidFill>
              <a:effectLst/>
              <a:latin typeface="Amatic SC" panose="00000500000000000000" pitchFamily="2" charset="-79"/>
              <a:cs typeface="Amatic SC" panose="00000500000000000000" pitchFamily="2" charset="-79"/>
            </a:endParaRPr>
          </a:p>
        </p:txBody>
      </p:sp>
      <p:sp>
        <p:nvSpPr>
          <p:cNvPr id="1916" name="Google Shape;1916;p16">
            <a:extLst>
              <a:ext uri="{FF2B5EF4-FFF2-40B4-BE49-F238E27FC236}">
                <a16:creationId xmlns:a16="http://schemas.microsoft.com/office/drawing/2014/main" id="{9873CAD6-58F2-C495-E1C0-DD6809D62BA3}"/>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33</a:t>
            </a:fld>
            <a:endParaRPr/>
          </a:p>
        </p:txBody>
      </p:sp>
    </p:spTree>
    <p:custDataLst>
      <p:tags r:id="rId1"/>
    </p:custDataLst>
    <p:extLst>
      <p:ext uri="{BB962C8B-B14F-4D97-AF65-F5344CB8AC3E}">
        <p14:creationId xmlns:p14="http://schemas.microsoft.com/office/powerpoint/2010/main" val="19180244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FDD57D7A-AA61-5B72-AD39-EF71CDC1F54E}"/>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75C1ECC-EE95-206F-EB0E-4533D5169B6B}"/>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STRIDE Ne Zaman ve Nasıl Kullanılır?</a:t>
            </a:r>
            <a:endParaRPr lang="tr-TR" sz="3200" dirty="0">
              <a:effectLst/>
            </a:endParaRPr>
          </a:p>
        </p:txBody>
      </p:sp>
      <p:sp>
        <p:nvSpPr>
          <p:cNvPr id="2158" name="Google Shape;2158;p38">
            <a:extLst>
              <a:ext uri="{FF2B5EF4-FFF2-40B4-BE49-F238E27FC236}">
                <a16:creationId xmlns:a16="http://schemas.microsoft.com/office/drawing/2014/main" id="{01DB44DD-856C-AFD8-6AF3-2C20CC60EF0E}"/>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600" dirty="0"/>
              <a:t>PASTA, </a:t>
            </a:r>
            <a:r>
              <a:rPr lang="tr-TR" sz="1600" dirty="0" err="1"/>
              <a:t>Process</a:t>
            </a:r>
            <a:r>
              <a:rPr lang="tr-TR" sz="1600" dirty="0"/>
              <a:t> </a:t>
            </a:r>
            <a:r>
              <a:rPr lang="tr-TR" sz="1600" dirty="0" err="1"/>
              <a:t>for</a:t>
            </a:r>
            <a:r>
              <a:rPr lang="tr-TR" sz="1600" dirty="0"/>
              <a:t> Attack </a:t>
            </a:r>
            <a:r>
              <a:rPr lang="tr-TR" sz="1600" dirty="0" err="1"/>
              <a:t>Simulation</a:t>
            </a:r>
            <a:r>
              <a:rPr lang="tr-TR" sz="1600" dirty="0"/>
              <a:t> </a:t>
            </a:r>
            <a:r>
              <a:rPr lang="tr-TR" sz="1600" dirty="0" err="1"/>
              <a:t>and</a:t>
            </a:r>
            <a:r>
              <a:rPr lang="tr-TR" sz="1600" dirty="0"/>
              <a:t> </a:t>
            </a:r>
            <a:r>
              <a:rPr lang="tr-TR" sz="1600" dirty="0" err="1"/>
              <a:t>Threat</a:t>
            </a:r>
            <a:r>
              <a:rPr lang="tr-TR" sz="1600" dirty="0"/>
              <a:t> Analysis (Saldırı Simülasyonu ve Tehdit Analizi Süreci) anlamına gelen bir tehdit modelleme metodolojisidir.</a:t>
            </a:r>
          </a:p>
          <a:p>
            <a:pPr>
              <a:buFont typeface="Wingdings" panose="05000000000000000000" pitchFamily="2" charset="2"/>
              <a:buChar char="§"/>
            </a:pPr>
            <a:endParaRPr lang="tr-TR" sz="1600" dirty="0"/>
          </a:p>
          <a:p>
            <a:pPr marL="76200" indent="0">
              <a:buNone/>
            </a:pPr>
            <a:r>
              <a:rPr lang="tr-TR" sz="1600" b="1" dirty="0"/>
              <a:t>Ne İşe Yarar?</a:t>
            </a:r>
          </a:p>
          <a:p>
            <a:pPr>
              <a:buFont typeface="Wingdings" panose="05000000000000000000" pitchFamily="2" charset="2"/>
              <a:buChar char="§"/>
            </a:pPr>
            <a:r>
              <a:rPr lang="tr-TR" sz="1600" dirty="0"/>
              <a:t>PASTA, yazılım veya sistemlere yönelik potansiyel saldırıları sistematik olarak analiz etmek ve riskleri iş/işletme perspektifinden değerlendirmek için kullanılan </a:t>
            </a:r>
            <a:r>
              <a:rPr lang="tr-TR" sz="1600" b="1" dirty="0"/>
              <a:t>risk-odaklı</a:t>
            </a:r>
            <a:r>
              <a:rPr lang="tr-TR" sz="1600" dirty="0"/>
              <a:t> (risk-</a:t>
            </a:r>
            <a:r>
              <a:rPr lang="tr-TR" sz="1600" dirty="0" err="1"/>
              <a:t>centric</a:t>
            </a:r>
            <a:r>
              <a:rPr lang="tr-TR" sz="1600" dirty="0"/>
              <a:t>) bir yaklaşımdır. </a:t>
            </a:r>
          </a:p>
          <a:p>
            <a:pPr>
              <a:buFont typeface="Wingdings" panose="05000000000000000000" pitchFamily="2" charset="2"/>
              <a:buChar char="§"/>
            </a:pPr>
            <a:r>
              <a:rPr lang="tr-TR" sz="1600" dirty="0"/>
              <a:t>Özellikle S-</a:t>
            </a:r>
            <a:r>
              <a:rPr lang="tr-TR" sz="1600" dirty="0" err="1"/>
              <a:t>SDLC’nin</a:t>
            </a:r>
            <a:r>
              <a:rPr lang="tr-TR" sz="1600" dirty="0"/>
              <a:t> </a:t>
            </a:r>
            <a:r>
              <a:rPr lang="tr-TR" sz="1600" b="1" dirty="0"/>
              <a:t>Tasarım</a:t>
            </a:r>
            <a:r>
              <a:rPr lang="tr-TR" sz="1600" dirty="0"/>
              <a:t> aşamasında kullanılır.</a:t>
            </a:r>
          </a:p>
          <a:p>
            <a:pPr>
              <a:buFont typeface="Wingdings" panose="05000000000000000000" pitchFamily="2" charset="2"/>
              <a:buChar char="§"/>
            </a:pPr>
            <a:endParaRPr lang="tr-TR" sz="1600" dirty="0">
              <a:effectLst/>
            </a:endParaRPr>
          </a:p>
        </p:txBody>
      </p:sp>
      <p:sp>
        <p:nvSpPr>
          <p:cNvPr id="2160" name="Google Shape;2160;p38">
            <a:extLst>
              <a:ext uri="{FF2B5EF4-FFF2-40B4-BE49-F238E27FC236}">
                <a16:creationId xmlns:a16="http://schemas.microsoft.com/office/drawing/2014/main" id="{CA78EFAD-0778-EF08-7196-5D98EF0335C8}"/>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34</a:t>
            </a:fld>
            <a:endParaRPr lang="tr-TR" noProof="0" dirty="0"/>
          </a:p>
        </p:txBody>
      </p:sp>
    </p:spTree>
    <p:custDataLst>
      <p:tags r:id="rId1"/>
    </p:custDataLst>
    <p:extLst>
      <p:ext uri="{BB962C8B-B14F-4D97-AF65-F5344CB8AC3E}">
        <p14:creationId xmlns:p14="http://schemas.microsoft.com/office/powerpoint/2010/main" val="1281624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0CEB0EF5-94E1-7FF2-6DBE-4E741C679275}"/>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8D065B3F-8693-78A3-2A61-C01E7CEBC276}"/>
              </a:ext>
            </a:extLst>
          </p:cNvPr>
          <p:cNvSpPr txBox="1">
            <a:spLocks noGrp="1"/>
          </p:cNvSpPr>
          <p:nvPr>
            <p:ph type="title"/>
          </p:nvPr>
        </p:nvSpPr>
        <p:spPr>
          <a:xfrm>
            <a:off x="314325" y="170258"/>
            <a:ext cx="8515350" cy="582900"/>
          </a:xfrm>
          <a:prstGeom prst="rect">
            <a:avLst/>
          </a:prstGeom>
        </p:spPr>
        <p:txBody>
          <a:bodyPr spcFirstLastPara="1" wrap="square" lIns="91425" tIns="91425" rIns="91425" bIns="91425" anchor="b" anchorCtr="0">
            <a:noAutofit/>
          </a:bodyPr>
          <a:lstStyle/>
          <a:p>
            <a:r>
              <a:rPr lang="tr-TR" sz="3200" dirty="0"/>
              <a:t>STRIDE ile Farkı</a:t>
            </a:r>
            <a:endParaRPr lang="tr-TR" sz="3200" dirty="0">
              <a:effectLst/>
            </a:endParaRPr>
          </a:p>
        </p:txBody>
      </p:sp>
      <p:sp>
        <p:nvSpPr>
          <p:cNvPr id="2158" name="Google Shape;2158;p38">
            <a:extLst>
              <a:ext uri="{FF2B5EF4-FFF2-40B4-BE49-F238E27FC236}">
                <a16:creationId xmlns:a16="http://schemas.microsoft.com/office/drawing/2014/main" id="{9B6FDD03-2AE4-BA8C-70C8-B8102404DFD6}"/>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STRIDE</a:t>
            </a:r>
            <a:r>
              <a:rPr lang="tr-TR" sz="1600" dirty="0"/>
              <a:t> daha çok teknik ve kategorik bir yaklaşımdır (</a:t>
            </a:r>
            <a:r>
              <a:rPr lang="tr-TR" sz="1600" dirty="0" err="1"/>
              <a:t>Spoofing</a:t>
            </a:r>
            <a:r>
              <a:rPr lang="tr-TR" sz="1600" dirty="0"/>
              <a:t>, </a:t>
            </a:r>
            <a:r>
              <a:rPr lang="tr-TR" sz="1600" dirty="0" err="1"/>
              <a:t>Tampering</a:t>
            </a:r>
            <a:r>
              <a:rPr lang="tr-TR" sz="1600" dirty="0"/>
              <a:t>, </a:t>
            </a:r>
            <a:r>
              <a:rPr lang="tr-TR" sz="1600" dirty="0" err="1"/>
              <a:t>Repudiation</a:t>
            </a:r>
            <a:r>
              <a:rPr lang="tr-TR" sz="1600" dirty="0"/>
              <a:t>, Information </a:t>
            </a:r>
            <a:r>
              <a:rPr lang="tr-TR" sz="1600" dirty="0" err="1"/>
              <a:t>Disclosure</a:t>
            </a:r>
            <a:r>
              <a:rPr lang="tr-TR" sz="1600" dirty="0"/>
              <a:t>, </a:t>
            </a:r>
            <a:r>
              <a:rPr lang="tr-TR" sz="1600" dirty="0" err="1"/>
              <a:t>Denial</a:t>
            </a:r>
            <a:r>
              <a:rPr lang="tr-TR" sz="1600" dirty="0"/>
              <a:t> of Service, </a:t>
            </a:r>
            <a:r>
              <a:rPr lang="tr-TR" sz="1600" dirty="0" err="1"/>
              <a:t>Elevation</a:t>
            </a:r>
            <a:r>
              <a:rPr lang="tr-TR" sz="1600" dirty="0"/>
              <a:t> of </a:t>
            </a:r>
            <a:r>
              <a:rPr lang="tr-TR" sz="1600" dirty="0" err="1"/>
              <a:t>Privilege</a:t>
            </a:r>
            <a:r>
              <a:rPr lang="tr-TR" sz="1600" dirty="0"/>
              <a:t>).</a:t>
            </a:r>
          </a:p>
          <a:p>
            <a:pPr lvl="0">
              <a:buFont typeface="Wingdings" panose="05000000000000000000" pitchFamily="2" charset="2"/>
              <a:buChar char="§"/>
            </a:pPr>
            <a:r>
              <a:rPr lang="tr-TR" sz="1600" b="1" dirty="0"/>
              <a:t>PASTA</a:t>
            </a:r>
            <a:r>
              <a:rPr lang="tr-TR" sz="1600" dirty="0"/>
              <a:t> ise saldırganın bakış açısını ve </a:t>
            </a:r>
            <a:r>
              <a:rPr lang="tr-TR" sz="1600" b="1" dirty="0"/>
              <a:t>iş etkisini</a:t>
            </a:r>
            <a:r>
              <a:rPr lang="tr-TR" sz="1600" dirty="0"/>
              <a:t> ön plana çıkarır. Yani “Bu saldırı gerçekleşirse işimize ne kadar zarar verir?” sorusuna odaklanır.</a:t>
            </a:r>
          </a:p>
        </p:txBody>
      </p:sp>
      <p:sp>
        <p:nvSpPr>
          <p:cNvPr id="2160" name="Google Shape;2160;p38">
            <a:extLst>
              <a:ext uri="{FF2B5EF4-FFF2-40B4-BE49-F238E27FC236}">
                <a16:creationId xmlns:a16="http://schemas.microsoft.com/office/drawing/2014/main" id="{8C37D399-773B-575E-10F1-C97D9D2E505B}"/>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35</a:t>
            </a:fld>
            <a:endParaRPr lang="tr-TR" noProof="0" dirty="0"/>
          </a:p>
        </p:txBody>
      </p:sp>
    </p:spTree>
    <p:custDataLst>
      <p:tags r:id="rId1"/>
    </p:custDataLst>
    <p:extLst>
      <p:ext uri="{BB962C8B-B14F-4D97-AF65-F5344CB8AC3E}">
        <p14:creationId xmlns:p14="http://schemas.microsoft.com/office/powerpoint/2010/main" val="2324907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03CFF258-039E-CBC0-0403-2A51C90B6FC9}"/>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03C5DA6C-103A-2A1D-9FC5-CE6B2C711079}"/>
              </a:ext>
            </a:extLst>
          </p:cNvPr>
          <p:cNvSpPr txBox="1">
            <a:spLocks noGrp="1"/>
          </p:cNvSpPr>
          <p:nvPr>
            <p:ph type="title"/>
          </p:nvPr>
        </p:nvSpPr>
        <p:spPr>
          <a:xfrm>
            <a:off x="314325" y="170258"/>
            <a:ext cx="8515350" cy="582900"/>
          </a:xfrm>
          <a:prstGeom prst="rect">
            <a:avLst/>
          </a:prstGeom>
        </p:spPr>
        <p:txBody>
          <a:bodyPr spcFirstLastPara="1" wrap="square" lIns="91425" tIns="91425" rIns="91425" bIns="91425" anchor="b" anchorCtr="0">
            <a:noAutofit/>
          </a:bodyPr>
          <a:lstStyle/>
          <a:p>
            <a:r>
              <a:rPr lang="tr-TR" sz="3200" dirty="0" err="1"/>
              <a:t>PASTA’nın</a:t>
            </a:r>
            <a:r>
              <a:rPr lang="tr-TR" sz="3200" dirty="0"/>
              <a:t> 7 Aşaması</a:t>
            </a:r>
            <a:endParaRPr lang="tr-TR" sz="3200" dirty="0">
              <a:effectLst/>
            </a:endParaRPr>
          </a:p>
        </p:txBody>
      </p:sp>
      <p:sp>
        <p:nvSpPr>
          <p:cNvPr id="2160" name="Google Shape;2160;p38">
            <a:extLst>
              <a:ext uri="{FF2B5EF4-FFF2-40B4-BE49-F238E27FC236}">
                <a16:creationId xmlns:a16="http://schemas.microsoft.com/office/drawing/2014/main" id="{CC4516C6-1136-DE09-F920-F0311533DCB1}"/>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36</a:t>
            </a:fld>
            <a:endParaRPr lang="tr-TR" noProof="0" dirty="0"/>
          </a:p>
        </p:txBody>
      </p:sp>
      <p:graphicFrame>
        <p:nvGraphicFramePr>
          <p:cNvPr id="2" name="Tablo 1">
            <a:extLst>
              <a:ext uri="{FF2B5EF4-FFF2-40B4-BE49-F238E27FC236}">
                <a16:creationId xmlns:a16="http://schemas.microsoft.com/office/drawing/2014/main" id="{7F00B4D0-FF48-C3BB-4D89-0FE223866BE6}"/>
              </a:ext>
            </a:extLst>
          </p:cNvPr>
          <p:cNvGraphicFramePr>
            <a:graphicFrameLocks noGrp="1"/>
          </p:cNvGraphicFramePr>
          <p:nvPr>
            <p:extLst>
              <p:ext uri="{D42A27DB-BD31-4B8C-83A1-F6EECF244321}">
                <p14:modId xmlns:p14="http://schemas.microsoft.com/office/powerpoint/2010/main" val="2084968091"/>
              </p:ext>
            </p:extLst>
          </p:nvPr>
        </p:nvGraphicFramePr>
        <p:xfrm>
          <a:off x="222250" y="1383982"/>
          <a:ext cx="8699499" cy="2651760"/>
        </p:xfrm>
        <a:graphic>
          <a:graphicData uri="http://schemas.openxmlformats.org/drawingml/2006/table">
            <a:tbl>
              <a:tblPr>
                <a:tableStyleId>{8DAEDABC-BADD-4293-A472-D3AD88E73092}</a:tableStyleId>
              </a:tblPr>
              <a:tblGrid>
                <a:gridCol w="768350">
                  <a:extLst>
                    <a:ext uri="{9D8B030D-6E8A-4147-A177-3AD203B41FA5}">
                      <a16:colId xmlns:a16="http://schemas.microsoft.com/office/drawing/2014/main" val="1374593248"/>
                    </a:ext>
                  </a:extLst>
                </a:gridCol>
                <a:gridCol w="3067050">
                  <a:extLst>
                    <a:ext uri="{9D8B030D-6E8A-4147-A177-3AD203B41FA5}">
                      <a16:colId xmlns:a16="http://schemas.microsoft.com/office/drawing/2014/main" val="1216965777"/>
                    </a:ext>
                  </a:extLst>
                </a:gridCol>
                <a:gridCol w="4864099">
                  <a:extLst>
                    <a:ext uri="{9D8B030D-6E8A-4147-A177-3AD203B41FA5}">
                      <a16:colId xmlns:a16="http://schemas.microsoft.com/office/drawing/2014/main" val="3679022844"/>
                    </a:ext>
                  </a:extLst>
                </a:gridCol>
              </a:tblGrid>
              <a:tr h="0">
                <a:tc>
                  <a:txBody>
                    <a:bodyPr/>
                    <a:lstStyle/>
                    <a:p>
                      <a:pPr algn="ctr">
                        <a:buNone/>
                      </a:pPr>
                      <a:r>
                        <a:rPr lang="tr-TR" b="1"/>
                        <a:t>Aşama</a:t>
                      </a:r>
                    </a:p>
                  </a:txBody>
                  <a:tcPr anchor="ctr">
                    <a:solidFill>
                      <a:schemeClr val="tx1">
                        <a:lumMod val="20000"/>
                        <a:lumOff val="80000"/>
                      </a:schemeClr>
                    </a:solidFill>
                  </a:tcPr>
                </a:tc>
                <a:tc>
                  <a:txBody>
                    <a:bodyPr/>
                    <a:lstStyle/>
                    <a:p>
                      <a:pPr algn="ctr">
                        <a:buNone/>
                      </a:pPr>
                      <a:r>
                        <a:rPr lang="tr-TR" b="1"/>
                        <a:t>Adı</a:t>
                      </a:r>
                    </a:p>
                  </a:txBody>
                  <a:tcPr anchor="ctr">
                    <a:solidFill>
                      <a:schemeClr val="tx1">
                        <a:lumMod val="20000"/>
                        <a:lumOff val="80000"/>
                      </a:schemeClr>
                    </a:solidFill>
                  </a:tcPr>
                </a:tc>
                <a:tc>
                  <a:txBody>
                    <a:bodyPr/>
                    <a:lstStyle/>
                    <a:p>
                      <a:pPr algn="ctr">
                        <a:buNone/>
                      </a:pPr>
                      <a:r>
                        <a:rPr lang="tr-TR" b="1" dirty="0"/>
                        <a:t>Ne Yapılır?</a:t>
                      </a:r>
                    </a:p>
                  </a:txBody>
                  <a:tcPr anchor="ctr">
                    <a:solidFill>
                      <a:schemeClr val="tx1">
                        <a:lumMod val="20000"/>
                        <a:lumOff val="80000"/>
                      </a:schemeClr>
                    </a:solidFill>
                  </a:tcPr>
                </a:tc>
                <a:extLst>
                  <a:ext uri="{0D108BD9-81ED-4DB2-BD59-A6C34878D82A}">
                    <a16:rowId xmlns:a16="http://schemas.microsoft.com/office/drawing/2014/main" val="1636576744"/>
                  </a:ext>
                </a:extLst>
              </a:tr>
              <a:tr h="0">
                <a:tc>
                  <a:txBody>
                    <a:bodyPr/>
                    <a:lstStyle/>
                    <a:p>
                      <a:pPr algn="ctr">
                        <a:buNone/>
                      </a:pPr>
                      <a:r>
                        <a:rPr lang="tr-TR" dirty="0"/>
                        <a:t>1</a:t>
                      </a:r>
                    </a:p>
                  </a:txBody>
                  <a:tcPr anchor="ctr"/>
                </a:tc>
                <a:tc>
                  <a:txBody>
                    <a:bodyPr/>
                    <a:lstStyle/>
                    <a:p>
                      <a:pPr>
                        <a:buNone/>
                      </a:pPr>
                      <a:r>
                        <a:rPr lang="tr-TR" dirty="0"/>
                        <a:t>Define </a:t>
                      </a:r>
                      <a:r>
                        <a:rPr lang="tr-TR" dirty="0" err="1"/>
                        <a:t>Objectives</a:t>
                      </a:r>
                      <a:endParaRPr lang="tr-TR" dirty="0"/>
                    </a:p>
                  </a:txBody>
                  <a:tcPr anchor="ctr"/>
                </a:tc>
                <a:tc>
                  <a:txBody>
                    <a:bodyPr/>
                    <a:lstStyle/>
                    <a:p>
                      <a:pPr>
                        <a:buNone/>
                      </a:pPr>
                      <a:r>
                        <a:rPr lang="tr-TR"/>
                        <a:t>İş hedefleri ve güvenlik hedefleri belirlenir</a:t>
                      </a:r>
                    </a:p>
                  </a:txBody>
                  <a:tcPr anchor="ctr"/>
                </a:tc>
                <a:extLst>
                  <a:ext uri="{0D108BD9-81ED-4DB2-BD59-A6C34878D82A}">
                    <a16:rowId xmlns:a16="http://schemas.microsoft.com/office/drawing/2014/main" val="1912391951"/>
                  </a:ext>
                </a:extLst>
              </a:tr>
              <a:tr h="0">
                <a:tc>
                  <a:txBody>
                    <a:bodyPr/>
                    <a:lstStyle/>
                    <a:p>
                      <a:pPr algn="ctr">
                        <a:buNone/>
                      </a:pPr>
                      <a:r>
                        <a:rPr lang="tr-TR" dirty="0"/>
                        <a:t>2</a:t>
                      </a:r>
                    </a:p>
                  </a:txBody>
                  <a:tcPr anchor="ctr"/>
                </a:tc>
                <a:tc>
                  <a:txBody>
                    <a:bodyPr/>
                    <a:lstStyle/>
                    <a:p>
                      <a:pPr>
                        <a:buNone/>
                      </a:pPr>
                      <a:r>
                        <a:rPr lang="tr-TR"/>
                        <a:t>Define Technical Scope</a:t>
                      </a:r>
                    </a:p>
                  </a:txBody>
                  <a:tcPr anchor="ctr"/>
                </a:tc>
                <a:tc>
                  <a:txBody>
                    <a:bodyPr/>
                    <a:lstStyle/>
                    <a:p>
                      <a:pPr>
                        <a:buNone/>
                      </a:pPr>
                      <a:r>
                        <a:rPr lang="tr-TR"/>
                        <a:t>Sistemin teknik kapsamı çizilir (sınırlar, bileşenler)</a:t>
                      </a:r>
                    </a:p>
                  </a:txBody>
                  <a:tcPr anchor="ctr"/>
                </a:tc>
                <a:extLst>
                  <a:ext uri="{0D108BD9-81ED-4DB2-BD59-A6C34878D82A}">
                    <a16:rowId xmlns:a16="http://schemas.microsoft.com/office/drawing/2014/main" val="4123429761"/>
                  </a:ext>
                </a:extLst>
              </a:tr>
              <a:tr h="0">
                <a:tc>
                  <a:txBody>
                    <a:bodyPr/>
                    <a:lstStyle/>
                    <a:p>
                      <a:pPr algn="ctr">
                        <a:buNone/>
                      </a:pPr>
                      <a:r>
                        <a:rPr lang="tr-TR" dirty="0"/>
                        <a:t>3</a:t>
                      </a:r>
                    </a:p>
                  </a:txBody>
                  <a:tcPr anchor="ctr"/>
                </a:tc>
                <a:tc>
                  <a:txBody>
                    <a:bodyPr/>
                    <a:lstStyle/>
                    <a:p>
                      <a:pPr>
                        <a:buNone/>
                      </a:pPr>
                      <a:r>
                        <a:rPr lang="tr-TR"/>
                        <a:t>Application Decomposition</a:t>
                      </a:r>
                    </a:p>
                  </a:txBody>
                  <a:tcPr anchor="ctr"/>
                </a:tc>
                <a:tc>
                  <a:txBody>
                    <a:bodyPr/>
                    <a:lstStyle/>
                    <a:p>
                      <a:pPr>
                        <a:buNone/>
                      </a:pPr>
                      <a:r>
                        <a:rPr lang="tr-TR"/>
                        <a:t>Uygulama bileşenlere ayrılır, veri akışları incelenir</a:t>
                      </a:r>
                    </a:p>
                  </a:txBody>
                  <a:tcPr anchor="ctr"/>
                </a:tc>
                <a:extLst>
                  <a:ext uri="{0D108BD9-81ED-4DB2-BD59-A6C34878D82A}">
                    <a16:rowId xmlns:a16="http://schemas.microsoft.com/office/drawing/2014/main" val="3904415037"/>
                  </a:ext>
                </a:extLst>
              </a:tr>
              <a:tr h="0">
                <a:tc>
                  <a:txBody>
                    <a:bodyPr/>
                    <a:lstStyle/>
                    <a:p>
                      <a:pPr algn="ctr">
                        <a:buNone/>
                      </a:pPr>
                      <a:r>
                        <a:rPr lang="tr-TR"/>
                        <a:t>4</a:t>
                      </a:r>
                    </a:p>
                  </a:txBody>
                  <a:tcPr anchor="ctr"/>
                </a:tc>
                <a:tc>
                  <a:txBody>
                    <a:bodyPr/>
                    <a:lstStyle/>
                    <a:p>
                      <a:pPr>
                        <a:buNone/>
                      </a:pPr>
                      <a:r>
                        <a:rPr lang="tr-TR"/>
                        <a:t>Threat Analysis</a:t>
                      </a:r>
                    </a:p>
                  </a:txBody>
                  <a:tcPr anchor="ctr"/>
                </a:tc>
                <a:tc>
                  <a:txBody>
                    <a:bodyPr/>
                    <a:lstStyle/>
                    <a:p>
                      <a:pPr>
                        <a:buNone/>
                      </a:pPr>
                      <a:r>
                        <a:rPr lang="tr-TR"/>
                        <a:t>Olası tehditler belirlenir</a:t>
                      </a:r>
                    </a:p>
                  </a:txBody>
                  <a:tcPr anchor="ctr"/>
                </a:tc>
                <a:extLst>
                  <a:ext uri="{0D108BD9-81ED-4DB2-BD59-A6C34878D82A}">
                    <a16:rowId xmlns:a16="http://schemas.microsoft.com/office/drawing/2014/main" val="67079549"/>
                  </a:ext>
                </a:extLst>
              </a:tr>
              <a:tr h="0">
                <a:tc>
                  <a:txBody>
                    <a:bodyPr/>
                    <a:lstStyle/>
                    <a:p>
                      <a:pPr algn="ctr">
                        <a:buNone/>
                      </a:pPr>
                      <a:r>
                        <a:rPr lang="tr-TR" dirty="0"/>
                        <a:t>5</a:t>
                      </a:r>
                    </a:p>
                  </a:txBody>
                  <a:tcPr anchor="ctr"/>
                </a:tc>
                <a:tc>
                  <a:txBody>
                    <a:bodyPr/>
                    <a:lstStyle/>
                    <a:p>
                      <a:pPr>
                        <a:buNone/>
                      </a:pPr>
                      <a:r>
                        <a:rPr lang="tr-TR"/>
                        <a:t>Vulnerability and Weakness Analysis</a:t>
                      </a:r>
                    </a:p>
                  </a:txBody>
                  <a:tcPr anchor="ctr"/>
                </a:tc>
                <a:tc>
                  <a:txBody>
                    <a:bodyPr/>
                    <a:lstStyle/>
                    <a:p>
                      <a:pPr>
                        <a:buNone/>
                      </a:pPr>
                      <a:r>
                        <a:rPr lang="tr-TR"/>
                        <a:t>Zayıf noktalar ve açıklar analiz edilir</a:t>
                      </a:r>
                    </a:p>
                  </a:txBody>
                  <a:tcPr anchor="ctr"/>
                </a:tc>
                <a:extLst>
                  <a:ext uri="{0D108BD9-81ED-4DB2-BD59-A6C34878D82A}">
                    <a16:rowId xmlns:a16="http://schemas.microsoft.com/office/drawing/2014/main" val="1758455946"/>
                  </a:ext>
                </a:extLst>
              </a:tr>
              <a:tr h="0">
                <a:tc>
                  <a:txBody>
                    <a:bodyPr/>
                    <a:lstStyle/>
                    <a:p>
                      <a:pPr algn="ctr">
                        <a:buNone/>
                      </a:pPr>
                      <a:r>
                        <a:rPr lang="tr-TR" dirty="0"/>
                        <a:t>6</a:t>
                      </a:r>
                    </a:p>
                  </a:txBody>
                  <a:tcPr anchor="ctr"/>
                </a:tc>
                <a:tc>
                  <a:txBody>
                    <a:bodyPr/>
                    <a:lstStyle/>
                    <a:p>
                      <a:pPr>
                        <a:buNone/>
                      </a:pPr>
                      <a:r>
                        <a:rPr lang="tr-TR"/>
                        <a:t>Attack Modeling</a:t>
                      </a:r>
                    </a:p>
                  </a:txBody>
                  <a:tcPr anchor="ctr"/>
                </a:tc>
                <a:tc>
                  <a:txBody>
                    <a:bodyPr/>
                    <a:lstStyle/>
                    <a:p>
                      <a:pPr>
                        <a:buNone/>
                      </a:pPr>
                      <a:r>
                        <a:rPr lang="tr-TR"/>
                        <a:t>Saldırı senaryoları ve saldırı ağaçları oluşturulur</a:t>
                      </a:r>
                    </a:p>
                  </a:txBody>
                  <a:tcPr anchor="ctr"/>
                </a:tc>
                <a:extLst>
                  <a:ext uri="{0D108BD9-81ED-4DB2-BD59-A6C34878D82A}">
                    <a16:rowId xmlns:a16="http://schemas.microsoft.com/office/drawing/2014/main" val="4020992661"/>
                  </a:ext>
                </a:extLst>
              </a:tr>
              <a:tr h="0">
                <a:tc>
                  <a:txBody>
                    <a:bodyPr/>
                    <a:lstStyle/>
                    <a:p>
                      <a:pPr algn="ctr">
                        <a:buNone/>
                      </a:pPr>
                      <a:r>
                        <a:rPr lang="tr-TR" dirty="0"/>
                        <a:t>7</a:t>
                      </a:r>
                    </a:p>
                  </a:txBody>
                  <a:tcPr anchor="ctr"/>
                </a:tc>
                <a:tc>
                  <a:txBody>
                    <a:bodyPr/>
                    <a:lstStyle/>
                    <a:p>
                      <a:pPr>
                        <a:buNone/>
                      </a:pPr>
                      <a:r>
                        <a:rPr lang="tr-TR"/>
                        <a:t>Risk and Impact Analysis</a:t>
                      </a:r>
                    </a:p>
                  </a:txBody>
                  <a:tcPr anchor="ctr"/>
                </a:tc>
                <a:tc>
                  <a:txBody>
                    <a:bodyPr/>
                    <a:lstStyle/>
                    <a:p>
                      <a:pPr>
                        <a:buNone/>
                      </a:pPr>
                      <a:r>
                        <a:rPr lang="tr-TR" dirty="0"/>
                        <a:t>Riskler iş etkisi açısından değerlendirilir ve önceliklendirilir</a:t>
                      </a:r>
                    </a:p>
                  </a:txBody>
                  <a:tcPr anchor="ctr"/>
                </a:tc>
                <a:extLst>
                  <a:ext uri="{0D108BD9-81ED-4DB2-BD59-A6C34878D82A}">
                    <a16:rowId xmlns:a16="http://schemas.microsoft.com/office/drawing/2014/main" val="2415956400"/>
                  </a:ext>
                </a:extLst>
              </a:tr>
            </a:tbl>
          </a:graphicData>
        </a:graphic>
      </p:graphicFrame>
    </p:spTree>
    <p:custDataLst>
      <p:tags r:id="rId1"/>
    </p:custDataLst>
    <p:extLst>
      <p:ext uri="{BB962C8B-B14F-4D97-AF65-F5344CB8AC3E}">
        <p14:creationId xmlns:p14="http://schemas.microsoft.com/office/powerpoint/2010/main" val="30475159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13">
          <a:extLst>
            <a:ext uri="{FF2B5EF4-FFF2-40B4-BE49-F238E27FC236}">
              <a16:creationId xmlns:a16="http://schemas.microsoft.com/office/drawing/2014/main" id="{83C95374-47BE-46A4-AFB4-7ADA13455FB0}"/>
            </a:ext>
          </a:extLst>
        </p:cNvPr>
        <p:cNvGrpSpPr/>
        <p:nvPr/>
      </p:nvGrpSpPr>
      <p:grpSpPr>
        <a:xfrm>
          <a:off x="0" y="0"/>
          <a:ext cx="0" cy="0"/>
          <a:chOff x="0" y="0"/>
          <a:chExt cx="0" cy="0"/>
        </a:xfrm>
      </p:grpSpPr>
      <p:sp>
        <p:nvSpPr>
          <p:cNvPr id="1914" name="Google Shape;1914;p16">
            <a:extLst>
              <a:ext uri="{FF2B5EF4-FFF2-40B4-BE49-F238E27FC236}">
                <a16:creationId xmlns:a16="http://schemas.microsoft.com/office/drawing/2014/main" id="{C5980040-29B3-ADC8-F7FF-93DA5F4172CF}"/>
              </a:ext>
            </a:extLst>
          </p:cNvPr>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p>
            <a:r>
              <a:rPr lang="tr-TR" sz="3600" dirty="0"/>
              <a:t>Uygulama (Kodlama) Aşaması</a:t>
            </a:r>
            <a:endParaRPr lang="tr-TR" sz="3600" dirty="0">
              <a:effectLst/>
            </a:endParaRPr>
          </a:p>
        </p:txBody>
      </p:sp>
      <p:sp>
        <p:nvSpPr>
          <p:cNvPr id="1915" name="Google Shape;1915;p16">
            <a:extLst>
              <a:ext uri="{FF2B5EF4-FFF2-40B4-BE49-F238E27FC236}">
                <a16:creationId xmlns:a16="http://schemas.microsoft.com/office/drawing/2014/main" id="{3A369E23-4697-5E93-94D0-8752BB7DAAD7}"/>
              </a:ext>
            </a:extLst>
          </p:cNvPr>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p>
            <a:pPr marL="0" lvl="0" indent="0"/>
            <a:endParaRPr dirty="0"/>
          </a:p>
        </p:txBody>
      </p:sp>
      <p:sp>
        <p:nvSpPr>
          <p:cNvPr id="1916" name="Google Shape;1916;p16">
            <a:extLst>
              <a:ext uri="{FF2B5EF4-FFF2-40B4-BE49-F238E27FC236}">
                <a16:creationId xmlns:a16="http://schemas.microsoft.com/office/drawing/2014/main" id="{EBBB0BC4-6C30-92F7-1A8F-AE75016AE716}"/>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37</a:t>
            </a:fld>
            <a:endParaRPr/>
          </a:p>
        </p:txBody>
      </p:sp>
    </p:spTree>
    <p:custDataLst>
      <p:tags r:id="rId1"/>
    </p:custDataLst>
    <p:extLst>
      <p:ext uri="{BB962C8B-B14F-4D97-AF65-F5344CB8AC3E}">
        <p14:creationId xmlns:p14="http://schemas.microsoft.com/office/powerpoint/2010/main" val="2163786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D8DD9BF4-46E0-410D-3113-4281C10C541C}"/>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1C21D11F-5724-B950-78AA-49CAD77FD2CE}"/>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3200" dirty="0"/>
              <a:t>Uygulama (Kodlama) Aşaması</a:t>
            </a:r>
            <a:endParaRPr lang="tr-TR" sz="3200" dirty="0">
              <a:effectLst/>
            </a:endParaRPr>
          </a:p>
        </p:txBody>
      </p:sp>
      <p:sp>
        <p:nvSpPr>
          <p:cNvPr id="2158" name="Google Shape;2158;p38">
            <a:extLst>
              <a:ext uri="{FF2B5EF4-FFF2-40B4-BE49-F238E27FC236}">
                <a16:creationId xmlns:a16="http://schemas.microsoft.com/office/drawing/2014/main" id="{18CA1447-2998-528E-ED2F-33271A5AE967}"/>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600" dirty="0"/>
              <a:t>Bu aşamada geliştiriciler, belirlenen güvenlik gereksinimlerine ve tasarım prensiplerine uygun kod yazar. </a:t>
            </a:r>
          </a:p>
          <a:p>
            <a:pPr>
              <a:buFont typeface="Wingdings" panose="05000000000000000000" pitchFamily="2" charset="2"/>
              <a:buChar char="§"/>
            </a:pPr>
            <a:r>
              <a:rPr lang="tr-TR" sz="1600" dirty="0"/>
              <a:t>Güvenli kodlama standartlarının uygulanması kritik önem taşır.</a:t>
            </a:r>
            <a:endParaRPr lang="tr-TR" sz="1600" dirty="0">
              <a:effectLst/>
            </a:endParaRPr>
          </a:p>
        </p:txBody>
      </p:sp>
      <p:sp>
        <p:nvSpPr>
          <p:cNvPr id="2160" name="Google Shape;2160;p38">
            <a:extLst>
              <a:ext uri="{FF2B5EF4-FFF2-40B4-BE49-F238E27FC236}">
                <a16:creationId xmlns:a16="http://schemas.microsoft.com/office/drawing/2014/main" id="{3D782C30-4C63-F55F-CF2B-E44D4909A46E}"/>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38</a:t>
            </a:fld>
            <a:endParaRPr lang="tr-TR" noProof="0" dirty="0"/>
          </a:p>
        </p:txBody>
      </p:sp>
    </p:spTree>
    <p:custDataLst>
      <p:tags r:id="rId1"/>
    </p:custDataLst>
    <p:extLst>
      <p:ext uri="{BB962C8B-B14F-4D97-AF65-F5344CB8AC3E}">
        <p14:creationId xmlns:p14="http://schemas.microsoft.com/office/powerpoint/2010/main" val="2363154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C62442AA-5F5E-2968-D5F6-14E73A66060E}"/>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F3862B1D-E4D2-D8AB-CA94-9F5374F2FA12}"/>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3200" dirty="0"/>
              <a:t>Temel Faaliyetler</a:t>
            </a:r>
            <a:endParaRPr lang="tr-TR" sz="3200" dirty="0">
              <a:effectLst/>
            </a:endParaRPr>
          </a:p>
        </p:txBody>
      </p:sp>
      <p:sp>
        <p:nvSpPr>
          <p:cNvPr id="2158" name="Google Shape;2158;p38">
            <a:extLst>
              <a:ext uri="{FF2B5EF4-FFF2-40B4-BE49-F238E27FC236}">
                <a16:creationId xmlns:a16="http://schemas.microsoft.com/office/drawing/2014/main" id="{31A66AE6-7E70-5220-7C19-D0341C807A96}"/>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600" dirty="0"/>
              <a:t>Güvenli kodlama standartlarının (OWASP </a:t>
            </a:r>
            <a:r>
              <a:rPr lang="tr-TR" sz="1600" dirty="0" err="1"/>
              <a:t>Secure</a:t>
            </a:r>
            <a:r>
              <a:rPr lang="tr-TR" sz="1600" dirty="0"/>
              <a:t> </a:t>
            </a:r>
            <a:r>
              <a:rPr lang="tr-TR" sz="1600" dirty="0" err="1"/>
              <a:t>Coding</a:t>
            </a:r>
            <a:r>
              <a:rPr lang="tr-TR" sz="1600" dirty="0"/>
              <a:t> </a:t>
            </a:r>
            <a:r>
              <a:rPr lang="tr-TR" sz="1600" dirty="0" err="1"/>
              <a:t>Practices</a:t>
            </a:r>
            <a:r>
              <a:rPr lang="tr-TR" sz="1600" dirty="0"/>
              <a:t>, CERT, CWE Top 25) uygulanması</a:t>
            </a:r>
          </a:p>
          <a:p>
            <a:pPr>
              <a:buFont typeface="Wingdings" panose="05000000000000000000" pitchFamily="2" charset="2"/>
              <a:buChar char="§"/>
            </a:pPr>
            <a:r>
              <a:rPr lang="tr-TR" sz="1600" dirty="0"/>
              <a:t>Girdi doğrulama (</a:t>
            </a:r>
            <a:r>
              <a:rPr lang="tr-TR" sz="1600" dirty="0" err="1"/>
              <a:t>input</a:t>
            </a:r>
            <a:r>
              <a:rPr lang="tr-TR" sz="1600" dirty="0"/>
              <a:t> </a:t>
            </a:r>
            <a:r>
              <a:rPr lang="tr-TR" sz="1600" dirty="0" err="1"/>
              <a:t>validation</a:t>
            </a:r>
            <a:r>
              <a:rPr lang="tr-TR" sz="1600" dirty="0"/>
              <a:t>) ve çıktı kodlama (</a:t>
            </a:r>
            <a:r>
              <a:rPr lang="tr-TR" sz="1600" dirty="0" err="1"/>
              <a:t>output</a:t>
            </a:r>
            <a:r>
              <a:rPr lang="tr-TR" sz="1600" dirty="0"/>
              <a:t> </a:t>
            </a:r>
            <a:r>
              <a:rPr lang="tr-TR" sz="1600" dirty="0" err="1"/>
              <a:t>encoding</a:t>
            </a:r>
            <a:r>
              <a:rPr lang="tr-TR" sz="1600" dirty="0"/>
              <a:t>)</a:t>
            </a:r>
          </a:p>
          <a:p>
            <a:pPr>
              <a:buFont typeface="Wingdings" panose="05000000000000000000" pitchFamily="2" charset="2"/>
              <a:buChar char="§"/>
            </a:pPr>
            <a:r>
              <a:rPr lang="tr-TR" sz="1600" dirty="0"/>
              <a:t>Güvenli kimlik doğrulama ve oturum yönetimi uygulamaları</a:t>
            </a:r>
          </a:p>
          <a:p>
            <a:pPr>
              <a:buFont typeface="Wingdings" panose="05000000000000000000" pitchFamily="2" charset="2"/>
              <a:buChar char="§"/>
            </a:pPr>
            <a:r>
              <a:rPr lang="tr-TR" sz="1600" dirty="0"/>
              <a:t>Hassas verilerin korunması (şifreleme, </a:t>
            </a:r>
            <a:r>
              <a:rPr lang="tr-TR" sz="1600" dirty="0" err="1"/>
              <a:t>hashing</a:t>
            </a:r>
            <a:r>
              <a:rPr lang="tr-TR" sz="1600" dirty="0"/>
              <a:t>, </a:t>
            </a:r>
            <a:r>
              <a:rPr lang="tr-TR" sz="1600" dirty="0" err="1"/>
              <a:t>tokenization</a:t>
            </a:r>
            <a:r>
              <a:rPr lang="tr-TR" sz="1600" dirty="0"/>
              <a:t>)</a:t>
            </a:r>
            <a:endParaRPr lang="tr-TR" sz="1600" dirty="0">
              <a:effectLst/>
            </a:endParaRPr>
          </a:p>
        </p:txBody>
      </p:sp>
      <p:sp>
        <p:nvSpPr>
          <p:cNvPr id="2160" name="Google Shape;2160;p38">
            <a:extLst>
              <a:ext uri="{FF2B5EF4-FFF2-40B4-BE49-F238E27FC236}">
                <a16:creationId xmlns:a16="http://schemas.microsoft.com/office/drawing/2014/main" id="{B5182397-1B45-2F48-B1C2-182B48C11FD5}"/>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39</a:t>
            </a:fld>
            <a:endParaRPr lang="tr-TR" noProof="0" dirty="0"/>
          </a:p>
        </p:txBody>
      </p:sp>
    </p:spTree>
    <p:custDataLst>
      <p:tags r:id="rId1"/>
    </p:custDataLst>
    <p:extLst>
      <p:ext uri="{BB962C8B-B14F-4D97-AF65-F5344CB8AC3E}">
        <p14:creationId xmlns:p14="http://schemas.microsoft.com/office/powerpoint/2010/main" val="10741276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94B8A8C3-DE69-B646-45C7-70085ED73ABF}"/>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22C3EBC3-743E-F198-9E20-FA19B450CF28}"/>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3200" dirty="0"/>
              <a:t>Temel Faaliyetler</a:t>
            </a:r>
            <a:endParaRPr lang="tr-TR" sz="3200" dirty="0">
              <a:effectLst/>
            </a:endParaRPr>
          </a:p>
        </p:txBody>
      </p:sp>
      <p:sp>
        <p:nvSpPr>
          <p:cNvPr id="2158" name="Google Shape;2158;p38">
            <a:extLst>
              <a:ext uri="{FF2B5EF4-FFF2-40B4-BE49-F238E27FC236}">
                <a16:creationId xmlns:a16="http://schemas.microsoft.com/office/drawing/2014/main" id="{4007295F-3853-A56D-208E-4AE6D5E32152}"/>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anose="05000000000000000000" pitchFamily="2" charset="2"/>
              <a:buChar char="§"/>
            </a:pPr>
            <a:r>
              <a:rPr lang="tr-TR" sz="1600" dirty="0"/>
              <a:t>Statik Uygulama Güvenlik Testi (SAST) araçlarının IDE ve CI süreçlerine entegrasyonu</a:t>
            </a:r>
          </a:p>
          <a:p>
            <a:pPr>
              <a:buFont typeface="Wingdings" panose="05000000000000000000" pitchFamily="2" charset="2"/>
              <a:buChar char="§"/>
            </a:pPr>
            <a:r>
              <a:rPr lang="tr-TR" sz="1600" dirty="0"/>
              <a:t>Yazılım Bileşen Analizi (SCA / Software </a:t>
            </a:r>
            <a:r>
              <a:rPr lang="tr-TR" sz="1600" dirty="0" err="1"/>
              <a:t>Composition</a:t>
            </a:r>
            <a:r>
              <a:rPr lang="tr-TR" sz="1600" dirty="0"/>
              <a:t> Analysis) ile üçüncü parti bağımlılıkların taranması</a:t>
            </a:r>
          </a:p>
          <a:p>
            <a:pPr>
              <a:buFont typeface="Wingdings" panose="05000000000000000000" pitchFamily="2" charset="2"/>
              <a:buChar char="§"/>
            </a:pPr>
            <a:r>
              <a:rPr lang="tr-TR" sz="1600" dirty="0"/>
              <a:t>Gizli bilgi (</a:t>
            </a:r>
            <a:r>
              <a:rPr lang="tr-TR" sz="1600" dirty="0" err="1"/>
              <a:t>secret</a:t>
            </a:r>
            <a:r>
              <a:rPr lang="tr-TR" sz="1600" dirty="0"/>
              <a:t>) taraması – API anahtarları, şifreler vb. kodda bırakılmaması</a:t>
            </a:r>
          </a:p>
          <a:p>
            <a:pPr>
              <a:buFont typeface="Wingdings" panose="05000000000000000000" pitchFamily="2" charset="2"/>
              <a:buChar char="§"/>
            </a:pPr>
            <a:r>
              <a:rPr lang="tr-TR" sz="1600" dirty="0"/>
              <a:t>Güvenlik odaklı kod incelemesi (</a:t>
            </a:r>
            <a:r>
              <a:rPr lang="tr-TR" sz="1600" dirty="0" err="1"/>
              <a:t>secure</a:t>
            </a:r>
            <a:r>
              <a:rPr lang="tr-TR" sz="1600" dirty="0"/>
              <a:t> </a:t>
            </a:r>
            <a:r>
              <a:rPr lang="tr-TR" sz="1600" dirty="0" err="1"/>
              <a:t>code</a:t>
            </a:r>
            <a:r>
              <a:rPr lang="tr-TR" sz="1600" dirty="0"/>
              <a:t> </a:t>
            </a:r>
            <a:r>
              <a:rPr lang="tr-TR" sz="1600" dirty="0" err="1"/>
              <a:t>review</a:t>
            </a:r>
            <a:r>
              <a:rPr lang="tr-TR" sz="1600" dirty="0"/>
              <a:t>)</a:t>
            </a:r>
          </a:p>
          <a:p>
            <a:pPr>
              <a:buFont typeface="Wingdings" panose="05000000000000000000" pitchFamily="2" charset="2"/>
              <a:buChar char="§"/>
            </a:pPr>
            <a:r>
              <a:rPr lang="tr-TR" sz="1600" i="1" dirty="0"/>
              <a:t>Çıktılar: Güvenli kod, SAST/SCA raporları, kod inceleme kayıtları, bağımlılık envanteri (SBOM – Software Bill of </a:t>
            </a:r>
            <a:r>
              <a:rPr lang="tr-TR" sz="1600" i="1" dirty="0" err="1"/>
              <a:t>Materials</a:t>
            </a:r>
            <a:r>
              <a:rPr lang="tr-TR" sz="1600" i="1" dirty="0"/>
              <a:t>).</a:t>
            </a:r>
            <a:endParaRPr lang="tr-TR" sz="1600" i="1" dirty="0">
              <a:effectLst/>
            </a:endParaRPr>
          </a:p>
        </p:txBody>
      </p:sp>
      <p:sp>
        <p:nvSpPr>
          <p:cNvPr id="2160" name="Google Shape;2160;p38">
            <a:extLst>
              <a:ext uri="{FF2B5EF4-FFF2-40B4-BE49-F238E27FC236}">
                <a16:creationId xmlns:a16="http://schemas.microsoft.com/office/drawing/2014/main" id="{90EB378D-2E2E-8A6F-7F6D-7FB827880F61}"/>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40</a:t>
            </a:fld>
            <a:endParaRPr lang="tr-TR" noProof="0" dirty="0"/>
          </a:p>
        </p:txBody>
      </p:sp>
    </p:spTree>
    <p:custDataLst>
      <p:tags r:id="rId1"/>
    </p:custDataLst>
    <p:extLst>
      <p:ext uri="{BB962C8B-B14F-4D97-AF65-F5344CB8AC3E}">
        <p14:creationId xmlns:p14="http://schemas.microsoft.com/office/powerpoint/2010/main" val="18010709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13">
          <a:extLst>
            <a:ext uri="{FF2B5EF4-FFF2-40B4-BE49-F238E27FC236}">
              <a16:creationId xmlns:a16="http://schemas.microsoft.com/office/drawing/2014/main" id="{46A8460A-B123-586B-F1B2-D990F430116F}"/>
            </a:ext>
          </a:extLst>
        </p:cNvPr>
        <p:cNvGrpSpPr/>
        <p:nvPr/>
      </p:nvGrpSpPr>
      <p:grpSpPr>
        <a:xfrm>
          <a:off x="0" y="0"/>
          <a:ext cx="0" cy="0"/>
          <a:chOff x="0" y="0"/>
          <a:chExt cx="0" cy="0"/>
        </a:xfrm>
      </p:grpSpPr>
      <p:sp>
        <p:nvSpPr>
          <p:cNvPr id="1914" name="Google Shape;1914;p16">
            <a:extLst>
              <a:ext uri="{FF2B5EF4-FFF2-40B4-BE49-F238E27FC236}">
                <a16:creationId xmlns:a16="http://schemas.microsoft.com/office/drawing/2014/main" id="{2E6E9954-DFF3-1D13-5E7E-ABD777CEE75B}"/>
              </a:ext>
            </a:extLst>
          </p:cNvPr>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p>
            <a:pPr marL="76200">
              <a:buClr>
                <a:schemeClr val="accent1"/>
              </a:buClr>
              <a:buSzPts val="2400"/>
            </a:pPr>
            <a:r>
              <a:rPr lang="tr-TR" sz="3600" dirty="0"/>
              <a:t>OWASP </a:t>
            </a:r>
            <a:r>
              <a:rPr lang="tr-TR" sz="3600" dirty="0" err="1"/>
              <a:t>Secure</a:t>
            </a:r>
            <a:r>
              <a:rPr lang="tr-TR" sz="3600" dirty="0"/>
              <a:t> </a:t>
            </a:r>
            <a:r>
              <a:rPr lang="tr-TR" sz="3600" dirty="0" err="1"/>
              <a:t>Coding</a:t>
            </a:r>
            <a:r>
              <a:rPr lang="tr-TR" sz="3600" dirty="0"/>
              <a:t> </a:t>
            </a:r>
            <a:r>
              <a:rPr lang="tr-TR" sz="3600" dirty="0" err="1"/>
              <a:t>Practices</a:t>
            </a:r>
            <a:endParaRPr lang="tr-TR" sz="3600" dirty="0">
              <a:effectLst/>
            </a:endParaRPr>
          </a:p>
        </p:txBody>
      </p:sp>
      <p:sp>
        <p:nvSpPr>
          <p:cNvPr id="1915" name="Google Shape;1915;p16">
            <a:extLst>
              <a:ext uri="{FF2B5EF4-FFF2-40B4-BE49-F238E27FC236}">
                <a16:creationId xmlns:a16="http://schemas.microsoft.com/office/drawing/2014/main" id="{DF9AD260-93E3-EBD9-E433-C40DA20091D0}"/>
              </a:ext>
            </a:extLst>
          </p:cNvPr>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p>
            <a:pPr marL="0" lvl="0" indent="0"/>
            <a:endParaRPr dirty="0"/>
          </a:p>
        </p:txBody>
      </p:sp>
      <p:sp>
        <p:nvSpPr>
          <p:cNvPr id="1916" name="Google Shape;1916;p16">
            <a:extLst>
              <a:ext uri="{FF2B5EF4-FFF2-40B4-BE49-F238E27FC236}">
                <a16:creationId xmlns:a16="http://schemas.microsoft.com/office/drawing/2014/main" id="{557DE2B7-DD2D-80CC-018E-547972CC8C62}"/>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41</a:t>
            </a:fld>
            <a:endParaRPr/>
          </a:p>
        </p:txBody>
      </p:sp>
    </p:spTree>
    <p:custDataLst>
      <p:tags r:id="rId1"/>
    </p:custDataLst>
    <p:extLst>
      <p:ext uri="{BB962C8B-B14F-4D97-AF65-F5344CB8AC3E}">
        <p14:creationId xmlns:p14="http://schemas.microsoft.com/office/powerpoint/2010/main" val="28464085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B7624F5C-44D5-8C77-C6D0-2E12FE8B6459}"/>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106564C6-6DC6-E1BA-D421-7DA1628AB8D4}"/>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r>
              <a:rPr lang="tr-TR" sz="3200" dirty="0"/>
              <a:t>OWASP Nedir?</a:t>
            </a:r>
            <a:endParaRPr lang="tr-TR" sz="3200" dirty="0">
              <a:effectLst/>
            </a:endParaRPr>
          </a:p>
        </p:txBody>
      </p:sp>
      <p:sp>
        <p:nvSpPr>
          <p:cNvPr id="2158" name="Google Shape;2158;p38">
            <a:extLst>
              <a:ext uri="{FF2B5EF4-FFF2-40B4-BE49-F238E27FC236}">
                <a16:creationId xmlns:a16="http://schemas.microsoft.com/office/drawing/2014/main" id="{41D3AD9E-1AEC-F8EA-1C26-82EA169CC697}"/>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800" dirty="0"/>
              <a:t>OWASP; geliştiricilere, güvenlik uzmanlarına ve kurumlara güvenli yazılım geliştirme konusunda rehberlik eden açık kaynaklı bir platformdur. Sunduğu tüm dokümanlar, araçlar ve standartlar </a:t>
            </a:r>
            <a:r>
              <a:rPr lang="tr-TR" sz="1800" b="1" dirty="0"/>
              <a:t>ücretsiz ve herkesin kullanımına açıktır</a:t>
            </a:r>
            <a:r>
              <a:rPr lang="tr-TR" sz="1800" dirty="0"/>
              <a:t>.</a:t>
            </a:r>
          </a:p>
          <a:p>
            <a:pPr marL="76200" indent="0">
              <a:buNone/>
            </a:pPr>
            <a:endParaRPr lang="tr-TR" sz="1800" dirty="0"/>
          </a:p>
          <a:p>
            <a:pPr marL="76200" indent="0">
              <a:buNone/>
            </a:pPr>
            <a:r>
              <a:rPr lang="tr-TR" sz="1800" b="1" dirty="0"/>
              <a:t>Temel Misyonu:</a:t>
            </a:r>
          </a:p>
          <a:p>
            <a:pPr lvl="1">
              <a:buFont typeface="Wingdings" panose="05000000000000000000" pitchFamily="2" charset="2"/>
              <a:buChar char="§"/>
            </a:pPr>
            <a:r>
              <a:rPr lang="tr-TR" sz="1800" dirty="0"/>
              <a:t>Yazılım güvenliği bilincini artırmak.</a:t>
            </a:r>
          </a:p>
          <a:p>
            <a:pPr lvl="1">
              <a:buFont typeface="Wingdings" panose="05000000000000000000" pitchFamily="2" charset="2"/>
              <a:buChar char="§"/>
            </a:pPr>
            <a:r>
              <a:rPr lang="tr-TR" sz="1800" dirty="0"/>
              <a:t>Güvenlik açıklarını tespit etmek için araçlar geliştirmek.</a:t>
            </a:r>
          </a:p>
          <a:p>
            <a:pPr lvl="1">
              <a:buFont typeface="Wingdings" panose="05000000000000000000" pitchFamily="2" charset="2"/>
              <a:buChar char="§"/>
            </a:pPr>
            <a:r>
              <a:rPr lang="tr-TR" sz="1800" dirty="0"/>
              <a:t>Güvenli kodlama standartları ve metodolojileri yayınlamak.</a:t>
            </a:r>
          </a:p>
        </p:txBody>
      </p:sp>
      <p:sp>
        <p:nvSpPr>
          <p:cNvPr id="2160" name="Google Shape;2160;p38">
            <a:extLst>
              <a:ext uri="{FF2B5EF4-FFF2-40B4-BE49-F238E27FC236}">
                <a16:creationId xmlns:a16="http://schemas.microsoft.com/office/drawing/2014/main" id="{58AB54E1-94F0-04AF-B87A-E9653A9475F4}"/>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42</a:t>
            </a:fld>
            <a:endParaRPr lang="tr-TR" noProof="0" dirty="0"/>
          </a:p>
        </p:txBody>
      </p:sp>
    </p:spTree>
    <p:custDataLst>
      <p:tags r:id="rId1"/>
    </p:custDataLst>
    <p:extLst>
      <p:ext uri="{BB962C8B-B14F-4D97-AF65-F5344CB8AC3E}">
        <p14:creationId xmlns:p14="http://schemas.microsoft.com/office/powerpoint/2010/main" val="21466606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E5290CA8-E58D-515D-3E57-79C89FE8A360}"/>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3461EDD4-FFF7-AEFF-68EB-EC5FB07C3E48}"/>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OWASP </a:t>
            </a:r>
            <a:r>
              <a:rPr lang="tr-TR" sz="3200" dirty="0" err="1"/>
              <a:t>Secure</a:t>
            </a:r>
            <a:r>
              <a:rPr lang="tr-TR" sz="3200" dirty="0"/>
              <a:t> </a:t>
            </a:r>
            <a:r>
              <a:rPr lang="tr-TR" sz="3200" dirty="0" err="1"/>
              <a:t>Coding</a:t>
            </a:r>
            <a:r>
              <a:rPr lang="tr-TR" sz="3200" dirty="0"/>
              <a:t> </a:t>
            </a:r>
            <a:r>
              <a:rPr lang="tr-TR" sz="3200" dirty="0" err="1"/>
              <a:t>Practices</a:t>
            </a:r>
            <a:r>
              <a:rPr lang="tr-TR" sz="3200" dirty="0"/>
              <a:t> nedir?</a:t>
            </a:r>
            <a:endParaRPr lang="tr-TR" sz="3200" dirty="0">
              <a:effectLst/>
            </a:endParaRPr>
          </a:p>
        </p:txBody>
      </p:sp>
      <p:sp>
        <p:nvSpPr>
          <p:cNvPr id="2158" name="Google Shape;2158;p38">
            <a:extLst>
              <a:ext uri="{FF2B5EF4-FFF2-40B4-BE49-F238E27FC236}">
                <a16:creationId xmlns:a16="http://schemas.microsoft.com/office/drawing/2014/main" id="{ADBCF849-37E5-B52A-BBAD-1D2D0DDE52CE}"/>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fontAlgn="t">
              <a:buFont typeface="Wingdings" panose="05000000000000000000" pitchFamily="2" charset="2"/>
              <a:buChar char="§"/>
            </a:pPr>
            <a:r>
              <a:rPr lang="tr-TR" sz="1800" b="1" dirty="0"/>
              <a:t>OWASP </a:t>
            </a:r>
            <a:r>
              <a:rPr lang="tr-TR" sz="1800" b="1" dirty="0" err="1"/>
              <a:t>Secure</a:t>
            </a:r>
            <a:r>
              <a:rPr lang="tr-TR" sz="1800" b="1" dirty="0"/>
              <a:t> </a:t>
            </a:r>
            <a:r>
              <a:rPr lang="tr-TR" sz="1800" b="1" dirty="0" err="1"/>
              <a:t>Coding</a:t>
            </a:r>
            <a:r>
              <a:rPr lang="tr-TR" sz="1800" b="1" dirty="0"/>
              <a:t> </a:t>
            </a:r>
            <a:r>
              <a:rPr lang="tr-TR" sz="1800" b="1" dirty="0" err="1"/>
              <a:t>Practices</a:t>
            </a:r>
            <a:r>
              <a:rPr lang="tr-TR" sz="1800" dirty="0"/>
              <a:t>, OWASP tarafından yayımlanan ve geliştiricilere güvenli kod yazma konusunda rehberlik eden bir dizi güvenli kodlama prensibidir.</a:t>
            </a:r>
          </a:p>
          <a:p>
            <a:pPr marL="76200" indent="0" fontAlgn="t">
              <a:buNone/>
            </a:pPr>
            <a:r>
              <a:rPr lang="tr-TR" sz="1800" b="1" dirty="0"/>
              <a:t>Amaç:</a:t>
            </a:r>
          </a:p>
          <a:p>
            <a:pPr fontAlgn="t">
              <a:buFont typeface="Wingdings" panose="05000000000000000000" pitchFamily="2" charset="2"/>
              <a:buChar char="§"/>
            </a:pPr>
            <a:r>
              <a:rPr lang="tr-TR" sz="1800" dirty="0"/>
              <a:t>Güvenlik açıklarını daha kod yazım aşamasında önlemek ve uygulamaları saldırılara karşı dayanıklı hale getirmek.</a:t>
            </a:r>
          </a:p>
          <a:p>
            <a:pPr fontAlgn="t">
              <a:buFont typeface="Wingdings" panose="05000000000000000000" pitchFamily="2" charset="2"/>
              <a:buChar char="§"/>
            </a:pPr>
            <a:r>
              <a:rPr lang="tr-TR" sz="1800" dirty="0"/>
              <a:t>Bu rehber, belirli bir programlama diline bağlı değildir. Java, C#, Python, JavaScript, PHP gibi birçok dilde uygulanabilecek genel güvenlik kuralları içerir.</a:t>
            </a:r>
          </a:p>
        </p:txBody>
      </p:sp>
      <p:sp>
        <p:nvSpPr>
          <p:cNvPr id="2160" name="Google Shape;2160;p38">
            <a:extLst>
              <a:ext uri="{FF2B5EF4-FFF2-40B4-BE49-F238E27FC236}">
                <a16:creationId xmlns:a16="http://schemas.microsoft.com/office/drawing/2014/main" id="{FB123AB4-6046-9B89-D511-99BFE114FCD9}"/>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43</a:t>
            </a:fld>
            <a:endParaRPr lang="tr-TR" noProof="0" dirty="0"/>
          </a:p>
        </p:txBody>
      </p:sp>
    </p:spTree>
    <p:custDataLst>
      <p:tags r:id="rId1"/>
    </p:custDataLst>
    <p:extLst>
      <p:ext uri="{BB962C8B-B14F-4D97-AF65-F5344CB8AC3E}">
        <p14:creationId xmlns:p14="http://schemas.microsoft.com/office/powerpoint/2010/main" val="7936986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913">
          <a:extLst>
            <a:ext uri="{FF2B5EF4-FFF2-40B4-BE49-F238E27FC236}">
              <a16:creationId xmlns:a16="http://schemas.microsoft.com/office/drawing/2014/main" id="{691DC8CB-3BB5-6B46-1EFD-FBC4B6197390}"/>
            </a:ext>
          </a:extLst>
        </p:cNvPr>
        <p:cNvGrpSpPr/>
        <p:nvPr/>
      </p:nvGrpSpPr>
      <p:grpSpPr>
        <a:xfrm>
          <a:off x="0" y="0"/>
          <a:ext cx="0" cy="0"/>
          <a:chOff x="0" y="0"/>
          <a:chExt cx="0" cy="0"/>
        </a:xfrm>
      </p:grpSpPr>
      <p:sp>
        <p:nvSpPr>
          <p:cNvPr id="1914" name="Google Shape;1914;p16">
            <a:extLst>
              <a:ext uri="{FF2B5EF4-FFF2-40B4-BE49-F238E27FC236}">
                <a16:creationId xmlns:a16="http://schemas.microsoft.com/office/drawing/2014/main" id="{38550CE9-37E7-FAC1-EEEF-32B9785999F6}"/>
              </a:ext>
            </a:extLst>
          </p:cNvPr>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p>
            <a:pPr marL="76200">
              <a:buClr>
                <a:schemeClr val="accent1"/>
              </a:buClr>
              <a:buSzPts val="2400"/>
            </a:pPr>
            <a:r>
              <a:rPr lang="tr-TR" sz="3600" b="1" dirty="0" err="1"/>
              <a:t>OWASP'ın</a:t>
            </a:r>
            <a:r>
              <a:rPr lang="tr-TR" sz="3600" b="1" dirty="0"/>
              <a:t> En Önemli Projeleri ve Yayınları</a:t>
            </a:r>
            <a:endParaRPr lang="tr-TR" sz="3600" b="1" dirty="0">
              <a:effectLst/>
            </a:endParaRPr>
          </a:p>
        </p:txBody>
      </p:sp>
      <p:sp>
        <p:nvSpPr>
          <p:cNvPr id="1915" name="Google Shape;1915;p16">
            <a:extLst>
              <a:ext uri="{FF2B5EF4-FFF2-40B4-BE49-F238E27FC236}">
                <a16:creationId xmlns:a16="http://schemas.microsoft.com/office/drawing/2014/main" id="{0E383D56-3C52-126F-9AB7-DC23ABED44BF}"/>
              </a:ext>
            </a:extLst>
          </p:cNvPr>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p>
            <a:pPr marL="0" lvl="0" indent="0"/>
            <a:endParaRPr dirty="0"/>
          </a:p>
        </p:txBody>
      </p:sp>
      <p:sp>
        <p:nvSpPr>
          <p:cNvPr id="1916" name="Google Shape;1916;p16">
            <a:extLst>
              <a:ext uri="{FF2B5EF4-FFF2-40B4-BE49-F238E27FC236}">
                <a16:creationId xmlns:a16="http://schemas.microsoft.com/office/drawing/2014/main" id="{233B523B-1591-A7AC-124B-36D586F33BC4}"/>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44</a:t>
            </a:fld>
            <a:endParaRPr/>
          </a:p>
        </p:txBody>
      </p:sp>
    </p:spTree>
    <p:custDataLst>
      <p:tags r:id="rId1"/>
    </p:custDataLst>
    <p:extLst>
      <p:ext uri="{BB962C8B-B14F-4D97-AF65-F5344CB8AC3E}">
        <p14:creationId xmlns:p14="http://schemas.microsoft.com/office/powerpoint/2010/main" val="28129892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1C06EC33-8713-A544-B470-69B4223748AF}"/>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05A6125-FF87-1921-F304-B7DDB43B4476}"/>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OWASP Top 10 (En Kritik 10 Web Güvenlik Riski)</a:t>
            </a:r>
            <a:endParaRPr lang="tr-TR" sz="3200" dirty="0">
              <a:effectLst/>
            </a:endParaRPr>
          </a:p>
        </p:txBody>
      </p:sp>
      <p:sp>
        <p:nvSpPr>
          <p:cNvPr id="2158" name="Google Shape;2158;p38">
            <a:extLst>
              <a:ext uri="{FF2B5EF4-FFF2-40B4-BE49-F238E27FC236}">
                <a16:creationId xmlns:a16="http://schemas.microsoft.com/office/drawing/2014/main" id="{C017D95A-98D4-829D-8218-A7C6CF6CDE1F}"/>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fontAlgn="t">
              <a:buFont typeface="Wingdings" panose="05000000000000000000" pitchFamily="2" charset="2"/>
              <a:buChar char="§"/>
            </a:pPr>
            <a:r>
              <a:rPr lang="tr-TR" sz="1800" dirty="0" err="1"/>
              <a:t>OWASP'ın</a:t>
            </a:r>
            <a:r>
              <a:rPr lang="tr-TR" sz="1800" dirty="0"/>
              <a:t> en tanınmış yayınıdır. </a:t>
            </a:r>
          </a:p>
          <a:p>
            <a:pPr fontAlgn="t">
              <a:buFont typeface="Wingdings" panose="05000000000000000000" pitchFamily="2" charset="2"/>
              <a:buChar char="§"/>
            </a:pPr>
            <a:r>
              <a:rPr lang="tr-TR" sz="1800" dirty="0"/>
              <a:t>Küresel güvenlik verileri analiz edilerek web uygulamalarında en sık rastlanan ve en yüksek risk taşıyan 10 zafiyet düzenli olarak güncellenir.</a:t>
            </a:r>
          </a:p>
        </p:txBody>
      </p:sp>
      <p:sp>
        <p:nvSpPr>
          <p:cNvPr id="2160" name="Google Shape;2160;p38">
            <a:extLst>
              <a:ext uri="{FF2B5EF4-FFF2-40B4-BE49-F238E27FC236}">
                <a16:creationId xmlns:a16="http://schemas.microsoft.com/office/drawing/2014/main" id="{63FF6186-5572-D2CB-93DE-7EF86C7034F8}"/>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45</a:t>
            </a:fld>
            <a:endParaRPr lang="tr-TR" noProof="0" dirty="0"/>
          </a:p>
        </p:txBody>
      </p:sp>
    </p:spTree>
    <p:custDataLst>
      <p:tags r:id="rId1"/>
    </p:custDataLst>
    <p:extLst>
      <p:ext uri="{BB962C8B-B14F-4D97-AF65-F5344CB8AC3E}">
        <p14:creationId xmlns:p14="http://schemas.microsoft.com/office/powerpoint/2010/main" val="24245758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FDBFA0A3-0ED1-4FAC-D611-B2B945436BBC}"/>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CB4C9ECB-116D-ED14-FF64-3405B6F6C0D4}"/>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Güncel OWASP Top 10 Listesindeki Temel Başlıklar</a:t>
            </a:r>
            <a:endParaRPr lang="tr-TR" sz="3200" dirty="0">
              <a:effectLst/>
            </a:endParaRPr>
          </a:p>
        </p:txBody>
      </p:sp>
      <p:sp>
        <p:nvSpPr>
          <p:cNvPr id="2158" name="Google Shape;2158;p38">
            <a:extLst>
              <a:ext uri="{FF2B5EF4-FFF2-40B4-BE49-F238E27FC236}">
                <a16:creationId xmlns:a16="http://schemas.microsoft.com/office/drawing/2014/main" id="{B38BFF26-B752-5FD7-EBD0-75F176611D57}"/>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mj-lt"/>
              <a:buAutoNum type="arabicPeriod"/>
            </a:pPr>
            <a:r>
              <a:rPr lang="tr-TR" sz="1600" b="1" dirty="0"/>
              <a:t>A01: </a:t>
            </a:r>
            <a:r>
              <a:rPr lang="tr-TR" sz="1600" b="1" dirty="0" err="1"/>
              <a:t>Broken</a:t>
            </a:r>
            <a:r>
              <a:rPr lang="tr-TR" sz="1600" b="1" dirty="0"/>
              <a:t> Access Control (Bozuk Erişim Kontrolü):</a:t>
            </a:r>
            <a:r>
              <a:rPr lang="tr-TR" sz="1600" dirty="0"/>
              <a:t> Kullanıcıların yetkileri olmayan verilere veya işlevlere (örneğin başkasının hesabına veya admin paneline) erişebilmesi.</a:t>
            </a:r>
          </a:p>
          <a:p>
            <a:pPr lvl="0">
              <a:buFont typeface="+mj-lt"/>
              <a:buAutoNum type="arabicPeriod"/>
            </a:pPr>
            <a:r>
              <a:rPr lang="tr-TR" sz="1600" b="1" dirty="0"/>
              <a:t>A02: </a:t>
            </a:r>
            <a:r>
              <a:rPr lang="tr-TR" sz="1600" b="1" dirty="0" err="1"/>
              <a:t>Cryptographic</a:t>
            </a:r>
            <a:r>
              <a:rPr lang="tr-TR" sz="1600" b="1" dirty="0"/>
              <a:t> </a:t>
            </a:r>
            <a:r>
              <a:rPr lang="tr-TR" sz="1600" b="1" dirty="0" err="1"/>
              <a:t>Failures</a:t>
            </a:r>
            <a:r>
              <a:rPr lang="tr-TR" sz="1600" b="1" dirty="0"/>
              <a:t> (Kriptografik Başarısızlıklar):</a:t>
            </a:r>
            <a:r>
              <a:rPr lang="tr-TR" sz="1600" dirty="0"/>
              <a:t> Hassas verilerin (şifreler, kart bilgileri) şifrelenmeden saklanması veya zayıf algoritma kullanımı.</a:t>
            </a:r>
          </a:p>
          <a:p>
            <a:pPr lvl="0">
              <a:buFont typeface="+mj-lt"/>
              <a:buAutoNum type="arabicPeriod"/>
            </a:pPr>
            <a:r>
              <a:rPr lang="tr-TR" sz="1600" b="1" dirty="0"/>
              <a:t>A03: </a:t>
            </a:r>
            <a:r>
              <a:rPr lang="tr-TR" sz="1600" b="1" dirty="0" err="1"/>
              <a:t>Injection</a:t>
            </a:r>
            <a:r>
              <a:rPr lang="tr-TR" sz="1600" b="1" dirty="0"/>
              <a:t> (Enjeksiyon - </a:t>
            </a:r>
            <a:r>
              <a:rPr lang="tr-TR" sz="1600" b="1" dirty="0" err="1"/>
              <a:t>SQLi</a:t>
            </a:r>
            <a:r>
              <a:rPr lang="tr-TR" sz="1600" b="1" dirty="0"/>
              <a:t>, </a:t>
            </a:r>
            <a:r>
              <a:rPr lang="tr-TR" sz="1600" b="1" dirty="0" err="1"/>
              <a:t>Command</a:t>
            </a:r>
            <a:r>
              <a:rPr lang="tr-TR" sz="1600" b="1" dirty="0"/>
              <a:t> </a:t>
            </a:r>
            <a:r>
              <a:rPr lang="tr-TR" sz="1600" b="1" dirty="0" err="1"/>
              <a:t>Injection</a:t>
            </a:r>
            <a:r>
              <a:rPr lang="tr-TR" sz="1600" b="1" dirty="0"/>
              <a:t>):</a:t>
            </a:r>
            <a:r>
              <a:rPr lang="tr-TR" sz="1600" dirty="0"/>
              <a:t> Dışarıdan gelen güvensiz verilerin komut veya sorgu olarak çalıştırılması.</a:t>
            </a:r>
          </a:p>
          <a:p>
            <a:pPr lvl="0">
              <a:buFont typeface="+mj-lt"/>
              <a:buAutoNum type="arabicPeriod"/>
            </a:pPr>
            <a:r>
              <a:rPr lang="tr-TR" sz="1600" b="1" dirty="0"/>
              <a:t>A04: </a:t>
            </a:r>
            <a:r>
              <a:rPr lang="tr-TR" sz="1600" b="1" dirty="0" err="1"/>
              <a:t>Insecure</a:t>
            </a:r>
            <a:r>
              <a:rPr lang="tr-TR" sz="1600" b="1" dirty="0"/>
              <a:t> Design (Güvenliksiz Tasarım):</a:t>
            </a:r>
            <a:r>
              <a:rPr lang="tr-TR" sz="1600" dirty="0"/>
              <a:t> Güvenliğin sonradan eklenmeye çalışılması ve mimari aşamada tehdit modellemesi yapılmaması.</a:t>
            </a:r>
          </a:p>
          <a:p>
            <a:pPr lvl="0">
              <a:buFont typeface="+mj-lt"/>
              <a:buAutoNum type="arabicPeriod"/>
            </a:pPr>
            <a:r>
              <a:rPr lang="tr-TR" sz="1600" b="1" dirty="0"/>
              <a:t>A05: Security </a:t>
            </a:r>
            <a:r>
              <a:rPr lang="tr-TR" sz="1600" b="1" dirty="0" err="1"/>
              <a:t>Misconfiguration</a:t>
            </a:r>
            <a:r>
              <a:rPr lang="tr-TR" sz="1600" b="1" dirty="0"/>
              <a:t> (Hatalı Güvenlik Yapılandırması):</a:t>
            </a:r>
            <a:r>
              <a:rPr lang="tr-TR" sz="1600" dirty="0"/>
              <a:t> Sunucu, bulut veya çerçevelerin (</a:t>
            </a:r>
            <a:r>
              <a:rPr lang="tr-TR" sz="1600" dirty="0" err="1"/>
              <a:t>framework</a:t>
            </a:r>
            <a:r>
              <a:rPr lang="tr-TR" sz="1600" dirty="0"/>
              <a:t>) varsayılan şifrelerle veya güvensiz ayarlarla bırakılması.</a:t>
            </a:r>
          </a:p>
        </p:txBody>
      </p:sp>
      <p:sp>
        <p:nvSpPr>
          <p:cNvPr id="2160" name="Google Shape;2160;p38">
            <a:extLst>
              <a:ext uri="{FF2B5EF4-FFF2-40B4-BE49-F238E27FC236}">
                <a16:creationId xmlns:a16="http://schemas.microsoft.com/office/drawing/2014/main" id="{3299FD57-4C9C-17CB-9C85-19BB3969902B}"/>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46</a:t>
            </a:fld>
            <a:endParaRPr lang="tr-TR" noProof="0" dirty="0"/>
          </a:p>
        </p:txBody>
      </p:sp>
    </p:spTree>
    <p:custDataLst>
      <p:tags r:id="rId1"/>
    </p:custDataLst>
    <p:extLst>
      <p:ext uri="{BB962C8B-B14F-4D97-AF65-F5344CB8AC3E}">
        <p14:creationId xmlns:p14="http://schemas.microsoft.com/office/powerpoint/2010/main" val="38587680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29A5DB82-3C78-3066-9548-D9015C79F7C2}"/>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1F814ADD-3CA9-4A9B-57A5-82C24FB9549E}"/>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Güncel OWASP Top 10 Listesindeki Temel Başlıklar</a:t>
            </a:r>
            <a:endParaRPr lang="tr-TR" sz="3200" dirty="0">
              <a:effectLst/>
            </a:endParaRPr>
          </a:p>
        </p:txBody>
      </p:sp>
      <p:sp>
        <p:nvSpPr>
          <p:cNvPr id="2158" name="Google Shape;2158;p38">
            <a:extLst>
              <a:ext uri="{FF2B5EF4-FFF2-40B4-BE49-F238E27FC236}">
                <a16:creationId xmlns:a16="http://schemas.microsoft.com/office/drawing/2014/main" id="{CF5FB8DA-E46D-16EC-BF04-F2C1CD380C69}"/>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mj-lt"/>
              <a:buAutoNum type="arabicPeriod" startAt="6"/>
            </a:pPr>
            <a:r>
              <a:rPr lang="tr-TR" sz="1600" b="1" dirty="0"/>
              <a:t>A06: </a:t>
            </a:r>
            <a:r>
              <a:rPr lang="tr-TR" sz="1600" b="1" dirty="0" err="1"/>
              <a:t>Vulnerable</a:t>
            </a:r>
            <a:r>
              <a:rPr lang="tr-TR" sz="1600" b="1" dirty="0"/>
              <a:t> </a:t>
            </a:r>
            <a:r>
              <a:rPr lang="tr-TR" sz="1600" b="1" dirty="0" err="1"/>
              <a:t>and</a:t>
            </a:r>
            <a:r>
              <a:rPr lang="tr-TR" sz="1600" b="1" dirty="0"/>
              <a:t> </a:t>
            </a:r>
            <a:r>
              <a:rPr lang="tr-TR" sz="1600" b="1" dirty="0" err="1"/>
              <a:t>Outdated</a:t>
            </a:r>
            <a:r>
              <a:rPr lang="tr-TR" sz="1600" b="1" dirty="0"/>
              <a:t> Components (Zayıf ve Güncel Olmayan Bileşenler):</a:t>
            </a:r>
            <a:r>
              <a:rPr lang="tr-TR" sz="1600" dirty="0"/>
              <a:t> Kullanılan üçüncü taraf kütüphanelerin (</a:t>
            </a:r>
            <a:r>
              <a:rPr lang="tr-TR" sz="1600" dirty="0" err="1"/>
              <a:t>npm</a:t>
            </a:r>
            <a:r>
              <a:rPr lang="tr-TR" sz="1600" dirty="0"/>
              <a:t>, </a:t>
            </a:r>
            <a:r>
              <a:rPr lang="tr-TR" sz="1600" dirty="0" err="1"/>
              <a:t>pip</a:t>
            </a:r>
            <a:r>
              <a:rPr lang="tr-TR" sz="1600" dirty="0"/>
              <a:t>, </a:t>
            </a:r>
            <a:r>
              <a:rPr lang="tr-TR" sz="1600" dirty="0" err="1"/>
              <a:t>maven</a:t>
            </a:r>
            <a:r>
              <a:rPr lang="tr-TR" sz="1600" dirty="0"/>
              <a:t> vb.) bilinen zafiyetler barındırması.</a:t>
            </a:r>
          </a:p>
          <a:p>
            <a:pPr>
              <a:buFont typeface="+mj-lt"/>
              <a:buAutoNum type="arabicPeriod" startAt="6"/>
            </a:pPr>
            <a:r>
              <a:rPr lang="tr-TR" sz="1600" b="1" dirty="0"/>
              <a:t>A07: </a:t>
            </a:r>
            <a:r>
              <a:rPr lang="tr-TR" sz="1600" b="1" dirty="0" err="1"/>
              <a:t>Identification</a:t>
            </a:r>
            <a:r>
              <a:rPr lang="tr-TR" sz="1600" b="1" dirty="0"/>
              <a:t> </a:t>
            </a:r>
            <a:r>
              <a:rPr lang="tr-TR" sz="1600" b="1" dirty="0" err="1"/>
              <a:t>and</a:t>
            </a:r>
            <a:r>
              <a:rPr lang="tr-TR" sz="1600" b="1" dirty="0"/>
              <a:t> </a:t>
            </a:r>
            <a:r>
              <a:rPr lang="tr-TR" sz="1600" b="1" dirty="0" err="1"/>
              <a:t>Authentication</a:t>
            </a:r>
            <a:r>
              <a:rPr lang="tr-TR" sz="1600" b="1" dirty="0"/>
              <a:t> </a:t>
            </a:r>
            <a:r>
              <a:rPr lang="tr-TR" sz="1600" b="1" dirty="0" err="1"/>
              <a:t>Failures</a:t>
            </a:r>
            <a:r>
              <a:rPr lang="tr-TR" sz="1600" b="1" dirty="0"/>
              <a:t> (Kimlik Tanımlama ve Doğrulama Hataları):</a:t>
            </a:r>
            <a:r>
              <a:rPr lang="tr-TR" sz="1600" dirty="0"/>
              <a:t> Zayıf parolalar, kaba kuvvet (</a:t>
            </a:r>
            <a:r>
              <a:rPr lang="tr-TR" sz="1600" dirty="0" err="1"/>
              <a:t>brute-force</a:t>
            </a:r>
            <a:r>
              <a:rPr lang="tr-TR" sz="1600" dirty="0"/>
              <a:t>) korumasının olmaması veya oturum yönetimi hataları.</a:t>
            </a:r>
          </a:p>
          <a:p>
            <a:pPr>
              <a:buFont typeface="+mj-lt"/>
              <a:buAutoNum type="arabicPeriod" startAt="6"/>
            </a:pPr>
            <a:r>
              <a:rPr lang="tr-TR" sz="1600" b="1" dirty="0"/>
              <a:t>A08: Software </a:t>
            </a:r>
            <a:r>
              <a:rPr lang="tr-TR" sz="1600" b="1" dirty="0" err="1"/>
              <a:t>and</a:t>
            </a:r>
            <a:r>
              <a:rPr lang="tr-TR" sz="1600" b="1" dirty="0"/>
              <a:t> Data </a:t>
            </a:r>
            <a:r>
              <a:rPr lang="tr-TR" sz="1600" b="1" dirty="0" err="1"/>
              <a:t>Integrity</a:t>
            </a:r>
            <a:r>
              <a:rPr lang="tr-TR" sz="1600" b="1" dirty="0"/>
              <a:t> </a:t>
            </a:r>
            <a:r>
              <a:rPr lang="tr-TR" sz="1600" b="1" dirty="0" err="1"/>
              <a:t>Failures</a:t>
            </a:r>
            <a:r>
              <a:rPr lang="tr-TR" sz="1600" b="1" dirty="0"/>
              <a:t> (Yazılım ve Veri Bütünlüğü Hataları):</a:t>
            </a:r>
            <a:r>
              <a:rPr lang="tr-TR" sz="1600" dirty="0"/>
              <a:t> Güvensiz CI/CD süreçleri veya doğrulanmamış güncelleme paketlerinin kullanımı.</a:t>
            </a:r>
          </a:p>
          <a:p>
            <a:pPr>
              <a:buFont typeface="+mj-lt"/>
              <a:buAutoNum type="arabicPeriod" startAt="6"/>
            </a:pPr>
            <a:r>
              <a:rPr lang="tr-TR" sz="1600" b="1" dirty="0"/>
              <a:t>A09: Security </a:t>
            </a:r>
            <a:r>
              <a:rPr lang="tr-TR" sz="1600" b="1" dirty="0" err="1"/>
              <a:t>Logging</a:t>
            </a:r>
            <a:r>
              <a:rPr lang="tr-TR" sz="1600" b="1" dirty="0"/>
              <a:t> </a:t>
            </a:r>
            <a:r>
              <a:rPr lang="tr-TR" sz="1600" b="1" dirty="0" err="1"/>
              <a:t>and</a:t>
            </a:r>
            <a:r>
              <a:rPr lang="tr-TR" sz="1600" b="1" dirty="0"/>
              <a:t> </a:t>
            </a:r>
            <a:r>
              <a:rPr lang="tr-TR" sz="1600" b="1" dirty="0" err="1"/>
              <a:t>Monitoring</a:t>
            </a:r>
            <a:r>
              <a:rPr lang="tr-TR" sz="1600" b="1" dirty="0"/>
              <a:t> </a:t>
            </a:r>
            <a:r>
              <a:rPr lang="tr-TR" sz="1600" b="1" dirty="0" err="1"/>
              <a:t>Failures</a:t>
            </a:r>
            <a:r>
              <a:rPr lang="tr-TR" sz="1600" b="1" dirty="0"/>
              <a:t> (Yetersiz Loglama ve İzleme):</a:t>
            </a:r>
            <a:r>
              <a:rPr lang="tr-TR" sz="1600" dirty="0"/>
              <a:t> Sistemdeki şüpheli hareketlerin veya saldırıların kaydedilmemesi nedeniyle ihlallerin geç fark edilmesi.</a:t>
            </a:r>
          </a:p>
          <a:p>
            <a:pPr>
              <a:buFont typeface="+mj-lt"/>
              <a:buAutoNum type="arabicPeriod" startAt="6"/>
            </a:pPr>
            <a:r>
              <a:rPr lang="tr-TR" sz="1600" b="1" dirty="0"/>
              <a:t> A10: Server-Side </a:t>
            </a:r>
            <a:r>
              <a:rPr lang="tr-TR" sz="1600" b="1" dirty="0" err="1"/>
              <a:t>Request</a:t>
            </a:r>
            <a:r>
              <a:rPr lang="tr-TR" sz="1600" b="1" dirty="0"/>
              <a:t> </a:t>
            </a:r>
            <a:r>
              <a:rPr lang="tr-TR" sz="1600" b="1" dirty="0" err="1"/>
              <a:t>Forgery</a:t>
            </a:r>
            <a:r>
              <a:rPr lang="tr-TR" sz="1600" b="1" dirty="0"/>
              <a:t> (SSRF):</a:t>
            </a:r>
            <a:r>
              <a:rPr lang="tr-TR" sz="1600" dirty="0"/>
              <a:t> Web uygulamasının, saldırganın yönlendirdiği rastgele bir adrese yetkisiz istek yapmaya zorlanması.</a:t>
            </a:r>
          </a:p>
        </p:txBody>
      </p:sp>
      <p:sp>
        <p:nvSpPr>
          <p:cNvPr id="2160" name="Google Shape;2160;p38">
            <a:extLst>
              <a:ext uri="{FF2B5EF4-FFF2-40B4-BE49-F238E27FC236}">
                <a16:creationId xmlns:a16="http://schemas.microsoft.com/office/drawing/2014/main" id="{1247EC56-71B5-2F63-43CE-7279AAA8B6A5}"/>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47</a:t>
            </a:fld>
            <a:endParaRPr lang="tr-TR" noProof="0" dirty="0"/>
          </a:p>
        </p:txBody>
      </p:sp>
    </p:spTree>
    <p:custDataLst>
      <p:tags r:id="rId1"/>
    </p:custDataLst>
    <p:extLst>
      <p:ext uri="{BB962C8B-B14F-4D97-AF65-F5344CB8AC3E}">
        <p14:creationId xmlns:p14="http://schemas.microsoft.com/office/powerpoint/2010/main" val="23011731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3AE10488-A9B8-6987-DB6E-FAB75D5E59EE}"/>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D8DB7097-94CF-104D-A4CF-921EE60F44D5}"/>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3200" dirty="0"/>
              <a:t>OWASP ZAP (</a:t>
            </a:r>
            <a:r>
              <a:rPr lang="tr-TR" sz="3200" dirty="0" err="1"/>
              <a:t>Zed</a:t>
            </a:r>
            <a:r>
              <a:rPr lang="tr-TR" sz="3200" dirty="0"/>
              <a:t> Attack Proxy)</a:t>
            </a:r>
            <a:endParaRPr lang="tr-TR" sz="3200" dirty="0">
              <a:effectLst/>
            </a:endParaRPr>
          </a:p>
        </p:txBody>
      </p:sp>
      <p:sp>
        <p:nvSpPr>
          <p:cNvPr id="2158" name="Google Shape;2158;p38">
            <a:extLst>
              <a:ext uri="{FF2B5EF4-FFF2-40B4-BE49-F238E27FC236}">
                <a16:creationId xmlns:a16="http://schemas.microsoft.com/office/drawing/2014/main" id="{BE4BEC0B-DA11-D48A-B134-C7F054877D59}"/>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Nedir:</a:t>
            </a:r>
            <a:r>
              <a:rPr lang="tr-TR" sz="1600" dirty="0"/>
              <a:t> Açık kaynaklı, tamamen ücretsiz bir web uygulaması güvenlik tarayıcısıdır (DAST aracı).</a:t>
            </a:r>
          </a:p>
          <a:p>
            <a:pPr lvl="0">
              <a:buFont typeface="Wingdings" panose="05000000000000000000" pitchFamily="2" charset="2"/>
              <a:buChar char="§"/>
            </a:pPr>
            <a:r>
              <a:rPr lang="tr-TR" sz="1600" b="1" dirty="0"/>
              <a:t>Ne İşe Yarar:</a:t>
            </a:r>
            <a:r>
              <a:rPr lang="tr-TR" sz="1600" dirty="0"/>
              <a:t> Uygulamanıza dışarıdan otomatik güvenlik testleri (sızma testleri) yapmanızı, XSS, </a:t>
            </a:r>
            <a:r>
              <a:rPr lang="tr-TR" sz="1600" dirty="0" err="1"/>
              <a:t>SQLi</a:t>
            </a:r>
            <a:r>
              <a:rPr lang="tr-TR" sz="1600" dirty="0"/>
              <a:t> veya konfigürasyon hatalarını bulmanızı sağlar.</a:t>
            </a:r>
          </a:p>
        </p:txBody>
      </p:sp>
      <p:sp>
        <p:nvSpPr>
          <p:cNvPr id="2160" name="Google Shape;2160;p38">
            <a:extLst>
              <a:ext uri="{FF2B5EF4-FFF2-40B4-BE49-F238E27FC236}">
                <a16:creationId xmlns:a16="http://schemas.microsoft.com/office/drawing/2014/main" id="{279596CC-11C4-A9E6-2D42-93826E67CBDA}"/>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48</a:t>
            </a:fld>
            <a:endParaRPr lang="tr-TR" noProof="0" dirty="0"/>
          </a:p>
        </p:txBody>
      </p:sp>
    </p:spTree>
    <p:custDataLst>
      <p:tags r:id="rId1"/>
    </p:custDataLst>
    <p:extLst>
      <p:ext uri="{BB962C8B-B14F-4D97-AF65-F5344CB8AC3E}">
        <p14:creationId xmlns:p14="http://schemas.microsoft.com/office/powerpoint/2010/main" val="13325644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75051226-FD8E-463E-AFD7-4E4226AA63E6}"/>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F8C88C41-9B2C-0838-166B-F026D5E924D0}"/>
              </a:ext>
            </a:extLst>
          </p:cNvPr>
          <p:cNvSpPr txBox="1">
            <a:spLocks noGrp="1"/>
          </p:cNvSpPr>
          <p:nvPr>
            <p:ph type="title"/>
          </p:nvPr>
        </p:nvSpPr>
        <p:spPr>
          <a:xfrm>
            <a:off x="1131750" y="170258"/>
            <a:ext cx="6880500" cy="582900"/>
          </a:xfrm>
          <a:prstGeom prst="rect">
            <a:avLst/>
          </a:prstGeom>
        </p:spPr>
        <p:txBody>
          <a:bodyPr spcFirstLastPara="1" wrap="square" lIns="91425" tIns="91425" rIns="91425" bIns="91425" anchor="b" anchorCtr="0">
            <a:noAutofit/>
          </a:bodyPr>
          <a:lstStyle/>
          <a:p>
            <a:pPr marL="76200">
              <a:buSzPts val="2400"/>
            </a:pPr>
            <a:r>
              <a:rPr lang="tr-TR" sz="2800" dirty="0"/>
              <a:t>OWASP ASVS (Application Security </a:t>
            </a:r>
            <a:r>
              <a:rPr lang="tr-TR" sz="2800" dirty="0" err="1"/>
              <a:t>Verification</a:t>
            </a:r>
            <a:r>
              <a:rPr lang="tr-TR" sz="2800" dirty="0"/>
              <a:t> Standard)</a:t>
            </a:r>
            <a:endParaRPr lang="tr-TR" sz="2800" dirty="0">
              <a:effectLst/>
            </a:endParaRPr>
          </a:p>
        </p:txBody>
      </p:sp>
      <p:sp>
        <p:nvSpPr>
          <p:cNvPr id="2158" name="Google Shape;2158;p38">
            <a:extLst>
              <a:ext uri="{FF2B5EF4-FFF2-40B4-BE49-F238E27FC236}">
                <a16:creationId xmlns:a16="http://schemas.microsoft.com/office/drawing/2014/main" id="{2FEA7ADC-5421-0957-5843-2542D82D3203}"/>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Nedir:</a:t>
            </a:r>
            <a:r>
              <a:rPr lang="tr-TR" sz="1600" dirty="0"/>
              <a:t> Uygulama Güvenliği Doğrulama Standardı.</a:t>
            </a:r>
          </a:p>
          <a:p>
            <a:pPr lvl="0">
              <a:buFont typeface="Wingdings" panose="05000000000000000000" pitchFamily="2" charset="2"/>
              <a:buChar char="§"/>
            </a:pPr>
            <a:r>
              <a:rPr lang="tr-TR" sz="1600" b="1" dirty="0"/>
              <a:t>Ne İşe Yarar:</a:t>
            </a:r>
            <a:r>
              <a:rPr lang="tr-TR" sz="1600" dirty="0"/>
              <a:t> Bir yazılımın ne kadar güvenli olduğunu test etmek için maddeler halinde hazırlanmış bir denetim listesidir (</a:t>
            </a:r>
            <a:r>
              <a:rPr lang="tr-TR" sz="1600" dirty="0" err="1"/>
              <a:t>checklist</a:t>
            </a:r>
            <a:r>
              <a:rPr lang="tr-TR" sz="1600" dirty="0"/>
              <a:t>). Ekipler projelerinde güvenlik seviyesini (L1, L2, L3) belirlerken ASVS kriterlerini baz alır.</a:t>
            </a:r>
          </a:p>
        </p:txBody>
      </p:sp>
      <p:sp>
        <p:nvSpPr>
          <p:cNvPr id="2160" name="Google Shape;2160;p38">
            <a:extLst>
              <a:ext uri="{FF2B5EF4-FFF2-40B4-BE49-F238E27FC236}">
                <a16:creationId xmlns:a16="http://schemas.microsoft.com/office/drawing/2014/main" id="{1E318AF6-1540-729E-9444-B73EC803788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49</a:t>
            </a:fld>
            <a:endParaRPr lang="tr-TR" noProof="0" dirty="0"/>
          </a:p>
        </p:txBody>
      </p:sp>
    </p:spTree>
    <p:custDataLst>
      <p:tags r:id="rId1"/>
    </p:custDataLst>
    <p:extLst>
      <p:ext uri="{BB962C8B-B14F-4D97-AF65-F5344CB8AC3E}">
        <p14:creationId xmlns:p14="http://schemas.microsoft.com/office/powerpoint/2010/main" val="16919969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2963327D-83F2-1FD1-596D-D6A5D247A1A4}"/>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929BBA78-5767-7E4B-1D1A-1A1B869E787D}"/>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Yazılımcılar ve Güvenlik Ekipleri </a:t>
            </a:r>
            <a:r>
              <a:rPr lang="tr-TR" sz="2800" dirty="0" err="1"/>
              <a:t>OWASP'ı</a:t>
            </a:r>
            <a:r>
              <a:rPr lang="tr-TR" sz="2800" dirty="0"/>
              <a:t> Nasıl Kullanmalı?</a:t>
            </a:r>
            <a:endParaRPr lang="tr-TR" sz="2800" dirty="0">
              <a:effectLst/>
            </a:endParaRPr>
          </a:p>
        </p:txBody>
      </p:sp>
      <p:sp>
        <p:nvSpPr>
          <p:cNvPr id="2158" name="Google Shape;2158;p38">
            <a:extLst>
              <a:ext uri="{FF2B5EF4-FFF2-40B4-BE49-F238E27FC236}">
                <a16:creationId xmlns:a16="http://schemas.microsoft.com/office/drawing/2014/main" id="{B9CDA3B3-BC7A-ADB7-42E5-43540D974A0C}"/>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b="1" dirty="0"/>
              <a:t>Geliştirme Aşamasında:</a:t>
            </a:r>
            <a:r>
              <a:rPr lang="tr-TR" sz="1600" dirty="0"/>
              <a:t> Kod yazarken OWASP </a:t>
            </a:r>
            <a:r>
              <a:rPr lang="tr-TR" sz="1600" dirty="0" err="1"/>
              <a:t>Cheat</a:t>
            </a:r>
            <a:r>
              <a:rPr lang="tr-TR" sz="1600" dirty="0"/>
              <a:t> </a:t>
            </a:r>
            <a:r>
              <a:rPr lang="tr-TR" sz="1600" dirty="0" err="1"/>
              <a:t>Sheet</a:t>
            </a:r>
            <a:r>
              <a:rPr lang="tr-TR" sz="1600" dirty="0"/>
              <a:t> Series (Hızlı İpuçları Rehberi) kaynak alınmalı; </a:t>
            </a:r>
            <a:r>
              <a:rPr lang="tr-TR" sz="1600" dirty="0" err="1"/>
              <a:t>SQLi</a:t>
            </a:r>
            <a:r>
              <a:rPr lang="tr-TR" sz="1600" dirty="0"/>
              <a:t>, XSS ve CSRF korunmaları bu kılavuzlara göre kurgulanmalıdır.</a:t>
            </a:r>
          </a:p>
          <a:p>
            <a:pPr lvl="0">
              <a:buFont typeface="Wingdings" panose="05000000000000000000" pitchFamily="2" charset="2"/>
              <a:buChar char="§"/>
            </a:pPr>
            <a:r>
              <a:rPr lang="tr-TR" sz="1600" b="1" dirty="0"/>
              <a:t>Test Aşamasında:</a:t>
            </a:r>
            <a:r>
              <a:rPr lang="tr-TR" sz="1600" dirty="0"/>
              <a:t> CI/CD hatlarına OWASP ZAP veya </a:t>
            </a:r>
            <a:r>
              <a:rPr lang="tr-TR" sz="1600" dirty="0" err="1"/>
              <a:t>Dependency-Check</a:t>
            </a:r>
            <a:r>
              <a:rPr lang="tr-TR" sz="1600" dirty="0"/>
              <a:t> entegre edilerek her derlemede otomatik güvenlik taraması yapılmalıdır.</a:t>
            </a:r>
          </a:p>
          <a:p>
            <a:pPr lvl="0">
              <a:buFont typeface="Wingdings" panose="05000000000000000000" pitchFamily="2" charset="2"/>
              <a:buChar char="§"/>
            </a:pPr>
            <a:r>
              <a:rPr lang="tr-TR" sz="1600" b="1" dirty="0"/>
              <a:t>Eğitim Aşamasında:</a:t>
            </a:r>
            <a:r>
              <a:rPr lang="tr-TR" sz="1600" dirty="0"/>
              <a:t> Yazılım ekiplerine güvenlik bilinci kazandırırken OWASP Top 10 zafiyetleri ve çözüm yolları müfredat olarak kullanılmalıdır.</a:t>
            </a:r>
          </a:p>
        </p:txBody>
      </p:sp>
      <p:sp>
        <p:nvSpPr>
          <p:cNvPr id="2160" name="Google Shape;2160;p38">
            <a:extLst>
              <a:ext uri="{FF2B5EF4-FFF2-40B4-BE49-F238E27FC236}">
                <a16:creationId xmlns:a16="http://schemas.microsoft.com/office/drawing/2014/main" id="{F00A2FAE-59FD-734D-F9AE-A2E86F89CF3A}"/>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50</a:t>
            </a:fld>
            <a:endParaRPr lang="tr-TR" noProof="0" dirty="0"/>
          </a:p>
        </p:txBody>
      </p:sp>
    </p:spTree>
    <p:custDataLst>
      <p:tags r:id="rId1"/>
    </p:custDataLst>
    <p:extLst>
      <p:ext uri="{BB962C8B-B14F-4D97-AF65-F5344CB8AC3E}">
        <p14:creationId xmlns:p14="http://schemas.microsoft.com/office/powerpoint/2010/main" val="2469348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60768915-92C5-117C-0107-E104E17BE5C0}"/>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8674A485-76A9-ECA2-9F1F-797BFCEB618B}"/>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err="1"/>
              <a:t>PyGoat</a:t>
            </a:r>
            <a:endParaRPr lang="tr-TR" sz="2800" dirty="0">
              <a:effectLst/>
            </a:endParaRPr>
          </a:p>
        </p:txBody>
      </p:sp>
      <p:sp>
        <p:nvSpPr>
          <p:cNvPr id="2158" name="Google Shape;2158;p38">
            <a:extLst>
              <a:ext uri="{FF2B5EF4-FFF2-40B4-BE49-F238E27FC236}">
                <a16:creationId xmlns:a16="http://schemas.microsoft.com/office/drawing/2014/main" id="{AC5F3395-43CA-04CB-500D-FF1A6CCC6138}"/>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Font typeface="Wingdings" panose="05000000000000000000" pitchFamily="2" charset="2"/>
              <a:buChar char="§"/>
            </a:pPr>
            <a:r>
              <a:rPr lang="tr-TR" sz="1600" dirty="0" err="1"/>
              <a:t>PyGoat</a:t>
            </a:r>
            <a:r>
              <a:rPr lang="tr-TR" sz="1600" dirty="0"/>
              <a:t>, Python/</a:t>
            </a:r>
            <a:r>
              <a:rPr lang="tr-TR" sz="1600" dirty="0" err="1"/>
              <a:t>Django</a:t>
            </a:r>
            <a:r>
              <a:rPr lang="tr-TR" sz="1600" dirty="0"/>
              <a:t> ile yazılmış, kasıtlı olarak zafiyetli bir web uygulamasıdır. </a:t>
            </a:r>
          </a:p>
          <a:p>
            <a:pPr lvl="0">
              <a:buFont typeface="Wingdings" panose="05000000000000000000" pitchFamily="2" charset="2"/>
              <a:buChar char="§"/>
            </a:pPr>
            <a:r>
              <a:rPr lang="tr-TR" sz="1600" dirty="0"/>
              <a:t>OWASP Top 10 kategorilerini yasal ve güvenli bir ortamda öğrenmek için tasarlanmıştır. </a:t>
            </a:r>
          </a:p>
          <a:p>
            <a:pPr lvl="0">
              <a:buFont typeface="Wingdings" panose="05000000000000000000" pitchFamily="2" charset="2"/>
              <a:buChar char="§"/>
            </a:pPr>
            <a:r>
              <a:rPr lang="tr-TR" sz="1600" dirty="0"/>
              <a:t>Java'daki </a:t>
            </a:r>
            <a:r>
              <a:rPr lang="tr-TR" sz="1600" dirty="0" err="1"/>
              <a:t>WebGoat'ın</a:t>
            </a:r>
            <a:r>
              <a:rPr lang="tr-TR" sz="1600" dirty="0"/>
              <a:t> </a:t>
            </a:r>
            <a:r>
              <a:rPr lang="tr-TR" sz="1600" dirty="0" err="1"/>
              <a:t>Django</a:t>
            </a:r>
            <a:r>
              <a:rPr lang="tr-TR" sz="1600" dirty="0"/>
              <a:t> karşılığı gibi düşünülebilir. </a:t>
            </a:r>
          </a:p>
          <a:p>
            <a:pPr lvl="0">
              <a:buFont typeface="Wingdings" panose="05000000000000000000" pitchFamily="2" charset="2"/>
              <a:buChar char="§"/>
            </a:pPr>
            <a:r>
              <a:rPr lang="tr-TR" sz="1600" dirty="0"/>
              <a:t>Hem saldırı tarafını (</a:t>
            </a:r>
            <a:r>
              <a:rPr lang="tr-TR" sz="1600" dirty="0" err="1"/>
              <a:t>exploit</a:t>
            </a:r>
            <a:r>
              <a:rPr lang="tr-TR" sz="1600" dirty="0"/>
              <a:t>) hem de kodun nasıl düzeltileceğini öğretir.</a:t>
            </a:r>
          </a:p>
        </p:txBody>
      </p:sp>
      <p:sp>
        <p:nvSpPr>
          <p:cNvPr id="2160" name="Google Shape;2160;p38">
            <a:extLst>
              <a:ext uri="{FF2B5EF4-FFF2-40B4-BE49-F238E27FC236}">
                <a16:creationId xmlns:a16="http://schemas.microsoft.com/office/drawing/2014/main" id="{DAB5D4AC-D9DC-48B5-6F61-23F69116CFA7}"/>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51</a:t>
            </a:fld>
            <a:endParaRPr lang="tr-TR" noProof="0" dirty="0"/>
          </a:p>
        </p:txBody>
      </p:sp>
    </p:spTree>
    <p:custDataLst>
      <p:tags r:id="rId1"/>
    </p:custDataLst>
    <p:extLst>
      <p:ext uri="{BB962C8B-B14F-4D97-AF65-F5344CB8AC3E}">
        <p14:creationId xmlns:p14="http://schemas.microsoft.com/office/powerpoint/2010/main" val="24362224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C6F27E2A-FE03-48C9-8CBD-42148A154AED}"/>
              </a:ext>
            </a:extLst>
          </p:cNvPr>
          <p:cNvSpPr>
            <a:spLocks noGrp="1"/>
          </p:cNvSpPr>
          <p:nvPr>
            <p:ph type="title"/>
          </p:nvPr>
        </p:nvSpPr>
        <p:spPr>
          <a:xfrm>
            <a:off x="228600" y="206165"/>
            <a:ext cx="8693524" cy="582900"/>
          </a:xfrm>
        </p:spPr>
        <p:txBody>
          <a:bodyPr/>
          <a:lstStyle/>
          <a:p>
            <a:r>
              <a:rPr lang="tr-TR" sz="2400" dirty="0" err="1"/>
              <a:t>PyGoat</a:t>
            </a:r>
            <a:r>
              <a:rPr lang="tr-TR" sz="2400" dirty="0"/>
              <a:t> Kurulumu</a:t>
            </a:r>
            <a:endParaRPr lang="tr-TR" dirty="0"/>
          </a:p>
        </p:txBody>
      </p:sp>
      <p:sp>
        <p:nvSpPr>
          <p:cNvPr id="2" name="Slayt Numarası Yer Tutucusu 1">
            <a:extLst>
              <a:ext uri="{FF2B5EF4-FFF2-40B4-BE49-F238E27FC236}">
                <a16:creationId xmlns:a16="http://schemas.microsoft.com/office/drawing/2014/main" id="{410C7CCE-7742-4DB5-BD61-10CEA9BCB6C2}"/>
              </a:ext>
            </a:extLst>
          </p:cNvPr>
          <p:cNvSpPr>
            <a:spLocks noGrp="1"/>
          </p:cNvSpPr>
          <p:nvPr>
            <p:ph type="sldNum" idx="10"/>
          </p:nvPr>
        </p:nvSpPr>
        <p:spPr/>
        <p:txBody>
          <a:bodyPr/>
          <a:lstStyle/>
          <a:p>
            <a:pPr algn="r"/>
            <a:fld id="{00000000-1234-1234-1234-123412341234}" type="slidenum">
              <a:rPr lang="en" smtClean="0"/>
              <a:pPr algn="r"/>
              <a:t>52</a:t>
            </a:fld>
            <a:endParaRPr lang="en"/>
          </a:p>
        </p:txBody>
      </p:sp>
      <p:sp>
        <p:nvSpPr>
          <p:cNvPr id="7" name="Metin kutusu 6">
            <a:extLst>
              <a:ext uri="{FF2B5EF4-FFF2-40B4-BE49-F238E27FC236}">
                <a16:creationId xmlns:a16="http://schemas.microsoft.com/office/drawing/2014/main" id="{D3D3D4E7-280F-48E8-B201-CD068363D352}"/>
              </a:ext>
            </a:extLst>
          </p:cNvPr>
          <p:cNvSpPr txBox="1"/>
          <p:nvPr/>
        </p:nvSpPr>
        <p:spPr>
          <a:xfrm>
            <a:off x="331076" y="938049"/>
            <a:ext cx="8591048" cy="3931132"/>
          </a:xfrm>
          <a:prstGeom prst="rect">
            <a:avLst/>
          </a:prstGeom>
          <a:noFill/>
        </p:spPr>
        <p:txBody>
          <a:bodyPr wrap="square">
            <a:noAutofit/>
          </a:bodyPr>
          <a:lstStyle/>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Docker</a:t>
            </a:r>
            <a:r>
              <a:rPr lang="tr-TR" sz="700" b="1" dirty="0">
                <a:solidFill>
                  <a:srgbClr val="232A4E"/>
                </a:solidFill>
                <a:latin typeface="Consolas" panose="020B0609020204030204" pitchFamily="49" charset="0"/>
              </a:rPr>
              <a:t> ile (en kolayı)</a:t>
            </a: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docker</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pull</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pygoat</a:t>
            </a:r>
            <a:r>
              <a:rPr lang="tr-TR" sz="700" b="1" dirty="0">
                <a:solidFill>
                  <a:srgbClr val="232A4E"/>
                </a:solidFill>
                <a:latin typeface="Consolas" panose="020B0609020204030204" pitchFamily="49" charset="0"/>
              </a:rPr>
              <a:t>/</a:t>
            </a:r>
            <a:r>
              <a:rPr lang="tr-TR" sz="700" b="1" dirty="0" err="1">
                <a:solidFill>
                  <a:srgbClr val="232A4E"/>
                </a:solidFill>
                <a:latin typeface="Consolas" panose="020B0609020204030204" pitchFamily="49" charset="0"/>
              </a:rPr>
              <a:t>pygoat</a:t>
            </a: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docker</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run</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rm</a:t>
            </a:r>
            <a:r>
              <a:rPr lang="tr-TR" sz="700" b="1" dirty="0">
                <a:solidFill>
                  <a:srgbClr val="232A4E"/>
                </a:solidFill>
                <a:latin typeface="Consolas" panose="020B0609020204030204" pitchFamily="49" charset="0"/>
              </a:rPr>
              <a:t> -p 8000:8000 </a:t>
            </a:r>
            <a:r>
              <a:rPr lang="tr-TR" sz="700" b="1" dirty="0" err="1">
                <a:solidFill>
                  <a:srgbClr val="232A4E"/>
                </a:solidFill>
                <a:latin typeface="Consolas" panose="020B0609020204030204" pitchFamily="49" charset="0"/>
              </a:rPr>
              <a:t>pygoat</a:t>
            </a:r>
            <a:r>
              <a:rPr lang="tr-TR" sz="700" b="1" dirty="0">
                <a:solidFill>
                  <a:srgbClr val="232A4E"/>
                </a:solidFill>
                <a:latin typeface="Consolas" panose="020B0609020204030204" pitchFamily="49" charset="0"/>
              </a:rPr>
              <a:t>/</a:t>
            </a:r>
            <a:r>
              <a:rPr lang="tr-TR" sz="700" b="1" dirty="0" err="1">
                <a:solidFill>
                  <a:srgbClr val="232A4E"/>
                </a:solidFill>
                <a:latin typeface="Consolas" panose="020B0609020204030204" pitchFamily="49" charset="0"/>
              </a:rPr>
              <a:t>pygoat:latest</a:t>
            </a: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veya kaynaktan</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git </a:t>
            </a:r>
            <a:r>
              <a:rPr lang="tr-TR" sz="700" b="1" dirty="0" err="1">
                <a:solidFill>
                  <a:srgbClr val="232A4E"/>
                </a:solidFill>
                <a:latin typeface="Consolas" panose="020B0609020204030204" pitchFamily="49" charset="0"/>
              </a:rPr>
              <a:t>clone</a:t>
            </a:r>
            <a:r>
              <a:rPr lang="tr-TR" sz="700" b="1" dirty="0">
                <a:solidFill>
                  <a:srgbClr val="232A4E"/>
                </a:solidFill>
                <a:latin typeface="Consolas" panose="020B0609020204030204" pitchFamily="49" charset="0"/>
              </a:rPr>
              <a:t> https://github.com/adeyosemanputra/pygoat.git</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cd </a:t>
            </a:r>
            <a:r>
              <a:rPr lang="tr-TR" sz="700" b="1" dirty="0" err="1">
                <a:solidFill>
                  <a:srgbClr val="232A4E"/>
                </a:solidFill>
                <a:latin typeface="Consolas" panose="020B0609020204030204" pitchFamily="49" charset="0"/>
              </a:rPr>
              <a:t>pygoat</a:t>
            </a: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python</a:t>
            </a:r>
            <a:r>
              <a:rPr lang="tr-TR" sz="700" b="1" dirty="0">
                <a:solidFill>
                  <a:srgbClr val="232A4E"/>
                </a:solidFill>
                <a:latin typeface="Consolas" panose="020B0609020204030204" pitchFamily="49" charset="0"/>
              </a:rPr>
              <a:t> -m </a:t>
            </a:r>
            <a:r>
              <a:rPr lang="tr-TR" sz="700" b="1" dirty="0" err="1">
                <a:solidFill>
                  <a:srgbClr val="232A4E"/>
                </a:solidFill>
                <a:latin typeface="Consolas" panose="020B0609020204030204" pitchFamily="49" charset="0"/>
              </a:rPr>
              <a:t>venv</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venv</a:t>
            </a:r>
            <a:r>
              <a:rPr lang="tr-TR" sz="700" b="1" dirty="0">
                <a:solidFill>
                  <a:srgbClr val="232A4E"/>
                </a:solidFill>
                <a:latin typeface="Consolas" panose="020B0609020204030204" pitchFamily="49" charset="0"/>
              </a:rPr>
              <a:t> &amp;&amp; </a:t>
            </a:r>
            <a:r>
              <a:rPr lang="tr-TR" sz="700" b="1" dirty="0" err="1">
                <a:solidFill>
                  <a:srgbClr val="232A4E"/>
                </a:solidFill>
                <a:latin typeface="Consolas" panose="020B0609020204030204" pitchFamily="49" charset="0"/>
              </a:rPr>
              <a:t>source</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venv</a:t>
            </a:r>
            <a:r>
              <a:rPr lang="tr-TR" sz="700" b="1" dirty="0">
                <a:solidFill>
                  <a:srgbClr val="232A4E"/>
                </a:solidFill>
                <a:latin typeface="Consolas" panose="020B0609020204030204" pitchFamily="49" charset="0"/>
              </a:rPr>
              <a:t>/bin/</a:t>
            </a:r>
            <a:r>
              <a:rPr lang="tr-TR" sz="700" b="1" dirty="0" err="1">
                <a:solidFill>
                  <a:srgbClr val="232A4E"/>
                </a:solidFill>
                <a:latin typeface="Consolas" panose="020B0609020204030204" pitchFamily="49" charset="0"/>
              </a:rPr>
              <a:t>activate</a:t>
            </a: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pip</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install</a:t>
            </a:r>
            <a:r>
              <a:rPr lang="tr-TR" sz="700" b="1" dirty="0">
                <a:solidFill>
                  <a:srgbClr val="232A4E"/>
                </a:solidFill>
                <a:latin typeface="Consolas" panose="020B0609020204030204" pitchFamily="49" charset="0"/>
              </a:rPr>
              <a:t> -r requirements.txt</a:t>
            </a: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python</a:t>
            </a:r>
            <a:r>
              <a:rPr lang="tr-TR" sz="700" b="1" dirty="0">
                <a:solidFill>
                  <a:srgbClr val="232A4E"/>
                </a:solidFill>
                <a:latin typeface="Consolas" panose="020B0609020204030204" pitchFamily="49" charset="0"/>
              </a:rPr>
              <a:t> manage.py </a:t>
            </a:r>
            <a:r>
              <a:rPr lang="tr-TR" sz="700" b="1" dirty="0" err="1">
                <a:solidFill>
                  <a:srgbClr val="232A4E"/>
                </a:solidFill>
                <a:latin typeface="Consolas" panose="020B0609020204030204" pitchFamily="49" charset="0"/>
              </a:rPr>
              <a:t>migrate</a:t>
            </a: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python</a:t>
            </a:r>
            <a:r>
              <a:rPr lang="tr-TR" sz="700" b="1" dirty="0">
                <a:solidFill>
                  <a:srgbClr val="232A4E"/>
                </a:solidFill>
                <a:latin typeface="Consolas" panose="020B0609020204030204" pitchFamily="49" charset="0"/>
              </a:rPr>
              <a:t> manage.py </a:t>
            </a:r>
            <a:r>
              <a:rPr lang="tr-TR" sz="700" b="1" dirty="0" err="1">
                <a:solidFill>
                  <a:srgbClr val="232A4E"/>
                </a:solidFill>
                <a:latin typeface="Consolas" panose="020B0609020204030204" pitchFamily="49" charset="0"/>
              </a:rPr>
              <a:t>runserver</a:t>
            </a: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tarayıcıdan </a:t>
            </a:r>
            <a:r>
              <a:rPr lang="tr-TR" sz="700" b="1" dirty="0">
                <a:solidFill>
                  <a:srgbClr val="232A4E"/>
                </a:solidFill>
                <a:latin typeface="Consolas" panose="020B0609020204030204" pitchFamily="49" charset="0"/>
                <a:hlinkClick r:id="rId4"/>
              </a:rPr>
              <a:t>http://127.0.0.1:8000</a:t>
            </a:r>
            <a:r>
              <a:rPr lang="tr-TR" sz="700" b="1" dirty="0">
                <a:solidFill>
                  <a:srgbClr val="232A4E"/>
                </a:solidFill>
                <a:latin typeface="Consolas" panose="020B0609020204030204" pitchFamily="49" charset="0"/>
              </a:rPr>
              <a:t> linki ile çalışır.</a:t>
            </a:r>
          </a:p>
        </p:txBody>
      </p:sp>
    </p:spTree>
    <p:custDataLst>
      <p:tags r:id="rId1"/>
    </p:custDataLst>
    <p:extLst>
      <p:ext uri="{BB962C8B-B14F-4D97-AF65-F5344CB8AC3E}">
        <p14:creationId xmlns:p14="http://schemas.microsoft.com/office/powerpoint/2010/main" val="1908761660"/>
      </p:ext>
    </p:extLst>
  </p:cSld>
  <p:clrMapOvr>
    <a:masterClrMapping/>
  </p:clrMapOvr>
  <p:transition>
    <p:fade thruBlk="1"/>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C2E2EB98-90BF-B868-F43C-604CCA3D1E1F}"/>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98CD05BC-1E6B-5EDA-7ED5-2236BEE9582F}"/>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Öğrenme yol haritası</a:t>
            </a:r>
            <a:endParaRPr lang="tr-TR" sz="2800" dirty="0">
              <a:effectLst/>
            </a:endParaRPr>
          </a:p>
        </p:txBody>
      </p:sp>
      <p:sp>
        <p:nvSpPr>
          <p:cNvPr id="2158" name="Google Shape;2158;p38">
            <a:extLst>
              <a:ext uri="{FF2B5EF4-FFF2-40B4-BE49-F238E27FC236}">
                <a16:creationId xmlns:a16="http://schemas.microsoft.com/office/drawing/2014/main" id="{0AF2E752-E4CF-1E2E-B469-0F006236AEE3}"/>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SzPct val="120000"/>
              <a:buFont typeface="+mj-lt"/>
              <a:buAutoNum type="arabicPeriod"/>
            </a:pPr>
            <a:r>
              <a:rPr lang="tr-TR" sz="1600" b="1" dirty="0" err="1"/>
              <a:t>Injection</a:t>
            </a:r>
            <a:r>
              <a:rPr lang="tr-TR" sz="1600" b="1" dirty="0"/>
              <a:t> (</a:t>
            </a:r>
            <a:r>
              <a:rPr lang="tr-TR" sz="1600" b="1" dirty="0" err="1"/>
              <a:t>SQLi</a:t>
            </a:r>
            <a:r>
              <a:rPr lang="tr-TR" sz="1600" b="1" dirty="0"/>
              <a:t>, komut enjeksiyonu): </a:t>
            </a:r>
            <a:r>
              <a:rPr lang="tr-TR" sz="1600" dirty="0" err="1"/>
              <a:t>Django</a:t>
            </a:r>
            <a:r>
              <a:rPr lang="tr-TR" sz="1600" dirty="0"/>
              <a:t> </a:t>
            </a:r>
            <a:r>
              <a:rPr lang="tr-TR" sz="1600" dirty="0" err="1"/>
              <a:t>ORM'in</a:t>
            </a:r>
            <a:r>
              <a:rPr lang="tr-TR" sz="1600" dirty="0"/>
              <a:t> güvenli, ham </a:t>
            </a:r>
            <a:r>
              <a:rPr lang="tr-TR" sz="1600" dirty="0" err="1"/>
              <a:t>SQL'in</a:t>
            </a:r>
            <a:r>
              <a:rPr lang="tr-TR" sz="1600" dirty="0"/>
              <a:t> güvensiz olduğu yerleri gör.</a:t>
            </a:r>
          </a:p>
          <a:p>
            <a:pPr lvl="0">
              <a:buSzPct val="120000"/>
              <a:buFont typeface="+mj-lt"/>
              <a:buAutoNum type="arabicPeriod"/>
            </a:pPr>
            <a:r>
              <a:rPr lang="tr-TR" sz="1600" b="1" dirty="0"/>
              <a:t>XSS: </a:t>
            </a:r>
            <a:r>
              <a:rPr lang="tr-TR" sz="1600" dirty="0" err="1"/>
              <a:t>Reflected</a:t>
            </a:r>
            <a:r>
              <a:rPr lang="tr-TR" sz="1600" dirty="0"/>
              <a:t> ve </a:t>
            </a:r>
            <a:r>
              <a:rPr lang="tr-TR" sz="1600" dirty="0" err="1"/>
              <a:t>stored</a:t>
            </a:r>
            <a:r>
              <a:rPr lang="tr-TR" sz="1600" dirty="0"/>
              <a:t> türlerini dene. </a:t>
            </a:r>
            <a:r>
              <a:rPr lang="tr-TR" sz="1600" dirty="0" err="1"/>
              <a:t>Django'nun</a:t>
            </a:r>
            <a:r>
              <a:rPr lang="tr-TR" sz="1600" dirty="0"/>
              <a:t> otomatik </a:t>
            </a:r>
            <a:r>
              <a:rPr lang="tr-TR" sz="1600" dirty="0" err="1"/>
              <a:t>escape'ini</a:t>
            </a:r>
            <a:r>
              <a:rPr lang="tr-TR" sz="1600" dirty="0"/>
              <a:t> ve |</a:t>
            </a:r>
            <a:r>
              <a:rPr lang="tr-TR" sz="1600" dirty="0" err="1"/>
              <a:t>safe</a:t>
            </a:r>
            <a:r>
              <a:rPr lang="tr-TR" sz="1600" dirty="0"/>
              <a:t> filtresinin tehlikesini incele.</a:t>
            </a:r>
          </a:p>
          <a:p>
            <a:pPr lvl="0">
              <a:buSzPct val="120000"/>
              <a:buFont typeface="+mj-lt"/>
              <a:buAutoNum type="arabicPeriod"/>
            </a:pPr>
            <a:r>
              <a:rPr lang="tr-TR" sz="1600" b="1" dirty="0" err="1"/>
              <a:t>Broken</a:t>
            </a:r>
            <a:r>
              <a:rPr lang="tr-TR" sz="1600" b="1" dirty="0"/>
              <a:t> </a:t>
            </a:r>
            <a:r>
              <a:rPr lang="tr-TR" sz="1600" b="1" dirty="0" err="1"/>
              <a:t>Authentication</a:t>
            </a:r>
            <a:r>
              <a:rPr lang="tr-TR" sz="1600" b="1" dirty="0"/>
              <a:t> / </a:t>
            </a:r>
            <a:r>
              <a:rPr lang="tr-TR" sz="1600" b="1" dirty="0" err="1"/>
              <a:t>Session</a:t>
            </a:r>
            <a:r>
              <a:rPr lang="tr-TR" sz="1600" b="1" dirty="0"/>
              <a:t> yönetimi: </a:t>
            </a:r>
            <a:r>
              <a:rPr lang="tr-TR" sz="1600" dirty="0"/>
              <a:t>Zayıf parola politikaları, </a:t>
            </a:r>
            <a:r>
              <a:rPr lang="tr-TR" sz="1600" dirty="0" err="1"/>
              <a:t>cookie</a:t>
            </a:r>
            <a:r>
              <a:rPr lang="tr-TR" sz="1600" dirty="0"/>
              <a:t> ve </a:t>
            </a:r>
            <a:r>
              <a:rPr lang="tr-TR" sz="1600" dirty="0" err="1"/>
              <a:t>session</a:t>
            </a:r>
            <a:r>
              <a:rPr lang="tr-TR" sz="1600" dirty="0"/>
              <a:t> sorunları.</a:t>
            </a:r>
          </a:p>
          <a:p>
            <a:pPr lvl="0">
              <a:buSzPct val="120000"/>
              <a:buFont typeface="+mj-lt"/>
              <a:buAutoNum type="arabicPeriod"/>
            </a:pPr>
            <a:r>
              <a:rPr lang="tr-TR" sz="1600" b="1" dirty="0" err="1"/>
              <a:t>Broken</a:t>
            </a:r>
            <a:r>
              <a:rPr lang="tr-TR" sz="1600" b="1" dirty="0"/>
              <a:t> Access Control / IDOR: </a:t>
            </a:r>
            <a:r>
              <a:rPr lang="tr-TR" sz="1600" dirty="0"/>
              <a:t>Başkasının verisine yetkisiz erişim.</a:t>
            </a:r>
          </a:p>
          <a:p>
            <a:pPr lvl="0">
              <a:buSzPct val="120000"/>
              <a:buFont typeface="+mj-lt"/>
              <a:buAutoNum type="arabicPeriod"/>
            </a:pPr>
            <a:r>
              <a:rPr lang="tr-TR" sz="1600" b="1" dirty="0" err="1"/>
              <a:t>Insecure</a:t>
            </a:r>
            <a:r>
              <a:rPr lang="tr-TR" sz="1600" b="1" dirty="0"/>
              <a:t> </a:t>
            </a:r>
            <a:r>
              <a:rPr lang="tr-TR" sz="1600" b="1" dirty="0" err="1"/>
              <a:t>Deserialization</a:t>
            </a:r>
            <a:r>
              <a:rPr lang="tr-TR" sz="1600" b="1" dirty="0"/>
              <a:t>: </a:t>
            </a:r>
            <a:r>
              <a:rPr lang="tr-TR" sz="1600" dirty="0"/>
              <a:t>Python </a:t>
            </a:r>
            <a:r>
              <a:rPr lang="tr-TR" sz="1600" dirty="0" err="1"/>
              <a:t>pickle</a:t>
            </a:r>
            <a:r>
              <a:rPr lang="tr-TR" sz="1600" dirty="0"/>
              <a:t> ve YAML zafiyetleri.</a:t>
            </a:r>
          </a:p>
          <a:p>
            <a:pPr lvl="0">
              <a:buSzPct val="120000"/>
              <a:buFont typeface="+mj-lt"/>
              <a:buAutoNum type="arabicPeriod"/>
            </a:pPr>
            <a:r>
              <a:rPr lang="tr-TR" sz="1600" b="1" dirty="0"/>
              <a:t>XXE, SSRF, Security </a:t>
            </a:r>
            <a:r>
              <a:rPr lang="tr-TR" sz="1600" b="1" dirty="0" err="1"/>
              <a:t>Misconfiguration</a:t>
            </a:r>
            <a:r>
              <a:rPr lang="tr-TR" sz="1600" b="1" dirty="0"/>
              <a:t>: </a:t>
            </a:r>
            <a:r>
              <a:rPr lang="tr-TR" sz="1600" dirty="0"/>
              <a:t>DEBUG=True gibi yanlış ayarlar.</a:t>
            </a:r>
          </a:p>
          <a:p>
            <a:pPr lvl="0">
              <a:buSzPct val="120000"/>
              <a:buFont typeface="+mj-lt"/>
              <a:buAutoNum type="arabicPeriod"/>
            </a:pPr>
            <a:r>
              <a:rPr lang="tr-TR" sz="1600" b="1" dirty="0" err="1"/>
              <a:t>Sensitive</a:t>
            </a:r>
            <a:r>
              <a:rPr lang="tr-TR" sz="1600" b="1" dirty="0"/>
              <a:t> Data </a:t>
            </a:r>
            <a:r>
              <a:rPr lang="tr-TR" sz="1600" b="1" dirty="0" err="1"/>
              <a:t>Exposure</a:t>
            </a:r>
            <a:r>
              <a:rPr lang="tr-TR" sz="1600" b="1" dirty="0"/>
              <a:t> / </a:t>
            </a:r>
            <a:r>
              <a:rPr lang="tr-TR" sz="1600" b="1" dirty="0" err="1"/>
              <a:t>Cryptographic</a:t>
            </a:r>
            <a:r>
              <a:rPr lang="tr-TR" sz="1600" b="1" dirty="0"/>
              <a:t> </a:t>
            </a:r>
            <a:r>
              <a:rPr lang="tr-TR" sz="1600" b="1" dirty="0" err="1"/>
              <a:t>Failures</a:t>
            </a:r>
            <a:r>
              <a:rPr lang="tr-TR" sz="1600" b="1" dirty="0"/>
              <a:t>: </a:t>
            </a:r>
            <a:r>
              <a:rPr lang="tr-TR" sz="1600" dirty="0"/>
              <a:t>Zayıf </a:t>
            </a:r>
            <a:r>
              <a:rPr lang="tr-TR" sz="1600" dirty="0" err="1"/>
              <a:t>hash</a:t>
            </a:r>
            <a:r>
              <a:rPr lang="tr-TR" sz="1600" dirty="0"/>
              <a:t> ve şifreleme kullanımı.</a:t>
            </a:r>
          </a:p>
          <a:p>
            <a:pPr lvl="0">
              <a:buSzPct val="120000"/>
              <a:buFont typeface="+mj-lt"/>
              <a:buAutoNum type="arabicPeriod"/>
            </a:pPr>
            <a:r>
              <a:rPr lang="tr-TR" sz="1600" b="1" dirty="0" err="1"/>
              <a:t>Vulnerable</a:t>
            </a:r>
            <a:r>
              <a:rPr lang="tr-TR" sz="1600" b="1" dirty="0"/>
              <a:t> Components, </a:t>
            </a:r>
            <a:r>
              <a:rPr lang="tr-TR" sz="1600" b="1" dirty="0" err="1"/>
              <a:t>Logging</a:t>
            </a:r>
            <a:r>
              <a:rPr lang="tr-TR" sz="1600" b="1" dirty="0"/>
              <a:t> eksikleri: </a:t>
            </a:r>
            <a:r>
              <a:rPr lang="tr-TR" sz="1600" dirty="0"/>
              <a:t>Eski kütüphaneler ve yetersiz loglama.</a:t>
            </a:r>
          </a:p>
        </p:txBody>
      </p:sp>
      <p:sp>
        <p:nvSpPr>
          <p:cNvPr id="2160" name="Google Shape;2160;p38">
            <a:extLst>
              <a:ext uri="{FF2B5EF4-FFF2-40B4-BE49-F238E27FC236}">
                <a16:creationId xmlns:a16="http://schemas.microsoft.com/office/drawing/2014/main" id="{F26795C2-B03E-5D35-8C49-2773CF2217E2}"/>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53</a:t>
            </a:fld>
            <a:endParaRPr lang="tr-TR" noProof="0" dirty="0"/>
          </a:p>
        </p:txBody>
      </p:sp>
    </p:spTree>
    <p:custDataLst>
      <p:tags r:id="rId1"/>
    </p:custDataLst>
    <p:extLst>
      <p:ext uri="{BB962C8B-B14F-4D97-AF65-F5344CB8AC3E}">
        <p14:creationId xmlns:p14="http://schemas.microsoft.com/office/powerpoint/2010/main" val="3501156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DD0CE870-BD6E-89D8-DC1A-1ED57FD644F8}"/>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EE8FA03F-CFC0-7917-317B-15B01DCCE71E}"/>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Çalışma Yöntemi</a:t>
            </a:r>
            <a:endParaRPr lang="tr-TR" sz="2800" dirty="0">
              <a:effectLst/>
            </a:endParaRPr>
          </a:p>
        </p:txBody>
      </p:sp>
      <p:sp>
        <p:nvSpPr>
          <p:cNvPr id="2158" name="Google Shape;2158;p38">
            <a:extLst>
              <a:ext uri="{FF2B5EF4-FFF2-40B4-BE49-F238E27FC236}">
                <a16:creationId xmlns:a16="http://schemas.microsoft.com/office/drawing/2014/main" id="{8D9E1AD5-9011-72EE-E7B8-EF43D1B9F410}"/>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SzPct val="120000"/>
              <a:buFont typeface="Wingdings" panose="05000000000000000000" pitchFamily="2" charset="2"/>
              <a:buChar char="§"/>
            </a:pPr>
            <a:r>
              <a:rPr lang="tr-TR" sz="1600" dirty="0"/>
              <a:t>Her modülde önce teoriyi oku, sonra sömür, en son kodu açıp zafiyetin nedenini bul ve yamala.</a:t>
            </a:r>
          </a:p>
          <a:p>
            <a:pPr lvl="0">
              <a:buSzPct val="120000"/>
              <a:buFont typeface="Wingdings" panose="05000000000000000000" pitchFamily="2" charset="2"/>
              <a:buChar char="§"/>
            </a:pPr>
            <a:r>
              <a:rPr lang="tr-TR" sz="1600" dirty="0"/>
              <a:t>Araç olarak </a:t>
            </a:r>
            <a:r>
              <a:rPr lang="tr-TR" sz="1600" b="1" dirty="0" err="1"/>
              <a:t>Burp</a:t>
            </a:r>
            <a:r>
              <a:rPr lang="tr-TR" sz="1600" b="1" dirty="0"/>
              <a:t> Suite </a:t>
            </a:r>
            <a:r>
              <a:rPr lang="tr-TR" sz="1600" b="1" dirty="0" err="1"/>
              <a:t>Community</a:t>
            </a:r>
            <a:r>
              <a:rPr lang="tr-TR" sz="1600" b="1" dirty="0"/>
              <a:t> </a:t>
            </a:r>
            <a:r>
              <a:rPr lang="tr-TR" sz="1600" dirty="0"/>
              <a:t>ve </a:t>
            </a:r>
            <a:r>
              <a:rPr lang="tr-TR" sz="1600" b="1" dirty="0"/>
              <a:t>OWASP ZAP </a:t>
            </a:r>
            <a:r>
              <a:rPr lang="tr-TR" sz="1600" dirty="0"/>
              <a:t>kullan.</a:t>
            </a:r>
          </a:p>
          <a:p>
            <a:pPr lvl="0">
              <a:buSzPct val="120000"/>
              <a:buFont typeface="Wingdings" panose="05000000000000000000" pitchFamily="2" charset="2"/>
              <a:buChar char="§"/>
            </a:pPr>
            <a:r>
              <a:rPr lang="tr-TR" sz="1600" dirty="0"/>
              <a:t>Kaynak kodu okumayı ihmal etme. </a:t>
            </a:r>
          </a:p>
          <a:p>
            <a:pPr lvl="0">
              <a:buSzPct val="120000"/>
              <a:buFont typeface="Wingdings" panose="05000000000000000000" pitchFamily="2" charset="2"/>
              <a:buChar char="§"/>
            </a:pPr>
            <a:r>
              <a:rPr lang="tr-TR" sz="1600" dirty="0"/>
              <a:t>Tamamlayıcı olarak </a:t>
            </a:r>
            <a:r>
              <a:rPr lang="tr-TR" sz="1600" dirty="0" err="1"/>
              <a:t>PortSwigger</a:t>
            </a:r>
            <a:r>
              <a:rPr lang="tr-TR" sz="1600" dirty="0"/>
              <a:t> Web Security Academy ve OWASP Top 10 dokümanlarına bak.</a:t>
            </a:r>
          </a:p>
        </p:txBody>
      </p:sp>
      <p:sp>
        <p:nvSpPr>
          <p:cNvPr id="2160" name="Google Shape;2160;p38">
            <a:extLst>
              <a:ext uri="{FF2B5EF4-FFF2-40B4-BE49-F238E27FC236}">
                <a16:creationId xmlns:a16="http://schemas.microsoft.com/office/drawing/2014/main" id="{429CED34-B7EB-AE52-78FB-3900D50AE529}"/>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54</a:t>
            </a:fld>
            <a:endParaRPr lang="tr-TR" noProof="0" dirty="0"/>
          </a:p>
        </p:txBody>
      </p:sp>
    </p:spTree>
    <p:custDataLst>
      <p:tags r:id="rId1"/>
    </p:custDataLst>
    <p:extLst>
      <p:ext uri="{BB962C8B-B14F-4D97-AF65-F5344CB8AC3E}">
        <p14:creationId xmlns:p14="http://schemas.microsoft.com/office/powerpoint/2010/main" val="18042044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913">
          <a:extLst>
            <a:ext uri="{FF2B5EF4-FFF2-40B4-BE49-F238E27FC236}">
              <a16:creationId xmlns:a16="http://schemas.microsoft.com/office/drawing/2014/main" id="{F0ED993F-14B2-6BAC-E554-327E46D65C3E}"/>
            </a:ext>
          </a:extLst>
        </p:cNvPr>
        <p:cNvGrpSpPr/>
        <p:nvPr/>
      </p:nvGrpSpPr>
      <p:grpSpPr>
        <a:xfrm>
          <a:off x="0" y="0"/>
          <a:ext cx="0" cy="0"/>
          <a:chOff x="0" y="0"/>
          <a:chExt cx="0" cy="0"/>
        </a:xfrm>
      </p:grpSpPr>
      <p:sp>
        <p:nvSpPr>
          <p:cNvPr id="1914" name="Google Shape;1914;p16">
            <a:extLst>
              <a:ext uri="{FF2B5EF4-FFF2-40B4-BE49-F238E27FC236}">
                <a16:creationId xmlns:a16="http://schemas.microsoft.com/office/drawing/2014/main" id="{A586099E-0DB5-18B5-31C6-64F8074E54A6}"/>
              </a:ext>
            </a:extLst>
          </p:cNvPr>
          <p:cNvSpPr txBox="1">
            <a:spLocks noGrp="1"/>
          </p:cNvSpPr>
          <p:nvPr>
            <p:ph type="ctrTitle"/>
          </p:nvPr>
        </p:nvSpPr>
        <p:spPr>
          <a:xfrm>
            <a:off x="1557875" y="1411894"/>
            <a:ext cx="6028200" cy="1159800"/>
          </a:xfrm>
          <a:prstGeom prst="rect">
            <a:avLst/>
          </a:prstGeom>
        </p:spPr>
        <p:txBody>
          <a:bodyPr spcFirstLastPara="1" wrap="square" lIns="91425" tIns="91425" rIns="91425" bIns="91425" anchor="b" anchorCtr="0">
            <a:noAutofit/>
          </a:bodyPr>
          <a:lstStyle/>
          <a:p>
            <a:pPr marL="76200">
              <a:buClr>
                <a:schemeClr val="accent1"/>
              </a:buClr>
              <a:buSzPts val="2400"/>
            </a:pPr>
            <a:r>
              <a:rPr lang="en-US" sz="3600" b="1" dirty="0"/>
              <a:t>CWE Top 25</a:t>
            </a:r>
            <a:endParaRPr lang="tr-TR" sz="3600" b="1" dirty="0">
              <a:effectLst/>
            </a:endParaRPr>
          </a:p>
        </p:txBody>
      </p:sp>
      <p:sp>
        <p:nvSpPr>
          <p:cNvPr id="1915" name="Google Shape;1915;p16">
            <a:extLst>
              <a:ext uri="{FF2B5EF4-FFF2-40B4-BE49-F238E27FC236}">
                <a16:creationId xmlns:a16="http://schemas.microsoft.com/office/drawing/2014/main" id="{21C67D4E-4BB3-847B-1945-040C692F60E9}"/>
              </a:ext>
            </a:extLst>
          </p:cNvPr>
          <p:cNvSpPr txBox="1">
            <a:spLocks noGrp="1"/>
          </p:cNvSpPr>
          <p:nvPr>
            <p:ph type="subTitle" idx="1"/>
          </p:nvPr>
        </p:nvSpPr>
        <p:spPr>
          <a:xfrm>
            <a:off x="1557875" y="2497163"/>
            <a:ext cx="6028200" cy="795900"/>
          </a:xfrm>
          <a:prstGeom prst="rect">
            <a:avLst/>
          </a:prstGeom>
        </p:spPr>
        <p:txBody>
          <a:bodyPr spcFirstLastPara="1" wrap="square" lIns="91425" tIns="91425" rIns="91425" bIns="91425" anchor="t" anchorCtr="0">
            <a:noAutofit/>
          </a:bodyPr>
          <a:lstStyle/>
          <a:p>
            <a:pPr marL="0" lvl="0" indent="0"/>
            <a:r>
              <a:rPr lang="en-US" sz="2400" b="1" dirty="0">
                <a:latin typeface="Amatic SC" panose="00000500000000000000" pitchFamily="2" charset="-79"/>
                <a:cs typeface="Amatic SC" panose="00000500000000000000" pitchFamily="2" charset="-79"/>
              </a:rPr>
              <a:t>(Common Weakness Enumeration Top 25 Most Dangerous Software Weaknesses)</a:t>
            </a:r>
            <a:endParaRPr sz="2400" dirty="0">
              <a:latin typeface="Amatic SC" panose="00000500000000000000" pitchFamily="2" charset="-79"/>
              <a:cs typeface="Amatic SC" panose="00000500000000000000" pitchFamily="2" charset="-79"/>
            </a:endParaRPr>
          </a:p>
        </p:txBody>
      </p:sp>
      <p:sp>
        <p:nvSpPr>
          <p:cNvPr id="1916" name="Google Shape;1916;p16">
            <a:extLst>
              <a:ext uri="{FF2B5EF4-FFF2-40B4-BE49-F238E27FC236}">
                <a16:creationId xmlns:a16="http://schemas.microsoft.com/office/drawing/2014/main" id="{76CB35CB-E641-FF31-695E-10BB0537D233}"/>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55</a:t>
            </a:fld>
            <a:endParaRPr/>
          </a:p>
        </p:txBody>
      </p:sp>
    </p:spTree>
    <p:custDataLst>
      <p:tags r:id="rId1"/>
    </p:custDataLst>
    <p:extLst>
      <p:ext uri="{BB962C8B-B14F-4D97-AF65-F5344CB8AC3E}">
        <p14:creationId xmlns:p14="http://schemas.microsoft.com/office/powerpoint/2010/main" val="22179667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5B18276E-4116-041E-02E1-844CAB3D5EB1}"/>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8C0CB0F-1ADA-65AE-23D9-D474DB8EAE61}"/>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CWE Top 25</a:t>
            </a:r>
            <a:endParaRPr lang="tr-TR" sz="2800" dirty="0">
              <a:effectLst/>
            </a:endParaRPr>
          </a:p>
        </p:txBody>
      </p:sp>
      <p:sp>
        <p:nvSpPr>
          <p:cNvPr id="2158" name="Google Shape;2158;p38">
            <a:extLst>
              <a:ext uri="{FF2B5EF4-FFF2-40B4-BE49-F238E27FC236}">
                <a16:creationId xmlns:a16="http://schemas.microsoft.com/office/drawing/2014/main" id="{31E59D95-8A28-7625-FCB5-965880E1985E}"/>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lvl="0" indent="0">
              <a:buSzPct val="120000"/>
              <a:buNone/>
            </a:pPr>
            <a:r>
              <a:rPr lang="tr-TR" sz="1600" dirty="0"/>
              <a:t>MITRE tarafından (CISA desteğiyle) yayınlanan, en yaygın ve en tehlikeli yazılım zafiyeti türlerinin sıralı listesidir.</a:t>
            </a:r>
          </a:p>
          <a:p>
            <a:pPr marL="76200" lvl="0" indent="0">
              <a:buSzPct val="120000"/>
              <a:buNone/>
            </a:pPr>
            <a:endParaRPr lang="tr-TR" sz="1600" dirty="0"/>
          </a:p>
          <a:p>
            <a:pPr lvl="1">
              <a:buSzPct val="120000"/>
              <a:buFont typeface="Wingdings" panose="05000000000000000000" pitchFamily="2" charset="2"/>
              <a:buChar char="§"/>
            </a:pPr>
            <a:r>
              <a:rPr lang="tr-TR" sz="1600" b="1" dirty="0"/>
              <a:t>CWE: </a:t>
            </a:r>
            <a:r>
              <a:rPr lang="tr-TR" sz="1600" dirty="0"/>
              <a:t>Yazılım ve donanım zafiyet türlerinin standart kataloğudur. Her zafiyet sınıfının bir numarası vardır. Örneğin SQL </a:t>
            </a:r>
            <a:r>
              <a:rPr lang="tr-TR" sz="1600" dirty="0" err="1"/>
              <a:t>Injection</a:t>
            </a:r>
            <a:r>
              <a:rPr lang="tr-TR" sz="1600" dirty="0"/>
              <a:t> CWE-89, XSS CWE-79.</a:t>
            </a:r>
          </a:p>
          <a:p>
            <a:pPr lvl="1">
              <a:buSzPct val="120000"/>
              <a:buFont typeface="Wingdings" panose="05000000000000000000" pitchFamily="2" charset="2"/>
              <a:buChar char="§"/>
            </a:pPr>
            <a:r>
              <a:rPr lang="tr-TR" sz="1600" b="1" dirty="0"/>
              <a:t>Liste nasıl hazırlanır: </a:t>
            </a:r>
            <a:r>
              <a:rPr lang="tr-TR" sz="1600" dirty="0"/>
              <a:t>Her yıl, CVE kayıtları (NVD verileri) incelenir. Bir zafiyet türünün ne kadar sık görüldüğüne ve ne kadar ciddi olduğuna göre puanlanır ve ilk 25 sıralanır.</a:t>
            </a:r>
          </a:p>
          <a:p>
            <a:pPr lvl="1">
              <a:buSzPct val="120000"/>
              <a:buFont typeface="Wingdings" panose="05000000000000000000" pitchFamily="2" charset="2"/>
              <a:buChar char="§"/>
            </a:pPr>
            <a:r>
              <a:rPr lang="tr-TR" sz="1600" b="1" dirty="0"/>
              <a:t>Amaç: </a:t>
            </a:r>
            <a:r>
              <a:rPr lang="tr-TR" sz="1600" dirty="0"/>
              <a:t>Geliştiricilere, güvenlik ekiplerine ve eğitimcilere "önce hangi hatalara odaklanmalıyız?" sorusunun cevabını vermek.</a:t>
            </a:r>
          </a:p>
        </p:txBody>
      </p:sp>
      <p:sp>
        <p:nvSpPr>
          <p:cNvPr id="2160" name="Google Shape;2160;p38">
            <a:extLst>
              <a:ext uri="{FF2B5EF4-FFF2-40B4-BE49-F238E27FC236}">
                <a16:creationId xmlns:a16="http://schemas.microsoft.com/office/drawing/2014/main" id="{0FFF8B95-E7E4-24C8-B055-98D8E2925319}"/>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56</a:t>
            </a:fld>
            <a:endParaRPr lang="tr-TR" noProof="0" dirty="0"/>
          </a:p>
        </p:txBody>
      </p:sp>
    </p:spTree>
    <p:custDataLst>
      <p:tags r:id="rId1"/>
    </p:custDataLst>
    <p:extLst>
      <p:ext uri="{BB962C8B-B14F-4D97-AF65-F5344CB8AC3E}">
        <p14:creationId xmlns:p14="http://schemas.microsoft.com/office/powerpoint/2010/main" val="16720182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8DC2F6BA-8749-9669-D335-008D22AD3B93}"/>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F3F10E7D-AD05-5A6A-8A75-BF64BF54693D}"/>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CWE Top 25, Sık görülen örnekler</a:t>
            </a:r>
            <a:endParaRPr lang="tr-TR" sz="2800" dirty="0">
              <a:effectLst/>
            </a:endParaRPr>
          </a:p>
        </p:txBody>
      </p:sp>
      <p:sp>
        <p:nvSpPr>
          <p:cNvPr id="2158" name="Google Shape;2158;p38">
            <a:extLst>
              <a:ext uri="{FF2B5EF4-FFF2-40B4-BE49-F238E27FC236}">
                <a16:creationId xmlns:a16="http://schemas.microsoft.com/office/drawing/2014/main" id="{32B5A999-D916-BAF2-1B8A-A8CAD855F28E}"/>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lvl="0" indent="0">
              <a:buSzPct val="120000"/>
              <a:buNone/>
            </a:pPr>
            <a:r>
              <a:rPr lang="tr-TR" sz="1200" dirty="0"/>
              <a:t>CWE-79: Cross-site Scripting (XSS)</a:t>
            </a:r>
          </a:p>
          <a:p>
            <a:pPr marL="76200" lvl="0" indent="0">
              <a:buSzPct val="120000"/>
              <a:buNone/>
            </a:pPr>
            <a:r>
              <a:rPr lang="tr-TR" sz="1200" dirty="0"/>
              <a:t>CWE-89: SQL </a:t>
            </a:r>
            <a:r>
              <a:rPr lang="tr-TR" sz="1200" dirty="0" err="1"/>
              <a:t>Injection</a:t>
            </a:r>
            <a:endParaRPr lang="tr-TR" sz="1200" dirty="0"/>
          </a:p>
          <a:p>
            <a:pPr marL="76200" lvl="0" indent="0">
              <a:buSzPct val="120000"/>
              <a:buNone/>
            </a:pPr>
            <a:r>
              <a:rPr lang="tr-TR" sz="1200" dirty="0"/>
              <a:t>CWE-787: </a:t>
            </a:r>
            <a:r>
              <a:rPr lang="tr-TR" sz="1200" dirty="0" err="1"/>
              <a:t>Out</a:t>
            </a:r>
            <a:r>
              <a:rPr lang="tr-TR" sz="1200" dirty="0"/>
              <a:t>-of-</a:t>
            </a:r>
            <a:r>
              <a:rPr lang="tr-TR" sz="1200" dirty="0" err="1"/>
              <a:t>bounds</a:t>
            </a:r>
            <a:r>
              <a:rPr lang="tr-TR" sz="1200" dirty="0"/>
              <a:t> Write</a:t>
            </a:r>
          </a:p>
          <a:p>
            <a:pPr marL="76200" lvl="0" indent="0">
              <a:buSzPct val="120000"/>
              <a:buNone/>
            </a:pPr>
            <a:r>
              <a:rPr lang="tr-TR" sz="1200" dirty="0"/>
              <a:t>CWE-78: OS </a:t>
            </a:r>
            <a:r>
              <a:rPr lang="tr-TR" sz="1200" dirty="0" err="1"/>
              <a:t>Command</a:t>
            </a:r>
            <a:r>
              <a:rPr lang="tr-TR" sz="1200" dirty="0"/>
              <a:t> </a:t>
            </a:r>
            <a:r>
              <a:rPr lang="tr-TR" sz="1200" dirty="0" err="1"/>
              <a:t>Injection</a:t>
            </a:r>
            <a:endParaRPr lang="tr-TR" sz="1200" dirty="0"/>
          </a:p>
          <a:p>
            <a:pPr marL="76200" lvl="0" indent="0">
              <a:buSzPct val="120000"/>
              <a:buNone/>
            </a:pPr>
            <a:r>
              <a:rPr lang="tr-TR" sz="1200" dirty="0"/>
              <a:t>CWE-22: </a:t>
            </a:r>
            <a:r>
              <a:rPr lang="tr-TR" sz="1200" dirty="0" err="1"/>
              <a:t>Path</a:t>
            </a:r>
            <a:r>
              <a:rPr lang="tr-TR" sz="1200" dirty="0"/>
              <a:t> </a:t>
            </a:r>
            <a:r>
              <a:rPr lang="tr-TR" sz="1200" dirty="0" err="1"/>
              <a:t>Traversal</a:t>
            </a:r>
            <a:endParaRPr lang="tr-TR" sz="1200" dirty="0"/>
          </a:p>
          <a:p>
            <a:pPr marL="76200" lvl="0" indent="0">
              <a:buSzPct val="120000"/>
              <a:buNone/>
            </a:pPr>
            <a:r>
              <a:rPr lang="tr-TR" sz="1200" dirty="0"/>
              <a:t>CWE-352: CSRF</a:t>
            </a:r>
          </a:p>
          <a:p>
            <a:pPr marL="76200" lvl="0" indent="0">
              <a:buSzPct val="120000"/>
              <a:buNone/>
            </a:pPr>
            <a:r>
              <a:rPr lang="tr-TR" sz="1200" dirty="0"/>
              <a:t>CWE-862: Eksik yetkilendirme (</a:t>
            </a:r>
            <a:r>
              <a:rPr lang="tr-TR" sz="1200" dirty="0" err="1"/>
              <a:t>Missing</a:t>
            </a:r>
            <a:r>
              <a:rPr lang="tr-TR" sz="1200" dirty="0"/>
              <a:t> </a:t>
            </a:r>
            <a:r>
              <a:rPr lang="tr-TR" sz="1200" dirty="0" err="1"/>
              <a:t>Authorization</a:t>
            </a:r>
            <a:r>
              <a:rPr lang="tr-TR" sz="1200" dirty="0"/>
              <a:t>)</a:t>
            </a:r>
          </a:p>
          <a:p>
            <a:pPr marL="76200" lvl="0" indent="0">
              <a:buSzPct val="120000"/>
              <a:buNone/>
            </a:pPr>
            <a:endParaRPr lang="tr-TR" sz="1200" dirty="0"/>
          </a:p>
          <a:p>
            <a:pPr marL="76200" lvl="0" indent="0">
              <a:buSzPct val="120000"/>
              <a:buNone/>
            </a:pPr>
            <a:r>
              <a:rPr lang="tr-TR" sz="1200" i="1" dirty="0"/>
              <a:t>Sıralama her yıl değiştiği için güncel liste cwe.mitre.org/top25 adresinden yayınlanmaktadır.</a:t>
            </a:r>
          </a:p>
        </p:txBody>
      </p:sp>
      <p:sp>
        <p:nvSpPr>
          <p:cNvPr id="2160" name="Google Shape;2160;p38">
            <a:extLst>
              <a:ext uri="{FF2B5EF4-FFF2-40B4-BE49-F238E27FC236}">
                <a16:creationId xmlns:a16="http://schemas.microsoft.com/office/drawing/2014/main" id="{7776BFFA-E933-1C03-BEF3-D7F01CE7DB01}"/>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57</a:t>
            </a:fld>
            <a:endParaRPr lang="tr-TR" noProof="0" dirty="0"/>
          </a:p>
        </p:txBody>
      </p:sp>
    </p:spTree>
    <p:custDataLst>
      <p:tags r:id="rId1"/>
    </p:custDataLst>
    <p:extLst>
      <p:ext uri="{BB962C8B-B14F-4D97-AF65-F5344CB8AC3E}">
        <p14:creationId xmlns:p14="http://schemas.microsoft.com/office/powerpoint/2010/main" val="7205097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7DCEE409-0BDB-FF93-524C-3FBAD974482D}"/>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5BD363C4-AD2E-DFA0-6AFE-C04C2FF28CD2}"/>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Girdi doğrulama (</a:t>
            </a:r>
            <a:r>
              <a:rPr lang="tr-TR" sz="2800" dirty="0" err="1"/>
              <a:t>Input</a:t>
            </a:r>
            <a:r>
              <a:rPr lang="tr-TR" sz="2800" dirty="0"/>
              <a:t> </a:t>
            </a:r>
            <a:r>
              <a:rPr lang="tr-TR" sz="2800" dirty="0" err="1"/>
              <a:t>Validation</a:t>
            </a:r>
            <a:r>
              <a:rPr lang="tr-TR" sz="2800" dirty="0"/>
              <a:t>)</a:t>
            </a:r>
            <a:endParaRPr lang="tr-TR" sz="2800" dirty="0">
              <a:effectLst/>
            </a:endParaRPr>
          </a:p>
        </p:txBody>
      </p:sp>
      <p:sp>
        <p:nvSpPr>
          <p:cNvPr id="2158" name="Google Shape;2158;p38">
            <a:extLst>
              <a:ext uri="{FF2B5EF4-FFF2-40B4-BE49-F238E27FC236}">
                <a16:creationId xmlns:a16="http://schemas.microsoft.com/office/drawing/2014/main" id="{8333ED50-133C-DA97-9D41-C68CAE3A4C5D}"/>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lvl="0">
              <a:buSzPct val="120000"/>
              <a:buFont typeface="Wingdings" pitchFamily="2" charset="2"/>
              <a:buChar char="§"/>
            </a:pPr>
            <a:r>
              <a:rPr lang="tr-TR" sz="1200" b="1" dirty="0"/>
              <a:t>"Girdi doğrulama (</a:t>
            </a:r>
            <a:r>
              <a:rPr lang="tr-TR" sz="1200" b="1" dirty="0" err="1"/>
              <a:t>input</a:t>
            </a:r>
            <a:r>
              <a:rPr lang="tr-TR" sz="1200" b="1" dirty="0"/>
              <a:t> </a:t>
            </a:r>
            <a:r>
              <a:rPr lang="tr-TR" sz="1200" b="1" dirty="0" err="1"/>
              <a:t>validation</a:t>
            </a:r>
            <a:r>
              <a:rPr lang="tr-TR" sz="1200" b="1" dirty="0"/>
              <a:t>) ve çıktı kodlama (</a:t>
            </a:r>
            <a:r>
              <a:rPr lang="tr-TR" sz="1200" b="1" dirty="0" err="1"/>
              <a:t>output</a:t>
            </a:r>
            <a:r>
              <a:rPr lang="tr-TR" sz="1200" b="1" dirty="0"/>
              <a:t> </a:t>
            </a:r>
            <a:r>
              <a:rPr lang="tr-TR" sz="1200" b="1" dirty="0" err="1"/>
              <a:t>encoding</a:t>
            </a:r>
            <a:r>
              <a:rPr lang="tr-TR" sz="1200" b="1" dirty="0"/>
              <a:t>)"</a:t>
            </a:r>
            <a:r>
              <a:rPr lang="tr-TR" sz="1200" dirty="0"/>
              <a:t>, güvenli yazılım geliştirmenin (S-SDLC) kodlama aşamasındaki en temel iki savunma mekanizmasıdır.</a:t>
            </a:r>
          </a:p>
          <a:p>
            <a:pPr lvl="0">
              <a:buSzPct val="120000"/>
              <a:buFont typeface="Wingdings" pitchFamily="2" charset="2"/>
              <a:buChar char="§"/>
            </a:pPr>
            <a:r>
              <a:rPr lang="tr-TR" sz="1200" dirty="0"/>
              <a:t>Bu iki kavram, özellikle </a:t>
            </a:r>
            <a:r>
              <a:rPr lang="tr-TR" sz="1200" b="1" dirty="0"/>
              <a:t>SQL </a:t>
            </a:r>
            <a:r>
              <a:rPr lang="tr-TR" sz="1200" b="1" dirty="0" err="1"/>
              <a:t>Injection</a:t>
            </a:r>
            <a:r>
              <a:rPr lang="tr-TR" sz="1200" dirty="0"/>
              <a:t>, </a:t>
            </a:r>
            <a:r>
              <a:rPr lang="tr-TR" sz="1200" b="1" dirty="0"/>
              <a:t>Cross-Site Scripting (XSS)</a:t>
            </a:r>
            <a:r>
              <a:rPr lang="tr-TR" sz="1200" dirty="0"/>
              <a:t> ve </a:t>
            </a:r>
            <a:r>
              <a:rPr lang="tr-TR" sz="1200" b="1" dirty="0" err="1"/>
              <a:t>Command</a:t>
            </a:r>
            <a:r>
              <a:rPr lang="tr-TR" sz="1200" b="1" dirty="0"/>
              <a:t> </a:t>
            </a:r>
            <a:r>
              <a:rPr lang="tr-TR" sz="1200" b="1" dirty="0" err="1"/>
              <a:t>Injection</a:t>
            </a:r>
            <a:r>
              <a:rPr lang="tr-TR" sz="1200" dirty="0"/>
              <a:t> gibi enjeksiyon zafiyetlerini engellemek için birlikte kullanılır.</a:t>
            </a:r>
            <a:endParaRPr lang="tr-TR" sz="1200" i="1" dirty="0"/>
          </a:p>
        </p:txBody>
      </p:sp>
      <p:sp>
        <p:nvSpPr>
          <p:cNvPr id="2160" name="Google Shape;2160;p38">
            <a:extLst>
              <a:ext uri="{FF2B5EF4-FFF2-40B4-BE49-F238E27FC236}">
                <a16:creationId xmlns:a16="http://schemas.microsoft.com/office/drawing/2014/main" id="{699F840C-0326-B58D-B409-27AFA1A866C5}"/>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58</a:t>
            </a:fld>
            <a:endParaRPr lang="tr-TR" noProof="0" dirty="0"/>
          </a:p>
        </p:txBody>
      </p:sp>
    </p:spTree>
    <p:custDataLst>
      <p:tags r:id="rId1"/>
    </p:custDataLst>
    <p:extLst>
      <p:ext uri="{BB962C8B-B14F-4D97-AF65-F5344CB8AC3E}">
        <p14:creationId xmlns:p14="http://schemas.microsoft.com/office/powerpoint/2010/main" val="2490641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8F1220A3-B6C4-B20F-4C8E-4E3B97027D74}"/>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E9C9422E-9AAB-B8B2-2457-33D427981A62}"/>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Girdi doğrulama (</a:t>
            </a:r>
            <a:r>
              <a:rPr lang="tr-TR" sz="2800" dirty="0" err="1"/>
              <a:t>Input</a:t>
            </a:r>
            <a:r>
              <a:rPr lang="tr-TR" sz="2800" dirty="0"/>
              <a:t> </a:t>
            </a:r>
            <a:r>
              <a:rPr lang="tr-TR" sz="2800" dirty="0" err="1"/>
              <a:t>Validation</a:t>
            </a:r>
            <a:r>
              <a:rPr lang="tr-TR" sz="2800" dirty="0"/>
              <a:t>)</a:t>
            </a:r>
            <a:endParaRPr lang="tr-TR" sz="2800" dirty="0">
              <a:effectLst/>
            </a:endParaRPr>
          </a:p>
        </p:txBody>
      </p:sp>
      <p:sp>
        <p:nvSpPr>
          <p:cNvPr id="2158" name="Google Shape;2158;p38">
            <a:extLst>
              <a:ext uri="{FF2B5EF4-FFF2-40B4-BE49-F238E27FC236}">
                <a16:creationId xmlns:a16="http://schemas.microsoft.com/office/drawing/2014/main" id="{B13A5649-F938-3255-14F9-A89D66DD5C2A}"/>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itchFamily="2" charset="2"/>
              <a:buChar char="§"/>
            </a:pPr>
            <a:r>
              <a:rPr lang="tr-TR" sz="1200" b="1" dirty="0"/>
              <a:t>Girdi Doğrulama (</a:t>
            </a:r>
            <a:r>
              <a:rPr lang="tr-TR" sz="1200" b="1" dirty="0" err="1"/>
              <a:t>Input</a:t>
            </a:r>
            <a:r>
              <a:rPr lang="tr-TR" sz="1200" b="1" dirty="0"/>
              <a:t> </a:t>
            </a:r>
            <a:r>
              <a:rPr lang="tr-TR" sz="1200" b="1" dirty="0" err="1"/>
              <a:t>Validation</a:t>
            </a:r>
            <a:r>
              <a:rPr lang="tr-TR" sz="1200" b="1" dirty="0"/>
              <a:t>): </a:t>
            </a:r>
            <a:r>
              <a:rPr lang="tr-TR" sz="1200" dirty="0"/>
              <a:t>Dış dünyadan (kullanıcı, API, form, sorgu parametreleri) uygulamaya giren verinin, beklenen format, veri tipi, uzunluk ve karakter kümesine uygun olup olmadığının </a:t>
            </a:r>
            <a:r>
              <a:rPr lang="tr-TR" sz="1200" b="1" dirty="0"/>
              <a:t>sunucu tarafında</a:t>
            </a:r>
            <a:r>
              <a:rPr lang="tr-TR" sz="1200" dirty="0"/>
              <a:t> denetlenmesidir.</a:t>
            </a:r>
          </a:p>
          <a:p>
            <a:pPr lvl="0">
              <a:buFont typeface="Wingdings" pitchFamily="2" charset="2"/>
              <a:buChar char="§"/>
            </a:pPr>
            <a:r>
              <a:rPr lang="tr-TR" sz="1200" b="1" dirty="0"/>
              <a:t>Sözleşme Mantığı:</a:t>
            </a:r>
            <a:r>
              <a:rPr lang="tr-TR" sz="1200" dirty="0"/>
              <a:t> </a:t>
            </a:r>
            <a:r>
              <a:rPr lang="tr-TR" sz="1200" i="1" dirty="0"/>
              <a:t>"Sadece izin verilen güvenli verilere (</a:t>
            </a:r>
            <a:r>
              <a:rPr lang="tr-TR" sz="1200" i="1" dirty="0" err="1"/>
              <a:t>Allowlist</a:t>
            </a:r>
            <a:r>
              <a:rPr lang="tr-TR" sz="1200" i="1" dirty="0"/>
              <a:t> / </a:t>
            </a:r>
            <a:r>
              <a:rPr lang="tr-TR" sz="1200" i="1" dirty="0" err="1"/>
              <a:t>Whitelist</a:t>
            </a:r>
            <a:r>
              <a:rPr lang="tr-TR" sz="1200" i="1" dirty="0"/>
              <a:t>) geçit ver, diğer her şeyi reddet."</a:t>
            </a:r>
            <a:endParaRPr lang="tr-TR" sz="1200" dirty="0"/>
          </a:p>
          <a:p>
            <a:pPr lvl="0">
              <a:buFont typeface="Wingdings" pitchFamily="2" charset="2"/>
              <a:buChar char="§"/>
            </a:pPr>
            <a:r>
              <a:rPr lang="tr-TR" sz="1200" b="1" dirty="0"/>
              <a:t>Ne Engeller?</a:t>
            </a:r>
            <a:r>
              <a:rPr lang="tr-TR" sz="1200" dirty="0"/>
              <a:t> SQL </a:t>
            </a:r>
            <a:r>
              <a:rPr lang="tr-TR" sz="1200" dirty="0" err="1"/>
              <a:t>Injection</a:t>
            </a:r>
            <a:r>
              <a:rPr lang="tr-TR" sz="1200" dirty="0"/>
              <a:t>, </a:t>
            </a:r>
            <a:r>
              <a:rPr lang="tr-TR" sz="1200" dirty="0" err="1"/>
              <a:t>Path</a:t>
            </a:r>
            <a:r>
              <a:rPr lang="tr-TR" sz="1200" dirty="0"/>
              <a:t> </a:t>
            </a:r>
            <a:r>
              <a:rPr lang="tr-TR" sz="1200" dirty="0" err="1"/>
              <a:t>Traversal</a:t>
            </a:r>
            <a:r>
              <a:rPr lang="tr-TR" sz="1200" dirty="0"/>
              <a:t>, </a:t>
            </a:r>
            <a:r>
              <a:rPr lang="tr-TR" sz="1200" dirty="0" err="1"/>
              <a:t>Command</a:t>
            </a:r>
            <a:r>
              <a:rPr lang="tr-TR" sz="1200" dirty="0"/>
              <a:t> </a:t>
            </a:r>
            <a:r>
              <a:rPr lang="tr-TR" sz="1200" dirty="0" err="1"/>
              <a:t>Injection</a:t>
            </a:r>
            <a:r>
              <a:rPr lang="tr-TR" sz="1200" dirty="0"/>
              <a:t>.</a:t>
            </a:r>
          </a:p>
        </p:txBody>
      </p:sp>
      <p:sp>
        <p:nvSpPr>
          <p:cNvPr id="2160" name="Google Shape;2160;p38">
            <a:extLst>
              <a:ext uri="{FF2B5EF4-FFF2-40B4-BE49-F238E27FC236}">
                <a16:creationId xmlns:a16="http://schemas.microsoft.com/office/drawing/2014/main" id="{13F25607-A2B0-B80E-2ED8-329AF1E9966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59</a:t>
            </a:fld>
            <a:endParaRPr lang="tr-TR" noProof="0" dirty="0"/>
          </a:p>
        </p:txBody>
      </p:sp>
    </p:spTree>
    <p:custDataLst>
      <p:tags r:id="rId1"/>
    </p:custDataLst>
    <p:extLst>
      <p:ext uri="{BB962C8B-B14F-4D97-AF65-F5344CB8AC3E}">
        <p14:creationId xmlns:p14="http://schemas.microsoft.com/office/powerpoint/2010/main" val="11846882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C08D8ED7-66E4-5AC9-D98C-EFAEB29AF74E}"/>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16D682E3-3712-2C8B-8F93-2B3AAE9D768A}"/>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Çıktı Kodlama (</a:t>
            </a:r>
            <a:r>
              <a:rPr lang="tr-TR" sz="2800" dirty="0" err="1"/>
              <a:t>Output</a:t>
            </a:r>
            <a:r>
              <a:rPr lang="tr-TR" sz="2800" dirty="0"/>
              <a:t> </a:t>
            </a:r>
            <a:r>
              <a:rPr lang="tr-TR" sz="2800" dirty="0" err="1"/>
              <a:t>Encoding</a:t>
            </a:r>
            <a:r>
              <a:rPr lang="tr-TR" sz="2800" dirty="0"/>
              <a:t> / </a:t>
            </a:r>
            <a:r>
              <a:rPr lang="tr-TR" sz="2800" dirty="0" err="1"/>
              <a:t>Sanitization</a:t>
            </a:r>
            <a:r>
              <a:rPr lang="tr-TR" sz="2800" dirty="0"/>
              <a:t>)</a:t>
            </a:r>
            <a:endParaRPr lang="tr-TR" sz="2800" dirty="0">
              <a:effectLst/>
            </a:endParaRPr>
          </a:p>
        </p:txBody>
      </p:sp>
      <p:sp>
        <p:nvSpPr>
          <p:cNvPr id="2158" name="Google Shape;2158;p38">
            <a:extLst>
              <a:ext uri="{FF2B5EF4-FFF2-40B4-BE49-F238E27FC236}">
                <a16:creationId xmlns:a16="http://schemas.microsoft.com/office/drawing/2014/main" id="{E468831F-186A-B596-FAFF-6A99B0EFE256}"/>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itchFamily="2" charset="2"/>
              <a:buChar char="§"/>
            </a:pPr>
            <a:r>
              <a:rPr lang="tr-TR" sz="1200" dirty="0"/>
              <a:t>Uygulamadan çıkıp tarayıcıya, </a:t>
            </a:r>
            <a:r>
              <a:rPr lang="tr-TR" sz="1200" dirty="0" err="1"/>
              <a:t>veritabanına</a:t>
            </a:r>
            <a:r>
              <a:rPr lang="tr-TR" sz="1200" dirty="0"/>
              <a:t> veya başka bir sisteme gönderilen verinin, hedef sistem tarafından zararlı bir komut/kod olarak değil, </a:t>
            </a:r>
            <a:r>
              <a:rPr lang="tr-TR" sz="1200" b="1" dirty="0"/>
              <a:t>sadece düz bir metin (data)</a:t>
            </a:r>
            <a:r>
              <a:rPr lang="tr-TR" sz="1200" dirty="0"/>
              <a:t> olarak algılanmasını sağlamaktır.</a:t>
            </a:r>
          </a:p>
          <a:p>
            <a:pPr lvl="0">
              <a:buFont typeface="Wingdings" pitchFamily="2" charset="2"/>
              <a:buChar char="§"/>
            </a:pPr>
            <a:r>
              <a:rPr lang="tr-TR" sz="1200" b="1" dirty="0"/>
              <a:t>Dönüştürme Mantığı:</a:t>
            </a:r>
            <a:r>
              <a:rPr lang="tr-TR" sz="1200" dirty="0"/>
              <a:t> Karakterleri zararsız HTML/JS/SQL varlıklarına çevirir. Örneğin </a:t>
            </a:r>
            <a:r>
              <a:rPr lang="tr-TR" sz="1200" dirty="0" err="1"/>
              <a:t>HTML'de</a:t>
            </a:r>
            <a:r>
              <a:rPr lang="tr-TR" sz="1200" dirty="0"/>
              <a:t> </a:t>
            </a:r>
            <a:r>
              <a:rPr lang="tr-TR" sz="1200" dirty="0">
                <a:solidFill>
                  <a:schemeClr val="accent2"/>
                </a:solidFill>
              </a:rPr>
              <a:t>&lt;</a:t>
            </a:r>
            <a:r>
              <a:rPr lang="tr-TR" sz="1200" dirty="0" err="1">
                <a:solidFill>
                  <a:schemeClr val="accent2"/>
                </a:solidFill>
              </a:rPr>
              <a:t>script</a:t>
            </a:r>
            <a:r>
              <a:rPr lang="tr-TR" sz="1200" dirty="0">
                <a:solidFill>
                  <a:schemeClr val="accent2"/>
                </a:solidFill>
              </a:rPr>
              <a:t>&gt; </a:t>
            </a:r>
            <a:r>
              <a:rPr lang="tr-TR" sz="1200" dirty="0"/>
              <a:t>ifadesi </a:t>
            </a:r>
            <a:r>
              <a:rPr lang="tr-TR" sz="1200" dirty="0">
                <a:solidFill>
                  <a:schemeClr val="accent2"/>
                </a:solidFill>
              </a:rPr>
              <a:t>&amp;</a:t>
            </a:r>
            <a:r>
              <a:rPr lang="tr-TR" sz="1200" dirty="0" err="1">
                <a:solidFill>
                  <a:schemeClr val="accent2"/>
                </a:solidFill>
              </a:rPr>
              <a:t>lt;script&amp;gt</a:t>
            </a:r>
            <a:r>
              <a:rPr lang="tr-TR" sz="1200" dirty="0">
                <a:solidFill>
                  <a:schemeClr val="accent2"/>
                </a:solidFill>
              </a:rPr>
              <a:t>;</a:t>
            </a:r>
            <a:r>
              <a:rPr lang="tr-TR" sz="1200" dirty="0"/>
              <a:t> şekline getirilir.</a:t>
            </a:r>
          </a:p>
          <a:p>
            <a:pPr lvl="0">
              <a:buFont typeface="Wingdings" pitchFamily="2" charset="2"/>
              <a:buChar char="§"/>
            </a:pPr>
            <a:r>
              <a:rPr lang="tr-TR" sz="1200" b="1" dirty="0"/>
              <a:t>Ne Engeller?</a:t>
            </a:r>
            <a:r>
              <a:rPr lang="tr-TR" sz="1200" dirty="0"/>
              <a:t> </a:t>
            </a:r>
            <a:r>
              <a:rPr lang="tr-TR" sz="1200" dirty="0" err="1"/>
              <a:t>Stored</a:t>
            </a:r>
            <a:r>
              <a:rPr lang="tr-TR" sz="1200" dirty="0"/>
              <a:t> &amp; </a:t>
            </a:r>
            <a:r>
              <a:rPr lang="tr-TR" sz="1200" dirty="0" err="1"/>
              <a:t>Reflected</a:t>
            </a:r>
            <a:r>
              <a:rPr lang="tr-TR" sz="1200" dirty="0"/>
              <a:t> XSS (Cross-Site Scripting).</a:t>
            </a:r>
          </a:p>
        </p:txBody>
      </p:sp>
      <p:sp>
        <p:nvSpPr>
          <p:cNvPr id="2160" name="Google Shape;2160;p38">
            <a:extLst>
              <a:ext uri="{FF2B5EF4-FFF2-40B4-BE49-F238E27FC236}">
                <a16:creationId xmlns:a16="http://schemas.microsoft.com/office/drawing/2014/main" id="{2143DAA6-42CF-FCEE-B599-B8473B32E38E}"/>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60</a:t>
            </a:fld>
            <a:endParaRPr lang="tr-TR" noProof="0" dirty="0"/>
          </a:p>
        </p:txBody>
      </p:sp>
    </p:spTree>
    <p:custDataLst>
      <p:tags r:id="rId1"/>
    </p:custDataLst>
    <p:extLst>
      <p:ext uri="{BB962C8B-B14F-4D97-AF65-F5344CB8AC3E}">
        <p14:creationId xmlns:p14="http://schemas.microsoft.com/office/powerpoint/2010/main" val="31639178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23E36-13D3-410E-F0BC-070F068EFA88}"/>
            </a:ext>
          </a:extLst>
        </p:cNvPr>
        <p:cNvGrpSpPr/>
        <p:nvPr/>
      </p:nvGrpSpPr>
      <p:grpSpPr>
        <a:xfrm>
          <a:off x="0" y="0"/>
          <a:ext cx="0" cy="0"/>
          <a:chOff x="0" y="0"/>
          <a:chExt cx="0" cy="0"/>
        </a:xfrm>
      </p:grpSpPr>
      <p:sp>
        <p:nvSpPr>
          <p:cNvPr id="5" name="Başlık 4">
            <a:extLst>
              <a:ext uri="{FF2B5EF4-FFF2-40B4-BE49-F238E27FC236}">
                <a16:creationId xmlns:a16="http://schemas.microsoft.com/office/drawing/2014/main" id="{4AC14774-2DB2-D175-9011-FF3971C95058}"/>
              </a:ext>
            </a:extLst>
          </p:cNvPr>
          <p:cNvSpPr>
            <a:spLocks noGrp="1"/>
          </p:cNvSpPr>
          <p:nvPr>
            <p:ph type="title"/>
          </p:nvPr>
        </p:nvSpPr>
        <p:spPr>
          <a:xfrm>
            <a:off x="228600" y="206165"/>
            <a:ext cx="8693524" cy="582900"/>
          </a:xfrm>
        </p:spPr>
        <p:txBody>
          <a:bodyPr/>
          <a:lstStyle/>
          <a:p>
            <a:r>
              <a:rPr lang="tr-TR" sz="2400" dirty="0"/>
              <a:t>Python Girdi Doğrulama Çıktı Kodlama</a:t>
            </a:r>
            <a:endParaRPr lang="tr-TR" dirty="0"/>
          </a:p>
        </p:txBody>
      </p:sp>
      <p:sp>
        <p:nvSpPr>
          <p:cNvPr id="2" name="Slayt Numarası Yer Tutucusu 1">
            <a:extLst>
              <a:ext uri="{FF2B5EF4-FFF2-40B4-BE49-F238E27FC236}">
                <a16:creationId xmlns:a16="http://schemas.microsoft.com/office/drawing/2014/main" id="{33B066A2-B3F1-A3DF-08B9-2BE02CCCEC0D}"/>
              </a:ext>
            </a:extLst>
          </p:cNvPr>
          <p:cNvSpPr>
            <a:spLocks noGrp="1"/>
          </p:cNvSpPr>
          <p:nvPr>
            <p:ph type="sldNum" idx="10"/>
          </p:nvPr>
        </p:nvSpPr>
        <p:spPr/>
        <p:txBody>
          <a:bodyPr/>
          <a:lstStyle/>
          <a:p>
            <a:pPr algn="r"/>
            <a:fld id="{00000000-1234-1234-1234-123412341234}" type="slidenum">
              <a:rPr lang="en" smtClean="0"/>
              <a:pPr algn="r"/>
              <a:t>61</a:t>
            </a:fld>
            <a:endParaRPr lang="en"/>
          </a:p>
        </p:txBody>
      </p:sp>
      <p:sp>
        <p:nvSpPr>
          <p:cNvPr id="7" name="Metin kutusu 6">
            <a:extLst>
              <a:ext uri="{FF2B5EF4-FFF2-40B4-BE49-F238E27FC236}">
                <a16:creationId xmlns:a16="http://schemas.microsoft.com/office/drawing/2014/main" id="{D1D0A228-8C8F-C7A1-956C-72EDC2BBF6FC}"/>
              </a:ext>
            </a:extLst>
          </p:cNvPr>
          <p:cNvSpPr txBox="1"/>
          <p:nvPr/>
        </p:nvSpPr>
        <p:spPr>
          <a:xfrm>
            <a:off x="331076" y="938049"/>
            <a:ext cx="8591048" cy="3931132"/>
          </a:xfrm>
          <a:prstGeom prst="rect">
            <a:avLst/>
          </a:prstGeom>
          <a:noFill/>
        </p:spPr>
        <p:txBody>
          <a:bodyPr wrap="square">
            <a:noAutofit/>
          </a:bodyPr>
          <a:lstStyle/>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import</a:t>
            </a:r>
            <a:r>
              <a:rPr lang="tr-TR" sz="700" b="1" dirty="0">
                <a:solidFill>
                  <a:srgbClr val="232A4E"/>
                </a:solidFill>
                <a:latin typeface="Consolas" panose="020B0609020204030204" pitchFamily="49" charset="0"/>
              </a:rPr>
              <a:t> re</a:t>
            </a: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import</a:t>
            </a:r>
            <a:r>
              <a:rPr lang="tr-TR" sz="700" b="1" dirty="0">
                <a:solidFill>
                  <a:srgbClr val="232A4E"/>
                </a:solidFill>
                <a:latin typeface="Consolas" panose="020B0609020204030204" pitchFamily="49" charset="0"/>
              </a:rPr>
              <a:t> html</a:t>
            </a:r>
          </a:p>
          <a:p>
            <a:pPr marL="514350" lvl="0" indent="-514350">
              <a:lnSpc>
                <a:spcPct val="150000"/>
              </a:lnSpc>
              <a:buClr>
                <a:srgbClr val="FFFFFF">
                  <a:lumMod val="75000"/>
                </a:srgbClr>
              </a:buClr>
              <a:buFont typeface="+mj-lt"/>
              <a:buAutoNum type="arabicPeriod"/>
              <a:defRPr/>
            </a:pP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--- 1. GİRDİ DOĞRULAMA (INPUT VALIDATION) ---</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def </a:t>
            </a:r>
            <a:r>
              <a:rPr lang="tr-TR" sz="700" b="1" dirty="0" err="1">
                <a:solidFill>
                  <a:srgbClr val="232A4E"/>
                </a:solidFill>
                <a:latin typeface="Consolas" panose="020B0609020204030204" pitchFamily="49" charset="0"/>
              </a:rPr>
              <a:t>validate_email</a:t>
            </a:r>
            <a:r>
              <a:rPr lang="tr-TR" sz="700" b="1" dirty="0">
                <a:solidFill>
                  <a:srgbClr val="232A4E"/>
                </a:solidFill>
                <a:latin typeface="Consolas" panose="020B0609020204030204" pitchFamily="49" charset="0"/>
              </a:rPr>
              <a:t>(</a:t>
            </a:r>
            <a:r>
              <a:rPr lang="tr-TR" sz="700" b="1" dirty="0" err="1">
                <a:solidFill>
                  <a:srgbClr val="232A4E"/>
                </a:solidFill>
                <a:latin typeface="Consolas" panose="020B0609020204030204" pitchFamily="49" charset="0"/>
              </a:rPr>
              <a:t>email</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str</a:t>
            </a:r>
            <a:r>
              <a:rPr lang="tr-TR" sz="700" b="1" dirty="0">
                <a:solidFill>
                  <a:srgbClr val="232A4E"/>
                </a:solidFill>
                <a:latin typeface="Consolas" panose="020B0609020204030204" pitchFamily="49" charset="0"/>
              </a:rPr>
              <a:t>) -&gt; </a:t>
            </a:r>
            <a:r>
              <a:rPr lang="tr-TR" sz="700" b="1" dirty="0" err="1">
                <a:solidFill>
                  <a:srgbClr val="232A4E"/>
                </a:solidFill>
                <a:latin typeface="Consolas" panose="020B0609020204030204" pitchFamily="49" charset="0"/>
              </a:rPr>
              <a:t>bool</a:t>
            </a:r>
            <a:r>
              <a:rPr lang="tr-TR" sz="7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 E-posta formatına uygunluğu </a:t>
            </a:r>
            <a:r>
              <a:rPr lang="tr-TR" sz="700" b="1" dirty="0" err="1">
                <a:solidFill>
                  <a:srgbClr val="232A4E"/>
                </a:solidFill>
                <a:latin typeface="Consolas" panose="020B0609020204030204" pitchFamily="49" charset="0"/>
              </a:rPr>
              <a:t>regex</a:t>
            </a:r>
            <a:r>
              <a:rPr lang="tr-TR" sz="700" b="1" dirty="0">
                <a:solidFill>
                  <a:srgbClr val="232A4E"/>
                </a:solidFill>
                <a:latin typeface="Consolas" panose="020B0609020204030204" pitchFamily="49" charset="0"/>
              </a:rPr>
              <a:t> ile kontrol etme (</a:t>
            </a:r>
            <a:r>
              <a:rPr lang="tr-TR" sz="700" b="1" dirty="0" err="1">
                <a:solidFill>
                  <a:srgbClr val="232A4E"/>
                </a:solidFill>
                <a:latin typeface="Consolas" panose="020B0609020204030204" pitchFamily="49" charset="0"/>
              </a:rPr>
              <a:t>Allowlist</a:t>
            </a:r>
            <a:r>
              <a:rPr lang="tr-TR" sz="700" b="1" dirty="0">
                <a:solidFill>
                  <a:srgbClr val="232A4E"/>
                </a:solidFill>
                <a:latin typeface="Consolas" panose="020B0609020204030204" pitchFamily="49" charset="0"/>
              </a:rPr>
              <a:t> yaklaşımı)</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pattern</a:t>
            </a:r>
            <a:r>
              <a:rPr lang="tr-TR" sz="700" b="1" dirty="0">
                <a:solidFill>
                  <a:srgbClr val="232A4E"/>
                </a:solidFill>
                <a:latin typeface="Consolas" panose="020B0609020204030204" pitchFamily="49" charset="0"/>
              </a:rPr>
              <a:t> = r"^[a-zA-Z0-9._%+-]+@[a-zA-Z0-9.-]+\.[a-</a:t>
            </a:r>
            <a:r>
              <a:rPr lang="tr-TR" sz="700" b="1" dirty="0" err="1">
                <a:solidFill>
                  <a:srgbClr val="232A4E"/>
                </a:solidFill>
                <a:latin typeface="Consolas" panose="020B0609020204030204" pitchFamily="49" charset="0"/>
              </a:rPr>
              <a:t>zA</a:t>
            </a:r>
            <a:r>
              <a:rPr lang="tr-TR" sz="700" b="1" dirty="0">
                <a:solidFill>
                  <a:srgbClr val="232A4E"/>
                </a:solidFill>
                <a:latin typeface="Consolas" panose="020B0609020204030204" pitchFamily="49" charset="0"/>
              </a:rPr>
              <a:t>-Z]{2,}$"</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if</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re.match</a:t>
            </a:r>
            <a:r>
              <a:rPr lang="tr-TR" sz="700" b="1" dirty="0">
                <a:solidFill>
                  <a:srgbClr val="232A4E"/>
                </a:solidFill>
                <a:latin typeface="Consolas" panose="020B0609020204030204" pitchFamily="49" charset="0"/>
              </a:rPr>
              <a:t>(</a:t>
            </a:r>
            <a:r>
              <a:rPr lang="tr-TR" sz="700" b="1" dirty="0" err="1">
                <a:solidFill>
                  <a:srgbClr val="232A4E"/>
                </a:solidFill>
                <a:latin typeface="Consolas" panose="020B0609020204030204" pitchFamily="49" charset="0"/>
              </a:rPr>
              <a:t>pattern</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email</a:t>
            </a:r>
            <a:r>
              <a:rPr lang="tr-TR" sz="7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return</a:t>
            </a:r>
            <a:r>
              <a:rPr lang="tr-TR" sz="700" b="1" dirty="0">
                <a:solidFill>
                  <a:srgbClr val="232A4E"/>
                </a:solidFill>
                <a:latin typeface="Consolas" panose="020B0609020204030204" pitchFamily="49" charset="0"/>
              </a:rPr>
              <a:t> True</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return</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False</a:t>
            </a: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user_email</a:t>
            </a:r>
            <a:r>
              <a:rPr lang="tr-TR" sz="700" b="1" dirty="0">
                <a:solidFill>
                  <a:srgbClr val="232A4E"/>
                </a:solidFill>
                <a:latin typeface="Consolas" panose="020B0609020204030204" pitchFamily="49" charset="0"/>
              </a:rPr>
              <a:t> = "</a:t>
            </a:r>
            <a:r>
              <a:rPr lang="tr-TR" sz="700" b="1" dirty="0" err="1">
                <a:solidFill>
                  <a:srgbClr val="232A4E"/>
                </a:solidFill>
                <a:latin typeface="Consolas" panose="020B0609020204030204" pitchFamily="49" charset="0"/>
              </a:rPr>
              <a:t>test@example.com</a:t>
            </a:r>
            <a:r>
              <a:rPr lang="tr-TR" sz="7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if</a:t>
            </a:r>
            <a:r>
              <a:rPr lang="tr-TR" sz="700" b="1" dirty="0">
                <a:solidFill>
                  <a:srgbClr val="232A4E"/>
                </a:solidFill>
                <a:latin typeface="Consolas" panose="020B0609020204030204" pitchFamily="49" charset="0"/>
              </a:rPr>
              <a:t> not </a:t>
            </a:r>
            <a:r>
              <a:rPr lang="tr-TR" sz="700" b="1" dirty="0" err="1">
                <a:solidFill>
                  <a:srgbClr val="232A4E"/>
                </a:solidFill>
                <a:latin typeface="Consolas" panose="020B0609020204030204" pitchFamily="49" charset="0"/>
              </a:rPr>
              <a:t>validate_email</a:t>
            </a:r>
            <a:r>
              <a:rPr lang="tr-TR" sz="700" b="1" dirty="0">
                <a:solidFill>
                  <a:srgbClr val="232A4E"/>
                </a:solidFill>
                <a:latin typeface="Consolas" panose="020B0609020204030204" pitchFamily="49" charset="0"/>
              </a:rPr>
              <a:t>(</a:t>
            </a:r>
            <a:r>
              <a:rPr lang="tr-TR" sz="700" b="1" dirty="0" err="1">
                <a:solidFill>
                  <a:srgbClr val="232A4E"/>
                </a:solidFill>
                <a:latin typeface="Consolas" panose="020B0609020204030204" pitchFamily="49" charset="0"/>
              </a:rPr>
              <a:t>user_email</a:t>
            </a:r>
            <a:r>
              <a:rPr lang="tr-TR" sz="7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raise</a:t>
            </a:r>
            <a:r>
              <a:rPr lang="tr-TR" sz="700" b="1" dirty="0">
                <a:solidFill>
                  <a:srgbClr val="232A4E"/>
                </a:solidFill>
                <a:latin typeface="Consolas" panose="020B0609020204030204" pitchFamily="49" charset="0"/>
              </a:rPr>
              <a:t> </a:t>
            </a:r>
            <a:r>
              <a:rPr lang="tr-TR" sz="700" b="1" dirty="0" err="1">
                <a:solidFill>
                  <a:srgbClr val="232A4E"/>
                </a:solidFill>
                <a:latin typeface="Consolas" panose="020B0609020204030204" pitchFamily="49" charset="0"/>
              </a:rPr>
              <a:t>ValueError</a:t>
            </a:r>
            <a:r>
              <a:rPr lang="tr-TR" sz="700" b="1" dirty="0">
                <a:solidFill>
                  <a:srgbClr val="232A4E"/>
                </a:solidFill>
                <a:latin typeface="Consolas" panose="020B0609020204030204" pitchFamily="49" charset="0"/>
              </a:rPr>
              <a:t>("Geçersiz e-posta adresi!")</a:t>
            </a:r>
          </a:p>
          <a:p>
            <a:pPr marL="514350" lvl="0" indent="-514350">
              <a:lnSpc>
                <a:spcPct val="150000"/>
              </a:lnSpc>
              <a:buClr>
                <a:srgbClr val="FFFFFF">
                  <a:lumMod val="75000"/>
                </a:srgbClr>
              </a:buClr>
              <a:buFont typeface="+mj-lt"/>
              <a:buAutoNum type="arabicPeriod"/>
              <a:defRPr/>
            </a:pP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--- 2. ÇIKTI KODLAMA (OUTPUT ENCODING) ---</a:t>
            </a: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Kullanıcı adı olarak kötü niyetli bir XSS betiği girildiğini varsayalım</a:t>
            </a: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untrusted_username</a:t>
            </a:r>
            <a:r>
              <a:rPr lang="tr-TR" sz="700" b="1" dirty="0">
                <a:solidFill>
                  <a:srgbClr val="232A4E"/>
                </a:solidFill>
                <a:latin typeface="Consolas" panose="020B0609020204030204" pitchFamily="49" charset="0"/>
              </a:rPr>
              <a:t> = "&lt;</a:t>
            </a:r>
            <a:r>
              <a:rPr lang="tr-TR" sz="700" b="1" dirty="0" err="1">
                <a:solidFill>
                  <a:srgbClr val="232A4E"/>
                </a:solidFill>
                <a:latin typeface="Consolas" panose="020B0609020204030204" pitchFamily="49" charset="0"/>
              </a:rPr>
              <a:t>script</a:t>
            </a:r>
            <a:r>
              <a:rPr lang="tr-TR" sz="700" b="1" dirty="0">
                <a:solidFill>
                  <a:srgbClr val="232A4E"/>
                </a:solidFill>
                <a:latin typeface="Consolas" panose="020B0609020204030204" pitchFamily="49" charset="0"/>
              </a:rPr>
              <a:t>&gt;</a:t>
            </a:r>
            <a:r>
              <a:rPr lang="tr-TR" sz="700" b="1" dirty="0" err="1">
                <a:solidFill>
                  <a:srgbClr val="232A4E"/>
                </a:solidFill>
                <a:latin typeface="Consolas" panose="020B0609020204030204" pitchFamily="49" charset="0"/>
              </a:rPr>
              <a:t>alert</a:t>
            </a:r>
            <a:r>
              <a:rPr lang="tr-TR" sz="700" b="1" dirty="0">
                <a:solidFill>
                  <a:srgbClr val="232A4E"/>
                </a:solidFill>
                <a:latin typeface="Consolas" panose="020B0609020204030204" pitchFamily="49" charset="0"/>
              </a:rPr>
              <a:t>('XSS Saldırısı!')&lt;/</a:t>
            </a:r>
            <a:r>
              <a:rPr lang="tr-TR" sz="700" b="1" dirty="0" err="1">
                <a:solidFill>
                  <a:srgbClr val="232A4E"/>
                </a:solidFill>
                <a:latin typeface="Consolas" panose="020B0609020204030204" pitchFamily="49" charset="0"/>
              </a:rPr>
              <a:t>script</a:t>
            </a:r>
            <a:r>
              <a:rPr lang="tr-TR" sz="700" b="1" dirty="0">
                <a:solidFill>
                  <a:srgbClr val="232A4E"/>
                </a:solidFill>
                <a:latin typeface="Consolas" panose="020B0609020204030204" pitchFamily="49" charset="0"/>
              </a:rPr>
              <a:t>&gt;"</a:t>
            </a:r>
          </a:p>
          <a:p>
            <a:pPr marL="514350" lvl="0" indent="-514350">
              <a:lnSpc>
                <a:spcPct val="150000"/>
              </a:lnSpc>
              <a:buClr>
                <a:srgbClr val="FFFFFF">
                  <a:lumMod val="75000"/>
                </a:srgbClr>
              </a:buClr>
              <a:buFont typeface="+mj-lt"/>
              <a:buAutoNum type="arabicPeriod"/>
              <a:defRPr/>
            </a:pP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HTML içine basılmadan önce özel karakterleri zararsız varlıklara dönüştürme</a:t>
            </a: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safe_username</a:t>
            </a:r>
            <a:r>
              <a:rPr lang="tr-TR" sz="700" b="1" dirty="0">
                <a:solidFill>
                  <a:srgbClr val="232A4E"/>
                </a:solidFill>
                <a:latin typeface="Consolas" panose="020B0609020204030204" pitchFamily="49" charset="0"/>
              </a:rPr>
              <a:t> = </a:t>
            </a:r>
            <a:r>
              <a:rPr lang="tr-TR" sz="700" b="1" dirty="0" err="1">
                <a:solidFill>
                  <a:srgbClr val="232A4E"/>
                </a:solidFill>
                <a:latin typeface="Consolas" panose="020B0609020204030204" pitchFamily="49" charset="0"/>
              </a:rPr>
              <a:t>html.escape</a:t>
            </a:r>
            <a:r>
              <a:rPr lang="tr-TR" sz="700" b="1" dirty="0">
                <a:solidFill>
                  <a:srgbClr val="232A4E"/>
                </a:solidFill>
                <a:latin typeface="Consolas" panose="020B0609020204030204" pitchFamily="49" charset="0"/>
              </a:rPr>
              <a:t>(</a:t>
            </a:r>
            <a:r>
              <a:rPr lang="tr-TR" sz="700" b="1" dirty="0" err="1">
                <a:solidFill>
                  <a:srgbClr val="232A4E"/>
                </a:solidFill>
                <a:latin typeface="Consolas" panose="020B0609020204030204" pitchFamily="49" charset="0"/>
              </a:rPr>
              <a:t>untrusted_username</a:t>
            </a:r>
            <a:r>
              <a:rPr lang="tr-TR" sz="7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endParaRPr lang="tr-TR" sz="7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700" b="1" dirty="0">
                <a:solidFill>
                  <a:srgbClr val="232A4E"/>
                </a:solidFill>
                <a:latin typeface="Consolas" panose="020B0609020204030204" pitchFamily="49" charset="0"/>
              </a:rPr>
              <a:t># Ekrana basılan çıktı: &amp;</a:t>
            </a:r>
            <a:r>
              <a:rPr lang="tr-TR" sz="700" b="1" dirty="0" err="1">
                <a:solidFill>
                  <a:srgbClr val="232A4E"/>
                </a:solidFill>
                <a:latin typeface="Consolas" panose="020B0609020204030204" pitchFamily="49" charset="0"/>
              </a:rPr>
              <a:t>lt;script&amp;gt;alert</a:t>
            </a:r>
            <a:r>
              <a:rPr lang="tr-TR" sz="700" b="1" dirty="0">
                <a:solidFill>
                  <a:srgbClr val="232A4E"/>
                </a:solidFill>
                <a:latin typeface="Consolas" panose="020B0609020204030204" pitchFamily="49" charset="0"/>
              </a:rPr>
              <a:t>('XSS Saldırısı!')&amp;</a:t>
            </a:r>
            <a:r>
              <a:rPr lang="tr-TR" sz="700" b="1" dirty="0" err="1">
                <a:solidFill>
                  <a:srgbClr val="232A4E"/>
                </a:solidFill>
                <a:latin typeface="Consolas" panose="020B0609020204030204" pitchFamily="49" charset="0"/>
              </a:rPr>
              <a:t>lt</a:t>
            </a:r>
            <a:r>
              <a:rPr lang="tr-TR" sz="700" b="1" dirty="0">
                <a:solidFill>
                  <a:srgbClr val="232A4E"/>
                </a:solidFill>
                <a:latin typeface="Consolas" panose="020B0609020204030204" pitchFamily="49" charset="0"/>
              </a:rPr>
              <a:t>;/</a:t>
            </a:r>
            <a:r>
              <a:rPr lang="tr-TR" sz="700" b="1" dirty="0" err="1">
                <a:solidFill>
                  <a:srgbClr val="232A4E"/>
                </a:solidFill>
                <a:latin typeface="Consolas" panose="020B0609020204030204" pitchFamily="49" charset="0"/>
              </a:rPr>
              <a:t>script&amp;gt</a:t>
            </a:r>
            <a:r>
              <a:rPr lang="tr-TR" sz="7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700" b="1" dirty="0" err="1">
                <a:solidFill>
                  <a:srgbClr val="232A4E"/>
                </a:solidFill>
                <a:latin typeface="Consolas" panose="020B0609020204030204" pitchFamily="49" charset="0"/>
              </a:rPr>
              <a:t>print</a:t>
            </a:r>
            <a:r>
              <a:rPr lang="tr-TR" sz="700" b="1" dirty="0">
                <a:solidFill>
                  <a:srgbClr val="232A4E"/>
                </a:solidFill>
                <a:latin typeface="Consolas" panose="020B0609020204030204" pitchFamily="49" charset="0"/>
              </a:rPr>
              <a:t>(</a:t>
            </a:r>
            <a:r>
              <a:rPr lang="tr-TR" sz="700" b="1" dirty="0" err="1">
                <a:solidFill>
                  <a:srgbClr val="232A4E"/>
                </a:solidFill>
                <a:latin typeface="Consolas" panose="020B0609020204030204" pitchFamily="49" charset="0"/>
              </a:rPr>
              <a:t>f"Hoş</a:t>
            </a:r>
            <a:r>
              <a:rPr lang="tr-TR" sz="700" b="1" dirty="0">
                <a:solidFill>
                  <a:srgbClr val="232A4E"/>
                </a:solidFill>
                <a:latin typeface="Consolas" panose="020B0609020204030204" pitchFamily="49" charset="0"/>
              </a:rPr>
              <a:t> geldin, {</a:t>
            </a:r>
            <a:r>
              <a:rPr lang="tr-TR" sz="700" b="1" dirty="0" err="1">
                <a:solidFill>
                  <a:srgbClr val="232A4E"/>
                </a:solidFill>
                <a:latin typeface="Consolas" panose="020B0609020204030204" pitchFamily="49" charset="0"/>
              </a:rPr>
              <a:t>safe_username</a:t>
            </a:r>
            <a:r>
              <a:rPr lang="tr-TR" sz="700" b="1" dirty="0">
                <a:solidFill>
                  <a:srgbClr val="232A4E"/>
                </a:solidFill>
                <a:latin typeface="Consolas" panose="020B0609020204030204" pitchFamily="49" charset="0"/>
              </a:rPr>
              <a:t>}")</a:t>
            </a:r>
          </a:p>
        </p:txBody>
      </p:sp>
    </p:spTree>
    <p:custDataLst>
      <p:tags r:id="rId1"/>
    </p:custDataLst>
    <p:extLst>
      <p:ext uri="{BB962C8B-B14F-4D97-AF65-F5344CB8AC3E}">
        <p14:creationId xmlns:p14="http://schemas.microsoft.com/office/powerpoint/2010/main" val="1032685128"/>
      </p:ext>
    </p:extLst>
  </p:cSld>
  <p:clrMapOvr>
    <a:masterClrMapping/>
  </p:clrMapOvr>
  <p:transition>
    <p:fade thruBlk="1"/>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3AD42-170D-1A50-E472-743A5FE9F9FA}"/>
            </a:ext>
          </a:extLst>
        </p:cNvPr>
        <p:cNvGrpSpPr/>
        <p:nvPr/>
      </p:nvGrpSpPr>
      <p:grpSpPr>
        <a:xfrm>
          <a:off x="0" y="0"/>
          <a:ext cx="0" cy="0"/>
          <a:chOff x="0" y="0"/>
          <a:chExt cx="0" cy="0"/>
        </a:xfrm>
      </p:grpSpPr>
      <p:sp>
        <p:nvSpPr>
          <p:cNvPr id="5" name="Başlık 4">
            <a:extLst>
              <a:ext uri="{FF2B5EF4-FFF2-40B4-BE49-F238E27FC236}">
                <a16:creationId xmlns:a16="http://schemas.microsoft.com/office/drawing/2014/main" id="{6AC22786-23E0-9235-37CF-C4B176969B08}"/>
              </a:ext>
            </a:extLst>
          </p:cNvPr>
          <p:cNvSpPr>
            <a:spLocks noGrp="1"/>
          </p:cNvSpPr>
          <p:nvPr>
            <p:ph type="title"/>
          </p:nvPr>
        </p:nvSpPr>
        <p:spPr>
          <a:xfrm>
            <a:off x="228600" y="206165"/>
            <a:ext cx="8693524" cy="582900"/>
          </a:xfrm>
        </p:spPr>
        <p:txBody>
          <a:bodyPr/>
          <a:lstStyle/>
          <a:p>
            <a:r>
              <a:rPr lang="tr-TR" sz="2800" dirty="0"/>
              <a:t>C# Girdi Doğrulama Çıktı Kodlama</a:t>
            </a:r>
            <a:endParaRPr lang="tr-TR" dirty="0"/>
          </a:p>
        </p:txBody>
      </p:sp>
      <p:sp>
        <p:nvSpPr>
          <p:cNvPr id="2" name="Slayt Numarası Yer Tutucusu 1">
            <a:extLst>
              <a:ext uri="{FF2B5EF4-FFF2-40B4-BE49-F238E27FC236}">
                <a16:creationId xmlns:a16="http://schemas.microsoft.com/office/drawing/2014/main" id="{A320BFA3-FADB-D804-3767-443ADEA58B0D}"/>
              </a:ext>
            </a:extLst>
          </p:cNvPr>
          <p:cNvSpPr>
            <a:spLocks noGrp="1"/>
          </p:cNvSpPr>
          <p:nvPr>
            <p:ph type="sldNum" idx="10"/>
          </p:nvPr>
        </p:nvSpPr>
        <p:spPr/>
        <p:txBody>
          <a:bodyPr/>
          <a:lstStyle/>
          <a:p>
            <a:pPr algn="r"/>
            <a:fld id="{00000000-1234-1234-1234-123412341234}" type="slidenum">
              <a:rPr lang="en" smtClean="0"/>
              <a:pPr algn="r"/>
              <a:t>62</a:t>
            </a:fld>
            <a:endParaRPr lang="en"/>
          </a:p>
        </p:txBody>
      </p:sp>
      <p:sp>
        <p:nvSpPr>
          <p:cNvPr id="7" name="Metin kutusu 6">
            <a:extLst>
              <a:ext uri="{FF2B5EF4-FFF2-40B4-BE49-F238E27FC236}">
                <a16:creationId xmlns:a16="http://schemas.microsoft.com/office/drawing/2014/main" id="{626B8CA3-8F78-EE3D-401D-13F11D0553AE}"/>
              </a:ext>
            </a:extLst>
          </p:cNvPr>
          <p:cNvSpPr txBox="1"/>
          <p:nvPr/>
        </p:nvSpPr>
        <p:spPr>
          <a:xfrm>
            <a:off x="331076" y="938049"/>
            <a:ext cx="8591048" cy="3931132"/>
          </a:xfrm>
          <a:prstGeom prst="rect">
            <a:avLst/>
          </a:prstGeom>
          <a:noFill/>
        </p:spPr>
        <p:txBody>
          <a:bodyPr wrap="square">
            <a:noAutofit/>
          </a:bodyPr>
          <a:lstStyle/>
          <a:p>
            <a:pPr marL="514350" lvl="0" indent="-514350">
              <a:lnSpc>
                <a:spcPct val="150000"/>
              </a:lnSpc>
              <a:buClr>
                <a:srgbClr val="FFFFFF">
                  <a:lumMod val="75000"/>
                </a:srgbClr>
              </a:buClr>
              <a:buFont typeface="+mj-lt"/>
              <a:buAutoNum type="arabicPeriod"/>
              <a:defRPr/>
            </a:pPr>
            <a:r>
              <a:rPr lang="tr-TR" sz="600" b="1" dirty="0" err="1">
                <a:solidFill>
                  <a:srgbClr val="232A4E"/>
                </a:solidFill>
                <a:latin typeface="Consolas" panose="020B0609020204030204" pitchFamily="49" charset="0"/>
              </a:rPr>
              <a:t>using</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System</a:t>
            </a:r>
            <a:r>
              <a:rPr lang="tr-TR" sz="6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600" b="1" dirty="0" err="1">
                <a:solidFill>
                  <a:srgbClr val="232A4E"/>
                </a:solidFill>
                <a:latin typeface="Consolas" panose="020B0609020204030204" pitchFamily="49" charset="0"/>
              </a:rPr>
              <a:t>using</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System.Text.Encodings.Web</a:t>
            </a:r>
            <a:r>
              <a:rPr lang="tr-TR" sz="6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600" b="1" dirty="0" err="1">
                <a:solidFill>
                  <a:srgbClr val="232A4E"/>
                </a:solidFill>
                <a:latin typeface="Consolas" panose="020B0609020204030204" pitchFamily="49" charset="0"/>
              </a:rPr>
              <a:t>using</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System.Text.RegularExpressions</a:t>
            </a:r>
            <a:r>
              <a:rPr lang="tr-TR" sz="6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endParaRPr lang="tr-TR" sz="6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600" b="1" dirty="0" err="1">
                <a:solidFill>
                  <a:srgbClr val="232A4E"/>
                </a:solidFill>
                <a:latin typeface="Consolas" panose="020B0609020204030204" pitchFamily="49" charset="0"/>
              </a:rPr>
              <a:t>class</a:t>
            </a:r>
            <a:r>
              <a:rPr lang="tr-TR" sz="600" b="1" dirty="0">
                <a:solidFill>
                  <a:srgbClr val="232A4E"/>
                </a:solidFill>
                <a:latin typeface="Consolas" panose="020B0609020204030204" pitchFamily="49" charset="0"/>
              </a:rPr>
              <a:t> Program</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static</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void</a:t>
            </a:r>
            <a:r>
              <a:rPr lang="tr-TR" sz="600" b="1" dirty="0">
                <a:solidFill>
                  <a:srgbClr val="232A4E"/>
                </a:solidFill>
                <a:latin typeface="Consolas" panose="020B0609020204030204" pitchFamily="49" charset="0"/>
              </a:rPr>
              <a:t> Main()</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 --- 1. GİRDİ DOĞRULAMA (INPUT VALIDATION) ---</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string</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userAgeInput</a:t>
            </a:r>
            <a:r>
              <a:rPr lang="tr-TR" sz="600" b="1" dirty="0">
                <a:solidFill>
                  <a:srgbClr val="232A4E"/>
                </a:solidFill>
                <a:latin typeface="Consolas" panose="020B0609020204030204" pitchFamily="49" charset="0"/>
              </a:rPr>
              <a:t> = "25"; // Dışarıdan gelen veri</a:t>
            </a:r>
          </a:p>
          <a:p>
            <a:pPr marL="514350" lvl="0" indent="-514350">
              <a:lnSpc>
                <a:spcPct val="150000"/>
              </a:lnSpc>
              <a:buClr>
                <a:srgbClr val="FFFFFF">
                  <a:lumMod val="75000"/>
                </a:srgbClr>
              </a:buClr>
              <a:buFont typeface="+mj-lt"/>
              <a:buAutoNum type="arabicPeriod"/>
              <a:defRPr/>
            </a:pPr>
            <a:endParaRPr lang="tr-TR" sz="6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 Tam sayı formatında mı ve mantıklı bir aralıkta mı?</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if</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int.TryParse</a:t>
            </a:r>
            <a:r>
              <a:rPr lang="tr-TR" sz="600" b="1" dirty="0">
                <a:solidFill>
                  <a:srgbClr val="232A4E"/>
                </a:solidFill>
                <a:latin typeface="Consolas" panose="020B0609020204030204" pitchFamily="49" charset="0"/>
              </a:rPr>
              <a:t>(</a:t>
            </a:r>
            <a:r>
              <a:rPr lang="tr-TR" sz="600" b="1" dirty="0" err="1">
                <a:solidFill>
                  <a:srgbClr val="232A4E"/>
                </a:solidFill>
                <a:latin typeface="Consolas" panose="020B0609020204030204" pitchFamily="49" charset="0"/>
              </a:rPr>
              <a:t>userAgeInput</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out</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int</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age</a:t>
            </a:r>
            <a:r>
              <a:rPr lang="tr-TR" sz="600" b="1" dirty="0">
                <a:solidFill>
                  <a:srgbClr val="232A4E"/>
                </a:solidFill>
                <a:latin typeface="Consolas" panose="020B0609020204030204" pitchFamily="49" charset="0"/>
              </a:rPr>
              <a:t>) &amp;&amp; </a:t>
            </a:r>
            <a:r>
              <a:rPr lang="tr-TR" sz="600" b="1" dirty="0" err="1">
                <a:solidFill>
                  <a:srgbClr val="232A4E"/>
                </a:solidFill>
                <a:latin typeface="Consolas" panose="020B0609020204030204" pitchFamily="49" charset="0"/>
              </a:rPr>
              <a:t>age</a:t>
            </a:r>
            <a:r>
              <a:rPr lang="tr-TR" sz="600" b="1" dirty="0">
                <a:solidFill>
                  <a:srgbClr val="232A4E"/>
                </a:solidFill>
                <a:latin typeface="Consolas" panose="020B0609020204030204" pitchFamily="49" charset="0"/>
              </a:rPr>
              <a:t> &gt; 0 &amp;&amp; </a:t>
            </a:r>
            <a:r>
              <a:rPr lang="tr-TR" sz="600" b="1" dirty="0" err="1">
                <a:solidFill>
                  <a:srgbClr val="232A4E"/>
                </a:solidFill>
                <a:latin typeface="Consolas" panose="020B0609020204030204" pitchFamily="49" charset="0"/>
              </a:rPr>
              <a:t>age</a:t>
            </a:r>
            <a:r>
              <a:rPr lang="tr-TR" sz="600" b="1" dirty="0">
                <a:solidFill>
                  <a:srgbClr val="232A4E"/>
                </a:solidFill>
                <a:latin typeface="Consolas" panose="020B0609020204030204" pitchFamily="49" charset="0"/>
              </a:rPr>
              <a:t> &lt; 120)</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Console.WriteLine</a:t>
            </a:r>
            <a:r>
              <a:rPr lang="tr-TR" sz="600" b="1" dirty="0">
                <a:solidFill>
                  <a:srgbClr val="232A4E"/>
                </a:solidFill>
                <a:latin typeface="Consolas" panose="020B0609020204030204" pitchFamily="49" charset="0"/>
              </a:rPr>
              <a:t>($"Girdi geçerli: Yaş {</a:t>
            </a:r>
            <a:r>
              <a:rPr lang="tr-TR" sz="600" b="1" dirty="0" err="1">
                <a:solidFill>
                  <a:srgbClr val="232A4E"/>
                </a:solidFill>
                <a:latin typeface="Consolas" panose="020B0609020204030204" pitchFamily="49" charset="0"/>
              </a:rPr>
              <a:t>age</a:t>
            </a:r>
            <a:r>
              <a:rPr lang="tr-TR" sz="6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else</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Console.WriteLine</a:t>
            </a:r>
            <a:r>
              <a:rPr lang="tr-TR" sz="600" b="1" dirty="0">
                <a:solidFill>
                  <a:srgbClr val="232A4E"/>
                </a:solidFill>
                <a:latin typeface="Consolas" panose="020B0609020204030204" pitchFamily="49" charset="0"/>
              </a:rPr>
              <a:t>("Hata: Geçersiz yaş girdisi!");</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 --- 2. ÇIKTI KODLAMA (OUTPUT ENCODING) ---</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string</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untrustedComment</a:t>
            </a:r>
            <a:r>
              <a:rPr lang="tr-TR" sz="600" b="1" dirty="0">
                <a:solidFill>
                  <a:srgbClr val="232A4E"/>
                </a:solidFill>
                <a:latin typeface="Consolas" panose="020B0609020204030204" pitchFamily="49" charset="0"/>
              </a:rPr>
              <a:t> = "&lt;</a:t>
            </a:r>
            <a:r>
              <a:rPr lang="tr-TR" sz="600" b="1" dirty="0" err="1">
                <a:solidFill>
                  <a:srgbClr val="232A4E"/>
                </a:solidFill>
                <a:latin typeface="Consolas" panose="020B0609020204030204" pitchFamily="49" charset="0"/>
              </a:rPr>
              <a:t>img</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src</a:t>
            </a:r>
            <a:r>
              <a:rPr lang="tr-TR" sz="600" b="1" dirty="0">
                <a:solidFill>
                  <a:srgbClr val="232A4E"/>
                </a:solidFill>
                <a:latin typeface="Consolas" panose="020B0609020204030204" pitchFamily="49" charset="0"/>
              </a:rPr>
              <a:t>=x </a:t>
            </a:r>
            <a:r>
              <a:rPr lang="tr-TR" sz="600" b="1" dirty="0" err="1">
                <a:solidFill>
                  <a:srgbClr val="232A4E"/>
                </a:solidFill>
                <a:latin typeface="Consolas" panose="020B0609020204030204" pitchFamily="49" charset="0"/>
              </a:rPr>
              <a:t>onerror</a:t>
            </a:r>
            <a:r>
              <a:rPr lang="tr-TR" sz="600" b="1" dirty="0">
                <a:solidFill>
                  <a:srgbClr val="232A4E"/>
                </a:solidFill>
                <a:latin typeface="Consolas" panose="020B0609020204030204" pitchFamily="49" charset="0"/>
              </a:rPr>
              <a:t>=</a:t>
            </a:r>
            <a:r>
              <a:rPr lang="tr-TR" sz="600" b="1" dirty="0" err="1">
                <a:solidFill>
                  <a:srgbClr val="232A4E"/>
                </a:solidFill>
                <a:latin typeface="Consolas" panose="020B0609020204030204" pitchFamily="49" charset="0"/>
              </a:rPr>
              <a:t>alert</a:t>
            </a:r>
            <a:r>
              <a:rPr lang="tr-TR" sz="600" b="1" dirty="0">
                <a:solidFill>
                  <a:srgbClr val="232A4E"/>
                </a:solidFill>
                <a:latin typeface="Consolas" panose="020B0609020204030204" pitchFamily="49" charset="0"/>
              </a:rPr>
              <a:t>('XSS')&gt;";</a:t>
            </a:r>
          </a:p>
          <a:p>
            <a:pPr marL="514350" lvl="0" indent="-514350">
              <a:lnSpc>
                <a:spcPct val="150000"/>
              </a:lnSpc>
              <a:buClr>
                <a:srgbClr val="FFFFFF">
                  <a:lumMod val="75000"/>
                </a:srgbClr>
              </a:buClr>
              <a:buFont typeface="+mj-lt"/>
              <a:buAutoNum type="arabicPeriod"/>
              <a:defRPr/>
            </a:pPr>
            <a:endParaRPr lang="tr-TR" sz="6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 HTML Encoder kullanarak tehlikeli karakterleri kodlama</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string</a:t>
            </a: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safeComment</a:t>
            </a:r>
            <a:r>
              <a:rPr lang="tr-TR" sz="600" b="1" dirty="0">
                <a:solidFill>
                  <a:srgbClr val="232A4E"/>
                </a:solidFill>
                <a:latin typeface="Consolas" panose="020B0609020204030204" pitchFamily="49" charset="0"/>
              </a:rPr>
              <a:t> = </a:t>
            </a:r>
            <a:r>
              <a:rPr lang="tr-TR" sz="600" b="1" dirty="0" err="1">
                <a:solidFill>
                  <a:srgbClr val="232A4E"/>
                </a:solidFill>
                <a:latin typeface="Consolas" panose="020B0609020204030204" pitchFamily="49" charset="0"/>
              </a:rPr>
              <a:t>HtmlEncoder.Default.Encode</a:t>
            </a:r>
            <a:r>
              <a:rPr lang="tr-TR" sz="600" b="1" dirty="0">
                <a:solidFill>
                  <a:srgbClr val="232A4E"/>
                </a:solidFill>
                <a:latin typeface="Consolas" panose="020B0609020204030204" pitchFamily="49" charset="0"/>
              </a:rPr>
              <a:t>(</a:t>
            </a:r>
            <a:r>
              <a:rPr lang="tr-TR" sz="600" b="1" dirty="0" err="1">
                <a:solidFill>
                  <a:srgbClr val="232A4E"/>
                </a:solidFill>
                <a:latin typeface="Consolas" panose="020B0609020204030204" pitchFamily="49" charset="0"/>
              </a:rPr>
              <a:t>untrustedComment</a:t>
            </a:r>
            <a:r>
              <a:rPr lang="tr-TR" sz="6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endParaRPr lang="tr-TR" sz="600" b="1" dirty="0">
              <a:solidFill>
                <a:srgbClr val="232A4E"/>
              </a:solidFill>
              <a:latin typeface="Consolas" panose="020B0609020204030204" pitchFamily="49" charset="0"/>
            </a:endParaRP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 Çıktı tarayıcıda zararsız metin olarak görünür, betik çalışmaz.</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r>
              <a:rPr lang="tr-TR" sz="600" b="1" dirty="0" err="1">
                <a:solidFill>
                  <a:srgbClr val="232A4E"/>
                </a:solidFill>
                <a:latin typeface="Consolas" panose="020B0609020204030204" pitchFamily="49" charset="0"/>
              </a:rPr>
              <a:t>Console.WriteLine</a:t>
            </a:r>
            <a:r>
              <a:rPr lang="tr-TR" sz="600" b="1" dirty="0">
                <a:solidFill>
                  <a:srgbClr val="232A4E"/>
                </a:solidFill>
                <a:latin typeface="Consolas" panose="020B0609020204030204" pitchFamily="49" charset="0"/>
              </a:rPr>
              <a:t>($"Kullanıcı Yorumu: {</a:t>
            </a:r>
            <a:r>
              <a:rPr lang="tr-TR" sz="600" b="1" dirty="0" err="1">
                <a:solidFill>
                  <a:srgbClr val="232A4E"/>
                </a:solidFill>
                <a:latin typeface="Consolas" panose="020B0609020204030204" pitchFamily="49" charset="0"/>
              </a:rPr>
              <a:t>safeComment</a:t>
            </a:r>
            <a:r>
              <a:rPr lang="tr-TR" sz="600" b="1" dirty="0">
                <a:solidFill>
                  <a:srgbClr val="232A4E"/>
                </a:solidFill>
                <a:latin typeface="Consolas" panose="020B0609020204030204" pitchFamily="49" charset="0"/>
              </a:rPr>
              <a:t>}");</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    }</a:t>
            </a:r>
          </a:p>
          <a:p>
            <a:pPr marL="514350" lvl="0" indent="-514350">
              <a:lnSpc>
                <a:spcPct val="150000"/>
              </a:lnSpc>
              <a:buClr>
                <a:srgbClr val="FFFFFF">
                  <a:lumMod val="75000"/>
                </a:srgbClr>
              </a:buClr>
              <a:buFont typeface="+mj-lt"/>
              <a:buAutoNum type="arabicPeriod"/>
              <a:defRPr/>
            </a:pPr>
            <a:r>
              <a:rPr lang="tr-TR" sz="600" b="1" dirty="0">
                <a:solidFill>
                  <a:srgbClr val="232A4E"/>
                </a:solidFill>
                <a:latin typeface="Consolas" panose="020B0609020204030204" pitchFamily="49" charset="0"/>
              </a:rPr>
              <a:t>}</a:t>
            </a:r>
          </a:p>
        </p:txBody>
      </p:sp>
    </p:spTree>
    <p:custDataLst>
      <p:tags r:id="rId1"/>
    </p:custDataLst>
    <p:extLst>
      <p:ext uri="{BB962C8B-B14F-4D97-AF65-F5344CB8AC3E}">
        <p14:creationId xmlns:p14="http://schemas.microsoft.com/office/powerpoint/2010/main" val="2953715611"/>
      </p:ext>
    </p:extLst>
  </p:cSld>
  <p:clrMapOvr>
    <a:masterClrMapping/>
  </p:clrMapOvr>
  <p:transition>
    <p:fade thruBlk="1"/>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2278B-A5C7-CA4B-BB01-1387468CE343}"/>
            </a:ext>
          </a:extLst>
        </p:cNvPr>
        <p:cNvGrpSpPr/>
        <p:nvPr/>
      </p:nvGrpSpPr>
      <p:grpSpPr>
        <a:xfrm>
          <a:off x="0" y="0"/>
          <a:ext cx="0" cy="0"/>
          <a:chOff x="0" y="0"/>
          <a:chExt cx="0" cy="0"/>
        </a:xfrm>
      </p:grpSpPr>
      <p:sp>
        <p:nvSpPr>
          <p:cNvPr id="5" name="Başlık 4">
            <a:extLst>
              <a:ext uri="{FF2B5EF4-FFF2-40B4-BE49-F238E27FC236}">
                <a16:creationId xmlns:a16="http://schemas.microsoft.com/office/drawing/2014/main" id="{5F4D1E47-D37F-ABD2-5B15-5D05B003F7E8}"/>
              </a:ext>
            </a:extLst>
          </p:cNvPr>
          <p:cNvSpPr>
            <a:spLocks noGrp="1"/>
          </p:cNvSpPr>
          <p:nvPr>
            <p:ph type="title"/>
          </p:nvPr>
        </p:nvSpPr>
        <p:spPr>
          <a:xfrm>
            <a:off x="228600" y="206165"/>
            <a:ext cx="8693524" cy="582900"/>
          </a:xfrm>
        </p:spPr>
        <p:txBody>
          <a:bodyPr/>
          <a:lstStyle/>
          <a:p>
            <a:r>
              <a:rPr lang="tr-TR" sz="2800" dirty="0"/>
              <a:t>PHP Girdi Doğrulama Çıktı Kodlama</a:t>
            </a:r>
            <a:endParaRPr lang="tr-TR" dirty="0"/>
          </a:p>
        </p:txBody>
      </p:sp>
      <p:sp>
        <p:nvSpPr>
          <p:cNvPr id="2" name="Slayt Numarası Yer Tutucusu 1">
            <a:extLst>
              <a:ext uri="{FF2B5EF4-FFF2-40B4-BE49-F238E27FC236}">
                <a16:creationId xmlns:a16="http://schemas.microsoft.com/office/drawing/2014/main" id="{18C3202B-1F10-A107-03E2-758FE5B11061}"/>
              </a:ext>
            </a:extLst>
          </p:cNvPr>
          <p:cNvSpPr>
            <a:spLocks noGrp="1"/>
          </p:cNvSpPr>
          <p:nvPr>
            <p:ph type="sldNum" idx="10"/>
          </p:nvPr>
        </p:nvSpPr>
        <p:spPr/>
        <p:txBody>
          <a:bodyPr/>
          <a:lstStyle/>
          <a:p>
            <a:pPr algn="r"/>
            <a:fld id="{00000000-1234-1234-1234-123412341234}" type="slidenum">
              <a:rPr lang="en" smtClean="0"/>
              <a:pPr algn="r"/>
              <a:t>63</a:t>
            </a:fld>
            <a:endParaRPr lang="en"/>
          </a:p>
        </p:txBody>
      </p:sp>
      <p:sp>
        <p:nvSpPr>
          <p:cNvPr id="7" name="Metin kutusu 6">
            <a:extLst>
              <a:ext uri="{FF2B5EF4-FFF2-40B4-BE49-F238E27FC236}">
                <a16:creationId xmlns:a16="http://schemas.microsoft.com/office/drawing/2014/main" id="{E4C2A635-A6DC-A7D7-3C2F-863E14725452}"/>
              </a:ext>
            </a:extLst>
          </p:cNvPr>
          <p:cNvSpPr txBox="1"/>
          <p:nvPr/>
        </p:nvSpPr>
        <p:spPr>
          <a:xfrm>
            <a:off x="331076" y="938049"/>
            <a:ext cx="8591048" cy="3931132"/>
          </a:xfrm>
          <a:prstGeom prst="rect">
            <a:avLst/>
          </a:prstGeom>
          <a:noFill/>
        </p:spPr>
        <p:txBody>
          <a:bodyPr wrap="square">
            <a:noAutofit/>
          </a:bodyPr>
          <a:lstStyle/>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PHP'de</a:t>
            </a:r>
            <a:r>
              <a:rPr lang="tr-TR" sz="1000" b="1" dirty="0">
                <a:solidFill>
                  <a:srgbClr val="232A4E"/>
                </a:solidFill>
                <a:latin typeface="Consolas" panose="020B0609020204030204" pitchFamily="49" charset="0"/>
              </a:rPr>
              <a:t> yerleşik </a:t>
            </a:r>
            <a:r>
              <a:rPr lang="tr-TR" sz="1000" b="1" dirty="0" err="1">
                <a:solidFill>
                  <a:srgbClr val="232A4E"/>
                </a:solidFill>
                <a:latin typeface="Consolas" panose="020B0609020204030204" pitchFamily="49" charset="0"/>
              </a:rPr>
              <a:t>filter_var</a:t>
            </a:r>
            <a:r>
              <a:rPr lang="tr-TR" sz="1000" b="1" dirty="0">
                <a:solidFill>
                  <a:srgbClr val="232A4E"/>
                </a:solidFill>
                <a:latin typeface="Consolas" panose="020B0609020204030204" pitchFamily="49" charset="0"/>
              </a:rPr>
              <a:t>() fonksiyonu girdi doğrulamak için, </a:t>
            </a:r>
            <a:r>
              <a:rPr lang="tr-TR" sz="1000" b="1" dirty="0" err="1">
                <a:solidFill>
                  <a:srgbClr val="232A4E"/>
                </a:solidFill>
                <a:latin typeface="Consolas" panose="020B0609020204030204" pitchFamily="49" charset="0"/>
              </a:rPr>
              <a:t>htmlspecialchars</a:t>
            </a:r>
            <a:r>
              <a:rPr lang="tr-TR" sz="1000" b="1" dirty="0">
                <a:solidFill>
                  <a:srgbClr val="232A4E"/>
                </a:solidFill>
                <a:latin typeface="Consolas" panose="020B0609020204030204" pitchFamily="49" charset="0"/>
              </a:rPr>
              <a:t>() ise HTML çıktı kodlaması için kullanılır.</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&lt;?</a:t>
            </a:r>
            <a:r>
              <a:rPr lang="tr-TR" sz="1000" b="1" dirty="0" err="1">
                <a:solidFill>
                  <a:srgbClr val="232A4E"/>
                </a:solidFill>
                <a:latin typeface="Consolas" panose="020B0609020204030204" pitchFamily="49" charset="0"/>
              </a:rPr>
              <a:t>php</a:t>
            </a: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--- 1. GİRDİ DOĞRULAMA (INPUT VALIDATION) ---</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userEmail</a:t>
            </a:r>
            <a:r>
              <a:rPr lang="tr-TR" sz="1000" b="1" dirty="0">
                <a:solidFill>
                  <a:srgbClr val="232A4E"/>
                </a:solidFill>
                <a:latin typeface="Consolas" panose="020B0609020204030204" pitchFamily="49" charset="0"/>
              </a:rPr>
              <a:t> = $_POST['</a:t>
            </a:r>
            <a:r>
              <a:rPr lang="tr-TR" sz="1000" b="1" dirty="0" err="1">
                <a:solidFill>
                  <a:srgbClr val="232A4E"/>
                </a:solidFill>
                <a:latin typeface="Consolas" panose="020B0609020204030204" pitchFamily="49" charset="0"/>
              </a:rPr>
              <a:t>email</a:t>
            </a:r>
            <a:r>
              <a:rPr lang="tr-TR" sz="1000" b="1" dirty="0">
                <a:solidFill>
                  <a:srgbClr val="232A4E"/>
                </a:solidFill>
                <a:latin typeface="Consolas" panose="020B0609020204030204" pitchFamily="49" charset="0"/>
              </a:rPr>
              <a:t>'] ?? '</a:t>
            </a:r>
            <a:r>
              <a:rPr lang="tr-TR" sz="1000" b="1" dirty="0" err="1">
                <a:solidFill>
                  <a:srgbClr val="232A4E"/>
                </a:solidFill>
                <a:latin typeface="Consolas" panose="020B0609020204030204" pitchFamily="49" charset="0"/>
              </a:rPr>
              <a:t>ornek@domain.com</a:t>
            </a:r>
            <a:r>
              <a:rPr lang="tr-TR" sz="1000" b="1" dirty="0">
                <a:solidFill>
                  <a:srgbClr val="232A4E"/>
                </a:solidFill>
                <a:latin typeface="Consolas" panose="020B0609020204030204" pitchFamily="49" charset="0"/>
              </a:rPr>
              <a:t>';</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PHP'nin</a:t>
            </a:r>
            <a:r>
              <a:rPr lang="tr-TR" sz="1000" b="1" dirty="0">
                <a:solidFill>
                  <a:srgbClr val="232A4E"/>
                </a:solidFill>
                <a:latin typeface="Consolas" panose="020B0609020204030204" pitchFamily="49" charset="0"/>
              </a:rPr>
              <a:t> filtreleme mekanizması ile e-posta doğrulaması</a:t>
            </a: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if</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filter_var</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userEmail</a:t>
            </a:r>
            <a:r>
              <a:rPr lang="tr-TR" sz="1000" b="1" dirty="0">
                <a:solidFill>
                  <a:srgbClr val="232A4E"/>
                </a:solidFill>
                <a:latin typeface="Consolas" panose="020B0609020204030204" pitchFamily="49" charset="0"/>
              </a:rPr>
              <a:t>, FILTER_VALIDATE_EMAIL)) {</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 E-posta geçerli</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validEmail</a:t>
            </a:r>
            <a:r>
              <a:rPr lang="tr-TR" sz="1000" b="1" dirty="0">
                <a:solidFill>
                  <a:srgbClr val="232A4E"/>
                </a:solidFill>
                <a:latin typeface="Consolas" panose="020B0609020204030204" pitchFamily="49" charset="0"/>
              </a:rPr>
              <a:t> = $</a:t>
            </a:r>
            <a:r>
              <a:rPr lang="tr-TR" sz="1000" b="1" dirty="0" err="1">
                <a:solidFill>
                  <a:srgbClr val="232A4E"/>
                </a:solidFill>
                <a:latin typeface="Consolas" panose="020B0609020204030204" pitchFamily="49" charset="0"/>
              </a:rPr>
              <a:t>userEmail</a:t>
            </a:r>
            <a:r>
              <a:rPr lang="tr-TR" sz="1000" b="1" dirty="0">
                <a:solidFill>
                  <a:srgbClr val="232A4E"/>
                </a:solidFill>
                <a:latin typeface="Consolas" panose="020B0609020204030204" pitchFamily="49" charset="0"/>
              </a:rPr>
              <a:t>;</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else {</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die</a:t>
            </a:r>
            <a:r>
              <a:rPr lang="tr-TR" sz="1000" b="1" dirty="0">
                <a:solidFill>
                  <a:srgbClr val="232A4E"/>
                </a:solidFill>
                <a:latin typeface="Consolas" panose="020B0609020204030204" pitchFamily="49" charset="0"/>
              </a:rPr>
              <a:t>("Geçersiz e-posta formatı!");</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--- 2. ÇIKTI KODLAMA (OUTPUT ENCODING) ---</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untrustedUserInput</a:t>
            </a:r>
            <a:r>
              <a:rPr lang="tr-TR" sz="1000" b="1" dirty="0">
                <a:solidFill>
                  <a:srgbClr val="232A4E"/>
                </a:solidFill>
                <a:latin typeface="Consolas" panose="020B0609020204030204" pitchFamily="49" charset="0"/>
              </a:rPr>
              <a:t> = "&lt;</a:t>
            </a:r>
            <a:r>
              <a:rPr lang="tr-TR" sz="1000" b="1" dirty="0" err="1">
                <a:solidFill>
                  <a:srgbClr val="232A4E"/>
                </a:solidFill>
                <a:latin typeface="Consolas" panose="020B0609020204030204" pitchFamily="49" charset="0"/>
              </a:rPr>
              <a:t>script</a:t>
            </a:r>
            <a:r>
              <a:rPr lang="tr-TR" sz="1000" b="1" dirty="0">
                <a:solidFill>
                  <a:srgbClr val="232A4E"/>
                </a:solidFill>
                <a:latin typeface="Consolas" panose="020B0609020204030204" pitchFamily="49" charset="0"/>
              </a:rPr>
              <a:t>&gt;</a:t>
            </a:r>
            <a:r>
              <a:rPr lang="tr-TR" sz="1000" b="1" dirty="0" err="1">
                <a:solidFill>
                  <a:srgbClr val="232A4E"/>
                </a:solidFill>
                <a:latin typeface="Consolas" panose="020B0609020204030204" pitchFamily="49" charset="0"/>
              </a:rPr>
              <a:t>document.location</a:t>
            </a:r>
            <a:r>
              <a:rPr lang="tr-TR" sz="1000" b="1" dirty="0">
                <a:solidFill>
                  <a:srgbClr val="232A4E"/>
                </a:solidFill>
                <a:latin typeface="Consolas" panose="020B0609020204030204" pitchFamily="49" charset="0"/>
              </a:rPr>
              <a:t>='http://</a:t>
            </a:r>
            <a:r>
              <a:rPr lang="tr-TR" sz="1000" b="1" dirty="0" err="1">
                <a:solidFill>
                  <a:srgbClr val="232A4E"/>
                </a:solidFill>
                <a:latin typeface="Consolas" panose="020B0609020204030204" pitchFamily="49" charset="0"/>
              </a:rPr>
              <a:t>attacker.com</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steal?cookie</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document.cookie</a:t>
            </a:r>
            <a:r>
              <a:rPr lang="tr-TR" sz="1000" b="1" dirty="0">
                <a:solidFill>
                  <a:srgbClr val="232A4E"/>
                </a:solidFill>
                <a:latin typeface="Consolas" panose="020B0609020204030204" pitchFamily="49" charset="0"/>
              </a:rPr>
              <a:t>&lt;/</a:t>
            </a:r>
            <a:r>
              <a:rPr lang="tr-TR" sz="1000" b="1" dirty="0" err="1">
                <a:solidFill>
                  <a:srgbClr val="232A4E"/>
                </a:solidFill>
                <a:latin typeface="Consolas" panose="020B0609020204030204" pitchFamily="49" charset="0"/>
              </a:rPr>
              <a:t>script</a:t>
            </a:r>
            <a:r>
              <a:rPr lang="tr-TR" sz="1000" b="1" dirty="0">
                <a:solidFill>
                  <a:srgbClr val="232A4E"/>
                </a:solidFill>
                <a:latin typeface="Consolas" panose="020B0609020204030204" pitchFamily="49" charset="0"/>
              </a:rPr>
              <a:t>&gt;";</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ENT_QUOTES </a:t>
            </a:r>
            <a:r>
              <a:rPr lang="tr-TR" sz="1000" b="1" dirty="0" err="1">
                <a:solidFill>
                  <a:srgbClr val="232A4E"/>
                </a:solidFill>
                <a:latin typeface="Consolas" panose="020B0609020204030204" pitchFamily="49" charset="0"/>
              </a:rPr>
              <a:t>flag'i</a:t>
            </a:r>
            <a:r>
              <a:rPr lang="tr-TR" sz="1000" b="1" dirty="0">
                <a:solidFill>
                  <a:srgbClr val="232A4E"/>
                </a:solidFill>
                <a:latin typeface="Consolas" panose="020B0609020204030204" pitchFamily="49" charset="0"/>
              </a:rPr>
              <a:t> hem tek hem çift tırnakları güvenli hale getirir</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safeOutput</a:t>
            </a:r>
            <a:r>
              <a:rPr lang="tr-TR" sz="1000" b="1" dirty="0">
                <a:solidFill>
                  <a:srgbClr val="232A4E"/>
                </a:solidFill>
                <a:latin typeface="Consolas" panose="020B0609020204030204" pitchFamily="49" charset="0"/>
              </a:rPr>
              <a:t> = </a:t>
            </a:r>
            <a:r>
              <a:rPr lang="tr-TR" sz="1000" b="1" dirty="0" err="1">
                <a:solidFill>
                  <a:srgbClr val="232A4E"/>
                </a:solidFill>
                <a:latin typeface="Consolas" panose="020B0609020204030204" pitchFamily="49" charset="0"/>
              </a:rPr>
              <a:t>htmlspecialchars</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untrustedUserInput</a:t>
            </a:r>
            <a:r>
              <a:rPr lang="tr-TR" sz="1000" b="1" dirty="0">
                <a:solidFill>
                  <a:srgbClr val="232A4E"/>
                </a:solidFill>
                <a:latin typeface="Consolas" panose="020B0609020204030204" pitchFamily="49" charset="0"/>
              </a:rPr>
              <a:t>, ENT_QUOTES, 'UTF-8');</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HTML içinde güvenle gösterim</a:t>
            </a: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echo</a:t>
            </a:r>
            <a:r>
              <a:rPr lang="tr-TR" sz="1000" b="1" dirty="0">
                <a:solidFill>
                  <a:srgbClr val="232A4E"/>
                </a:solidFill>
                <a:latin typeface="Consolas" panose="020B0609020204030204" pitchFamily="49" charset="0"/>
              </a:rPr>
              <a:t> "&lt;div&gt;Arama sonucu: " . $</a:t>
            </a:r>
            <a:r>
              <a:rPr lang="tr-TR" sz="1000" b="1" dirty="0" err="1">
                <a:solidFill>
                  <a:srgbClr val="232A4E"/>
                </a:solidFill>
                <a:latin typeface="Consolas" panose="020B0609020204030204" pitchFamily="49" charset="0"/>
              </a:rPr>
              <a:t>safeOutput</a:t>
            </a:r>
            <a:r>
              <a:rPr lang="tr-TR" sz="1000" b="1" dirty="0">
                <a:solidFill>
                  <a:srgbClr val="232A4E"/>
                </a:solidFill>
                <a:latin typeface="Consolas" panose="020B0609020204030204" pitchFamily="49" charset="0"/>
              </a:rPr>
              <a:t> . "&lt;/div&gt;";</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?&gt;</a:t>
            </a:r>
          </a:p>
        </p:txBody>
      </p:sp>
    </p:spTree>
    <p:custDataLst>
      <p:tags r:id="rId1"/>
    </p:custDataLst>
    <p:extLst>
      <p:ext uri="{BB962C8B-B14F-4D97-AF65-F5344CB8AC3E}">
        <p14:creationId xmlns:p14="http://schemas.microsoft.com/office/powerpoint/2010/main" val="119013849"/>
      </p:ext>
    </p:extLst>
  </p:cSld>
  <p:clrMapOvr>
    <a:masterClrMapping/>
  </p:clrMapOvr>
  <p:transition>
    <p:fade thruBlk="1"/>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8262B3D6-93F9-BEAD-571D-4021E9338A17}"/>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CE34423D-19BE-4D68-B38F-557F1797D8AC}"/>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err="1"/>
              <a:t>Hashing</a:t>
            </a:r>
            <a:endParaRPr lang="tr-TR" sz="2800" dirty="0">
              <a:effectLst/>
            </a:endParaRPr>
          </a:p>
        </p:txBody>
      </p:sp>
      <p:sp>
        <p:nvSpPr>
          <p:cNvPr id="2158" name="Google Shape;2158;p38">
            <a:extLst>
              <a:ext uri="{FF2B5EF4-FFF2-40B4-BE49-F238E27FC236}">
                <a16:creationId xmlns:a16="http://schemas.microsoft.com/office/drawing/2014/main" id="{95BCF1B9-EB9D-AAE6-6F47-8883FB0F305C}"/>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itchFamily="2" charset="2"/>
              <a:buChar char="§"/>
            </a:pPr>
            <a:r>
              <a:rPr lang="tr-TR" sz="1200" b="1" dirty="0" err="1"/>
              <a:t>Hashing</a:t>
            </a:r>
            <a:r>
              <a:rPr lang="tr-TR" sz="1200" dirty="0"/>
              <a:t>, değişken uzunluktaki bir veriyi (metin, dosya, şifre vb.) alıp matematiksel bir algoritma kullanarak sabit uzunlukta benzersiz bir karakter dizisine (</a:t>
            </a:r>
            <a:r>
              <a:rPr lang="tr-TR" sz="1200" dirty="0" err="1"/>
              <a:t>hash</a:t>
            </a:r>
            <a:r>
              <a:rPr lang="tr-TR" sz="1200" dirty="0"/>
              <a:t> değerine) dönüştürme işlemidir.</a:t>
            </a:r>
          </a:p>
          <a:p>
            <a:pPr>
              <a:buFont typeface="Wingdings" pitchFamily="2" charset="2"/>
              <a:buChar char="§"/>
            </a:pPr>
            <a:endParaRPr lang="tr-TR" sz="1200" dirty="0"/>
          </a:p>
          <a:p>
            <a:pPr marL="76200" indent="0">
              <a:buNone/>
            </a:pPr>
            <a:r>
              <a:rPr lang="tr-TR" sz="1200" b="1" dirty="0" err="1"/>
              <a:t>Hashing’in</a:t>
            </a:r>
            <a:r>
              <a:rPr lang="tr-TR" sz="1200" b="1" dirty="0"/>
              <a:t> Temel Özellikleri</a:t>
            </a:r>
          </a:p>
          <a:p>
            <a:endParaRPr lang="tr-TR" sz="1200" b="1" dirty="0"/>
          </a:p>
          <a:p>
            <a:pPr lvl="0">
              <a:buFont typeface="Wingdings" pitchFamily="2" charset="2"/>
              <a:buChar char="§"/>
            </a:pPr>
            <a:r>
              <a:rPr lang="tr-TR" sz="1200" b="1" dirty="0"/>
              <a:t>Tek Yönlüdür (</a:t>
            </a:r>
            <a:r>
              <a:rPr lang="tr-TR" sz="1200" b="1" dirty="0" err="1"/>
              <a:t>One-Way</a:t>
            </a:r>
            <a:r>
              <a:rPr lang="tr-TR" sz="1200" b="1" dirty="0"/>
              <a:t>):</a:t>
            </a:r>
            <a:r>
              <a:rPr lang="tr-TR" sz="1200" dirty="0"/>
              <a:t> </a:t>
            </a:r>
            <a:r>
              <a:rPr lang="tr-TR" sz="1200" dirty="0" err="1"/>
              <a:t>Hash</a:t>
            </a:r>
            <a:r>
              <a:rPr lang="tr-TR" sz="1200" dirty="0"/>
              <a:t> edilmiş bir veriden orijinal veriye geri dönülemez (şifreleme/</a:t>
            </a:r>
            <a:r>
              <a:rPr lang="tr-TR" sz="1200" dirty="0" err="1"/>
              <a:t>decryption</a:t>
            </a:r>
            <a:r>
              <a:rPr lang="tr-TR" sz="1200" dirty="0"/>
              <a:t> gibi değildir).</a:t>
            </a:r>
          </a:p>
          <a:p>
            <a:pPr lvl="0">
              <a:buFont typeface="Wingdings" pitchFamily="2" charset="2"/>
              <a:buChar char="§"/>
            </a:pPr>
            <a:r>
              <a:rPr lang="tr-TR" sz="1200" b="1" dirty="0"/>
              <a:t>Sabit Boyut:</a:t>
            </a:r>
            <a:r>
              <a:rPr lang="tr-TR" sz="1200" dirty="0"/>
              <a:t> Girdi ister 1 harf ister 1 GB büyüklüğünde bir dosya olsun, üretilen özet (</a:t>
            </a:r>
            <a:r>
              <a:rPr lang="tr-TR" sz="1200" dirty="0" err="1"/>
              <a:t>hash</a:t>
            </a:r>
            <a:r>
              <a:rPr lang="tr-TR" sz="1200" dirty="0"/>
              <a:t>) her zaman aynı uzunluktadır.</a:t>
            </a:r>
          </a:p>
          <a:p>
            <a:pPr lvl="0">
              <a:buFont typeface="Wingdings" pitchFamily="2" charset="2"/>
              <a:buChar char="§"/>
            </a:pPr>
            <a:r>
              <a:rPr lang="tr-TR" sz="1200" b="1" dirty="0"/>
              <a:t>Çığ Etkisi (</a:t>
            </a:r>
            <a:r>
              <a:rPr lang="tr-TR" sz="1200" b="1" dirty="0" err="1"/>
              <a:t>Avalanche</a:t>
            </a:r>
            <a:r>
              <a:rPr lang="tr-TR" sz="1200" b="1" dirty="0"/>
              <a:t> </a:t>
            </a:r>
            <a:r>
              <a:rPr lang="tr-TR" sz="1200" b="1" dirty="0" err="1"/>
              <a:t>Effect</a:t>
            </a:r>
            <a:r>
              <a:rPr lang="tr-TR" sz="1200" b="1" dirty="0"/>
              <a:t>):</a:t>
            </a:r>
            <a:r>
              <a:rPr lang="tr-TR" sz="1200" dirty="0"/>
              <a:t> Girdideki tek bir virgül bile değişse, üretilen </a:t>
            </a:r>
            <a:r>
              <a:rPr lang="tr-TR" sz="1200" dirty="0" err="1"/>
              <a:t>hash</a:t>
            </a:r>
            <a:r>
              <a:rPr lang="tr-TR" sz="1200" dirty="0"/>
              <a:t> değeri tamamen değişir.</a:t>
            </a:r>
          </a:p>
          <a:p>
            <a:pPr lvl="0">
              <a:buFont typeface="Wingdings" pitchFamily="2" charset="2"/>
              <a:buChar char="§"/>
            </a:pPr>
            <a:r>
              <a:rPr lang="tr-TR" sz="1200" b="1" dirty="0"/>
              <a:t>Bütünlük Kontrolü &amp; Şifre Saklama:</a:t>
            </a:r>
            <a:r>
              <a:rPr lang="tr-TR" sz="1200" dirty="0"/>
              <a:t> Dosya bütünlüğünü doğrulamak ve </a:t>
            </a:r>
            <a:r>
              <a:rPr lang="tr-TR" sz="1200" dirty="0" err="1"/>
              <a:t>veritabanında</a:t>
            </a:r>
            <a:r>
              <a:rPr lang="tr-TR" sz="1200" dirty="0"/>
              <a:t> kullanıcı şifrelerini güvenli saklamak için kullanılır.</a:t>
            </a:r>
          </a:p>
          <a:p>
            <a:pPr>
              <a:buFont typeface="Wingdings" pitchFamily="2" charset="2"/>
              <a:buChar char="§"/>
            </a:pPr>
            <a:endParaRPr lang="tr-TR" sz="1200" dirty="0"/>
          </a:p>
        </p:txBody>
      </p:sp>
      <p:sp>
        <p:nvSpPr>
          <p:cNvPr id="2160" name="Google Shape;2160;p38">
            <a:extLst>
              <a:ext uri="{FF2B5EF4-FFF2-40B4-BE49-F238E27FC236}">
                <a16:creationId xmlns:a16="http://schemas.microsoft.com/office/drawing/2014/main" id="{328212F9-BE8A-1629-E801-63E18524685E}"/>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64</a:t>
            </a:fld>
            <a:endParaRPr lang="tr-TR" noProof="0" dirty="0"/>
          </a:p>
        </p:txBody>
      </p:sp>
    </p:spTree>
    <p:custDataLst>
      <p:tags r:id="rId1"/>
    </p:custDataLst>
    <p:extLst>
      <p:ext uri="{BB962C8B-B14F-4D97-AF65-F5344CB8AC3E}">
        <p14:creationId xmlns:p14="http://schemas.microsoft.com/office/powerpoint/2010/main" val="7313993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8A776-FFE1-5FF0-3E10-18CA9FD31BFD}"/>
            </a:ext>
          </a:extLst>
        </p:cNvPr>
        <p:cNvGrpSpPr/>
        <p:nvPr/>
      </p:nvGrpSpPr>
      <p:grpSpPr>
        <a:xfrm>
          <a:off x="0" y="0"/>
          <a:ext cx="0" cy="0"/>
          <a:chOff x="0" y="0"/>
          <a:chExt cx="0" cy="0"/>
        </a:xfrm>
      </p:grpSpPr>
      <p:sp>
        <p:nvSpPr>
          <p:cNvPr id="5" name="Başlık 4">
            <a:extLst>
              <a:ext uri="{FF2B5EF4-FFF2-40B4-BE49-F238E27FC236}">
                <a16:creationId xmlns:a16="http://schemas.microsoft.com/office/drawing/2014/main" id="{D88FF9D9-0717-51FA-66F9-3E016D116C2B}"/>
              </a:ext>
            </a:extLst>
          </p:cNvPr>
          <p:cNvSpPr>
            <a:spLocks noGrp="1"/>
          </p:cNvSpPr>
          <p:nvPr>
            <p:ph type="title"/>
          </p:nvPr>
        </p:nvSpPr>
        <p:spPr>
          <a:xfrm>
            <a:off x="228600" y="206165"/>
            <a:ext cx="8693524" cy="582900"/>
          </a:xfrm>
        </p:spPr>
        <p:txBody>
          <a:bodyPr/>
          <a:lstStyle/>
          <a:p>
            <a:r>
              <a:rPr lang="tr-TR" sz="2800" dirty="0"/>
              <a:t>Python </a:t>
            </a:r>
            <a:r>
              <a:rPr lang="tr-TR" sz="2800" dirty="0" err="1"/>
              <a:t>Hashing</a:t>
            </a:r>
            <a:endParaRPr lang="tr-TR" dirty="0"/>
          </a:p>
        </p:txBody>
      </p:sp>
      <p:sp>
        <p:nvSpPr>
          <p:cNvPr id="2" name="Slayt Numarası Yer Tutucusu 1">
            <a:extLst>
              <a:ext uri="{FF2B5EF4-FFF2-40B4-BE49-F238E27FC236}">
                <a16:creationId xmlns:a16="http://schemas.microsoft.com/office/drawing/2014/main" id="{71A93DFF-D855-344C-82B8-7B49A1055EEC}"/>
              </a:ext>
            </a:extLst>
          </p:cNvPr>
          <p:cNvSpPr>
            <a:spLocks noGrp="1"/>
          </p:cNvSpPr>
          <p:nvPr>
            <p:ph type="sldNum" idx="10"/>
          </p:nvPr>
        </p:nvSpPr>
        <p:spPr/>
        <p:txBody>
          <a:bodyPr/>
          <a:lstStyle/>
          <a:p>
            <a:pPr algn="r"/>
            <a:fld id="{00000000-1234-1234-1234-123412341234}" type="slidenum">
              <a:rPr lang="en" smtClean="0"/>
              <a:pPr algn="r"/>
              <a:t>65</a:t>
            </a:fld>
            <a:endParaRPr lang="en"/>
          </a:p>
        </p:txBody>
      </p:sp>
      <p:sp>
        <p:nvSpPr>
          <p:cNvPr id="7" name="Metin kutusu 6">
            <a:extLst>
              <a:ext uri="{FF2B5EF4-FFF2-40B4-BE49-F238E27FC236}">
                <a16:creationId xmlns:a16="http://schemas.microsoft.com/office/drawing/2014/main" id="{1679DE6E-2644-4568-0D35-BFC9E39E3001}"/>
              </a:ext>
            </a:extLst>
          </p:cNvPr>
          <p:cNvSpPr txBox="1"/>
          <p:nvPr/>
        </p:nvSpPr>
        <p:spPr>
          <a:xfrm>
            <a:off x="331076" y="938049"/>
            <a:ext cx="8591048" cy="3931132"/>
          </a:xfrm>
          <a:prstGeom prst="rect">
            <a:avLst/>
          </a:prstGeom>
          <a:noFill/>
        </p:spPr>
        <p:txBody>
          <a:bodyPr wrap="square">
            <a:noAutofit/>
          </a:bodyPr>
          <a:lstStyle/>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import</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hashlib</a:t>
            </a: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def </a:t>
            </a:r>
            <a:r>
              <a:rPr lang="tr-TR" sz="1000" b="1" dirty="0" err="1">
                <a:solidFill>
                  <a:srgbClr val="232A4E"/>
                </a:solidFill>
                <a:latin typeface="Consolas" panose="020B0609020204030204" pitchFamily="49" charset="0"/>
              </a:rPr>
              <a:t>generate_hash</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text</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str</a:t>
            </a:r>
            <a:r>
              <a:rPr lang="tr-TR" sz="1000" b="1" dirty="0">
                <a:solidFill>
                  <a:srgbClr val="232A4E"/>
                </a:solidFill>
                <a:latin typeface="Consolas" panose="020B0609020204030204" pitchFamily="49" charset="0"/>
              </a:rPr>
              <a:t>) -&gt; </a:t>
            </a:r>
            <a:r>
              <a:rPr lang="tr-TR" sz="1000" b="1" dirty="0" err="1">
                <a:solidFill>
                  <a:srgbClr val="232A4E"/>
                </a:solidFill>
                <a:latin typeface="Consolas" panose="020B0609020204030204" pitchFamily="49" charset="0"/>
              </a:rPr>
              <a:t>str</a:t>
            </a:r>
            <a:r>
              <a:rPr lang="tr-TR" sz="1000" b="1" dirty="0">
                <a:solidFill>
                  <a:srgbClr val="232A4E"/>
                </a:solidFill>
                <a:latin typeface="Consolas" panose="020B0609020204030204" pitchFamily="49" charset="0"/>
              </a:rPr>
              <a:t>:</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 Metni byte formatına çevirip SHA-256 algoritmasıyla </a:t>
            </a:r>
            <a:r>
              <a:rPr lang="tr-TR" sz="1000" b="1" dirty="0" err="1">
                <a:solidFill>
                  <a:srgbClr val="232A4E"/>
                </a:solidFill>
                <a:latin typeface="Consolas" panose="020B0609020204030204" pitchFamily="49" charset="0"/>
              </a:rPr>
              <a:t>hash'leme</a:t>
            </a: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encoded_text</a:t>
            </a:r>
            <a:r>
              <a:rPr lang="tr-TR" sz="1000" b="1" dirty="0">
                <a:solidFill>
                  <a:srgbClr val="232A4E"/>
                </a:solidFill>
                <a:latin typeface="Consolas" panose="020B0609020204030204" pitchFamily="49" charset="0"/>
              </a:rPr>
              <a:t> = </a:t>
            </a:r>
            <a:r>
              <a:rPr lang="tr-TR" sz="1000" b="1" dirty="0" err="1">
                <a:solidFill>
                  <a:srgbClr val="232A4E"/>
                </a:solidFill>
                <a:latin typeface="Consolas" panose="020B0609020204030204" pitchFamily="49" charset="0"/>
              </a:rPr>
              <a:t>text.encode</a:t>
            </a:r>
            <a:r>
              <a:rPr lang="tr-TR" sz="1000" b="1" dirty="0">
                <a:solidFill>
                  <a:srgbClr val="232A4E"/>
                </a:solidFill>
                <a:latin typeface="Consolas" panose="020B0609020204030204" pitchFamily="49" charset="0"/>
              </a:rPr>
              <a:t>('utf-8')</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hash_object</a:t>
            </a:r>
            <a:r>
              <a:rPr lang="tr-TR" sz="1000" b="1" dirty="0">
                <a:solidFill>
                  <a:srgbClr val="232A4E"/>
                </a:solidFill>
                <a:latin typeface="Consolas" panose="020B0609020204030204" pitchFamily="49" charset="0"/>
              </a:rPr>
              <a:t> = hashlib.sha256(</a:t>
            </a:r>
            <a:r>
              <a:rPr lang="tr-TR" sz="1000" b="1" dirty="0" err="1">
                <a:solidFill>
                  <a:srgbClr val="232A4E"/>
                </a:solidFill>
                <a:latin typeface="Consolas" panose="020B0609020204030204" pitchFamily="49" charset="0"/>
              </a:rPr>
              <a:t>encoded_text</a:t>
            </a:r>
            <a:r>
              <a:rPr lang="tr-TR" sz="1000" b="1" dirty="0">
                <a:solidFill>
                  <a:srgbClr val="232A4E"/>
                </a:solidFill>
                <a:latin typeface="Consolas" panose="020B0609020204030204" pitchFamily="49" charset="0"/>
              </a:rPr>
              <a:t>)</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 </a:t>
            </a:r>
            <a:r>
              <a:rPr lang="tr-TR" sz="1000" b="1" dirty="0" err="1">
                <a:solidFill>
                  <a:srgbClr val="232A4E"/>
                </a:solidFill>
                <a:latin typeface="Consolas" panose="020B0609020204030204" pitchFamily="49" charset="0"/>
              </a:rPr>
              <a:t>Hexadecimal</a:t>
            </a:r>
            <a:r>
              <a:rPr lang="tr-TR" sz="1000" b="1" dirty="0">
                <a:solidFill>
                  <a:srgbClr val="232A4E"/>
                </a:solidFill>
                <a:latin typeface="Consolas" panose="020B0609020204030204" pitchFamily="49" charset="0"/>
              </a:rPr>
              <a:t> (16'lık taban) dize olarak çıktıyı alma</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return</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hash_object.hexdigest</a:t>
            </a:r>
            <a:r>
              <a:rPr lang="tr-TR" sz="1000" b="1" dirty="0">
                <a:solidFill>
                  <a:srgbClr val="232A4E"/>
                </a:solidFill>
                <a:latin typeface="Consolas" panose="020B0609020204030204" pitchFamily="49" charset="0"/>
              </a:rPr>
              <a:t>()</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Deneme</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data1 = "S-SDLC </a:t>
            </a:r>
            <a:r>
              <a:rPr lang="tr-TR" sz="1000" b="1" dirty="0" err="1">
                <a:solidFill>
                  <a:srgbClr val="232A4E"/>
                </a:solidFill>
                <a:latin typeface="Consolas" panose="020B0609020204030204" pitchFamily="49" charset="0"/>
              </a:rPr>
              <a:t>Guvenli</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Yazilim</a:t>
            </a:r>
            <a:r>
              <a:rPr lang="tr-TR" sz="1000" b="1" dirty="0">
                <a:solidFill>
                  <a:srgbClr val="232A4E"/>
                </a:solidFill>
                <a:latin typeface="Consolas" panose="020B0609020204030204" pitchFamily="49" charset="0"/>
              </a:rPr>
              <a:t>"</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data2 = "S-SDLC </a:t>
            </a:r>
            <a:r>
              <a:rPr lang="tr-TR" sz="1000" b="1" dirty="0" err="1">
                <a:solidFill>
                  <a:srgbClr val="232A4E"/>
                </a:solidFill>
                <a:latin typeface="Consolas" panose="020B0609020204030204" pitchFamily="49" charset="0"/>
              </a:rPr>
              <a:t>Guvenli</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yazilim</a:t>
            </a:r>
            <a:r>
              <a:rPr lang="tr-TR" sz="1000" b="1" dirty="0">
                <a:solidFill>
                  <a:srgbClr val="232A4E"/>
                </a:solidFill>
                <a:latin typeface="Consolas" panose="020B0609020204030204" pitchFamily="49" charset="0"/>
              </a:rPr>
              <a:t>" # Sadece 'y' harfi küçük</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hash1 = </a:t>
            </a:r>
            <a:r>
              <a:rPr lang="tr-TR" sz="1000" b="1" dirty="0" err="1">
                <a:solidFill>
                  <a:srgbClr val="232A4E"/>
                </a:solidFill>
                <a:latin typeface="Consolas" panose="020B0609020204030204" pitchFamily="49" charset="0"/>
              </a:rPr>
              <a:t>generate_hash</a:t>
            </a:r>
            <a:r>
              <a:rPr lang="tr-TR" sz="1000" b="1" dirty="0">
                <a:solidFill>
                  <a:srgbClr val="232A4E"/>
                </a:solidFill>
                <a:latin typeface="Consolas" panose="020B0609020204030204" pitchFamily="49" charset="0"/>
              </a:rPr>
              <a:t>(data1)</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hash2 = </a:t>
            </a:r>
            <a:r>
              <a:rPr lang="tr-TR" sz="1000" b="1" dirty="0" err="1">
                <a:solidFill>
                  <a:srgbClr val="232A4E"/>
                </a:solidFill>
                <a:latin typeface="Consolas" panose="020B0609020204030204" pitchFamily="49" charset="0"/>
              </a:rPr>
              <a:t>generate_hash</a:t>
            </a:r>
            <a:r>
              <a:rPr lang="tr-TR" sz="1000" b="1" dirty="0">
                <a:solidFill>
                  <a:srgbClr val="232A4E"/>
                </a:solidFill>
                <a:latin typeface="Consolas" panose="020B0609020204030204" pitchFamily="49" charset="0"/>
              </a:rPr>
              <a:t>(data2)</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print</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f"Veri</a:t>
            </a:r>
            <a:r>
              <a:rPr lang="tr-TR" sz="1000" b="1" dirty="0">
                <a:solidFill>
                  <a:srgbClr val="232A4E"/>
                </a:solidFill>
                <a:latin typeface="Consolas" panose="020B0609020204030204" pitchFamily="49" charset="0"/>
              </a:rPr>
              <a:t> 1 </a:t>
            </a:r>
            <a:r>
              <a:rPr lang="tr-TR" sz="1000" b="1" dirty="0" err="1">
                <a:solidFill>
                  <a:srgbClr val="232A4E"/>
                </a:solidFill>
                <a:latin typeface="Consolas" panose="020B0609020204030204" pitchFamily="49" charset="0"/>
              </a:rPr>
              <a:t>Hash</a:t>
            </a:r>
            <a:r>
              <a:rPr lang="tr-TR" sz="1000" b="1" dirty="0">
                <a:solidFill>
                  <a:srgbClr val="232A4E"/>
                </a:solidFill>
                <a:latin typeface="Consolas" panose="020B0609020204030204" pitchFamily="49" charset="0"/>
              </a:rPr>
              <a:t> (SHA-256): {hash1}")</a:t>
            </a: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print</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f"Veri</a:t>
            </a:r>
            <a:r>
              <a:rPr lang="tr-TR" sz="1000" b="1" dirty="0">
                <a:solidFill>
                  <a:srgbClr val="232A4E"/>
                </a:solidFill>
                <a:latin typeface="Consolas" panose="020B0609020204030204" pitchFamily="49" charset="0"/>
              </a:rPr>
              <a:t> 2 </a:t>
            </a:r>
            <a:r>
              <a:rPr lang="tr-TR" sz="1000" b="1" dirty="0" err="1">
                <a:solidFill>
                  <a:srgbClr val="232A4E"/>
                </a:solidFill>
                <a:latin typeface="Consolas" panose="020B0609020204030204" pitchFamily="49" charset="0"/>
              </a:rPr>
              <a:t>Hash</a:t>
            </a:r>
            <a:r>
              <a:rPr lang="tr-TR" sz="1000" b="1" dirty="0">
                <a:solidFill>
                  <a:srgbClr val="232A4E"/>
                </a:solidFill>
                <a:latin typeface="Consolas" panose="020B0609020204030204" pitchFamily="49" charset="0"/>
              </a:rPr>
              <a:t> (SHA-256): {hash2}")</a:t>
            </a: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Çıktıda tek bir harf değişiminin </a:t>
            </a:r>
            <a:r>
              <a:rPr lang="tr-TR" sz="1000" b="1" dirty="0" err="1">
                <a:solidFill>
                  <a:srgbClr val="232A4E"/>
                </a:solidFill>
                <a:latin typeface="Consolas" panose="020B0609020204030204" pitchFamily="49" charset="0"/>
              </a:rPr>
              <a:t>hash'i</a:t>
            </a:r>
            <a:r>
              <a:rPr lang="tr-TR" sz="1000" b="1" dirty="0">
                <a:solidFill>
                  <a:srgbClr val="232A4E"/>
                </a:solidFill>
                <a:latin typeface="Consolas" panose="020B0609020204030204" pitchFamily="49" charset="0"/>
              </a:rPr>
              <a:t> tamamen değiştirdiği görülecektir.</a:t>
            </a:r>
          </a:p>
        </p:txBody>
      </p:sp>
    </p:spTree>
    <p:custDataLst>
      <p:tags r:id="rId1"/>
    </p:custDataLst>
    <p:extLst>
      <p:ext uri="{BB962C8B-B14F-4D97-AF65-F5344CB8AC3E}">
        <p14:creationId xmlns:p14="http://schemas.microsoft.com/office/powerpoint/2010/main" val="621340542"/>
      </p:ext>
    </p:extLst>
  </p:cSld>
  <p:clrMapOvr>
    <a:masterClrMapping/>
  </p:clrMapOvr>
  <p:transition>
    <p:fade thruBlk="1"/>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C1759DB7-A2C3-F13C-89C0-C982657C86E5}"/>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7C0368F6-67F1-3768-99F1-38986CEC9566}"/>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Güvenli Parola Saklama ve Doğrulama (Tuzlama / </a:t>
            </a:r>
            <a:r>
              <a:rPr lang="tr-TR" sz="2800" dirty="0" err="1"/>
              <a:t>Salting</a:t>
            </a:r>
            <a:r>
              <a:rPr lang="tr-TR" sz="2800" dirty="0"/>
              <a:t> ile </a:t>
            </a:r>
            <a:r>
              <a:rPr lang="tr-TR" sz="2800" dirty="0" err="1"/>
              <a:t>Bcrypt</a:t>
            </a:r>
            <a:r>
              <a:rPr lang="tr-TR" sz="2800" dirty="0"/>
              <a:t>)</a:t>
            </a:r>
            <a:endParaRPr lang="tr-TR" sz="2800" dirty="0">
              <a:effectLst/>
            </a:endParaRPr>
          </a:p>
        </p:txBody>
      </p:sp>
      <p:sp>
        <p:nvSpPr>
          <p:cNvPr id="2158" name="Google Shape;2158;p38">
            <a:extLst>
              <a:ext uri="{FF2B5EF4-FFF2-40B4-BE49-F238E27FC236}">
                <a16:creationId xmlns:a16="http://schemas.microsoft.com/office/drawing/2014/main" id="{86000D3A-7FCD-C659-6F5B-1B49B1D2F4C0}"/>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itchFamily="2" charset="2"/>
              <a:buChar char="§"/>
            </a:pPr>
            <a:r>
              <a:rPr lang="tr-TR" sz="1200" dirty="0"/>
              <a:t>Düz </a:t>
            </a:r>
            <a:r>
              <a:rPr lang="tr-TR" sz="1200" b="1" dirty="0"/>
              <a:t>SHA-256</a:t>
            </a:r>
            <a:r>
              <a:rPr lang="tr-TR" sz="1200" dirty="0"/>
              <a:t> veya </a:t>
            </a:r>
            <a:r>
              <a:rPr lang="tr-TR" sz="1200" b="1" dirty="0"/>
              <a:t>MD5</a:t>
            </a:r>
            <a:r>
              <a:rPr lang="tr-TR" sz="1200" dirty="0"/>
              <a:t> doğrudan parola saklamak için güvenli değildir (</a:t>
            </a:r>
            <a:r>
              <a:rPr lang="tr-TR" sz="1200" dirty="0" err="1"/>
              <a:t>rainbow</a:t>
            </a:r>
            <a:r>
              <a:rPr lang="tr-TR" sz="1200" dirty="0"/>
              <a:t> </a:t>
            </a:r>
            <a:r>
              <a:rPr lang="tr-TR" sz="1200" dirty="0" err="1"/>
              <a:t>table</a:t>
            </a:r>
            <a:r>
              <a:rPr lang="tr-TR" sz="1200" dirty="0"/>
              <a:t> saldırılarına karşı zayıftır). Bu yüzden parolalar </a:t>
            </a:r>
            <a:r>
              <a:rPr lang="tr-TR" sz="1200" b="1" dirty="0" err="1"/>
              <a:t>bcrypt</a:t>
            </a:r>
            <a:r>
              <a:rPr lang="tr-TR" sz="1200" dirty="0"/>
              <a:t> veya </a:t>
            </a:r>
            <a:r>
              <a:rPr lang="tr-TR" sz="1200" b="1" dirty="0"/>
              <a:t>Argon2</a:t>
            </a:r>
            <a:r>
              <a:rPr lang="tr-TR" sz="1200" dirty="0"/>
              <a:t> gibi algoritmalarla, rastgele tuz (salt) eklenerek </a:t>
            </a:r>
            <a:r>
              <a:rPr lang="tr-TR" sz="1200" dirty="0" err="1"/>
              <a:t>hash'lenir</a:t>
            </a:r>
            <a:r>
              <a:rPr lang="tr-TR" sz="1200" dirty="0"/>
              <a:t>.</a:t>
            </a:r>
          </a:p>
        </p:txBody>
      </p:sp>
      <p:sp>
        <p:nvSpPr>
          <p:cNvPr id="2160" name="Google Shape;2160;p38">
            <a:extLst>
              <a:ext uri="{FF2B5EF4-FFF2-40B4-BE49-F238E27FC236}">
                <a16:creationId xmlns:a16="http://schemas.microsoft.com/office/drawing/2014/main" id="{7802A765-B1AB-F9D8-2BB5-3A4ECE1EC195}"/>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66</a:t>
            </a:fld>
            <a:endParaRPr lang="tr-TR" noProof="0" dirty="0"/>
          </a:p>
        </p:txBody>
      </p:sp>
    </p:spTree>
    <p:custDataLst>
      <p:tags r:id="rId1"/>
    </p:custDataLst>
    <p:extLst>
      <p:ext uri="{BB962C8B-B14F-4D97-AF65-F5344CB8AC3E}">
        <p14:creationId xmlns:p14="http://schemas.microsoft.com/office/powerpoint/2010/main" val="14520196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ABCB3-F08E-E8F9-B93A-E2B8E501FE16}"/>
            </a:ext>
          </a:extLst>
        </p:cNvPr>
        <p:cNvGrpSpPr/>
        <p:nvPr/>
      </p:nvGrpSpPr>
      <p:grpSpPr>
        <a:xfrm>
          <a:off x="0" y="0"/>
          <a:ext cx="0" cy="0"/>
          <a:chOff x="0" y="0"/>
          <a:chExt cx="0" cy="0"/>
        </a:xfrm>
      </p:grpSpPr>
      <p:sp>
        <p:nvSpPr>
          <p:cNvPr id="5" name="Başlık 4">
            <a:extLst>
              <a:ext uri="{FF2B5EF4-FFF2-40B4-BE49-F238E27FC236}">
                <a16:creationId xmlns:a16="http://schemas.microsoft.com/office/drawing/2014/main" id="{3D6E6981-CCB1-1BBC-CAC9-94620CBA8E20}"/>
              </a:ext>
            </a:extLst>
          </p:cNvPr>
          <p:cNvSpPr>
            <a:spLocks noGrp="1"/>
          </p:cNvSpPr>
          <p:nvPr>
            <p:ph type="title"/>
          </p:nvPr>
        </p:nvSpPr>
        <p:spPr>
          <a:xfrm>
            <a:off x="228600" y="206165"/>
            <a:ext cx="8693524" cy="582900"/>
          </a:xfrm>
        </p:spPr>
        <p:txBody>
          <a:bodyPr/>
          <a:lstStyle/>
          <a:p>
            <a:r>
              <a:rPr lang="tr-TR" sz="2800" dirty="0"/>
              <a:t>Python </a:t>
            </a:r>
            <a:r>
              <a:rPr lang="tr-TR" sz="2800" dirty="0" err="1"/>
              <a:t>Hashing</a:t>
            </a:r>
            <a:endParaRPr lang="tr-TR" dirty="0"/>
          </a:p>
        </p:txBody>
      </p:sp>
      <p:sp>
        <p:nvSpPr>
          <p:cNvPr id="2" name="Slayt Numarası Yer Tutucusu 1">
            <a:extLst>
              <a:ext uri="{FF2B5EF4-FFF2-40B4-BE49-F238E27FC236}">
                <a16:creationId xmlns:a16="http://schemas.microsoft.com/office/drawing/2014/main" id="{6BF8827B-79B9-1BB1-E962-3D538263FBD3}"/>
              </a:ext>
            </a:extLst>
          </p:cNvPr>
          <p:cNvSpPr>
            <a:spLocks noGrp="1"/>
          </p:cNvSpPr>
          <p:nvPr>
            <p:ph type="sldNum" idx="10"/>
          </p:nvPr>
        </p:nvSpPr>
        <p:spPr/>
        <p:txBody>
          <a:bodyPr/>
          <a:lstStyle/>
          <a:p>
            <a:pPr algn="r"/>
            <a:fld id="{00000000-1234-1234-1234-123412341234}" type="slidenum">
              <a:rPr lang="en" smtClean="0"/>
              <a:pPr algn="r"/>
              <a:t>67</a:t>
            </a:fld>
            <a:endParaRPr lang="en"/>
          </a:p>
        </p:txBody>
      </p:sp>
      <p:sp>
        <p:nvSpPr>
          <p:cNvPr id="7" name="Metin kutusu 6">
            <a:extLst>
              <a:ext uri="{FF2B5EF4-FFF2-40B4-BE49-F238E27FC236}">
                <a16:creationId xmlns:a16="http://schemas.microsoft.com/office/drawing/2014/main" id="{CD47F194-06D1-6D57-02C9-F7C7394F139E}"/>
              </a:ext>
            </a:extLst>
          </p:cNvPr>
          <p:cNvSpPr txBox="1"/>
          <p:nvPr/>
        </p:nvSpPr>
        <p:spPr>
          <a:xfrm>
            <a:off x="331076" y="938049"/>
            <a:ext cx="8591048" cy="3931132"/>
          </a:xfrm>
          <a:prstGeom prst="rect">
            <a:avLst/>
          </a:prstGeom>
          <a:noFill/>
        </p:spPr>
        <p:txBody>
          <a:bodyPr wrap="square">
            <a:noAutofit/>
          </a:bodyPr>
          <a:lstStyle/>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import</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bcrypt</a:t>
            </a: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 PAROLA KAYIT AŞAMASI ---</a:t>
            </a: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user_password</a:t>
            </a:r>
            <a:r>
              <a:rPr lang="tr-TR" sz="1000" b="1" dirty="0">
                <a:solidFill>
                  <a:srgbClr val="232A4E"/>
                </a:solidFill>
                <a:latin typeface="Consolas" panose="020B0609020204030204" pitchFamily="49" charset="0"/>
              </a:rPr>
              <a:t> = "KullaniciGuclupassword123!"</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Rastgele bir tuz (salt) oluşturma ve parolayı </a:t>
            </a:r>
            <a:r>
              <a:rPr lang="tr-TR" sz="1000" b="1" dirty="0" err="1">
                <a:solidFill>
                  <a:srgbClr val="232A4E"/>
                </a:solidFill>
                <a:latin typeface="Consolas" panose="020B0609020204030204" pitchFamily="49" charset="0"/>
              </a:rPr>
              <a:t>bcrypt</a:t>
            </a:r>
            <a:r>
              <a:rPr lang="tr-TR" sz="1000" b="1" dirty="0">
                <a:solidFill>
                  <a:srgbClr val="232A4E"/>
                </a:solidFill>
                <a:latin typeface="Consolas" panose="020B0609020204030204" pitchFamily="49" charset="0"/>
              </a:rPr>
              <a:t> ile </a:t>
            </a:r>
            <a:r>
              <a:rPr lang="tr-TR" sz="1000" b="1" dirty="0" err="1">
                <a:solidFill>
                  <a:srgbClr val="232A4E"/>
                </a:solidFill>
                <a:latin typeface="Consolas" panose="020B0609020204030204" pitchFamily="49" charset="0"/>
              </a:rPr>
              <a:t>hash'leme</a:t>
            </a: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salt = </a:t>
            </a:r>
            <a:r>
              <a:rPr lang="tr-TR" sz="1000" b="1" dirty="0" err="1">
                <a:solidFill>
                  <a:srgbClr val="232A4E"/>
                </a:solidFill>
                <a:latin typeface="Consolas" panose="020B0609020204030204" pitchFamily="49" charset="0"/>
              </a:rPr>
              <a:t>bcrypt.gensalt</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rounds</a:t>
            </a:r>
            <a:r>
              <a:rPr lang="tr-TR" sz="1000" b="1" dirty="0">
                <a:solidFill>
                  <a:srgbClr val="232A4E"/>
                </a:solidFill>
                <a:latin typeface="Consolas" panose="020B0609020204030204" pitchFamily="49" charset="0"/>
              </a:rPr>
              <a:t>=12)</a:t>
            </a: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hashed_password</a:t>
            </a:r>
            <a:r>
              <a:rPr lang="tr-TR" sz="1000" b="1" dirty="0">
                <a:solidFill>
                  <a:srgbClr val="232A4E"/>
                </a:solidFill>
                <a:latin typeface="Consolas" panose="020B0609020204030204" pitchFamily="49" charset="0"/>
              </a:rPr>
              <a:t> = </a:t>
            </a:r>
            <a:r>
              <a:rPr lang="tr-TR" sz="1000" b="1" dirty="0" err="1">
                <a:solidFill>
                  <a:srgbClr val="232A4E"/>
                </a:solidFill>
                <a:latin typeface="Consolas" panose="020B0609020204030204" pitchFamily="49" charset="0"/>
              </a:rPr>
              <a:t>bcrypt.hashpw</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user_password.encode</a:t>
            </a:r>
            <a:r>
              <a:rPr lang="tr-TR" sz="1000" b="1" dirty="0">
                <a:solidFill>
                  <a:srgbClr val="232A4E"/>
                </a:solidFill>
                <a:latin typeface="Consolas" panose="020B0609020204030204" pitchFamily="49" charset="0"/>
              </a:rPr>
              <a:t>('utf-8'), salt)</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print</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f"Veritabanına</a:t>
            </a:r>
            <a:r>
              <a:rPr lang="tr-TR" sz="1000" b="1" dirty="0">
                <a:solidFill>
                  <a:srgbClr val="232A4E"/>
                </a:solidFill>
                <a:latin typeface="Consolas" panose="020B0609020204030204" pitchFamily="49" charset="0"/>
              </a:rPr>
              <a:t> Kaydedilecek </a:t>
            </a:r>
            <a:r>
              <a:rPr lang="tr-TR" sz="1000" b="1" dirty="0" err="1">
                <a:solidFill>
                  <a:srgbClr val="232A4E"/>
                </a:solidFill>
                <a:latin typeface="Consolas" panose="020B0609020204030204" pitchFamily="49" charset="0"/>
              </a:rPr>
              <a:t>Hash</a:t>
            </a:r>
            <a:r>
              <a:rPr lang="tr-TR" sz="1000" b="1" dirty="0">
                <a:solidFill>
                  <a:srgbClr val="232A4E"/>
                </a:solidFill>
                <a:latin typeface="Consolas" panose="020B0609020204030204" pitchFamily="49" charset="0"/>
              </a:rPr>
              <a:t>: {</a:t>
            </a:r>
            <a:r>
              <a:rPr lang="tr-TR" sz="1000" b="1" dirty="0" err="1">
                <a:solidFill>
                  <a:srgbClr val="232A4E"/>
                </a:solidFill>
                <a:latin typeface="Consolas" panose="020B0609020204030204" pitchFamily="49" charset="0"/>
              </a:rPr>
              <a:t>hashed_password.decode</a:t>
            </a:r>
            <a:r>
              <a:rPr lang="tr-TR" sz="1000" b="1" dirty="0">
                <a:solidFill>
                  <a:srgbClr val="232A4E"/>
                </a:solidFill>
                <a:latin typeface="Consolas" panose="020B0609020204030204" pitchFamily="49" charset="0"/>
              </a:rPr>
              <a:t>('utf-8')}")</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 PAROLA DOĞRULAMA (GİRİŞ) AŞAMASI ---</a:t>
            </a: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login_attempt_correct</a:t>
            </a:r>
            <a:r>
              <a:rPr lang="tr-TR" sz="1000" b="1" dirty="0">
                <a:solidFill>
                  <a:srgbClr val="232A4E"/>
                </a:solidFill>
                <a:latin typeface="Consolas" panose="020B0609020204030204" pitchFamily="49" charset="0"/>
              </a:rPr>
              <a:t> = "KullaniciGuclupassword123!"</a:t>
            </a: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login_attempt_wrong</a:t>
            </a:r>
            <a:r>
              <a:rPr lang="tr-TR" sz="1000" b="1" dirty="0">
                <a:solidFill>
                  <a:srgbClr val="232A4E"/>
                </a:solidFill>
                <a:latin typeface="Consolas" panose="020B0609020204030204" pitchFamily="49" charset="0"/>
              </a:rPr>
              <a:t> = "YanlisParola123"</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Doğru parola kontrolü</a:t>
            </a: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is_correct</a:t>
            </a:r>
            <a:r>
              <a:rPr lang="tr-TR" sz="1000" b="1" dirty="0">
                <a:solidFill>
                  <a:srgbClr val="232A4E"/>
                </a:solidFill>
                <a:latin typeface="Consolas" panose="020B0609020204030204" pitchFamily="49" charset="0"/>
              </a:rPr>
              <a:t> = </a:t>
            </a:r>
            <a:r>
              <a:rPr lang="tr-TR" sz="1000" b="1" dirty="0" err="1">
                <a:solidFill>
                  <a:srgbClr val="232A4E"/>
                </a:solidFill>
                <a:latin typeface="Consolas" panose="020B0609020204030204" pitchFamily="49" charset="0"/>
              </a:rPr>
              <a:t>bcrypt.checkpw</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login_attempt_correct.encode</a:t>
            </a:r>
            <a:r>
              <a:rPr lang="tr-TR" sz="1000" b="1" dirty="0">
                <a:solidFill>
                  <a:srgbClr val="232A4E"/>
                </a:solidFill>
                <a:latin typeface="Consolas" panose="020B0609020204030204" pitchFamily="49" charset="0"/>
              </a:rPr>
              <a:t>('utf-8'), </a:t>
            </a:r>
            <a:r>
              <a:rPr lang="tr-TR" sz="1000" b="1" dirty="0" err="1">
                <a:solidFill>
                  <a:srgbClr val="232A4E"/>
                </a:solidFill>
                <a:latin typeface="Consolas" panose="020B0609020204030204" pitchFamily="49" charset="0"/>
              </a:rPr>
              <a:t>hashed_password</a:t>
            </a:r>
            <a:r>
              <a:rPr lang="tr-TR" sz="1000" b="1" dirty="0">
                <a:solidFill>
                  <a:srgbClr val="232A4E"/>
                </a:solidFill>
                <a:latin typeface="Consolas" panose="020B0609020204030204" pitchFamily="49" charset="0"/>
              </a:rPr>
              <a:t>)</a:t>
            </a: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print</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f"Doğru</a:t>
            </a:r>
            <a:r>
              <a:rPr lang="tr-TR" sz="1000" b="1" dirty="0">
                <a:solidFill>
                  <a:srgbClr val="232A4E"/>
                </a:solidFill>
                <a:latin typeface="Consolas" panose="020B0609020204030204" pitchFamily="49" charset="0"/>
              </a:rPr>
              <a:t> Şifre Denemesi: {</a:t>
            </a:r>
            <a:r>
              <a:rPr lang="tr-TR" sz="1000" b="1" dirty="0" err="1">
                <a:solidFill>
                  <a:srgbClr val="232A4E"/>
                </a:solidFill>
                <a:latin typeface="Consolas" panose="020B0609020204030204" pitchFamily="49" charset="0"/>
              </a:rPr>
              <a:t>is_correct</a:t>
            </a:r>
            <a:r>
              <a:rPr lang="tr-TR" sz="1000" b="1" dirty="0">
                <a:solidFill>
                  <a:srgbClr val="232A4E"/>
                </a:solidFill>
                <a:latin typeface="Consolas" panose="020B0609020204030204" pitchFamily="49" charset="0"/>
              </a:rPr>
              <a:t>}")  # True döner</a:t>
            </a:r>
          </a:p>
          <a:p>
            <a:pPr marL="514350" lvl="0" indent="-514350">
              <a:buClr>
                <a:srgbClr val="FFFFFF">
                  <a:lumMod val="75000"/>
                </a:srgbClr>
              </a:buClr>
              <a:buFont typeface="+mj-lt"/>
              <a:buAutoNum type="arabicPeriod"/>
              <a:defRPr/>
            </a:pPr>
            <a:endParaRPr lang="tr-TR" sz="1000" b="1" dirty="0">
              <a:solidFill>
                <a:srgbClr val="232A4E"/>
              </a:solidFill>
              <a:latin typeface="Consolas" panose="020B0609020204030204" pitchFamily="49" charset="0"/>
            </a:endParaRPr>
          </a:p>
          <a:p>
            <a:pPr marL="514350" lvl="0" indent="-514350">
              <a:buClr>
                <a:srgbClr val="FFFFFF">
                  <a:lumMod val="75000"/>
                </a:srgbClr>
              </a:buClr>
              <a:buFont typeface="+mj-lt"/>
              <a:buAutoNum type="arabicPeriod"/>
              <a:defRPr/>
            </a:pPr>
            <a:r>
              <a:rPr lang="tr-TR" sz="1000" b="1" dirty="0">
                <a:solidFill>
                  <a:srgbClr val="232A4E"/>
                </a:solidFill>
                <a:latin typeface="Consolas" panose="020B0609020204030204" pitchFamily="49" charset="0"/>
              </a:rPr>
              <a:t># Yanlış parola kontrolü</a:t>
            </a: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is_wrong</a:t>
            </a:r>
            <a:r>
              <a:rPr lang="tr-TR" sz="1000" b="1" dirty="0">
                <a:solidFill>
                  <a:srgbClr val="232A4E"/>
                </a:solidFill>
                <a:latin typeface="Consolas" panose="020B0609020204030204" pitchFamily="49" charset="0"/>
              </a:rPr>
              <a:t> = </a:t>
            </a:r>
            <a:r>
              <a:rPr lang="tr-TR" sz="1000" b="1" dirty="0" err="1">
                <a:solidFill>
                  <a:srgbClr val="232A4E"/>
                </a:solidFill>
                <a:latin typeface="Consolas" panose="020B0609020204030204" pitchFamily="49" charset="0"/>
              </a:rPr>
              <a:t>bcrypt.checkpw</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login_attempt_wrong.encode</a:t>
            </a:r>
            <a:r>
              <a:rPr lang="tr-TR" sz="1000" b="1" dirty="0">
                <a:solidFill>
                  <a:srgbClr val="232A4E"/>
                </a:solidFill>
                <a:latin typeface="Consolas" panose="020B0609020204030204" pitchFamily="49" charset="0"/>
              </a:rPr>
              <a:t>('utf-8'), </a:t>
            </a:r>
            <a:r>
              <a:rPr lang="tr-TR" sz="1000" b="1" dirty="0" err="1">
                <a:solidFill>
                  <a:srgbClr val="232A4E"/>
                </a:solidFill>
                <a:latin typeface="Consolas" panose="020B0609020204030204" pitchFamily="49" charset="0"/>
              </a:rPr>
              <a:t>hashed_password</a:t>
            </a:r>
            <a:r>
              <a:rPr lang="tr-TR" sz="1000" b="1" dirty="0">
                <a:solidFill>
                  <a:srgbClr val="232A4E"/>
                </a:solidFill>
                <a:latin typeface="Consolas" panose="020B0609020204030204" pitchFamily="49" charset="0"/>
              </a:rPr>
              <a:t>)</a:t>
            </a:r>
          </a:p>
          <a:p>
            <a:pPr marL="514350" lvl="0" indent="-514350">
              <a:buClr>
                <a:srgbClr val="FFFFFF">
                  <a:lumMod val="75000"/>
                </a:srgbClr>
              </a:buClr>
              <a:buFont typeface="+mj-lt"/>
              <a:buAutoNum type="arabicPeriod"/>
              <a:defRPr/>
            </a:pPr>
            <a:r>
              <a:rPr lang="tr-TR" sz="1000" b="1" dirty="0" err="1">
                <a:solidFill>
                  <a:srgbClr val="232A4E"/>
                </a:solidFill>
                <a:latin typeface="Consolas" panose="020B0609020204030204" pitchFamily="49" charset="0"/>
              </a:rPr>
              <a:t>print</a:t>
            </a:r>
            <a:r>
              <a:rPr lang="tr-TR" sz="1000" b="1" dirty="0">
                <a:solidFill>
                  <a:srgbClr val="232A4E"/>
                </a:solidFill>
                <a:latin typeface="Consolas" panose="020B0609020204030204" pitchFamily="49" charset="0"/>
              </a:rPr>
              <a:t>(</a:t>
            </a:r>
            <a:r>
              <a:rPr lang="tr-TR" sz="1000" b="1" dirty="0" err="1">
                <a:solidFill>
                  <a:srgbClr val="232A4E"/>
                </a:solidFill>
                <a:latin typeface="Consolas" panose="020B0609020204030204" pitchFamily="49" charset="0"/>
              </a:rPr>
              <a:t>f"Yanlış</a:t>
            </a:r>
            <a:r>
              <a:rPr lang="tr-TR" sz="1000" b="1" dirty="0">
                <a:solidFill>
                  <a:srgbClr val="232A4E"/>
                </a:solidFill>
                <a:latin typeface="Consolas" panose="020B0609020204030204" pitchFamily="49" charset="0"/>
              </a:rPr>
              <a:t> Şifre Denemesi: {</a:t>
            </a:r>
            <a:r>
              <a:rPr lang="tr-TR" sz="1000" b="1" dirty="0" err="1">
                <a:solidFill>
                  <a:srgbClr val="232A4E"/>
                </a:solidFill>
                <a:latin typeface="Consolas" panose="020B0609020204030204" pitchFamily="49" charset="0"/>
              </a:rPr>
              <a:t>is_wrong</a:t>
            </a:r>
            <a:r>
              <a:rPr lang="tr-TR" sz="1000" b="1" dirty="0">
                <a:solidFill>
                  <a:srgbClr val="232A4E"/>
                </a:solidFill>
                <a:latin typeface="Consolas" panose="020B0609020204030204" pitchFamily="49" charset="0"/>
              </a:rPr>
              <a:t>}")   # </a:t>
            </a:r>
            <a:r>
              <a:rPr lang="tr-TR" sz="1000" b="1" dirty="0" err="1">
                <a:solidFill>
                  <a:srgbClr val="232A4E"/>
                </a:solidFill>
                <a:latin typeface="Consolas" panose="020B0609020204030204" pitchFamily="49" charset="0"/>
              </a:rPr>
              <a:t>False</a:t>
            </a:r>
            <a:r>
              <a:rPr lang="tr-TR" sz="1000" b="1" dirty="0">
                <a:solidFill>
                  <a:srgbClr val="232A4E"/>
                </a:solidFill>
                <a:latin typeface="Consolas" panose="020B0609020204030204" pitchFamily="49" charset="0"/>
              </a:rPr>
              <a:t> döner</a:t>
            </a:r>
          </a:p>
        </p:txBody>
      </p:sp>
    </p:spTree>
    <p:custDataLst>
      <p:tags r:id="rId1"/>
    </p:custDataLst>
    <p:extLst>
      <p:ext uri="{BB962C8B-B14F-4D97-AF65-F5344CB8AC3E}">
        <p14:creationId xmlns:p14="http://schemas.microsoft.com/office/powerpoint/2010/main" val="2625743549"/>
      </p:ext>
    </p:extLst>
  </p:cSld>
  <p:clrMapOvr>
    <a:masterClrMapping/>
  </p:clrMapOvr>
  <p:transition>
    <p:fade thruBlk="1"/>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30DF2121-DDAB-7AB1-D498-8716D3056DD2}"/>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E88F7E04-6C15-9473-44D2-2B8F2CE15453}"/>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Statik Uygulama Güvenlik Testi (SAST - </a:t>
            </a:r>
            <a:r>
              <a:rPr lang="tr-TR" sz="2800" dirty="0" err="1"/>
              <a:t>Static</a:t>
            </a:r>
            <a:r>
              <a:rPr lang="tr-TR" sz="2800" dirty="0"/>
              <a:t> Application Security </a:t>
            </a:r>
            <a:r>
              <a:rPr lang="tr-TR" sz="2800" dirty="0" err="1"/>
              <a:t>Testing</a:t>
            </a:r>
            <a:r>
              <a:rPr lang="tr-TR" sz="2800" dirty="0"/>
              <a:t>)</a:t>
            </a:r>
            <a:endParaRPr lang="tr-TR" sz="2800" dirty="0">
              <a:effectLst/>
            </a:endParaRPr>
          </a:p>
        </p:txBody>
      </p:sp>
      <p:sp>
        <p:nvSpPr>
          <p:cNvPr id="2158" name="Google Shape;2158;p38">
            <a:extLst>
              <a:ext uri="{FF2B5EF4-FFF2-40B4-BE49-F238E27FC236}">
                <a16:creationId xmlns:a16="http://schemas.microsoft.com/office/drawing/2014/main" id="{73B0E9D3-4132-4B7A-A2FF-2A3BF2AB3074}"/>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itchFamily="2" charset="2"/>
              <a:buChar char="§"/>
            </a:pPr>
            <a:r>
              <a:rPr lang="tr-TR" sz="1200" dirty="0"/>
              <a:t>Uygulamanın kaynak kodunu, bayt kodunu (</a:t>
            </a:r>
            <a:r>
              <a:rPr lang="tr-TR" sz="1200" dirty="0" err="1"/>
              <a:t>bytecode</a:t>
            </a:r>
            <a:r>
              <a:rPr lang="tr-TR" sz="1200" dirty="0"/>
              <a:t>) veya derlenmiş ikili dosyalarını </a:t>
            </a:r>
            <a:r>
              <a:rPr lang="tr-TR" sz="1200" b="1" dirty="0"/>
              <a:t>çalıştırmaya gerek duymadan</a:t>
            </a:r>
            <a:r>
              <a:rPr lang="tr-TR" sz="1200" dirty="0"/>
              <a:t> potansiyel güvenlik zafiyetleri, kodlama hataları ve standart ihlalleri açısından analiz eden bir güvenlik test yöntemidir.</a:t>
            </a:r>
          </a:p>
          <a:p>
            <a:pPr>
              <a:buFont typeface="Wingdings" pitchFamily="2" charset="2"/>
              <a:buChar char="§"/>
            </a:pPr>
            <a:r>
              <a:rPr lang="tr-TR" sz="1200" dirty="0"/>
              <a:t>S-</a:t>
            </a:r>
            <a:r>
              <a:rPr lang="tr-TR" sz="1200" dirty="0" err="1"/>
              <a:t>SDLC'nin</a:t>
            </a:r>
            <a:r>
              <a:rPr lang="tr-TR" sz="1200" dirty="0"/>
              <a:t> "Sola Kaydırma" (</a:t>
            </a:r>
            <a:r>
              <a:rPr lang="tr-TR" sz="1200" dirty="0" err="1"/>
              <a:t>Shift-Left</a:t>
            </a:r>
            <a:r>
              <a:rPr lang="tr-TR" sz="1200" dirty="0"/>
              <a:t>) yaklaşımının en önemli bileşenlerinden biridir. </a:t>
            </a:r>
          </a:p>
          <a:p>
            <a:pPr>
              <a:buFont typeface="Wingdings" pitchFamily="2" charset="2"/>
              <a:buChar char="§"/>
            </a:pPr>
            <a:r>
              <a:rPr lang="tr-TR" sz="1200" dirty="0"/>
              <a:t>SAST araçlarının geliştirici ortamına (IDE) ve sürekli entegrasyon (CI) hatlarına dahil edilmesi, zafiyetlerin henüz yazılma anında veya koda birleştirilmeden (</a:t>
            </a:r>
            <a:r>
              <a:rPr lang="tr-TR" sz="1200" dirty="0" err="1"/>
              <a:t>merge</a:t>
            </a:r>
            <a:r>
              <a:rPr lang="tr-TR" sz="1200" dirty="0"/>
              <a:t>) tespit edilmesini sağlar.</a:t>
            </a:r>
          </a:p>
        </p:txBody>
      </p:sp>
      <p:sp>
        <p:nvSpPr>
          <p:cNvPr id="2160" name="Google Shape;2160;p38">
            <a:extLst>
              <a:ext uri="{FF2B5EF4-FFF2-40B4-BE49-F238E27FC236}">
                <a16:creationId xmlns:a16="http://schemas.microsoft.com/office/drawing/2014/main" id="{433B3526-5C38-3D88-DACA-DFF5971A32A1}"/>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68</a:t>
            </a:fld>
            <a:endParaRPr lang="tr-TR" noProof="0" dirty="0"/>
          </a:p>
        </p:txBody>
      </p:sp>
    </p:spTree>
    <p:custDataLst>
      <p:tags r:id="rId1"/>
    </p:custDataLst>
    <p:extLst>
      <p:ext uri="{BB962C8B-B14F-4D97-AF65-F5344CB8AC3E}">
        <p14:creationId xmlns:p14="http://schemas.microsoft.com/office/powerpoint/2010/main" val="42464945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CBD8CB28-57BE-47ED-1C16-5FC29078118D}"/>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5ADDB592-540C-F10A-E153-B764D2052A6B}"/>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Statik Uygulama Güvenlik Testi (SAST - </a:t>
            </a:r>
            <a:r>
              <a:rPr lang="tr-TR" sz="2800" dirty="0" err="1"/>
              <a:t>Static</a:t>
            </a:r>
            <a:r>
              <a:rPr lang="tr-TR" sz="2800" dirty="0"/>
              <a:t> Application Security </a:t>
            </a:r>
            <a:r>
              <a:rPr lang="tr-TR" sz="2800" dirty="0" err="1"/>
              <a:t>Testing</a:t>
            </a:r>
            <a:r>
              <a:rPr lang="tr-TR" sz="2800" dirty="0"/>
              <a:t>)</a:t>
            </a:r>
            <a:endParaRPr lang="tr-TR" sz="2800" dirty="0">
              <a:effectLst/>
            </a:endParaRPr>
          </a:p>
        </p:txBody>
      </p:sp>
      <p:sp>
        <p:nvSpPr>
          <p:cNvPr id="2158" name="Google Shape;2158;p38">
            <a:extLst>
              <a:ext uri="{FF2B5EF4-FFF2-40B4-BE49-F238E27FC236}">
                <a16:creationId xmlns:a16="http://schemas.microsoft.com/office/drawing/2014/main" id="{A1A61BCB-129B-6465-AB03-BCDCE80474E2}"/>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a:buFont typeface="Wingdings" pitchFamily="2" charset="2"/>
              <a:buChar char="§"/>
            </a:pPr>
            <a:r>
              <a:rPr lang="tr-TR" sz="1200" dirty="0"/>
              <a:t>Uygulamanın kaynak kodunu, bayt kodunu (</a:t>
            </a:r>
            <a:r>
              <a:rPr lang="tr-TR" sz="1200" dirty="0" err="1"/>
              <a:t>bytecode</a:t>
            </a:r>
            <a:r>
              <a:rPr lang="tr-TR" sz="1200" dirty="0"/>
              <a:t>) veya derlenmiş ikili dosyalarını </a:t>
            </a:r>
            <a:r>
              <a:rPr lang="tr-TR" sz="1200" b="1" dirty="0"/>
              <a:t>çalıştırmaya gerek duymadan</a:t>
            </a:r>
            <a:r>
              <a:rPr lang="tr-TR" sz="1200" dirty="0"/>
              <a:t> potansiyel güvenlik zafiyetleri, kodlama hataları ve standart ihlalleri açısından analiz eden bir güvenlik test yöntemidir.</a:t>
            </a:r>
          </a:p>
          <a:p>
            <a:pPr>
              <a:buFont typeface="Wingdings" pitchFamily="2" charset="2"/>
              <a:buChar char="§"/>
            </a:pPr>
            <a:r>
              <a:rPr lang="tr-TR" sz="1200" dirty="0"/>
              <a:t>S-</a:t>
            </a:r>
            <a:r>
              <a:rPr lang="tr-TR" sz="1200" dirty="0" err="1"/>
              <a:t>SDLC'nin</a:t>
            </a:r>
            <a:r>
              <a:rPr lang="tr-TR" sz="1200" dirty="0"/>
              <a:t> "Sola Kaydırma" (</a:t>
            </a:r>
            <a:r>
              <a:rPr lang="tr-TR" sz="1200" dirty="0" err="1"/>
              <a:t>Shift-Left</a:t>
            </a:r>
            <a:r>
              <a:rPr lang="tr-TR" sz="1200" dirty="0"/>
              <a:t>) yaklaşımının en önemli bileşenlerinden biridir. </a:t>
            </a:r>
          </a:p>
          <a:p>
            <a:pPr>
              <a:buFont typeface="Wingdings" pitchFamily="2" charset="2"/>
              <a:buChar char="§"/>
            </a:pPr>
            <a:r>
              <a:rPr lang="tr-TR" sz="1200" dirty="0"/>
              <a:t>SAST araçlarının geliştirici ortamına (IDE) ve sürekli entegrasyon (CI) hatlarına dahil edilmesi, zafiyetlerin henüz yazılma anında veya koda birleştirilmeden (</a:t>
            </a:r>
            <a:r>
              <a:rPr lang="tr-TR" sz="1200" dirty="0" err="1"/>
              <a:t>merge</a:t>
            </a:r>
            <a:r>
              <a:rPr lang="tr-TR" sz="1200" dirty="0"/>
              <a:t>) tespit edilmesini sağlar.</a:t>
            </a:r>
          </a:p>
        </p:txBody>
      </p:sp>
      <p:sp>
        <p:nvSpPr>
          <p:cNvPr id="2160" name="Google Shape;2160;p38">
            <a:extLst>
              <a:ext uri="{FF2B5EF4-FFF2-40B4-BE49-F238E27FC236}">
                <a16:creationId xmlns:a16="http://schemas.microsoft.com/office/drawing/2014/main" id="{0296BBBA-2CCB-9047-79CE-2E837064CE39}"/>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69</a:t>
            </a:fld>
            <a:endParaRPr lang="tr-TR" noProof="0" dirty="0"/>
          </a:p>
        </p:txBody>
      </p:sp>
    </p:spTree>
    <p:custDataLst>
      <p:tags r:id="rId1"/>
    </p:custDataLst>
    <p:extLst>
      <p:ext uri="{BB962C8B-B14F-4D97-AF65-F5344CB8AC3E}">
        <p14:creationId xmlns:p14="http://schemas.microsoft.com/office/powerpoint/2010/main" val="29248917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156">
          <a:extLst>
            <a:ext uri="{FF2B5EF4-FFF2-40B4-BE49-F238E27FC236}">
              <a16:creationId xmlns:a16="http://schemas.microsoft.com/office/drawing/2014/main" id="{941F3968-A8E0-73D7-32E4-1A976A4BCB53}"/>
            </a:ext>
          </a:extLst>
        </p:cNvPr>
        <p:cNvGrpSpPr/>
        <p:nvPr/>
      </p:nvGrpSpPr>
      <p:grpSpPr>
        <a:xfrm>
          <a:off x="0" y="0"/>
          <a:ext cx="0" cy="0"/>
          <a:chOff x="0" y="0"/>
          <a:chExt cx="0" cy="0"/>
        </a:xfrm>
      </p:grpSpPr>
      <p:sp>
        <p:nvSpPr>
          <p:cNvPr id="2157" name="Google Shape;2157;p38">
            <a:extLst>
              <a:ext uri="{FF2B5EF4-FFF2-40B4-BE49-F238E27FC236}">
                <a16:creationId xmlns:a16="http://schemas.microsoft.com/office/drawing/2014/main" id="{E83C6215-7532-13D5-3773-5A32C3544DF1}"/>
              </a:ext>
            </a:extLst>
          </p:cNvPr>
          <p:cNvSpPr txBox="1">
            <a:spLocks noGrp="1"/>
          </p:cNvSpPr>
          <p:nvPr>
            <p:ph type="title"/>
          </p:nvPr>
        </p:nvSpPr>
        <p:spPr>
          <a:xfrm>
            <a:off x="391886" y="170258"/>
            <a:ext cx="8360228" cy="582900"/>
          </a:xfrm>
          <a:prstGeom prst="rect">
            <a:avLst/>
          </a:prstGeom>
        </p:spPr>
        <p:txBody>
          <a:bodyPr spcFirstLastPara="1" wrap="square" lIns="91425" tIns="91425" rIns="91425" bIns="91425" anchor="b" anchorCtr="0">
            <a:noAutofit/>
          </a:bodyPr>
          <a:lstStyle/>
          <a:p>
            <a:pPr marL="76200">
              <a:buSzPts val="2400"/>
            </a:pPr>
            <a:r>
              <a:rPr lang="tr-TR" sz="2800" dirty="0"/>
              <a:t>IDE Entegrasyonu (</a:t>
            </a:r>
            <a:r>
              <a:rPr lang="tr-TR" sz="2800" dirty="0" err="1"/>
              <a:t>Shift-Left'in</a:t>
            </a:r>
            <a:r>
              <a:rPr lang="tr-TR" sz="2800" dirty="0"/>
              <a:t> İlk Adımı)</a:t>
            </a:r>
            <a:endParaRPr lang="tr-TR" sz="2800" dirty="0">
              <a:effectLst/>
            </a:endParaRPr>
          </a:p>
        </p:txBody>
      </p:sp>
      <p:sp>
        <p:nvSpPr>
          <p:cNvPr id="2158" name="Google Shape;2158;p38">
            <a:extLst>
              <a:ext uri="{FF2B5EF4-FFF2-40B4-BE49-F238E27FC236}">
                <a16:creationId xmlns:a16="http://schemas.microsoft.com/office/drawing/2014/main" id="{3D57220A-261A-62E9-8C4D-959623D80F02}"/>
              </a:ext>
            </a:extLst>
          </p:cNvPr>
          <p:cNvSpPr txBox="1">
            <a:spLocks noGrp="1"/>
          </p:cNvSpPr>
          <p:nvPr>
            <p:ph type="body" idx="4294967295"/>
          </p:nvPr>
        </p:nvSpPr>
        <p:spPr>
          <a:xfrm>
            <a:off x="394942" y="896645"/>
            <a:ext cx="8354058" cy="3852908"/>
          </a:xfrm>
          <a:prstGeom prst="rect">
            <a:avLst/>
          </a:prstGeom>
        </p:spPr>
        <p:txBody>
          <a:bodyPr spcFirstLastPara="1" wrap="square" lIns="91425" tIns="91425" rIns="91425" bIns="91425" anchor="ctr" anchorCtr="0">
            <a:noAutofit/>
          </a:bodyPr>
          <a:lstStyle/>
          <a:p>
            <a:pPr marL="76200" indent="0">
              <a:buNone/>
            </a:pPr>
            <a:r>
              <a:rPr lang="tr-TR" sz="1600" dirty="0"/>
              <a:t>Geliştiricilerin kod yazdığı entegre geliştirme ortamlarına (VS </a:t>
            </a:r>
            <a:r>
              <a:rPr lang="tr-TR" sz="1600" dirty="0" err="1"/>
              <a:t>Code</a:t>
            </a:r>
            <a:r>
              <a:rPr lang="tr-TR" sz="1600" dirty="0"/>
              <a:t>, </a:t>
            </a:r>
            <a:r>
              <a:rPr lang="tr-TR" sz="1600" dirty="0" err="1"/>
              <a:t>IntelliJ</a:t>
            </a:r>
            <a:r>
              <a:rPr lang="tr-TR" sz="1600" dirty="0"/>
              <a:t> IDEA, Visual </a:t>
            </a:r>
            <a:r>
              <a:rPr lang="tr-TR" sz="1600" dirty="0" err="1"/>
              <a:t>Studio</a:t>
            </a:r>
            <a:r>
              <a:rPr lang="tr-TR" sz="1600" dirty="0"/>
              <a:t>, </a:t>
            </a:r>
            <a:r>
              <a:rPr lang="tr-TR" sz="1600" dirty="0" err="1"/>
              <a:t>PyCharm</a:t>
            </a:r>
            <a:r>
              <a:rPr lang="tr-TR" sz="1600" dirty="0"/>
              <a:t> vb.) eklenti (</a:t>
            </a:r>
            <a:r>
              <a:rPr lang="tr-TR" sz="1600" dirty="0" err="1"/>
              <a:t>plugin</a:t>
            </a:r>
            <a:r>
              <a:rPr lang="tr-TR" sz="1600" dirty="0"/>
              <a:t>) olarak kurulur.</a:t>
            </a:r>
          </a:p>
          <a:p>
            <a:pPr lvl="0">
              <a:buFont typeface="Wingdings" pitchFamily="2" charset="2"/>
              <a:buChar char="§"/>
            </a:pPr>
            <a:r>
              <a:rPr lang="tr-TR" sz="1600" b="1" dirty="0"/>
              <a:t>Çalışma Mantığı:</a:t>
            </a:r>
            <a:r>
              <a:rPr lang="tr-TR" sz="1600" dirty="0"/>
              <a:t> Tıpkı bir yazım denetimi (</a:t>
            </a:r>
            <a:r>
              <a:rPr lang="tr-TR" sz="1600" dirty="0" err="1"/>
              <a:t>linter</a:t>
            </a:r>
            <a:r>
              <a:rPr lang="tr-TR" sz="1600" dirty="0"/>
              <a:t>/</a:t>
            </a:r>
            <a:r>
              <a:rPr lang="tr-TR" sz="1600" dirty="0" err="1"/>
              <a:t>spell-check</a:t>
            </a:r>
            <a:r>
              <a:rPr lang="tr-TR" sz="1600" dirty="0"/>
              <a:t>) gibi çalışır. Geliştirici kodu yazarken veya dosyayı kaydettiğinde </a:t>
            </a:r>
            <a:r>
              <a:rPr lang="tr-TR" sz="1600" dirty="0" err="1"/>
              <a:t>arkaplanda</a:t>
            </a:r>
            <a:r>
              <a:rPr lang="tr-TR" sz="1600" dirty="0"/>
              <a:t> statik analizi çalıştırır ve zafiyetli satırı anında altını çizerek işaretler.</a:t>
            </a:r>
          </a:p>
          <a:p>
            <a:pPr lvl="0">
              <a:buFont typeface="Wingdings" pitchFamily="2" charset="2"/>
              <a:buChar char="§"/>
            </a:pPr>
            <a:r>
              <a:rPr lang="tr-TR" sz="1600" b="1" dirty="0"/>
              <a:t>Sağladığı Avantajlar:</a:t>
            </a:r>
            <a:endParaRPr lang="tr-TR" sz="1600" dirty="0"/>
          </a:p>
          <a:p>
            <a:pPr lvl="1">
              <a:buFont typeface="Arial" panose="020B0604020202020204" pitchFamily="34" charset="0"/>
              <a:buChar char="•"/>
            </a:pPr>
            <a:r>
              <a:rPr lang="tr-TR" sz="1600" b="1" dirty="0"/>
              <a:t>Anlık Geri Bildirim:</a:t>
            </a:r>
            <a:r>
              <a:rPr lang="tr-TR" sz="1600" dirty="0"/>
              <a:t> Geliştirici hatayı sıcağı sıcağına görür ve bağlamı kaybetmeden düzeltir.</a:t>
            </a:r>
          </a:p>
          <a:p>
            <a:pPr lvl="1">
              <a:buFont typeface="Arial" panose="020B0604020202020204" pitchFamily="34" charset="0"/>
              <a:buChar char="•"/>
            </a:pPr>
            <a:r>
              <a:rPr lang="tr-TR" sz="1600" b="1" dirty="0"/>
              <a:t>Eğitici Etki:</a:t>
            </a:r>
            <a:r>
              <a:rPr lang="tr-TR" sz="1600" dirty="0"/>
              <a:t> Çoğu eklenti zafiyetin neden oluştuğunu ve nasıl güvenli şekilde düzeltileceğini (</a:t>
            </a:r>
            <a:r>
              <a:rPr lang="tr-TR" sz="1600" dirty="0" err="1"/>
              <a:t>Remediation</a:t>
            </a:r>
            <a:r>
              <a:rPr lang="tr-TR" sz="1600" dirty="0"/>
              <a:t> </a:t>
            </a:r>
            <a:r>
              <a:rPr lang="tr-TR" sz="1600" dirty="0" err="1"/>
              <a:t>guidance</a:t>
            </a:r>
            <a:r>
              <a:rPr lang="tr-TR" sz="1600" dirty="0"/>
              <a:t>) kod örneğiyle sunar.</a:t>
            </a:r>
          </a:p>
          <a:p>
            <a:pPr lvl="1">
              <a:buFont typeface="Arial" panose="020B0604020202020204" pitchFamily="34" charset="0"/>
              <a:buChar char="•"/>
            </a:pPr>
            <a:r>
              <a:rPr lang="tr-TR" sz="1600" b="1" dirty="0"/>
              <a:t>Maliyet/Zaman Tasarrufu:</a:t>
            </a:r>
            <a:r>
              <a:rPr lang="tr-TR" sz="1600" dirty="0"/>
              <a:t> Hata henüz yerel bilgisayardan çıkmadan çözülmüş olur.</a:t>
            </a:r>
          </a:p>
          <a:p>
            <a:pPr lvl="0">
              <a:buFont typeface="Wingdings" pitchFamily="2" charset="2"/>
              <a:buChar char="§"/>
            </a:pPr>
            <a:r>
              <a:rPr lang="tr-TR" sz="1600" b="1" dirty="0"/>
              <a:t>Örnek Araçlar &amp; Eklentiler:</a:t>
            </a:r>
            <a:r>
              <a:rPr lang="tr-TR" sz="1600" dirty="0"/>
              <a:t> </a:t>
            </a:r>
            <a:r>
              <a:rPr lang="tr-TR" sz="1600" dirty="0" err="1"/>
              <a:t>SonarLint</a:t>
            </a:r>
            <a:r>
              <a:rPr lang="tr-TR" sz="1600" dirty="0"/>
              <a:t>, </a:t>
            </a:r>
            <a:r>
              <a:rPr lang="tr-TR" sz="1600" dirty="0" err="1"/>
              <a:t>Snyk</a:t>
            </a:r>
            <a:r>
              <a:rPr lang="tr-TR" sz="1600" dirty="0"/>
              <a:t> </a:t>
            </a:r>
            <a:r>
              <a:rPr lang="tr-TR" sz="1600" dirty="0" err="1"/>
              <a:t>Code</a:t>
            </a:r>
            <a:r>
              <a:rPr lang="tr-TR" sz="1600" dirty="0"/>
              <a:t>, </a:t>
            </a:r>
            <a:r>
              <a:rPr lang="tr-TR" sz="1600" dirty="0" err="1"/>
              <a:t>Checkmarx</a:t>
            </a:r>
            <a:r>
              <a:rPr lang="tr-TR" sz="1600" dirty="0"/>
              <a:t> </a:t>
            </a:r>
            <a:r>
              <a:rPr lang="tr-TR" sz="1600" dirty="0" err="1"/>
              <a:t>One</a:t>
            </a:r>
            <a:r>
              <a:rPr lang="tr-TR" sz="1600" dirty="0"/>
              <a:t> </a:t>
            </a:r>
            <a:r>
              <a:rPr lang="tr-TR" sz="1600" dirty="0" err="1"/>
              <a:t>Plugin</a:t>
            </a:r>
            <a:r>
              <a:rPr lang="tr-TR" sz="1600" dirty="0"/>
              <a:t>, </a:t>
            </a:r>
            <a:r>
              <a:rPr lang="tr-TR" sz="1600" dirty="0" err="1"/>
              <a:t>Fortify</a:t>
            </a:r>
            <a:r>
              <a:rPr lang="tr-TR" sz="1600" dirty="0"/>
              <a:t> IDE </a:t>
            </a:r>
            <a:r>
              <a:rPr lang="tr-TR" sz="1600" dirty="0" err="1"/>
              <a:t>Plugin</a:t>
            </a:r>
            <a:r>
              <a:rPr lang="tr-TR" sz="1600" dirty="0"/>
              <a:t>, </a:t>
            </a:r>
            <a:r>
              <a:rPr lang="tr-TR" sz="1600" dirty="0" err="1"/>
              <a:t>Semgrep</a:t>
            </a:r>
            <a:r>
              <a:rPr lang="tr-TR" sz="1600" dirty="0"/>
              <a:t>.</a:t>
            </a:r>
          </a:p>
        </p:txBody>
      </p:sp>
      <p:sp>
        <p:nvSpPr>
          <p:cNvPr id="2160" name="Google Shape;2160;p38">
            <a:extLst>
              <a:ext uri="{FF2B5EF4-FFF2-40B4-BE49-F238E27FC236}">
                <a16:creationId xmlns:a16="http://schemas.microsoft.com/office/drawing/2014/main" id="{B30F3BF0-6D86-2A3B-01CF-D5CA736B8FAC}"/>
              </a:ext>
            </a:extLst>
          </p:cNvPr>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tr-TR" noProof="0" smtClean="0"/>
              <a:t>70</a:t>
            </a:fld>
            <a:endParaRPr lang="tr-TR" noProof="0" dirty="0"/>
          </a:p>
        </p:txBody>
      </p:sp>
    </p:spTree>
    <p:custDataLst>
      <p:tags r:id="rId1"/>
    </p:custDataLst>
    <p:extLst>
      <p:ext uri="{BB962C8B-B14F-4D97-AF65-F5344CB8AC3E}">
        <p14:creationId xmlns:p14="http://schemas.microsoft.com/office/powerpoint/2010/main" val="29014254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141"/>
        <p:cNvGrpSpPr/>
        <p:nvPr/>
      </p:nvGrpSpPr>
      <p:grpSpPr>
        <a:xfrm>
          <a:off x="0" y="0"/>
          <a:ext cx="0" cy="0"/>
          <a:chOff x="0" y="0"/>
          <a:chExt cx="0" cy="0"/>
        </a:xfrm>
      </p:grpSpPr>
      <p:sp>
        <p:nvSpPr>
          <p:cNvPr id="2142" name="Google Shape;2142;p36"/>
          <p:cNvSpPr txBox="1">
            <a:spLocks noGrp="1"/>
          </p:cNvSpPr>
          <p:nvPr>
            <p:ph type="ctrTitle" idx="4294967295"/>
          </p:nvPr>
        </p:nvSpPr>
        <p:spPr>
          <a:xfrm>
            <a:off x="1715250" y="1115044"/>
            <a:ext cx="5713500" cy="82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a:solidFill>
                  <a:schemeClr val="lt1"/>
                </a:solidFill>
              </a:rPr>
              <a:t>Thanks!</a:t>
            </a:r>
            <a:endParaRPr sz="4800">
              <a:solidFill>
                <a:schemeClr val="lt1"/>
              </a:solidFill>
            </a:endParaRPr>
          </a:p>
        </p:txBody>
      </p:sp>
      <p:sp>
        <p:nvSpPr>
          <p:cNvPr id="2143" name="Google Shape;2143;p36"/>
          <p:cNvSpPr txBox="1">
            <a:spLocks noGrp="1"/>
          </p:cNvSpPr>
          <p:nvPr>
            <p:ph type="subTitle" idx="4294967295"/>
          </p:nvPr>
        </p:nvSpPr>
        <p:spPr>
          <a:xfrm>
            <a:off x="1715250" y="1811363"/>
            <a:ext cx="5713500" cy="7848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3600" b="1"/>
              <a:t>Any questions?</a:t>
            </a:r>
            <a:endParaRPr sz="3600" b="1"/>
          </a:p>
        </p:txBody>
      </p:sp>
      <p:sp>
        <p:nvSpPr>
          <p:cNvPr id="2144" name="Google Shape;2144;p36"/>
          <p:cNvSpPr txBox="1">
            <a:spLocks noGrp="1"/>
          </p:cNvSpPr>
          <p:nvPr>
            <p:ph type="body" idx="4294967295"/>
          </p:nvPr>
        </p:nvSpPr>
        <p:spPr>
          <a:xfrm>
            <a:off x="1715250" y="2697019"/>
            <a:ext cx="5713500" cy="900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800"/>
              <a:t>You can find me at:</a:t>
            </a:r>
            <a:endParaRPr sz="1800"/>
          </a:p>
          <a:p>
            <a:pPr marL="0" lvl="0" indent="0" algn="ctr" rtl="0">
              <a:spcBef>
                <a:spcPts val="600"/>
              </a:spcBef>
              <a:spcAft>
                <a:spcPts val="0"/>
              </a:spcAft>
              <a:buNone/>
            </a:pPr>
            <a:r>
              <a:rPr lang="en" sz="1800"/>
              <a:t>@username</a:t>
            </a:r>
            <a:endParaRPr sz="1800"/>
          </a:p>
          <a:p>
            <a:pPr marL="0" lvl="0" indent="0" algn="ctr" rtl="0">
              <a:spcBef>
                <a:spcPts val="600"/>
              </a:spcBef>
              <a:spcAft>
                <a:spcPts val="0"/>
              </a:spcAft>
              <a:buNone/>
            </a:pPr>
            <a:r>
              <a:rPr lang="en" sz="1800"/>
              <a:t>user@mail.me</a:t>
            </a:r>
            <a:endParaRPr sz="1800"/>
          </a:p>
        </p:txBody>
      </p:sp>
      <p:sp>
        <p:nvSpPr>
          <p:cNvPr id="2145" name="Google Shape;2145;p36"/>
          <p:cNvSpPr txBox="1">
            <a:spLocks noGrp="1"/>
          </p:cNvSpPr>
          <p:nvPr>
            <p:ph type="sldNum" idx="12"/>
          </p:nvPr>
        </p:nvSpPr>
        <p:spPr>
          <a:xfrm>
            <a:off x="8749000" y="0"/>
            <a:ext cx="394800" cy="32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71</a:t>
            </a:fld>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Django"/>
  <p:tag name="ISPRING_FIRST_PUBLISH" val="1"/>
  <p:tag name="ISPRING_UUID" val="{6DE76BAD-E439-4AF2-BD58-09C1A52A715A}"/>
  <p:tag name="ISPRING_RESOURCE_FOLDER" val="C:\Users\Yilmaz\Desktop\PowerPoint Template\Django\"/>
  <p:tag name="ISPRING_PRESENTATION_PATH" val="C:\Users\Yilmaz\Desktop\PowerPoint Template\Django.pptx"/>
  <p:tag name="ISPRING_PROJECT_VERSION" val="9.3"/>
  <p:tag name="ISPRING_PROJECT_FOLDER_UPDATED" val="1"/>
  <p:tag name="ISPRING_SCREEN_RECS_UPDATED" val="C:\Users\Yilmaz\Desktop\PowerPoint Template\Django\"/>
</p:tagLst>
</file>

<file path=ppt/tags/tag2.xml><?xml version="1.0" encoding="utf-8"?>
<p:tagLst xmlns:a="http://schemas.openxmlformats.org/drawingml/2006/main" xmlns:r="http://schemas.openxmlformats.org/officeDocument/2006/relationships" xmlns:p="http://schemas.openxmlformats.org/presentationml/2006/main">
  <p:tag name="GENSWF_SLIDE_UID" val="{CF49784C-2C77-4302-96C6-1D04B4AACB17}:256"/>
</p:tagLst>
</file>

<file path=ppt/tags/tag3.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5.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6.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7.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8.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0.xml><?xml version="1.0" encoding="utf-8"?>
<p:tagLst xmlns:a="http://schemas.openxmlformats.org/drawingml/2006/main" xmlns:r="http://schemas.openxmlformats.org/officeDocument/2006/relationships" xmlns:p="http://schemas.openxmlformats.org/presentationml/2006/main">
  <p:tag name="GENSWF_SLIDE_UID" val="{E67E4C48-CAC7-4C27-B506-57E5F4FD39B4}:259"/>
</p:tagLst>
</file>

<file path=ppt/tags/tag11.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2.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3.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4.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5.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6.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7.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8.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1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0.xml><?xml version="1.0" encoding="utf-8"?>
<p:tagLst xmlns:a="http://schemas.openxmlformats.org/drawingml/2006/main" xmlns:r="http://schemas.openxmlformats.org/officeDocument/2006/relationships" xmlns:p="http://schemas.openxmlformats.org/presentationml/2006/main">
  <p:tag name="GENSWF_SLIDE_UID" val="{E67E4C48-CAC7-4C27-B506-57E5F4FD39B4}:259"/>
</p:tagLst>
</file>

<file path=ppt/tags/tag21.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2.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3.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4.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5.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6.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7.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8.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2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0.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1.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2.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3.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4.xml><?xml version="1.0" encoding="utf-8"?>
<p:tagLst xmlns:a="http://schemas.openxmlformats.org/drawingml/2006/main" xmlns:r="http://schemas.openxmlformats.org/officeDocument/2006/relationships" xmlns:p="http://schemas.openxmlformats.org/presentationml/2006/main">
  <p:tag name="GENSWF_SLIDE_UID" val="{E67E4C48-CAC7-4C27-B506-57E5F4FD39B4}:259"/>
</p:tagLst>
</file>

<file path=ppt/tags/tag35.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6.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7.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38.xml><?xml version="1.0" encoding="utf-8"?>
<p:tagLst xmlns:a="http://schemas.openxmlformats.org/drawingml/2006/main" xmlns:r="http://schemas.openxmlformats.org/officeDocument/2006/relationships" xmlns:p="http://schemas.openxmlformats.org/presentationml/2006/main">
  <p:tag name="GENSWF_SLIDE_UID" val="{E67E4C48-CAC7-4C27-B506-57E5F4FD39B4}:259"/>
</p:tagLst>
</file>

<file path=ppt/tags/tag3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0.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1.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2.xml><?xml version="1.0" encoding="utf-8"?>
<p:tagLst xmlns:a="http://schemas.openxmlformats.org/drawingml/2006/main" xmlns:r="http://schemas.openxmlformats.org/officeDocument/2006/relationships" xmlns:p="http://schemas.openxmlformats.org/presentationml/2006/main">
  <p:tag name="GENSWF_SLIDE_UID" val="{E67E4C48-CAC7-4C27-B506-57E5F4FD39B4}:259"/>
</p:tagLst>
</file>

<file path=ppt/tags/tag43.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4.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5.xml><?xml version="1.0" encoding="utf-8"?>
<p:tagLst xmlns:a="http://schemas.openxmlformats.org/drawingml/2006/main" xmlns:r="http://schemas.openxmlformats.org/officeDocument/2006/relationships" xmlns:p="http://schemas.openxmlformats.org/presentationml/2006/main">
  <p:tag name="GENSWF_SLIDE_UID" val="{E67E4C48-CAC7-4C27-B506-57E5F4FD39B4}:259"/>
</p:tagLst>
</file>

<file path=ppt/tags/tag46.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7.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8.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4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50.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51.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52.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53.xml><?xml version="1.0" encoding="utf-8"?>
<p:tagLst xmlns:a="http://schemas.openxmlformats.org/drawingml/2006/main" xmlns:r="http://schemas.openxmlformats.org/officeDocument/2006/relationships" xmlns:p="http://schemas.openxmlformats.org/presentationml/2006/main">
  <p:tag name="GENSWF_SLIDE_UID" val="{A6C23070-61C8-40C7-8100-7BB2717AFB89}:297"/>
</p:tagLst>
</file>

<file path=ppt/tags/tag54.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55.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56.xml><?xml version="1.0" encoding="utf-8"?>
<p:tagLst xmlns:a="http://schemas.openxmlformats.org/drawingml/2006/main" xmlns:r="http://schemas.openxmlformats.org/officeDocument/2006/relationships" xmlns:p="http://schemas.openxmlformats.org/presentationml/2006/main">
  <p:tag name="GENSWF_SLIDE_UID" val="{E67E4C48-CAC7-4C27-B506-57E5F4FD39B4}:259"/>
</p:tagLst>
</file>

<file path=ppt/tags/tag57.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58.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5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60.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61.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62.xml><?xml version="1.0" encoding="utf-8"?>
<p:tagLst xmlns:a="http://schemas.openxmlformats.org/drawingml/2006/main" xmlns:r="http://schemas.openxmlformats.org/officeDocument/2006/relationships" xmlns:p="http://schemas.openxmlformats.org/presentationml/2006/main">
  <p:tag name="GENSWF_SLIDE_UID" val="{A6C23070-61C8-40C7-8100-7BB2717AFB89}:297"/>
</p:tagLst>
</file>

<file path=ppt/tags/tag63.xml><?xml version="1.0" encoding="utf-8"?>
<p:tagLst xmlns:a="http://schemas.openxmlformats.org/drawingml/2006/main" xmlns:r="http://schemas.openxmlformats.org/officeDocument/2006/relationships" xmlns:p="http://schemas.openxmlformats.org/presentationml/2006/main">
  <p:tag name="GENSWF_SLIDE_UID" val="{A6C23070-61C8-40C7-8100-7BB2717AFB89}:297"/>
</p:tagLst>
</file>

<file path=ppt/tags/tag64.xml><?xml version="1.0" encoding="utf-8"?>
<p:tagLst xmlns:a="http://schemas.openxmlformats.org/drawingml/2006/main" xmlns:r="http://schemas.openxmlformats.org/officeDocument/2006/relationships" xmlns:p="http://schemas.openxmlformats.org/presentationml/2006/main">
  <p:tag name="GENSWF_SLIDE_UID" val="{A6C23070-61C8-40C7-8100-7BB2717AFB89}:297"/>
</p:tagLst>
</file>

<file path=ppt/tags/tag65.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66.xml><?xml version="1.0" encoding="utf-8"?>
<p:tagLst xmlns:a="http://schemas.openxmlformats.org/drawingml/2006/main" xmlns:r="http://schemas.openxmlformats.org/officeDocument/2006/relationships" xmlns:p="http://schemas.openxmlformats.org/presentationml/2006/main">
  <p:tag name="GENSWF_SLIDE_UID" val="{A6C23070-61C8-40C7-8100-7BB2717AFB89}:297"/>
</p:tagLst>
</file>

<file path=ppt/tags/tag67.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68.xml><?xml version="1.0" encoding="utf-8"?>
<p:tagLst xmlns:a="http://schemas.openxmlformats.org/drawingml/2006/main" xmlns:r="http://schemas.openxmlformats.org/officeDocument/2006/relationships" xmlns:p="http://schemas.openxmlformats.org/presentationml/2006/main">
  <p:tag name="GENSWF_SLIDE_UID" val="{A6C23070-61C8-40C7-8100-7BB2717AFB89}:297"/>
</p:tagLst>
</file>

<file path=ppt/tags/tag69.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70.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71.xml><?xml version="1.0" encoding="utf-8"?>
<p:tagLst xmlns:a="http://schemas.openxmlformats.org/drawingml/2006/main" xmlns:r="http://schemas.openxmlformats.org/officeDocument/2006/relationships" xmlns:p="http://schemas.openxmlformats.org/presentationml/2006/main">
  <p:tag name="GENSWF_SLIDE_UID" val="{719428DD-6B92-4C79-B6CF-CD96F525C0FB}:281"/>
</p:tagLst>
</file>

<file path=ppt/tags/tag72.xml><?xml version="1.0" encoding="utf-8"?>
<p:tagLst xmlns:a="http://schemas.openxmlformats.org/drawingml/2006/main" xmlns:r="http://schemas.openxmlformats.org/officeDocument/2006/relationships" xmlns:p="http://schemas.openxmlformats.org/presentationml/2006/main">
  <p:tag name="GENSWF_SLIDE_UID" val="{7BEC3185-1FDC-42FF-B802-79B6779DA5FB}:279"/>
</p:tagLst>
</file>

<file path=ppt/theme/theme1.xml><?xml version="1.0" encoding="utf-8"?>
<a:theme xmlns:a="http://schemas.openxmlformats.org/drawingml/2006/main" name="Nathaniel template">
  <a:themeElements>
    <a:clrScheme name="Custom 347">
      <a:dk1>
        <a:srgbClr val="2C3E50"/>
      </a:dk1>
      <a:lt1>
        <a:srgbClr val="FFFFFF"/>
      </a:lt1>
      <a:dk2>
        <a:srgbClr val="617A86"/>
      </a:dk2>
      <a:lt2>
        <a:srgbClr val="F5F6F7"/>
      </a:lt2>
      <a:accent1>
        <a:srgbClr val="F55D4B"/>
      </a:accent1>
      <a:accent2>
        <a:srgbClr val="992C26"/>
      </a:accent2>
      <a:accent3>
        <a:srgbClr val="72201C"/>
      </a:accent3>
      <a:accent4>
        <a:srgbClr val="BDD1D3"/>
      </a:accent4>
      <a:accent5>
        <a:srgbClr val="95A5A6"/>
      </a:accent5>
      <a:accent6>
        <a:srgbClr val="617A86"/>
      </a:accent6>
      <a:hlink>
        <a:srgbClr val="F55D4B"/>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5863</TotalTime>
  <Words>5117</Words>
  <Application>Microsoft Macintosh PowerPoint</Application>
  <PresentationFormat>Ekran Gösterisi (16:9)</PresentationFormat>
  <Paragraphs>608</Paragraphs>
  <Slides>71</Slides>
  <Notes>71</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71</vt:i4>
      </vt:variant>
    </vt:vector>
  </HeadingPairs>
  <TitlesOfParts>
    <vt:vector size="80" baseType="lpstr">
      <vt:lpstr>Segoe UI</vt:lpstr>
      <vt:lpstr>Abadi Extra Light</vt:lpstr>
      <vt:lpstr>Consolas</vt:lpstr>
      <vt:lpstr>Wingdings</vt:lpstr>
      <vt:lpstr>Amatic SC</vt:lpstr>
      <vt:lpstr>Courier New</vt:lpstr>
      <vt:lpstr>Merriweather</vt:lpstr>
      <vt:lpstr>Arial</vt:lpstr>
      <vt:lpstr>Nathaniel template</vt:lpstr>
      <vt:lpstr>YBS407: Güvenli Yazılım Geliştirme (Secure Software Development) </vt:lpstr>
      <vt:lpstr>Konular</vt:lpstr>
      <vt:lpstr>Güvenli Yazılım Geliştirme</vt:lpstr>
      <vt:lpstr>Shift-Left / Sola Kaydırma yaklaşımı</vt:lpstr>
      <vt:lpstr>Klasik Yazılım Geliştirme Aşamaları</vt:lpstr>
      <vt:lpstr>Güvenli Yazılım Geliştirme Yaşam Döngüsü (S-SDLC)</vt:lpstr>
      <vt:lpstr>Geleneksel SDLC ile S-SDLC Karşılaştırması</vt:lpstr>
      <vt:lpstr>S-SDLC’nin Temel Aşamaları</vt:lpstr>
      <vt:lpstr>Gereksinim Analizi ve Planlama Aşaması</vt:lpstr>
      <vt:lpstr>Gereksinim Analizi ve Planlama Aşaması</vt:lpstr>
      <vt:lpstr>Temel Faaliyetler</vt:lpstr>
      <vt:lpstr>Temel Faaliyetler</vt:lpstr>
      <vt:lpstr>Yasal Düzenlemeler ve Standartlar</vt:lpstr>
      <vt:lpstr>Yasal Düzenlemeler ve Standartlar</vt:lpstr>
      <vt:lpstr>Yasal Düzenlemeler ve Standartlar</vt:lpstr>
      <vt:lpstr>Yasal Düzenlemeler ve Standartlar</vt:lpstr>
      <vt:lpstr>Yasal Düzenlemeler ve Standartlar</vt:lpstr>
      <vt:lpstr>Yasal Düzenlemeler ve Standartlar</vt:lpstr>
      <vt:lpstr>Tasarım Aşaması</vt:lpstr>
      <vt:lpstr>Tasarım Aşaması</vt:lpstr>
      <vt:lpstr>Temel Faaliyetler</vt:lpstr>
      <vt:lpstr>STRIDE</vt:lpstr>
      <vt:lpstr>S - Spoofing (Kimliğe Bürünme / Sahtecilik)</vt:lpstr>
      <vt:lpstr>MFA (Multi-Factor Authentication - Çok Faktörlü Kimlik Doğrulama)</vt:lpstr>
      <vt:lpstr>OAuth 2.0 (Open Authorization 2.0)</vt:lpstr>
      <vt:lpstr>JWT (JSON Web Token)</vt:lpstr>
      <vt:lpstr>T - Tampering (Veri Kurcalama / Değiştirme)</vt:lpstr>
      <vt:lpstr>R - Repudiation (İnkar Edilebilirlik)</vt:lpstr>
      <vt:lpstr>I - Information Disclosure (Bilgi İfşası / Sızıntısı)</vt:lpstr>
      <vt:lpstr>D - Denial of Service (Hizmet Engelleme - DoS)</vt:lpstr>
      <vt:lpstr>E - Elevation of Privilege (Yetki Yükseltme)</vt:lpstr>
      <vt:lpstr>STRIDE Ne Zaman ve Nasıl Kullanılır?</vt:lpstr>
      <vt:lpstr>PASTA (Saldırı Simülasyonu ve Tehdit Analizi Süreci)</vt:lpstr>
      <vt:lpstr>STRIDE Ne Zaman ve Nasıl Kullanılır?</vt:lpstr>
      <vt:lpstr>STRIDE ile Farkı</vt:lpstr>
      <vt:lpstr>PASTA’nın 7 Aşaması</vt:lpstr>
      <vt:lpstr>Uygulama (Kodlama) Aşaması</vt:lpstr>
      <vt:lpstr>Uygulama (Kodlama) Aşaması</vt:lpstr>
      <vt:lpstr>Temel Faaliyetler</vt:lpstr>
      <vt:lpstr>Temel Faaliyetler</vt:lpstr>
      <vt:lpstr>OWASP Secure Coding Practices</vt:lpstr>
      <vt:lpstr>OWASP Nedir?</vt:lpstr>
      <vt:lpstr>OWASP Secure Coding Practices nedir?</vt:lpstr>
      <vt:lpstr>OWASP'ın En Önemli Projeleri ve Yayınları</vt:lpstr>
      <vt:lpstr>OWASP Top 10 (En Kritik 10 Web Güvenlik Riski)</vt:lpstr>
      <vt:lpstr>Güncel OWASP Top 10 Listesindeki Temel Başlıklar</vt:lpstr>
      <vt:lpstr>Güncel OWASP Top 10 Listesindeki Temel Başlıklar</vt:lpstr>
      <vt:lpstr>OWASP ZAP (Zed Attack Proxy)</vt:lpstr>
      <vt:lpstr>OWASP ASVS (Application Security Verification Standard)</vt:lpstr>
      <vt:lpstr>Yazılımcılar ve Güvenlik Ekipleri OWASP'ı Nasıl Kullanmalı?</vt:lpstr>
      <vt:lpstr>PyGoat</vt:lpstr>
      <vt:lpstr>PyGoat Kurulumu</vt:lpstr>
      <vt:lpstr>Öğrenme yol haritası</vt:lpstr>
      <vt:lpstr>Çalışma Yöntemi</vt:lpstr>
      <vt:lpstr>CWE Top 25</vt:lpstr>
      <vt:lpstr>CWE Top 25</vt:lpstr>
      <vt:lpstr>CWE Top 25, Sık görülen örnekler</vt:lpstr>
      <vt:lpstr>Girdi doğrulama (Input Validation)</vt:lpstr>
      <vt:lpstr>Girdi doğrulama (Input Validation)</vt:lpstr>
      <vt:lpstr>Çıktı Kodlama (Output Encoding / Sanitization)</vt:lpstr>
      <vt:lpstr>Python Girdi Doğrulama Çıktı Kodlama</vt:lpstr>
      <vt:lpstr>C# Girdi Doğrulama Çıktı Kodlama</vt:lpstr>
      <vt:lpstr>PHP Girdi Doğrulama Çıktı Kodlama</vt:lpstr>
      <vt:lpstr>Hashing</vt:lpstr>
      <vt:lpstr>Python Hashing</vt:lpstr>
      <vt:lpstr>Güvenli Parola Saklama ve Doğrulama (Tuzlama / Salting ile Bcrypt)</vt:lpstr>
      <vt:lpstr>Python Hashing</vt:lpstr>
      <vt:lpstr>Statik Uygulama Güvenlik Testi (SAST - Static Application Security Testing)</vt:lpstr>
      <vt:lpstr>Statik Uygulama Güvenlik Testi (SAST - Static Application Security Testing)</vt:lpstr>
      <vt:lpstr>IDE Entegrasyonu (Shift-Left'in İlk Adımı)</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Django</dc:title>
  <dc:creator>Yilmaz</dc:creator>
  <cp:lastModifiedBy>Yılmaz AĞCA</cp:lastModifiedBy>
  <cp:revision>70</cp:revision>
  <dcterms:modified xsi:type="dcterms:W3CDTF">2026-10-08T08:16:22Z</dcterms:modified>
</cp:coreProperties>
</file>